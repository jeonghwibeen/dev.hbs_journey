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4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5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theme/theme6.xml" ContentType="application/vnd.openxmlformats-officedocument.theme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894" r:id="rId4"/>
    <p:sldMasterId id="2147483982" r:id="rId5"/>
    <p:sldMasterId id="2147483996" r:id="rId6"/>
    <p:sldMasterId id="2147484009" r:id="rId7"/>
    <p:sldMasterId id="2147484029" r:id="rId8"/>
    <p:sldMasterId id="2147484041" r:id="rId9"/>
    <p:sldMasterId id="2147484054" r:id="rId10"/>
  </p:sldMasterIdLst>
  <p:notesMasterIdLst>
    <p:notesMasterId r:id="rId29"/>
  </p:notesMasterIdLst>
  <p:handoutMasterIdLst>
    <p:handoutMasterId r:id="rId30"/>
  </p:handoutMasterIdLst>
  <p:sldIdLst>
    <p:sldId id="754" r:id="rId11"/>
    <p:sldId id="1147" r:id="rId12"/>
    <p:sldId id="1148" r:id="rId13"/>
    <p:sldId id="1095" r:id="rId14"/>
    <p:sldId id="1078" r:id="rId15"/>
    <p:sldId id="1096" r:id="rId16"/>
    <p:sldId id="1094" r:id="rId17"/>
    <p:sldId id="1097" r:id="rId18"/>
    <p:sldId id="1082" r:id="rId19"/>
    <p:sldId id="862" r:id="rId20"/>
    <p:sldId id="1099" r:id="rId21"/>
    <p:sldId id="1100" r:id="rId22"/>
    <p:sldId id="1101" r:id="rId23"/>
    <p:sldId id="1102" r:id="rId24"/>
    <p:sldId id="1104" r:id="rId25"/>
    <p:sldId id="1103" r:id="rId26"/>
    <p:sldId id="1098" r:id="rId27"/>
    <p:sldId id="1149" r:id="rId28"/>
  </p:sldIdLst>
  <p:sldSz cx="10972800" cy="6172200"/>
  <p:notesSz cx="7010400" cy="9296400"/>
  <p:embeddedFontLst>
    <p:embeddedFont>
      <p:font typeface="Questrial" panose="020B0600000101010101" charset="-127"/>
      <p:regular r:id="rId31"/>
    </p:embeddedFont>
    <p:embeddedFont>
      <p:font typeface="Century Gothic" panose="020B0502020202020204" pitchFamily="34" charset="0"/>
      <p:regular r:id="rId32"/>
      <p:bold r:id="rId33"/>
      <p:italic r:id="rId34"/>
      <p:boldItalic r:id="rId35"/>
    </p:embeddedFont>
    <p:embeddedFont>
      <p:font typeface="Gill Sans MT" panose="020B0502020104020203" pitchFamily="34" charset="0"/>
      <p:regular r:id="rId36"/>
      <p:bold r:id="rId37"/>
      <p:italic r:id="rId38"/>
      <p:boldItalic r:id="rId39"/>
    </p:embeddedFont>
    <p:embeddedFont>
      <p:font typeface="Trebuchet MS" panose="020B0603020202020204" pitchFamily="34" charset="0"/>
      <p:regular r:id="rId40"/>
      <p:bold r:id="rId41"/>
      <p:italic r:id="rId42"/>
      <p:boldItalic r:id="rId43"/>
    </p:embeddedFont>
  </p:embeddedFont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MS PGothic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MS PGothic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MS PGothic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MS PGothic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MS PGothic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16">
          <p15:clr>
            <a:srgbClr val="A4A3A4"/>
          </p15:clr>
        </p15:guide>
        <p15:guide id="2" orient="horz" pos="3050">
          <p15:clr>
            <a:srgbClr val="A4A3A4"/>
          </p15:clr>
        </p15:guide>
        <p15:guide id="3" orient="horz" pos="3189">
          <p15:clr>
            <a:srgbClr val="A4A3A4"/>
          </p15:clr>
        </p15:guide>
        <p15:guide id="4" pos="5455">
          <p15:clr>
            <a:srgbClr val="A4A3A4"/>
          </p15:clr>
        </p15:guide>
        <p15:guide id="5" orient="horz" pos="975">
          <p15:clr>
            <a:srgbClr val="A4A3A4"/>
          </p15:clr>
        </p15:guide>
        <p15:guide id="6" pos="345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oyd Case" initials="LC" lastIdx="17" clrIdx="0">
    <p:extLst>
      <p:ext uri="{19B8F6BF-5375-455C-9EA6-DF929625EA0E}">
        <p15:presenceInfo xmlns:p15="http://schemas.microsoft.com/office/powerpoint/2012/main" userId="Loyd Case" providerId="None"/>
      </p:ext>
    </p:extLst>
  </p:cmAuthor>
  <p:cmAuthor id="2" name="Adam Ellsworth" initials="AE" lastIdx="4" clrIdx="1">
    <p:extLst>
      <p:ext uri="{19B8F6BF-5375-455C-9EA6-DF929625EA0E}">
        <p15:presenceInfo xmlns:p15="http://schemas.microsoft.com/office/powerpoint/2012/main" userId="S::aellsworth@nvidia.com::444b7a66-6931-46d0-a608-56acbc983d01" providerId="AD"/>
      </p:ext>
    </p:extLst>
  </p:cmAuthor>
  <p:cmAuthor id="3" name="Danielle Detering" initials="DD" lastIdx="3" clrIdx="2">
    <p:extLst>
      <p:ext uri="{19B8F6BF-5375-455C-9EA6-DF929625EA0E}">
        <p15:presenceInfo xmlns:p15="http://schemas.microsoft.com/office/powerpoint/2012/main" userId="S::ddetering@nvidia.com::385b7343-7e51-4167-b40a-3bc9ed8e0e0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1011"/>
    <a:srgbClr val="F97F02"/>
    <a:srgbClr val="34B80D"/>
    <a:srgbClr val="E7FFBE"/>
    <a:srgbClr val="76B900"/>
    <a:srgbClr val="99FF66"/>
    <a:srgbClr val="E26D32"/>
    <a:srgbClr val="5A5A5A"/>
    <a:srgbClr val="4E7A00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91" autoAdjust="0"/>
    <p:restoredTop sz="61898" autoAdjust="0"/>
  </p:normalViewPr>
  <p:slideViewPr>
    <p:cSldViewPr snapToGrid="0">
      <p:cViewPr varScale="1">
        <p:scale>
          <a:sx n="62" d="100"/>
          <a:sy n="62" d="100"/>
        </p:scale>
        <p:origin x="96" y="606"/>
      </p:cViewPr>
      <p:guideLst>
        <p:guide orient="horz" pos="1316"/>
        <p:guide orient="horz" pos="3050"/>
        <p:guide orient="horz" pos="3189"/>
        <p:guide pos="5455"/>
        <p:guide orient="horz" pos="975"/>
        <p:guide pos="345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slide" Target="slides/slide16.xml"/><Relationship Id="rId39" Type="http://schemas.openxmlformats.org/officeDocument/2006/relationships/font" Target="fonts/font9.fntdata"/><Relationship Id="rId3" Type="http://schemas.openxmlformats.org/officeDocument/2006/relationships/customXml" Target="../customXml/item3.xml"/><Relationship Id="rId21" Type="http://schemas.openxmlformats.org/officeDocument/2006/relationships/slide" Target="slides/slide11.xml"/><Relationship Id="rId34" Type="http://schemas.openxmlformats.org/officeDocument/2006/relationships/font" Target="fonts/font4.fntdata"/><Relationship Id="rId42" Type="http://schemas.openxmlformats.org/officeDocument/2006/relationships/font" Target="fonts/font12.fntdata"/><Relationship Id="rId47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46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0" Type="http://schemas.openxmlformats.org/officeDocument/2006/relationships/slide" Target="slides/slide10.xml"/><Relationship Id="rId29" Type="http://schemas.openxmlformats.org/officeDocument/2006/relationships/notesMaster" Target="notesMasters/notesMaster1.xml"/><Relationship Id="rId41" Type="http://schemas.openxmlformats.org/officeDocument/2006/relationships/font" Target="fonts/font11.fntdata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45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slide" Target="slides/slide18.xml"/><Relationship Id="rId36" Type="http://schemas.openxmlformats.org/officeDocument/2006/relationships/font" Target="fonts/font6.fntdata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9.xml"/><Relationship Id="rId31" Type="http://schemas.openxmlformats.org/officeDocument/2006/relationships/font" Target="fonts/font1.fntdata"/><Relationship Id="rId44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30" Type="http://schemas.openxmlformats.org/officeDocument/2006/relationships/handoutMaster" Target="handoutMasters/handoutMaster1.xml"/><Relationship Id="rId35" Type="http://schemas.openxmlformats.org/officeDocument/2006/relationships/font" Target="fonts/font5.fntdata"/><Relationship Id="rId43" Type="http://schemas.openxmlformats.org/officeDocument/2006/relationships/font" Target="fonts/font13.fntdata"/><Relationship Id="rId48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14466E2-1FE0-4AAF-9A15-35A18460AE6C}" type="doc">
      <dgm:prSet loTypeId="urn:microsoft.com/office/officeart/2005/8/layout/list1" loCatId="list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124095B-A200-4DEB-90C0-ACCBFBD33BF2}">
      <dgm:prSet/>
      <dgm:spPr/>
      <dgm:t>
        <a:bodyPr/>
        <a:lstStyle/>
        <a:p>
          <a:r>
            <a:rPr lang="en-US"/>
            <a:t>1부: 딥러닝 소개</a:t>
          </a:r>
        </a:p>
      </dgm:t>
    </dgm:pt>
    <dgm:pt modelId="{C07EC53E-9B77-4F6F-B546-87DA1851BCB6}" type="parTrans" cxnId="{23A1D04A-5FFD-4038-A9DC-E5062E9CACC2}">
      <dgm:prSet/>
      <dgm:spPr/>
      <dgm:t>
        <a:bodyPr/>
        <a:lstStyle/>
        <a:p>
          <a:endParaRPr lang="en-US"/>
        </a:p>
      </dgm:t>
    </dgm:pt>
    <dgm:pt modelId="{30D6C911-C612-4E13-972B-862C0C14448B}" type="sibTrans" cxnId="{23A1D04A-5FFD-4038-A9DC-E5062E9CACC2}">
      <dgm:prSet/>
      <dgm:spPr/>
      <dgm:t>
        <a:bodyPr/>
        <a:lstStyle/>
        <a:p>
          <a:endParaRPr lang="en-US"/>
        </a:p>
      </dgm:t>
    </dgm:pt>
    <dgm:pt modelId="{E3B6176B-19E9-49DC-8935-5FC1D326226A}">
      <dgm:prSet/>
      <dgm:spPr/>
      <dgm:t>
        <a:bodyPr/>
        <a:lstStyle/>
        <a:p>
          <a:r>
            <a:rPr lang="en-US"/>
            <a:t>2부: 뉴럴 네트워크의 트레이닝 방식</a:t>
          </a:r>
        </a:p>
      </dgm:t>
    </dgm:pt>
    <dgm:pt modelId="{35969128-5469-45F0-A0BD-A614DA29450E}" type="parTrans" cxnId="{408E519F-B299-4FE7-BF7B-6E9C884FB638}">
      <dgm:prSet/>
      <dgm:spPr/>
      <dgm:t>
        <a:bodyPr/>
        <a:lstStyle/>
        <a:p>
          <a:endParaRPr lang="en-US"/>
        </a:p>
      </dgm:t>
    </dgm:pt>
    <dgm:pt modelId="{907CC422-609D-4111-93B5-6B0E685CCC4E}" type="sibTrans" cxnId="{408E519F-B299-4FE7-BF7B-6E9C884FB638}">
      <dgm:prSet/>
      <dgm:spPr/>
      <dgm:t>
        <a:bodyPr/>
        <a:lstStyle/>
        <a:p>
          <a:endParaRPr lang="en-US"/>
        </a:p>
      </dgm:t>
    </dgm:pt>
    <dgm:pt modelId="{BC73A0EF-BACA-44B5-B7FA-8559EFE7D717}">
      <dgm:prSet/>
      <dgm:spPr/>
      <dgm:t>
        <a:bodyPr/>
        <a:lstStyle/>
        <a:p>
          <a:r>
            <a:rPr lang="en-US"/>
            <a:t>3부: CNN(Convolutional Neural Network)</a:t>
          </a:r>
        </a:p>
      </dgm:t>
    </dgm:pt>
    <dgm:pt modelId="{3492A832-F0B4-41AC-BBF7-53083F681CF3}" type="parTrans" cxnId="{BBE2EE80-CD07-42F3-9AB1-5359BB01F88E}">
      <dgm:prSet/>
      <dgm:spPr/>
      <dgm:t>
        <a:bodyPr/>
        <a:lstStyle/>
        <a:p>
          <a:endParaRPr lang="en-US"/>
        </a:p>
      </dgm:t>
    </dgm:pt>
    <dgm:pt modelId="{5278DCD6-8C12-4249-BC74-09DCD8B0FF5E}" type="sibTrans" cxnId="{BBE2EE80-CD07-42F3-9AB1-5359BB01F88E}">
      <dgm:prSet/>
      <dgm:spPr/>
      <dgm:t>
        <a:bodyPr/>
        <a:lstStyle/>
        <a:p>
          <a:endParaRPr lang="en-US"/>
        </a:p>
      </dgm:t>
    </dgm:pt>
    <dgm:pt modelId="{09261F07-2B57-4F4A-9184-61D3FF7EA9B7}">
      <dgm:prSet/>
      <dgm:spPr/>
      <dgm:t>
        <a:bodyPr/>
        <a:lstStyle/>
        <a:p>
          <a:r>
            <a:rPr lang="en-US"/>
            <a:t>4부: 데이터 증강 및 배포</a:t>
          </a:r>
        </a:p>
      </dgm:t>
    </dgm:pt>
    <dgm:pt modelId="{9D795FD9-7EA3-454E-8078-C99EA0B431D9}" type="parTrans" cxnId="{BAADA846-C7F8-4823-B5EA-6B57BDA279DA}">
      <dgm:prSet/>
      <dgm:spPr/>
      <dgm:t>
        <a:bodyPr/>
        <a:lstStyle/>
        <a:p>
          <a:endParaRPr lang="en-US"/>
        </a:p>
      </dgm:t>
    </dgm:pt>
    <dgm:pt modelId="{67722A88-758B-4A0C-98ED-E76673E22662}" type="sibTrans" cxnId="{BAADA846-C7F8-4823-B5EA-6B57BDA279DA}">
      <dgm:prSet/>
      <dgm:spPr/>
      <dgm:t>
        <a:bodyPr/>
        <a:lstStyle/>
        <a:p>
          <a:endParaRPr lang="en-US"/>
        </a:p>
      </dgm:t>
    </dgm:pt>
    <dgm:pt modelId="{B21EF215-DC77-4512-9FA9-F402D823AD6A}">
      <dgm:prSet/>
      <dgm:spPr/>
      <dgm:t>
        <a:bodyPr/>
        <a:lstStyle/>
        <a:p>
          <a:r>
            <a:rPr lang="en-US"/>
            <a:t>5부: 사전 트레이닝된 모델</a:t>
          </a:r>
        </a:p>
      </dgm:t>
    </dgm:pt>
    <dgm:pt modelId="{7877E896-4408-40E6-A865-D2BDFD78F34F}" type="parTrans" cxnId="{03B48CE6-AB06-419B-AB7A-DA6BCAC7372F}">
      <dgm:prSet/>
      <dgm:spPr/>
      <dgm:t>
        <a:bodyPr/>
        <a:lstStyle/>
        <a:p>
          <a:endParaRPr lang="en-US"/>
        </a:p>
      </dgm:t>
    </dgm:pt>
    <dgm:pt modelId="{BCF1C84A-D312-44DE-B970-7FBCD9F5BF42}" type="sibTrans" cxnId="{03B48CE6-AB06-419B-AB7A-DA6BCAC7372F}">
      <dgm:prSet/>
      <dgm:spPr/>
      <dgm:t>
        <a:bodyPr/>
        <a:lstStyle/>
        <a:p>
          <a:endParaRPr lang="en-US"/>
        </a:p>
      </dgm:t>
    </dgm:pt>
    <dgm:pt modelId="{B9ECEEB2-F083-43B5-9C8B-518ED3EA5F5E}">
      <dgm:prSet/>
      <dgm:spPr/>
      <dgm:t>
        <a:bodyPr/>
        <a:lstStyle/>
        <a:p>
          <a:r>
            <a:rPr lang="en-US"/>
            <a:t>6부: 고급 아키텍처</a:t>
          </a:r>
        </a:p>
      </dgm:t>
    </dgm:pt>
    <dgm:pt modelId="{0BA3BA15-314F-45BE-B77D-C23F105F8DAA}" type="parTrans" cxnId="{27E75F04-2403-4F84-80CA-78960651068A}">
      <dgm:prSet/>
      <dgm:spPr/>
      <dgm:t>
        <a:bodyPr/>
        <a:lstStyle/>
        <a:p>
          <a:endParaRPr lang="en-US"/>
        </a:p>
      </dgm:t>
    </dgm:pt>
    <dgm:pt modelId="{62DEDF2D-99C1-43FC-A887-BA743D585ADE}" type="sibTrans" cxnId="{27E75F04-2403-4F84-80CA-78960651068A}">
      <dgm:prSet/>
      <dgm:spPr/>
      <dgm:t>
        <a:bodyPr/>
        <a:lstStyle/>
        <a:p>
          <a:endParaRPr lang="en-US"/>
        </a:p>
      </dgm:t>
    </dgm:pt>
    <dgm:pt modelId="{60F5443E-3D25-48E7-BD6D-267D69AA3389}" type="pres">
      <dgm:prSet presAssocID="{014466E2-1FE0-4AAF-9A15-35A18460AE6C}" presName="linear" presStyleCnt="0">
        <dgm:presLayoutVars>
          <dgm:dir/>
          <dgm:animLvl val="lvl"/>
          <dgm:resizeHandles val="exact"/>
        </dgm:presLayoutVars>
      </dgm:prSet>
      <dgm:spPr/>
    </dgm:pt>
    <dgm:pt modelId="{948C24EC-B794-43AB-9FC4-5584C5246655}" type="pres">
      <dgm:prSet presAssocID="{9124095B-A200-4DEB-90C0-ACCBFBD33BF2}" presName="parentLin" presStyleCnt="0"/>
      <dgm:spPr/>
    </dgm:pt>
    <dgm:pt modelId="{FC30B8EC-879B-4B4B-981B-3EE637F42D6A}" type="pres">
      <dgm:prSet presAssocID="{9124095B-A200-4DEB-90C0-ACCBFBD33BF2}" presName="parentLeftMargin" presStyleLbl="node1" presStyleIdx="0" presStyleCnt="6"/>
      <dgm:spPr/>
    </dgm:pt>
    <dgm:pt modelId="{D6D66FE0-E326-43BD-A55E-8C9D0A92B3CB}" type="pres">
      <dgm:prSet presAssocID="{9124095B-A200-4DEB-90C0-ACCBFBD33BF2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026EF489-57F0-4C0D-9743-688EAE783F65}" type="pres">
      <dgm:prSet presAssocID="{9124095B-A200-4DEB-90C0-ACCBFBD33BF2}" presName="negativeSpace" presStyleCnt="0"/>
      <dgm:spPr/>
    </dgm:pt>
    <dgm:pt modelId="{1F80A7D4-969A-4E7E-9531-458F74DCE459}" type="pres">
      <dgm:prSet presAssocID="{9124095B-A200-4DEB-90C0-ACCBFBD33BF2}" presName="childText" presStyleLbl="conFgAcc1" presStyleIdx="0" presStyleCnt="6">
        <dgm:presLayoutVars>
          <dgm:bulletEnabled val="1"/>
        </dgm:presLayoutVars>
      </dgm:prSet>
      <dgm:spPr/>
    </dgm:pt>
    <dgm:pt modelId="{CD8AD931-DDDF-4B54-95C3-BA456A6FEB28}" type="pres">
      <dgm:prSet presAssocID="{30D6C911-C612-4E13-972B-862C0C14448B}" presName="spaceBetweenRectangles" presStyleCnt="0"/>
      <dgm:spPr/>
    </dgm:pt>
    <dgm:pt modelId="{75B91715-653F-468A-BBBB-9C2D6A87E00B}" type="pres">
      <dgm:prSet presAssocID="{E3B6176B-19E9-49DC-8935-5FC1D326226A}" presName="parentLin" presStyleCnt="0"/>
      <dgm:spPr/>
    </dgm:pt>
    <dgm:pt modelId="{56277306-AE2B-49E0-975E-1A83394B349C}" type="pres">
      <dgm:prSet presAssocID="{E3B6176B-19E9-49DC-8935-5FC1D326226A}" presName="parentLeftMargin" presStyleLbl="node1" presStyleIdx="0" presStyleCnt="6"/>
      <dgm:spPr/>
    </dgm:pt>
    <dgm:pt modelId="{FA756CBE-44B9-4F18-B2D1-6FBA673FFC2D}" type="pres">
      <dgm:prSet presAssocID="{E3B6176B-19E9-49DC-8935-5FC1D326226A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87FE9E24-6B85-4968-A992-A75BF076D288}" type="pres">
      <dgm:prSet presAssocID="{E3B6176B-19E9-49DC-8935-5FC1D326226A}" presName="negativeSpace" presStyleCnt="0"/>
      <dgm:spPr/>
    </dgm:pt>
    <dgm:pt modelId="{247F1B74-319B-49D7-A018-48E863D8B398}" type="pres">
      <dgm:prSet presAssocID="{E3B6176B-19E9-49DC-8935-5FC1D326226A}" presName="childText" presStyleLbl="conFgAcc1" presStyleIdx="1" presStyleCnt="6">
        <dgm:presLayoutVars>
          <dgm:bulletEnabled val="1"/>
        </dgm:presLayoutVars>
      </dgm:prSet>
      <dgm:spPr/>
    </dgm:pt>
    <dgm:pt modelId="{42404858-34F1-40CE-B3C2-7586D8378E3D}" type="pres">
      <dgm:prSet presAssocID="{907CC422-609D-4111-93B5-6B0E685CCC4E}" presName="spaceBetweenRectangles" presStyleCnt="0"/>
      <dgm:spPr/>
    </dgm:pt>
    <dgm:pt modelId="{B9DD0433-B1D4-4E20-A896-139746A53795}" type="pres">
      <dgm:prSet presAssocID="{BC73A0EF-BACA-44B5-B7FA-8559EFE7D717}" presName="parentLin" presStyleCnt="0"/>
      <dgm:spPr/>
    </dgm:pt>
    <dgm:pt modelId="{6C8B57DF-B46E-474D-8DA3-3D0AFE24F324}" type="pres">
      <dgm:prSet presAssocID="{BC73A0EF-BACA-44B5-B7FA-8559EFE7D717}" presName="parentLeftMargin" presStyleLbl="node1" presStyleIdx="1" presStyleCnt="6"/>
      <dgm:spPr/>
    </dgm:pt>
    <dgm:pt modelId="{FA5B2DE7-C0B7-4BF4-B5CD-CA36978A8F75}" type="pres">
      <dgm:prSet presAssocID="{BC73A0EF-BACA-44B5-B7FA-8559EFE7D717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A064764D-223C-4B2C-AE5B-39A12330BD80}" type="pres">
      <dgm:prSet presAssocID="{BC73A0EF-BACA-44B5-B7FA-8559EFE7D717}" presName="negativeSpace" presStyleCnt="0"/>
      <dgm:spPr/>
    </dgm:pt>
    <dgm:pt modelId="{057C50B2-50C0-493C-9C7A-8F44D0563959}" type="pres">
      <dgm:prSet presAssocID="{BC73A0EF-BACA-44B5-B7FA-8559EFE7D717}" presName="childText" presStyleLbl="conFgAcc1" presStyleIdx="2" presStyleCnt="6">
        <dgm:presLayoutVars>
          <dgm:bulletEnabled val="1"/>
        </dgm:presLayoutVars>
      </dgm:prSet>
      <dgm:spPr/>
    </dgm:pt>
    <dgm:pt modelId="{074ACB30-2014-479B-87C0-44149569967A}" type="pres">
      <dgm:prSet presAssocID="{5278DCD6-8C12-4249-BC74-09DCD8B0FF5E}" presName="spaceBetweenRectangles" presStyleCnt="0"/>
      <dgm:spPr/>
    </dgm:pt>
    <dgm:pt modelId="{DDE4A7E5-A674-4625-803C-A2836CCACFD0}" type="pres">
      <dgm:prSet presAssocID="{09261F07-2B57-4F4A-9184-61D3FF7EA9B7}" presName="parentLin" presStyleCnt="0"/>
      <dgm:spPr/>
    </dgm:pt>
    <dgm:pt modelId="{4DDA7CB9-01AD-48DB-A1C3-A41BBACA5877}" type="pres">
      <dgm:prSet presAssocID="{09261F07-2B57-4F4A-9184-61D3FF7EA9B7}" presName="parentLeftMargin" presStyleLbl="node1" presStyleIdx="2" presStyleCnt="6"/>
      <dgm:spPr/>
    </dgm:pt>
    <dgm:pt modelId="{93B1BDC5-7AF4-41C6-B388-8C46BB68B1C4}" type="pres">
      <dgm:prSet presAssocID="{09261F07-2B57-4F4A-9184-61D3FF7EA9B7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7876335C-6672-4787-9C35-5CB54279B83D}" type="pres">
      <dgm:prSet presAssocID="{09261F07-2B57-4F4A-9184-61D3FF7EA9B7}" presName="negativeSpace" presStyleCnt="0"/>
      <dgm:spPr/>
    </dgm:pt>
    <dgm:pt modelId="{4773976E-31ED-4484-ACF0-75AD19B0DCC0}" type="pres">
      <dgm:prSet presAssocID="{09261F07-2B57-4F4A-9184-61D3FF7EA9B7}" presName="childText" presStyleLbl="conFgAcc1" presStyleIdx="3" presStyleCnt="6">
        <dgm:presLayoutVars>
          <dgm:bulletEnabled val="1"/>
        </dgm:presLayoutVars>
      </dgm:prSet>
      <dgm:spPr/>
    </dgm:pt>
    <dgm:pt modelId="{4EAF62E0-AD54-46EB-A800-8FBF9337E7C1}" type="pres">
      <dgm:prSet presAssocID="{67722A88-758B-4A0C-98ED-E76673E22662}" presName="spaceBetweenRectangles" presStyleCnt="0"/>
      <dgm:spPr/>
    </dgm:pt>
    <dgm:pt modelId="{84AB9781-0A14-4FF3-92F4-F444DD7CFF8C}" type="pres">
      <dgm:prSet presAssocID="{B21EF215-DC77-4512-9FA9-F402D823AD6A}" presName="parentLin" presStyleCnt="0"/>
      <dgm:spPr/>
    </dgm:pt>
    <dgm:pt modelId="{830B98C3-7482-4A95-BEFB-01A2D687603F}" type="pres">
      <dgm:prSet presAssocID="{B21EF215-DC77-4512-9FA9-F402D823AD6A}" presName="parentLeftMargin" presStyleLbl="node1" presStyleIdx="3" presStyleCnt="6"/>
      <dgm:spPr/>
    </dgm:pt>
    <dgm:pt modelId="{7693AED7-1A80-4EC8-BF5D-C927107E6B47}" type="pres">
      <dgm:prSet presAssocID="{B21EF215-DC77-4512-9FA9-F402D823AD6A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C73F35C2-E64D-446C-98F1-BC34CB4AD8F6}" type="pres">
      <dgm:prSet presAssocID="{B21EF215-DC77-4512-9FA9-F402D823AD6A}" presName="negativeSpace" presStyleCnt="0"/>
      <dgm:spPr/>
    </dgm:pt>
    <dgm:pt modelId="{277A1481-DBA3-4296-946B-73B0094321D4}" type="pres">
      <dgm:prSet presAssocID="{B21EF215-DC77-4512-9FA9-F402D823AD6A}" presName="childText" presStyleLbl="conFgAcc1" presStyleIdx="4" presStyleCnt="6">
        <dgm:presLayoutVars>
          <dgm:bulletEnabled val="1"/>
        </dgm:presLayoutVars>
      </dgm:prSet>
      <dgm:spPr/>
    </dgm:pt>
    <dgm:pt modelId="{FEA10063-F594-47D0-B8F2-A8045571AE07}" type="pres">
      <dgm:prSet presAssocID="{BCF1C84A-D312-44DE-B970-7FBCD9F5BF42}" presName="spaceBetweenRectangles" presStyleCnt="0"/>
      <dgm:spPr/>
    </dgm:pt>
    <dgm:pt modelId="{B42E4DEF-21AE-450E-B5B4-9CA96AA18762}" type="pres">
      <dgm:prSet presAssocID="{B9ECEEB2-F083-43B5-9C8B-518ED3EA5F5E}" presName="parentLin" presStyleCnt="0"/>
      <dgm:spPr/>
    </dgm:pt>
    <dgm:pt modelId="{70307D62-7EE8-455A-8B35-9E84B0F176FE}" type="pres">
      <dgm:prSet presAssocID="{B9ECEEB2-F083-43B5-9C8B-518ED3EA5F5E}" presName="parentLeftMargin" presStyleLbl="node1" presStyleIdx="4" presStyleCnt="6"/>
      <dgm:spPr/>
    </dgm:pt>
    <dgm:pt modelId="{8DB99647-4D1C-471E-8D23-A05E6326DC84}" type="pres">
      <dgm:prSet presAssocID="{B9ECEEB2-F083-43B5-9C8B-518ED3EA5F5E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27F3A89B-78D1-4E5B-A469-0942E2F506D6}" type="pres">
      <dgm:prSet presAssocID="{B9ECEEB2-F083-43B5-9C8B-518ED3EA5F5E}" presName="negativeSpace" presStyleCnt="0"/>
      <dgm:spPr/>
    </dgm:pt>
    <dgm:pt modelId="{8EA19417-896E-446A-9E4F-22AD1A100910}" type="pres">
      <dgm:prSet presAssocID="{B9ECEEB2-F083-43B5-9C8B-518ED3EA5F5E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27E75F04-2403-4F84-80CA-78960651068A}" srcId="{014466E2-1FE0-4AAF-9A15-35A18460AE6C}" destId="{B9ECEEB2-F083-43B5-9C8B-518ED3EA5F5E}" srcOrd="5" destOrd="0" parTransId="{0BA3BA15-314F-45BE-B77D-C23F105F8DAA}" sibTransId="{62DEDF2D-99C1-43FC-A887-BA743D585ADE}"/>
    <dgm:cxn modelId="{B67D2E2E-9E1B-411F-BDE1-01B69C2686AA}" type="presOf" srcId="{BC73A0EF-BACA-44B5-B7FA-8559EFE7D717}" destId="{FA5B2DE7-C0B7-4BF4-B5CD-CA36978A8F75}" srcOrd="1" destOrd="0" presId="urn:microsoft.com/office/officeart/2005/8/layout/list1"/>
    <dgm:cxn modelId="{19C43B31-F83D-49E7-80C5-9BDCFAF24000}" type="presOf" srcId="{B9ECEEB2-F083-43B5-9C8B-518ED3EA5F5E}" destId="{8DB99647-4D1C-471E-8D23-A05E6326DC84}" srcOrd="1" destOrd="0" presId="urn:microsoft.com/office/officeart/2005/8/layout/list1"/>
    <dgm:cxn modelId="{B9D3E645-EC69-496A-9C28-DC1FB4E26C1D}" type="presOf" srcId="{014466E2-1FE0-4AAF-9A15-35A18460AE6C}" destId="{60F5443E-3D25-48E7-BD6D-267D69AA3389}" srcOrd="0" destOrd="0" presId="urn:microsoft.com/office/officeart/2005/8/layout/list1"/>
    <dgm:cxn modelId="{BAADA846-C7F8-4823-B5EA-6B57BDA279DA}" srcId="{014466E2-1FE0-4AAF-9A15-35A18460AE6C}" destId="{09261F07-2B57-4F4A-9184-61D3FF7EA9B7}" srcOrd="3" destOrd="0" parTransId="{9D795FD9-7EA3-454E-8078-C99EA0B431D9}" sibTransId="{67722A88-758B-4A0C-98ED-E76673E22662}"/>
    <dgm:cxn modelId="{23A1D04A-5FFD-4038-A9DC-E5062E9CACC2}" srcId="{014466E2-1FE0-4AAF-9A15-35A18460AE6C}" destId="{9124095B-A200-4DEB-90C0-ACCBFBD33BF2}" srcOrd="0" destOrd="0" parTransId="{C07EC53E-9B77-4F6F-B546-87DA1851BCB6}" sibTransId="{30D6C911-C612-4E13-972B-862C0C14448B}"/>
    <dgm:cxn modelId="{0639364E-C9C9-43D3-B0EE-DFA251D7AB94}" type="presOf" srcId="{B21EF215-DC77-4512-9FA9-F402D823AD6A}" destId="{7693AED7-1A80-4EC8-BF5D-C927107E6B47}" srcOrd="1" destOrd="0" presId="urn:microsoft.com/office/officeart/2005/8/layout/list1"/>
    <dgm:cxn modelId="{4A60CA59-ED6A-40CD-B49D-593DB700D280}" type="presOf" srcId="{09261F07-2B57-4F4A-9184-61D3FF7EA9B7}" destId="{93B1BDC5-7AF4-41C6-B388-8C46BB68B1C4}" srcOrd="1" destOrd="0" presId="urn:microsoft.com/office/officeart/2005/8/layout/list1"/>
    <dgm:cxn modelId="{C324465A-5EFB-4363-96E3-0575827A3762}" type="presOf" srcId="{9124095B-A200-4DEB-90C0-ACCBFBD33BF2}" destId="{FC30B8EC-879B-4B4B-981B-3EE637F42D6A}" srcOrd="0" destOrd="0" presId="urn:microsoft.com/office/officeart/2005/8/layout/list1"/>
    <dgm:cxn modelId="{BBE2EE80-CD07-42F3-9AB1-5359BB01F88E}" srcId="{014466E2-1FE0-4AAF-9A15-35A18460AE6C}" destId="{BC73A0EF-BACA-44B5-B7FA-8559EFE7D717}" srcOrd="2" destOrd="0" parTransId="{3492A832-F0B4-41AC-BBF7-53083F681CF3}" sibTransId="{5278DCD6-8C12-4249-BC74-09DCD8B0FF5E}"/>
    <dgm:cxn modelId="{69371391-8D23-4AD4-89B1-F1D8BF4B8A1C}" type="presOf" srcId="{B9ECEEB2-F083-43B5-9C8B-518ED3EA5F5E}" destId="{70307D62-7EE8-455A-8B35-9E84B0F176FE}" srcOrd="0" destOrd="0" presId="urn:microsoft.com/office/officeart/2005/8/layout/list1"/>
    <dgm:cxn modelId="{408E519F-B299-4FE7-BF7B-6E9C884FB638}" srcId="{014466E2-1FE0-4AAF-9A15-35A18460AE6C}" destId="{E3B6176B-19E9-49DC-8935-5FC1D326226A}" srcOrd="1" destOrd="0" parTransId="{35969128-5469-45F0-A0BD-A614DA29450E}" sibTransId="{907CC422-609D-4111-93B5-6B0E685CCC4E}"/>
    <dgm:cxn modelId="{7B714FA6-E269-4AB4-B1D1-CE76C996F0F1}" type="presOf" srcId="{E3B6176B-19E9-49DC-8935-5FC1D326226A}" destId="{56277306-AE2B-49E0-975E-1A83394B349C}" srcOrd="0" destOrd="0" presId="urn:microsoft.com/office/officeart/2005/8/layout/list1"/>
    <dgm:cxn modelId="{6235ADB8-AFD9-4648-836B-E22D646B9909}" type="presOf" srcId="{09261F07-2B57-4F4A-9184-61D3FF7EA9B7}" destId="{4DDA7CB9-01AD-48DB-A1C3-A41BBACA5877}" srcOrd="0" destOrd="0" presId="urn:microsoft.com/office/officeart/2005/8/layout/list1"/>
    <dgm:cxn modelId="{9E0849BA-B6B4-46C1-B2C6-AB5DEDE2E495}" type="presOf" srcId="{B21EF215-DC77-4512-9FA9-F402D823AD6A}" destId="{830B98C3-7482-4A95-BEFB-01A2D687603F}" srcOrd="0" destOrd="0" presId="urn:microsoft.com/office/officeart/2005/8/layout/list1"/>
    <dgm:cxn modelId="{B6CF48BF-400D-46DD-AD44-38AEDA28ED89}" type="presOf" srcId="{BC73A0EF-BACA-44B5-B7FA-8559EFE7D717}" destId="{6C8B57DF-B46E-474D-8DA3-3D0AFE24F324}" srcOrd="0" destOrd="0" presId="urn:microsoft.com/office/officeart/2005/8/layout/list1"/>
    <dgm:cxn modelId="{22375FCC-E201-441E-A7A3-245172A5F93B}" type="presOf" srcId="{9124095B-A200-4DEB-90C0-ACCBFBD33BF2}" destId="{D6D66FE0-E326-43BD-A55E-8C9D0A92B3CB}" srcOrd="1" destOrd="0" presId="urn:microsoft.com/office/officeart/2005/8/layout/list1"/>
    <dgm:cxn modelId="{03B48CE6-AB06-419B-AB7A-DA6BCAC7372F}" srcId="{014466E2-1FE0-4AAF-9A15-35A18460AE6C}" destId="{B21EF215-DC77-4512-9FA9-F402D823AD6A}" srcOrd="4" destOrd="0" parTransId="{7877E896-4408-40E6-A865-D2BDFD78F34F}" sibTransId="{BCF1C84A-D312-44DE-B970-7FBCD9F5BF42}"/>
    <dgm:cxn modelId="{A9CF83FB-147A-4E67-A84C-3D4D631FC9D0}" type="presOf" srcId="{E3B6176B-19E9-49DC-8935-5FC1D326226A}" destId="{FA756CBE-44B9-4F18-B2D1-6FBA673FFC2D}" srcOrd="1" destOrd="0" presId="urn:microsoft.com/office/officeart/2005/8/layout/list1"/>
    <dgm:cxn modelId="{CAC2D417-827F-4DF7-A4D0-36C4853C2079}" type="presParOf" srcId="{60F5443E-3D25-48E7-BD6D-267D69AA3389}" destId="{948C24EC-B794-43AB-9FC4-5584C5246655}" srcOrd="0" destOrd="0" presId="urn:microsoft.com/office/officeart/2005/8/layout/list1"/>
    <dgm:cxn modelId="{634DE7FA-F2F8-4A4B-B4AF-6B1DA16E12B2}" type="presParOf" srcId="{948C24EC-B794-43AB-9FC4-5584C5246655}" destId="{FC30B8EC-879B-4B4B-981B-3EE637F42D6A}" srcOrd="0" destOrd="0" presId="urn:microsoft.com/office/officeart/2005/8/layout/list1"/>
    <dgm:cxn modelId="{F0D84756-5B60-480D-B90A-DA58E0BB415C}" type="presParOf" srcId="{948C24EC-B794-43AB-9FC4-5584C5246655}" destId="{D6D66FE0-E326-43BD-A55E-8C9D0A92B3CB}" srcOrd="1" destOrd="0" presId="urn:microsoft.com/office/officeart/2005/8/layout/list1"/>
    <dgm:cxn modelId="{F1846069-7B8A-472A-9FE5-3E6DEF63DB91}" type="presParOf" srcId="{60F5443E-3D25-48E7-BD6D-267D69AA3389}" destId="{026EF489-57F0-4C0D-9743-688EAE783F65}" srcOrd="1" destOrd="0" presId="urn:microsoft.com/office/officeart/2005/8/layout/list1"/>
    <dgm:cxn modelId="{D2F01072-2267-43F3-A098-BDB281A59FBA}" type="presParOf" srcId="{60F5443E-3D25-48E7-BD6D-267D69AA3389}" destId="{1F80A7D4-969A-4E7E-9531-458F74DCE459}" srcOrd="2" destOrd="0" presId="urn:microsoft.com/office/officeart/2005/8/layout/list1"/>
    <dgm:cxn modelId="{7D1CED96-1913-4053-9659-646D7C73F3DF}" type="presParOf" srcId="{60F5443E-3D25-48E7-BD6D-267D69AA3389}" destId="{CD8AD931-DDDF-4B54-95C3-BA456A6FEB28}" srcOrd="3" destOrd="0" presId="urn:microsoft.com/office/officeart/2005/8/layout/list1"/>
    <dgm:cxn modelId="{6C1176FF-46C0-4E2E-8150-7CC63D29679E}" type="presParOf" srcId="{60F5443E-3D25-48E7-BD6D-267D69AA3389}" destId="{75B91715-653F-468A-BBBB-9C2D6A87E00B}" srcOrd="4" destOrd="0" presId="urn:microsoft.com/office/officeart/2005/8/layout/list1"/>
    <dgm:cxn modelId="{C508602A-3877-4DFC-B40E-E680AC8DAF74}" type="presParOf" srcId="{75B91715-653F-468A-BBBB-9C2D6A87E00B}" destId="{56277306-AE2B-49E0-975E-1A83394B349C}" srcOrd="0" destOrd="0" presId="urn:microsoft.com/office/officeart/2005/8/layout/list1"/>
    <dgm:cxn modelId="{057A9875-673B-47CA-A949-BF07FEA757F7}" type="presParOf" srcId="{75B91715-653F-468A-BBBB-9C2D6A87E00B}" destId="{FA756CBE-44B9-4F18-B2D1-6FBA673FFC2D}" srcOrd="1" destOrd="0" presId="urn:microsoft.com/office/officeart/2005/8/layout/list1"/>
    <dgm:cxn modelId="{D170E920-A028-45EB-ABA4-A8516123C944}" type="presParOf" srcId="{60F5443E-3D25-48E7-BD6D-267D69AA3389}" destId="{87FE9E24-6B85-4968-A992-A75BF076D288}" srcOrd="5" destOrd="0" presId="urn:microsoft.com/office/officeart/2005/8/layout/list1"/>
    <dgm:cxn modelId="{1838F310-C6CB-4F9B-A98D-E712F764D3B9}" type="presParOf" srcId="{60F5443E-3D25-48E7-BD6D-267D69AA3389}" destId="{247F1B74-319B-49D7-A018-48E863D8B398}" srcOrd="6" destOrd="0" presId="urn:microsoft.com/office/officeart/2005/8/layout/list1"/>
    <dgm:cxn modelId="{7F247F5F-5CFB-4890-8338-506BCC6E3B01}" type="presParOf" srcId="{60F5443E-3D25-48E7-BD6D-267D69AA3389}" destId="{42404858-34F1-40CE-B3C2-7586D8378E3D}" srcOrd="7" destOrd="0" presId="urn:microsoft.com/office/officeart/2005/8/layout/list1"/>
    <dgm:cxn modelId="{E3D6D410-E40B-4EC6-8361-0FB8D7D98B3B}" type="presParOf" srcId="{60F5443E-3D25-48E7-BD6D-267D69AA3389}" destId="{B9DD0433-B1D4-4E20-A896-139746A53795}" srcOrd="8" destOrd="0" presId="urn:microsoft.com/office/officeart/2005/8/layout/list1"/>
    <dgm:cxn modelId="{A67566EA-68F0-4441-A6B2-8E8BE23804CC}" type="presParOf" srcId="{B9DD0433-B1D4-4E20-A896-139746A53795}" destId="{6C8B57DF-B46E-474D-8DA3-3D0AFE24F324}" srcOrd="0" destOrd="0" presId="urn:microsoft.com/office/officeart/2005/8/layout/list1"/>
    <dgm:cxn modelId="{08E970A6-EB28-474B-9EF6-B89FFB6DC0DA}" type="presParOf" srcId="{B9DD0433-B1D4-4E20-A896-139746A53795}" destId="{FA5B2DE7-C0B7-4BF4-B5CD-CA36978A8F75}" srcOrd="1" destOrd="0" presId="urn:microsoft.com/office/officeart/2005/8/layout/list1"/>
    <dgm:cxn modelId="{BF9FB6CF-131C-49A4-B706-86B259535659}" type="presParOf" srcId="{60F5443E-3D25-48E7-BD6D-267D69AA3389}" destId="{A064764D-223C-4B2C-AE5B-39A12330BD80}" srcOrd="9" destOrd="0" presId="urn:microsoft.com/office/officeart/2005/8/layout/list1"/>
    <dgm:cxn modelId="{401F5FA0-24F4-4A02-ABFA-A6BA4F36204D}" type="presParOf" srcId="{60F5443E-3D25-48E7-BD6D-267D69AA3389}" destId="{057C50B2-50C0-493C-9C7A-8F44D0563959}" srcOrd="10" destOrd="0" presId="urn:microsoft.com/office/officeart/2005/8/layout/list1"/>
    <dgm:cxn modelId="{5550EB14-CACC-45A2-B385-545BD6EC1B59}" type="presParOf" srcId="{60F5443E-3D25-48E7-BD6D-267D69AA3389}" destId="{074ACB30-2014-479B-87C0-44149569967A}" srcOrd="11" destOrd="0" presId="urn:microsoft.com/office/officeart/2005/8/layout/list1"/>
    <dgm:cxn modelId="{29493F2F-4585-4149-9252-4FDCE4097F6B}" type="presParOf" srcId="{60F5443E-3D25-48E7-BD6D-267D69AA3389}" destId="{DDE4A7E5-A674-4625-803C-A2836CCACFD0}" srcOrd="12" destOrd="0" presId="urn:microsoft.com/office/officeart/2005/8/layout/list1"/>
    <dgm:cxn modelId="{0A10001D-820F-443A-B330-314D314EBD5D}" type="presParOf" srcId="{DDE4A7E5-A674-4625-803C-A2836CCACFD0}" destId="{4DDA7CB9-01AD-48DB-A1C3-A41BBACA5877}" srcOrd="0" destOrd="0" presId="urn:microsoft.com/office/officeart/2005/8/layout/list1"/>
    <dgm:cxn modelId="{683EEC14-CC60-442B-B83A-D3B696F535FA}" type="presParOf" srcId="{DDE4A7E5-A674-4625-803C-A2836CCACFD0}" destId="{93B1BDC5-7AF4-41C6-B388-8C46BB68B1C4}" srcOrd="1" destOrd="0" presId="urn:microsoft.com/office/officeart/2005/8/layout/list1"/>
    <dgm:cxn modelId="{953F7381-0885-4180-9085-1695DA94669D}" type="presParOf" srcId="{60F5443E-3D25-48E7-BD6D-267D69AA3389}" destId="{7876335C-6672-4787-9C35-5CB54279B83D}" srcOrd="13" destOrd="0" presId="urn:microsoft.com/office/officeart/2005/8/layout/list1"/>
    <dgm:cxn modelId="{69592E96-385C-49A1-A61C-DC16E356181C}" type="presParOf" srcId="{60F5443E-3D25-48E7-BD6D-267D69AA3389}" destId="{4773976E-31ED-4484-ACF0-75AD19B0DCC0}" srcOrd="14" destOrd="0" presId="urn:microsoft.com/office/officeart/2005/8/layout/list1"/>
    <dgm:cxn modelId="{6FA7EB06-EF73-4287-A97B-A48A6DE9BE5F}" type="presParOf" srcId="{60F5443E-3D25-48E7-BD6D-267D69AA3389}" destId="{4EAF62E0-AD54-46EB-A800-8FBF9337E7C1}" srcOrd="15" destOrd="0" presId="urn:microsoft.com/office/officeart/2005/8/layout/list1"/>
    <dgm:cxn modelId="{FAE2AAB2-4C59-4797-AA8F-F9AA567A3EF9}" type="presParOf" srcId="{60F5443E-3D25-48E7-BD6D-267D69AA3389}" destId="{84AB9781-0A14-4FF3-92F4-F444DD7CFF8C}" srcOrd="16" destOrd="0" presId="urn:microsoft.com/office/officeart/2005/8/layout/list1"/>
    <dgm:cxn modelId="{EAC5BE8B-C9B5-4DA0-879F-95D723A94C45}" type="presParOf" srcId="{84AB9781-0A14-4FF3-92F4-F444DD7CFF8C}" destId="{830B98C3-7482-4A95-BEFB-01A2D687603F}" srcOrd="0" destOrd="0" presId="urn:microsoft.com/office/officeart/2005/8/layout/list1"/>
    <dgm:cxn modelId="{D90AFAB4-7081-4692-A8D6-7B119FEF35DB}" type="presParOf" srcId="{84AB9781-0A14-4FF3-92F4-F444DD7CFF8C}" destId="{7693AED7-1A80-4EC8-BF5D-C927107E6B47}" srcOrd="1" destOrd="0" presId="urn:microsoft.com/office/officeart/2005/8/layout/list1"/>
    <dgm:cxn modelId="{8C963F8B-3390-4F86-B3E7-C6B29F76E00C}" type="presParOf" srcId="{60F5443E-3D25-48E7-BD6D-267D69AA3389}" destId="{C73F35C2-E64D-446C-98F1-BC34CB4AD8F6}" srcOrd="17" destOrd="0" presId="urn:microsoft.com/office/officeart/2005/8/layout/list1"/>
    <dgm:cxn modelId="{BBFCE7E9-F3B3-4AD7-9344-A8CDF181A8EF}" type="presParOf" srcId="{60F5443E-3D25-48E7-BD6D-267D69AA3389}" destId="{277A1481-DBA3-4296-946B-73B0094321D4}" srcOrd="18" destOrd="0" presId="urn:microsoft.com/office/officeart/2005/8/layout/list1"/>
    <dgm:cxn modelId="{6CA3B329-0DCD-4D7B-82AB-5E11D798F849}" type="presParOf" srcId="{60F5443E-3D25-48E7-BD6D-267D69AA3389}" destId="{FEA10063-F594-47D0-B8F2-A8045571AE07}" srcOrd="19" destOrd="0" presId="urn:microsoft.com/office/officeart/2005/8/layout/list1"/>
    <dgm:cxn modelId="{178DE8EC-47F6-4AE1-8E95-D396185C9B4D}" type="presParOf" srcId="{60F5443E-3D25-48E7-BD6D-267D69AA3389}" destId="{B42E4DEF-21AE-450E-B5B4-9CA96AA18762}" srcOrd="20" destOrd="0" presId="urn:microsoft.com/office/officeart/2005/8/layout/list1"/>
    <dgm:cxn modelId="{647B143C-CBE0-4527-B610-711AA739FD46}" type="presParOf" srcId="{B42E4DEF-21AE-450E-B5B4-9CA96AA18762}" destId="{70307D62-7EE8-455A-8B35-9E84B0F176FE}" srcOrd="0" destOrd="0" presId="urn:microsoft.com/office/officeart/2005/8/layout/list1"/>
    <dgm:cxn modelId="{A5A91E41-62F7-4F4C-B28A-9D65D2F619BF}" type="presParOf" srcId="{B42E4DEF-21AE-450E-B5B4-9CA96AA18762}" destId="{8DB99647-4D1C-471E-8D23-A05E6326DC84}" srcOrd="1" destOrd="0" presId="urn:microsoft.com/office/officeart/2005/8/layout/list1"/>
    <dgm:cxn modelId="{C27003F2-90EC-4860-B4ED-B7FCA320F84E}" type="presParOf" srcId="{60F5443E-3D25-48E7-BD6D-267D69AA3389}" destId="{27F3A89B-78D1-4E5B-A469-0942E2F506D6}" srcOrd="21" destOrd="0" presId="urn:microsoft.com/office/officeart/2005/8/layout/list1"/>
    <dgm:cxn modelId="{ED5D2D51-FFCF-4E11-84D4-7FFF9F87C5D8}" type="presParOf" srcId="{60F5443E-3D25-48E7-BD6D-267D69AA3389}" destId="{8EA19417-896E-446A-9E4F-22AD1A100910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80A7D4-969A-4E7E-9531-458F74DCE459}">
      <dsp:nvSpPr>
        <dsp:cNvPr id="0" name=""/>
        <dsp:cNvSpPr/>
      </dsp:nvSpPr>
      <dsp:spPr>
        <a:xfrm>
          <a:off x="0" y="307389"/>
          <a:ext cx="5322094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D66FE0-E326-43BD-A55E-8C9D0A92B3CB}">
      <dsp:nvSpPr>
        <dsp:cNvPr id="0" name=""/>
        <dsp:cNvSpPr/>
      </dsp:nvSpPr>
      <dsp:spPr>
        <a:xfrm>
          <a:off x="266104" y="85989"/>
          <a:ext cx="3725465" cy="4428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1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814" tIns="0" rIns="140814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1부: 딥러닝 소개</a:t>
          </a:r>
        </a:p>
      </dsp:txBody>
      <dsp:txXfrm>
        <a:off x="287720" y="107605"/>
        <a:ext cx="3682233" cy="399568"/>
      </dsp:txXfrm>
    </dsp:sp>
    <dsp:sp modelId="{247F1B74-319B-49D7-A018-48E863D8B398}">
      <dsp:nvSpPr>
        <dsp:cNvPr id="0" name=""/>
        <dsp:cNvSpPr/>
      </dsp:nvSpPr>
      <dsp:spPr>
        <a:xfrm>
          <a:off x="0" y="987789"/>
          <a:ext cx="5322094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756CBE-44B9-4F18-B2D1-6FBA673FFC2D}">
      <dsp:nvSpPr>
        <dsp:cNvPr id="0" name=""/>
        <dsp:cNvSpPr/>
      </dsp:nvSpPr>
      <dsp:spPr>
        <a:xfrm>
          <a:off x="266104" y="766389"/>
          <a:ext cx="3725465" cy="4428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1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814" tIns="0" rIns="140814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2부: 뉴럴 네트워크의 트레이닝 방식</a:t>
          </a:r>
        </a:p>
      </dsp:txBody>
      <dsp:txXfrm>
        <a:off x="287720" y="788005"/>
        <a:ext cx="3682233" cy="399568"/>
      </dsp:txXfrm>
    </dsp:sp>
    <dsp:sp modelId="{057C50B2-50C0-493C-9C7A-8F44D0563959}">
      <dsp:nvSpPr>
        <dsp:cNvPr id="0" name=""/>
        <dsp:cNvSpPr/>
      </dsp:nvSpPr>
      <dsp:spPr>
        <a:xfrm>
          <a:off x="0" y="1668189"/>
          <a:ext cx="5322094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5B2DE7-C0B7-4BF4-B5CD-CA36978A8F75}">
      <dsp:nvSpPr>
        <dsp:cNvPr id="0" name=""/>
        <dsp:cNvSpPr/>
      </dsp:nvSpPr>
      <dsp:spPr>
        <a:xfrm>
          <a:off x="266104" y="1446789"/>
          <a:ext cx="3725465" cy="4428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1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814" tIns="0" rIns="140814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3부: CNN(Convolutional Neural Network)</a:t>
          </a:r>
        </a:p>
      </dsp:txBody>
      <dsp:txXfrm>
        <a:off x="287720" y="1468405"/>
        <a:ext cx="3682233" cy="399568"/>
      </dsp:txXfrm>
    </dsp:sp>
    <dsp:sp modelId="{4773976E-31ED-4484-ACF0-75AD19B0DCC0}">
      <dsp:nvSpPr>
        <dsp:cNvPr id="0" name=""/>
        <dsp:cNvSpPr/>
      </dsp:nvSpPr>
      <dsp:spPr>
        <a:xfrm>
          <a:off x="0" y="2348589"/>
          <a:ext cx="5322094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B1BDC5-7AF4-41C6-B388-8C46BB68B1C4}">
      <dsp:nvSpPr>
        <dsp:cNvPr id="0" name=""/>
        <dsp:cNvSpPr/>
      </dsp:nvSpPr>
      <dsp:spPr>
        <a:xfrm>
          <a:off x="266104" y="2127189"/>
          <a:ext cx="3725465" cy="4428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1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814" tIns="0" rIns="140814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4부: 데이터 증강 및 배포</a:t>
          </a:r>
        </a:p>
      </dsp:txBody>
      <dsp:txXfrm>
        <a:off x="287720" y="2148805"/>
        <a:ext cx="3682233" cy="399568"/>
      </dsp:txXfrm>
    </dsp:sp>
    <dsp:sp modelId="{277A1481-DBA3-4296-946B-73B0094321D4}">
      <dsp:nvSpPr>
        <dsp:cNvPr id="0" name=""/>
        <dsp:cNvSpPr/>
      </dsp:nvSpPr>
      <dsp:spPr>
        <a:xfrm>
          <a:off x="0" y="3028989"/>
          <a:ext cx="5322094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93AED7-1A80-4EC8-BF5D-C927107E6B47}">
      <dsp:nvSpPr>
        <dsp:cNvPr id="0" name=""/>
        <dsp:cNvSpPr/>
      </dsp:nvSpPr>
      <dsp:spPr>
        <a:xfrm>
          <a:off x="266104" y="2807589"/>
          <a:ext cx="3725465" cy="4428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1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814" tIns="0" rIns="140814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5부: 사전 트레이닝된 모델</a:t>
          </a:r>
        </a:p>
      </dsp:txBody>
      <dsp:txXfrm>
        <a:off x="287720" y="2829205"/>
        <a:ext cx="3682233" cy="399568"/>
      </dsp:txXfrm>
    </dsp:sp>
    <dsp:sp modelId="{8EA19417-896E-446A-9E4F-22AD1A100910}">
      <dsp:nvSpPr>
        <dsp:cNvPr id="0" name=""/>
        <dsp:cNvSpPr/>
      </dsp:nvSpPr>
      <dsp:spPr>
        <a:xfrm>
          <a:off x="0" y="3709389"/>
          <a:ext cx="5322094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B99647-4D1C-471E-8D23-A05E6326DC84}">
      <dsp:nvSpPr>
        <dsp:cNvPr id="0" name=""/>
        <dsp:cNvSpPr/>
      </dsp:nvSpPr>
      <dsp:spPr>
        <a:xfrm>
          <a:off x="266104" y="3487989"/>
          <a:ext cx="3725465" cy="4428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1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814" tIns="0" rIns="140814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6부: 고급 아키텍처</a:t>
          </a:r>
        </a:p>
      </dsp:txBody>
      <dsp:txXfrm>
        <a:off x="287720" y="3509605"/>
        <a:ext cx="3682233" cy="3995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5434520" y="8767094"/>
            <a:ext cx="1083012" cy="200064"/>
            <a:chOff x="8775700" y="3552825"/>
            <a:chExt cx="5156200" cy="952500"/>
          </a:xfrm>
        </p:grpSpPr>
        <p:sp>
          <p:nvSpPr>
            <p:cNvPr id="5" name="Freeform 4"/>
            <p:cNvSpPr>
              <a:spLocks noEditPoints="1"/>
            </p:cNvSpPr>
            <p:nvPr/>
          </p:nvSpPr>
          <p:spPr bwMode="auto">
            <a:xfrm>
              <a:off x="13817600" y="4265613"/>
              <a:ext cx="114300" cy="111125"/>
            </a:xfrm>
            <a:custGeom>
              <a:avLst/>
              <a:gdLst>
                <a:gd name="T0" fmla="*/ 59 w 144"/>
                <a:gd name="T1" fmla="*/ 63 h 139"/>
                <a:gd name="T2" fmla="*/ 79 w 144"/>
                <a:gd name="T3" fmla="*/ 63 h 139"/>
                <a:gd name="T4" fmla="*/ 85 w 144"/>
                <a:gd name="T5" fmla="*/ 61 h 139"/>
                <a:gd name="T6" fmla="*/ 87 w 144"/>
                <a:gd name="T7" fmla="*/ 53 h 139"/>
                <a:gd name="T8" fmla="*/ 83 w 144"/>
                <a:gd name="T9" fmla="*/ 47 h 139"/>
                <a:gd name="T10" fmla="*/ 75 w 144"/>
                <a:gd name="T11" fmla="*/ 45 h 139"/>
                <a:gd name="T12" fmla="*/ 59 w 144"/>
                <a:gd name="T13" fmla="*/ 45 h 139"/>
                <a:gd name="T14" fmla="*/ 73 w 144"/>
                <a:gd name="T15" fmla="*/ 33 h 139"/>
                <a:gd name="T16" fmla="*/ 101 w 144"/>
                <a:gd name="T17" fmla="*/ 41 h 139"/>
                <a:gd name="T18" fmla="*/ 103 w 144"/>
                <a:gd name="T19" fmla="*/ 61 h 139"/>
                <a:gd name="T20" fmla="*/ 99 w 144"/>
                <a:gd name="T21" fmla="*/ 68 h 139"/>
                <a:gd name="T22" fmla="*/ 91 w 144"/>
                <a:gd name="T23" fmla="*/ 74 h 139"/>
                <a:gd name="T24" fmla="*/ 105 w 144"/>
                <a:gd name="T25" fmla="*/ 106 h 139"/>
                <a:gd name="T26" fmla="*/ 67 w 144"/>
                <a:gd name="T27" fmla="*/ 76 h 139"/>
                <a:gd name="T28" fmla="*/ 59 w 144"/>
                <a:gd name="T29" fmla="*/ 106 h 139"/>
                <a:gd name="T30" fmla="*/ 44 w 144"/>
                <a:gd name="T31" fmla="*/ 33 h 139"/>
                <a:gd name="T32" fmla="*/ 51 w 144"/>
                <a:gd name="T33" fmla="*/ 21 h 139"/>
                <a:gd name="T34" fmla="*/ 24 w 144"/>
                <a:gd name="T35" fmla="*/ 49 h 139"/>
                <a:gd name="T36" fmla="*/ 24 w 144"/>
                <a:gd name="T37" fmla="*/ 92 h 139"/>
                <a:gd name="T38" fmla="*/ 51 w 144"/>
                <a:gd name="T39" fmla="*/ 120 h 139"/>
                <a:gd name="T40" fmla="*/ 71 w 144"/>
                <a:gd name="T41" fmla="*/ 124 h 139"/>
                <a:gd name="T42" fmla="*/ 109 w 144"/>
                <a:gd name="T43" fmla="*/ 108 h 139"/>
                <a:gd name="T44" fmla="*/ 122 w 144"/>
                <a:gd name="T45" fmla="*/ 70 h 139"/>
                <a:gd name="T46" fmla="*/ 109 w 144"/>
                <a:gd name="T47" fmla="*/ 31 h 139"/>
                <a:gd name="T48" fmla="*/ 71 w 144"/>
                <a:gd name="T49" fmla="*/ 17 h 139"/>
                <a:gd name="T50" fmla="*/ 95 w 144"/>
                <a:gd name="T51" fmla="*/ 3 h 139"/>
                <a:gd name="T52" fmla="*/ 130 w 144"/>
                <a:gd name="T53" fmla="*/ 27 h 139"/>
                <a:gd name="T54" fmla="*/ 144 w 144"/>
                <a:gd name="T55" fmla="*/ 70 h 139"/>
                <a:gd name="T56" fmla="*/ 130 w 144"/>
                <a:gd name="T57" fmla="*/ 114 h 139"/>
                <a:gd name="T58" fmla="*/ 95 w 144"/>
                <a:gd name="T59" fmla="*/ 135 h 139"/>
                <a:gd name="T60" fmla="*/ 50 w 144"/>
                <a:gd name="T61" fmla="*/ 135 h 139"/>
                <a:gd name="T62" fmla="*/ 14 w 144"/>
                <a:gd name="T63" fmla="*/ 114 h 139"/>
                <a:gd name="T64" fmla="*/ 0 w 144"/>
                <a:gd name="T65" fmla="*/ 70 h 139"/>
                <a:gd name="T66" fmla="*/ 14 w 144"/>
                <a:gd name="T67" fmla="*/ 27 h 139"/>
                <a:gd name="T68" fmla="*/ 50 w 144"/>
                <a:gd name="T69" fmla="*/ 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44" h="139">
                  <a:moveTo>
                    <a:pt x="59" y="45"/>
                  </a:moveTo>
                  <a:lnTo>
                    <a:pt x="59" y="63"/>
                  </a:lnTo>
                  <a:lnTo>
                    <a:pt x="75" y="63"/>
                  </a:lnTo>
                  <a:lnTo>
                    <a:pt x="79" y="63"/>
                  </a:lnTo>
                  <a:lnTo>
                    <a:pt x="83" y="63"/>
                  </a:lnTo>
                  <a:lnTo>
                    <a:pt x="85" y="61"/>
                  </a:lnTo>
                  <a:lnTo>
                    <a:pt x="87" y="57"/>
                  </a:lnTo>
                  <a:lnTo>
                    <a:pt x="87" y="53"/>
                  </a:lnTo>
                  <a:lnTo>
                    <a:pt x="85" y="49"/>
                  </a:lnTo>
                  <a:lnTo>
                    <a:pt x="83" y="47"/>
                  </a:lnTo>
                  <a:lnTo>
                    <a:pt x="79" y="45"/>
                  </a:lnTo>
                  <a:lnTo>
                    <a:pt x="75" y="45"/>
                  </a:lnTo>
                  <a:lnTo>
                    <a:pt x="71" y="45"/>
                  </a:lnTo>
                  <a:lnTo>
                    <a:pt x="59" y="45"/>
                  </a:lnTo>
                  <a:close/>
                  <a:moveTo>
                    <a:pt x="44" y="33"/>
                  </a:moveTo>
                  <a:lnTo>
                    <a:pt x="73" y="33"/>
                  </a:lnTo>
                  <a:lnTo>
                    <a:pt x="89" y="35"/>
                  </a:lnTo>
                  <a:lnTo>
                    <a:pt x="101" y="41"/>
                  </a:lnTo>
                  <a:lnTo>
                    <a:pt x="105" y="55"/>
                  </a:lnTo>
                  <a:lnTo>
                    <a:pt x="103" y="61"/>
                  </a:lnTo>
                  <a:lnTo>
                    <a:pt x="101" y="67"/>
                  </a:lnTo>
                  <a:lnTo>
                    <a:pt x="99" y="68"/>
                  </a:lnTo>
                  <a:lnTo>
                    <a:pt x="95" y="72"/>
                  </a:lnTo>
                  <a:lnTo>
                    <a:pt x="91" y="74"/>
                  </a:lnTo>
                  <a:lnTo>
                    <a:pt x="85" y="74"/>
                  </a:lnTo>
                  <a:lnTo>
                    <a:pt x="105" y="106"/>
                  </a:lnTo>
                  <a:lnTo>
                    <a:pt x="85" y="106"/>
                  </a:lnTo>
                  <a:lnTo>
                    <a:pt x="67" y="76"/>
                  </a:lnTo>
                  <a:lnTo>
                    <a:pt x="59" y="76"/>
                  </a:lnTo>
                  <a:lnTo>
                    <a:pt x="59" y="106"/>
                  </a:lnTo>
                  <a:lnTo>
                    <a:pt x="44" y="106"/>
                  </a:lnTo>
                  <a:lnTo>
                    <a:pt x="44" y="33"/>
                  </a:lnTo>
                  <a:close/>
                  <a:moveTo>
                    <a:pt x="71" y="17"/>
                  </a:moveTo>
                  <a:lnTo>
                    <a:pt x="51" y="21"/>
                  </a:lnTo>
                  <a:lnTo>
                    <a:pt x="36" y="31"/>
                  </a:lnTo>
                  <a:lnTo>
                    <a:pt x="24" y="49"/>
                  </a:lnTo>
                  <a:lnTo>
                    <a:pt x="20" y="70"/>
                  </a:lnTo>
                  <a:lnTo>
                    <a:pt x="24" y="92"/>
                  </a:lnTo>
                  <a:lnTo>
                    <a:pt x="36" y="108"/>
                  </a:lnTo>
                  <a:lnTo>
                    <a:pt x="51" y="120"/>
                  </a:lnTo>
                  <a:lnTo>
                    <a:pt x="71" y="124"/>
                  </a:lnTo>
                  <a:lnTo>
                    <a:pt x="71" y="124"/>
                  </a:lnTo>
                  <a:lnTo>
                    <a:pt x="91" y="120"/>
                  </a:lnTo>
                  <a:lnTo>
                    <a:pt x="109" y="108"/>
                  </a:lnTo>
                  <a:lnTo>
                    <a:pt x="118" y="92"/>
                  </a:lnTo>
                  <a:lnTo>
                    <a:pt x="122" y="70"/>
                  </a:lnTo>
                  <a:lnTo>
                    <a:pt x="118" y="49"/>
                  </a:lnTo>
                  <a:lnTo>
                    <a:pt x="109" y="31"/>
                  </a:lnTo>
                  <a:lnTo>
                    <a:pt x="91" y="21"/>
                  </a:lnTo>
                  <a:lnTo>
                    <a:pt x="71" y="17"/>
                  </a:lnTo>
                  <a:close/>
                  <a:moveTo>
                    <a:pt x="71" y="0"/>
                  </a:moveTo>
                  <a:lnTo>
                    <a:pt x="95" y="3"/>
                  </a:lnTo>
                  <a:lnTo>
                    <a:pt x="114" y="11"/>
                  </a:lnTo>
                  <a:lnTo>
                    <a:pt x="130" y="27"/>
                  </a:lnTo>
                  <a:lnTo>
                    <a:pt x="140" y="45"/>
                  </a:lnTo>
                  <a:lnTo>
                    <a:pt x="144" y="70"/>
                  </a:lnTo>
                  <a:lnTo>
                    <a:pt x="140" y="94"/>
                  </a:lnTo>
                  <a:lnTo>
                    <a:pt x="130" y="114"/>
                  </a:lnTo>
                  <a:lnTo>
                    <a:pt x="114" y="128"/>
                  </a:lnTo>
                  <a:lnTo>
                    <a:pt x="95" y="135"/>
                  </a:lnTo>
                  <a:lnTo>
                    <a:pt x="71" y="139"/>
                  </a:lnTo>
                  <a:lnTo>
                    <a:pt x="50" y="135"/>
                  </a:lnTo>
                  <a:lnTo>
                    <a:pt x="30" y="128"/>
                  </a:lnTo>
                  <a:lnTo>
                    <a:pt x="14" y="114"/>
                  </a:lnTo>
                  <a:lnTo>
                    <a:pt x="4" y="94"/>
                  </a:lnTo>
                  <a:lnTo>
                    <a:pt x="0" y="70"/>
                  </a:lnTo>
                  <a:lnTo>
                    <a:pt x="4" y="45"/>
                  </a:lnTo>
                  <a:lnTo>
                    <a:pt x="14" y="27"/>
                  </a:lnTo>
                  <a:lnTo>
                    <a:pt x="30" y="11"/>
                  </a:lnTo>
                  <a:lnTo>
                    <a:pt x="50" y="3"/>
                  </a:lnTo>
                  <a:lnTo>
                    <a:pt x="71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7"/>
            <p:cNvSpPr>
              <a:spLocks noEditPoints="1"/>
            </p:cNvSpPr>
            <p:nvPr/>
          </p:nvSpPr>
          <p:spPr bwMode="auto">
            <a:xfrm>
              <a:off x="10447338" y="3732213"/>
              <a:ext cx="3333750" cy="625475"/>
            </a:xfrm>
            <a:custGeom>
              <a:avLst/>
              <a:gdLst>
                <a:gd name="T0" fmla="*/ 2325 w 4200"/>
                <a:gd name="T1" fmla="*/ 618 h 788"/>
                <a:gd name="T2" fmla="*/ 2465 w 4200"/>
                <a:gd name="T3" fmla="*/ 616 h 788"/>
                <a:gd name="T4" fmla="*/ 2540 w 4200"/>
                <a:gd name="T5" fmla="*/ 597 h 788"/>
                <a:gd name="T6" fmla="*/ 2599 w 4200"/>
                <a:gd name="T7" fmla="*/ 555 h 788"/>
                <a:gd name="T8" fmla="*/ 2635 w 4200"/>
                <a:gd name="T9" fmla="*/ 488 h 788"/>
                <a:gd name="T10" fmla="*/ 2648 w 4200"/>
                <a:gd name="T11" fmla="*/ 396 h 788"/>
                <a:gd name="T12" fmla="*/ 2635 w 4200"/>
                <a:gd name="T13" fmla="*/ 301 h 788"/>
                <a:gd name="T14" fmla="*/ 2599 w 4200"/>
                <a:gd name="T15" fmla="*/ 236 h 788"/>
                <a:gd name="T16" fmla="*/ 2540 w 4200"/>
                <a:gd name="T17" fmla="*/ 193 h 788"/>
                <a:gd name="T18" fmla="*/ 2465 w 4200"/>
                <a:gd name="T19" fmla="*/ 173 h 788"/>
                <a:gd name="T20" fmla="*/ 2325 w 4200"/>
                <a:gd name="T21" fmla="*/ 171 h 788"/>
                <a:gd name="T22" fmla="*/ 3597 w 4200"/>
                <a:gd name="T23" fmla="*/ 512 h 788"/>
                <a:gd name="T24" fmla="*/ 3735 w 4200"/>
                <a:gd name="T25" fmla="*/ 143 h 788"/>
                <a:gd name="T26" fmla="*/ 4200 w 4200"/>
                <a:gd name="T27" fmla="*/ 786 h 788"/>
                <a:gd name="T28" fmla="*/ 3916 w 4200"/>
                <a:gd name="T29" fmla="*/ 648 h 788"/>
                <a:gd name="T30" fmla="*/ 3501 w 4200"/>
                <a:gd name="T31" fmla="*/ 786 h 788"/>
                <a:gd name="T32" fmla="*/ 3592 w 4200"/>
                <a:gd name="T33" fmla="*/ 0 h 788"/>
                <a:gd name="T34" fmla="*/ 2969 w 4200"/>
                <a:gd name="T35" fmla="*/ 0 h 788"/>
                <a:gd name="T36" fmla="*/ 3190 w 4200"/>
                <a:gd name="T37" fmla="*/ 788 h 788"/>
                <a:gd name="T38" fmla="*/ 2969 w 4200"/>
                <a:gd name="T39" fmla="*/ 0 h 788"/>
                <a:gd name="T40" fmla="*/ 2416 w 4200"/>
                <a:gd name="T41" fmla="*/ 0 h 788"/>
                <a:gd name="T42" fmla="*/ 2554 w 4200"/>
                <a:gd name="T43" fmla="*/ 7 h 788"/>
                <a:gd name="T44" fmla="*/ 2666 w 4200"/>
                <a:gd name="T45" fmla="*/ 33 h 788"/>
                <a:gd name="T46" fmla="*/ 2757 w 4200"/>
                <a:gd name="T47" fmla="*/ 90 h 788"/>
                <a:gd name="T48" fmla="*/ 2818 w 4200"/>
                <a:gd name="T49" fmla="*/ 173 h 788"/>
                <a:gd name="T50" fmla="*/ 2853 w 4200"/>
                <a:gd name="T51" fmla="*/ 277 h 788"/>
                <a:gd name="T52" fmla="*/ 2865 w 4200"/>
                <a:gd name="T53" fmla="*/ 402 h 788"/>
                <a:gd name="T54" fmla="*/ 2855 w 4200"/>
                <a:gd name="T55" fmla="*/ 518 h 788"/>
                <a:gd name="T56" fmla="*/ 2828 w 4200"/>
                <a:gd name="T57" fmla="*/ 614 h 788"/>
                <a:gd name="T58" fmla="*/ 2786 w 4200"/>
                <a:gd name="T59" fmla="*/ 683 h 788"/>
                <a:gd name="T60" fmla="*/ 2735 w 4200"/>
                <a:gd name="T61" fmla="*/ 731 h 788"/>
                <a:gd name="T62" fmla="*/ 2672 w 4200"/>
                <a:gd name="T63" fmla="*/ 762 h 788"/>
                <a:gd name="T64" fmla="*/ 2585 w 4200"/>
                <a:gd name="T65" fmla="*/ 780 h 788"/>
                <a:gd name="T66" fmla="*/ 2465 w 4200"/>
                <a:gd name="T67" fmla="*/ 788 h 788"/>
                <a:gd name="T68" fmla="*/ 2105 w 4200"/>
                <a:gd name="T69" fmla="*/ 0 h 788"/>
                <a:gd name="T70" fmla="*/ 1063 w 4200"/>
                <a:gd name="T71" fmla="*/ 0 h 788"/>
                <a:gd name="T72" fmla="*/ 1428 w 4200"/>
                <a:gd name="T73" fmla="*/ 0 h 788"/>
                <a:gd name="T74" fmla="*/ 1398 w 4200"/>
                <a:gd name="T75" fmla="*/ 788 h 788"/>
                <a:gd name="T76" fmla="*/ 825 w 4200"/>
                <a:gd name="T77" fmla="*/ 0 h 788"/>
                <a:gd name="T78" fmla="*/ 1969 w 4200"/>
                <a:gd name="T79" fmla="*/ 0 h 788"/>
                <a:gd name="T80" fmla="*/ 1747 w 4200"/>
                <a:gd name="T81" fmla="*/ 788 h 788"/>
                <a:gd name="T82" fmla="*/ 0 w 4200"/>
                <a:gd name="T83" fmla="*/ 0 h 788"/>
                <a:gd name="T84" fmla="*/ 441 w 4200"/>
                <a:gd name="T85" fmla="*/ 0 h 788"/>
                <a:gd name="T86" fmla="*/ 522 w 4200"/>
                <a:gd name="T87" fmla="*/ 7 h 788"/>
                <a:gd name="T88" fmla="*/ 599 w 4200"/>
                <a:gd name="T89" fmla="*/ 25 h 788"/>
                <a:gd name="T90" fmla="*/ 667 w 4200"/>
                <a:gd name="T91" fmla="*/ 59 h 788"/>
                <a:gd name="T92" fmla="*/ 725 w 4200"/>
                <a:gd name="T93" fmla="*/ 112 h 788"/>
                <a:gd name="T94" fmla="*/ 766 w 4200"/>
                <a:gd name="T95" fmla="*/ 187 h 788"/>
                <a:gd name="T96" fmla="*/ 788 w 4200"/>
                <a:gd name="T97" fmla="*/ 289 h 788"/>
                <a:gd name="T98" fmla="*/ 790 w 4200"/>
                <a:gd name="T99" fmla="*/ 788 h 788"/>
                <a:gd name="T100" fmla="*/ 573 w 4200"/>
                <a:gd name="T101" fmla="*/ 427 h 788"/>
                <a:gd name="T102" fmla="*/ 567 w 4200"/>
                <a:gd name="T103" fmla="*/ 317 h 788"/>
                <a:gd name="T104" fmla="*/ 543 w 4200"/>
                <a:gd name="T105" fmla="*/ 244 h 788"/>
                <a:gd name="T106" fmla="*/ 500 w 4200"/>
                <a:gd name="T107" fmla="*/ 201 h 788"/>
                <a:gd name="T108" fmla="*/ 439 w 4200"/>
                <a:gd name="T109" fmla="*/ 179 h 788"/>
                <a:gd name="T110" fmla="*/ 224 w 4200"/>
                <a:gd name="T111" fmla="*/ 175 h 788"/>
                <a:gd name="T112" fmla="*/ 0 w 4200"/>
                <a:gd name="T113" fmla="*/ 788 h 7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4200" h="788">
                  <a:moveTo>
                    <a:pt x="2325" y="171"/>
                  </a:moveTo>
                  <a:lnTo>
                    <a:pt x="2325" y="618"/>
                  </a:lnTo>
                  <a:lnTo>
                    <a:pt x="2420" y="618"/>
                  </a:lnTo>
                  <a:lnTo>
                    <a:pt x="2465" y="616"/>
                  </a:lnTo>
                  <a:lnTo>
                    <a:pt x="2505" y="608"/>
                  </a:lnTo>
                  <a:lnTo>
                    <a:pt x="2540" y="597"/>
                  </a:lnTo>
                  <a:lnTo>
                    <a:pt x="2572" y="579"/>
                  </a:lnTo>
                  <a:lnTo>
                    <a:pt x="2599" y="555"/>
                  </a:lnTo>
                  <a:lnTo>
                    <a:pt x="2619" y="526"/>
                  </a:lnTo>
                  <a:lnTo>
                    <a:pt x="2635" y="488"/>
                  </a:lnTo>
                  <a:lnTo>
                    <a:pt x="2644" y="445"/>
                  </a:lnTo>
                  <a:lnTo>
                    <a:pt x="2648" y="396"/>
                  </a:lnTo>
                  <a:lnTo>
                    <a:pt x="2644" y="344"/>
                  </a:lnTo>
                  <a:lnTo>
                    <a:pt x="2635" y="301"/>
                  </a:lnTo>
                  <a:lnTo>
                    <a:pt x="2619" y="266"/>
                  </a:lnTo>
                  <a:lnTo>
                    <a:pt x="2599" y="236"/>
                  </a:lnTo>
                  <a:lnTo>
                    <a:pt x="2572" y="212"/>
                  </a:lnTo>
                  <a:lnTo>
                    <a:pt x="2540" y="193"/>
                  </a:lnTo>
                  <a:lnTo>
                    <a:pt x="2505" y="181"/>
                  </a:lnTo>
                  <a:lnTo>
                    <a:pt x="2465" y="173"/>
                  </a:lnTo>
                  <a:lnTo>
                    <a:pt x="2420" y="171"/>
                  </a:lnTo>
                  <a:lnTo>
                    <a:pt x="2325" y="171"/>
                  </a:lnTo>
                  <a:close/>
                  <a:moveTo>
                    <a:pt x="3735" y="143"/>
                  </a:moveTo>
                  <a:lnTo>
                    <a:pt x="3597" y="512"/>
                  </a:lnTo>
                  <a:lnTo>
                    <a:pt x="3869" y="512"/>
                  </a:lnTo>
                  <a:lnTo>
                    <a:pt x="3735" y="143"/>
                  </a:lnTo>
                  <a:close/>
                  <a:moveTo>
                    <a:pt x="3887" y="0"/>
                  </a:moveTo>
                  <a:lnTo>
                    <a:pt x="4200" y="786"/>
                  </a:lnTo>
                  <a:lnTo>
                    <a:pt x="3962" y="786"/>
                  </a:lnTo>
                  <a:lnTo>
                    <a:pt x="3916" y="648"/>
                  </a:lnTo>
                  <a:lnTo>
                    <a:pt x="3548" y="648"/>
                  </a:lnTo>
                  <a:lnTo>
                    <a:pt x="3501" y="786"/>
                  </a:lnTo>
                  <a:lnTo>
                    <a:pt x="3280" y="786"/>
                  </a:lnTo>
                  <a:lnTo>
                    <a:pt x="3592" y="0"/>
                  </a:lnTo>
                  <a:lnTo>
                    <a:pt x="3887" y="0"/>
                  </a:lnTo>
                  <a:close/>
                  <a:moveTo>
                    <a:pt x="2969" y="0"/>
                  </a:moveTo>
                  <a:lnTo>
                    <a:pt x="3190" y="0"/>
                  </a:lnTo>
                  <a:lnTo>
                    <a:pt x="3190" y="788"/>
                  </a:lnTo>
                  <a:lnTo>
                    <a:pt x="2969" y="788"/>
                  </a:lnTo>
                  <a:lnTo>
                    <a:pt x="2969" y="0"/>
                  </a:lnTo>
                  <a:close/>
                  <a:moveTo>
                    <a:pt x="2105" y="0"/>
                  </a:moveTo>
                  <a:lnTo>
                    <a:pt x="2416" y="0"/>
                  </a:lnTo>
                  <a:lnTo>
                    <a:pt x="2489" y="2"/>
                  </a:lnTo>
                  <a:lnTo>
                    <a:pt x="2554" y="7"/>
                  </a:lnTo>
                  <a:lnTo>
                    <a:pt x="2613" y="17"/>
                  </a:lnTo>
                  <a:lnTo>
                    <a:pt x="2666" y="33"/>
                  </a:lnTo>
                  <a:lnTo>
                    <a:pt x="2713" y="57"/>
                  </a:lnTo>
                  <a:lnTo>
                    <a:pt x="2757" y="90"/>
                  </a:lnTo>
                  <a:lnTo>
                    <a:pt x="2794" y="132"/>
                  </a:lnTo>
                  <a:lnTo>
                    <a:pt x="2818" y="173"/>
                  </a:lnTo>
                  <a:lnTo>
                    <a:pt x="2839" y="222"/>
                  </a:lnTo>
                  <a:lnTo>
                    <a:pt x="2853" y="277"/>
                  </a:lnTo>
                  <a:lnTo>
                    <a:pt x="2863" y="337"/>
                  </a:lnTo>
                  <a:lnTo>
                    <a:pt x="2865" y="402"/>
                  </a:lnTo>
                  <a:lnTo>
                    <a:pt x="2863" y="461"/>
                  </a:lnTo>
                  <a:lnTo>
                    <a:pt x="2855" y="518"/>
                  </a:lnTo>
                  <a:lnTo>
                    <a:pt x="2843" y="569"/>
                  </a:lnTo>
                  <a:lnTo>
                    <a:pt x="2828" y="614"/>
                  </a:lnTo>
                  <a:lnTo>
                    <a:pt x="2810" y="654"/>
                  </a:lnTo>
                  <a:lnTo>
                    <a:pt x="2786" y="683"/>
                  </a:lnTo>
                  <a:lnTo>
                    <a:pt x="2761" y="709"/>
                  </a:lnTo>
                  <a:lnTo>
                    <a:pt x="2735" y="731"/>
                  </a:lnTo>
                  <a:lnTo>
                    <a:pt x="2705" y="748"/>
                  </a:lnTo>
                  <a:lnTo>
                    <a:pt x="2672" y="762"/>
                  </a:lnTo>
                  <a:lnTo>
                    <a:pt x="2633" y="772"/>
                  </a:lnTo>
                  <a:lnTo>
                    <a:pt x="2585" y="780"/>
                  </a:lnTo>
                  <a:lnTo>
                    <a:pt x="2530" y="786"/>
                  </a:lnTo>
                  <a:lnTo>
                    <a:pt x="2465" y="788"/>
                  </a:lnTo>
                  <a:lnTo>
                    <a:pt x="2105" y="788"/>
                  </a:lnTo>
                  <a:lnTo>
                    <a:pt x="2105" y="0"/>
                  </a:lnTo>
                  <a:close/>
                  <a:moveTo>
                    <a:pt x="825" y="0"/>
                  </a:moveTo>
                  <a:lnTo>
                    <a:pt x="1063" y="0"/>
                  </a:lnTo>
                  <a:lnTo>
                    <a:pt x="1240" y="624"/>
                  </a:lnTo>
                  <a:lnTo>
                    <a:pt x="1428" y="0"/>
                  </a:lnTo>
                  <a:lnTo>
                    <a:pt x="1654" y="0"/>
                  </a:lnTo>
                  <a:lnTo>
                    <a:pt x="1398" y="788"/>
                  </a:lnTo>
                  <a:lnTo>
                    <a:pt x="1077" y="788"/>
                  </a:lnTo>
                  <a:lnTo>
                    <a:pt x="825" y="0"/>
                  </a:lnTo>
                  <a:close/>
                  <a:moveTo>
                    <a:pt x="1747" y="0"/>
                  </a:moveTo>
                  <a:lnTo>
                    <a:pt x="1969" y="0"/>
                  </a:lnTo>
                  <a:lnTo>
                    <a:pt x="1969" y="788"/>
                  </a:lnTo>
                  <a:lnTo>
                    <a:pt x="1747" y="788"/>
                  </a:lnTo>
                  <a:lnTo>
                    <a:pt x="1747" y="0"/>
                  </a:lnTo>
                  <a:close/>
                  <a:moveTo>
                    <a:pt x="0" y="0"/>
                  </a:moveTo>
                  <a:lnTo>
                    <a:pt x="400" y="0"/>
                  </a:lnTo>
                  <a:lnTo>
                    <a:pt x="441" y="0"/>
                  </a:lnTo>
                  <a:lnTo>
                    <a:pt x="482" y="2"/>
                  </a:lnTo>
                  <a:lnTo>
                    <a:pt x="522" y="7"/>
                  </a:lnTo>
                  <a:lnTo>
                    <a:pt x="561" y="15"/>
                  </a:lnTo>
                  <a:lnTo>
                    <a:pt x="599" y="25"/>
                  </a:lnTo>
                  <a:lnTo>
                    <a:pt x="634" y="41"/>
                  </a:lnTo>
                  <a:lnTo>
                    <a:pt x="667" y="59"/>
                  </a:lnTo>
                  <a:lnTo>
                    <a:pt x="697" y="82"/>
                  </a:lnTo>
                  <a:lnTo>
                    <a:pt x="725" y="112"/>
                  </a:lnTo>
                  <a:lnTo>
                    <a:pt x="746" y="145"/>
                  </a:lnTo>
                  <a:lnTo>
                    <a:pt x="766" y="187"/>
                  </a:lnTo>
                  <a:lnTo>
                    <a:pt x="780" y="234"/>
                  </a:lnTo>
                  <a:lnTo>
                    <a:pt x="788" y="289"/>
                  </a:lnTo>
                  <a:lnTo>
                    <a:pt x="790" y="352"/>
                  </a:lnTo>
                  <a:lnTo>
                    <a:pt x="790" y="788"/>
                  </a:lnTo>
                  <a:lnTo>
                    <a:pt x="573" y="788"/>
                  </a:lnTo>
                  <a:lnTo>
                    <a:pt x="573" y="427"/>
                  </a:lnTo>
                  <a:lnTo>
                    <a:pt x="571" y="368"/>
                  </a:lnTo>
                  <a:lnTo>
                    <a:pt x="567" y="317"/>
                  </a:lnTo>
                  <a:lnTo>
                    <a:pt x="557" y="277"/>
                  </a:lnTo>
                  <a:lnTo>
                    <a:pt x="543" y="244"/>
                  </a:lnTo>
                  <a:lnTo>
                    <a:pt x="524" y="220"/>
                  </a:lnTo>
                  <a:lnTo>
                    <a:pt x="500" y="201"/>
                  </a:lnTo>
                  <a:lnTo>
                    <a:pt x="473" y="187"/>
                  </a:lnTo>
                  <a:lnTo>
                    <a:pt x="439" y="179"/>
                  </a:lnTo>
                  <a:lnTo>
                    <a:pt x="400" y="175"/>
                  </a:lnTo>
                  <a:lnTo>
                    <a:pt x="224" y="175"/>
                  </a:lnTo>
                  <a:lnTo>
                    <a:pt x="224" y="788"/>
                  </a:lnTo>
                  <a:lnTo>
                    <a:pt x="0" y="7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8"/>
            <p:cNvSpPr>
              <a:spLocks noEditPoints="1"/>
            </p:cNvSpPr>
            <p:nvPr/>
          </p:nvSpPr>
          <p:spPr bwMode="auto">
            <a:xfrm>
              <a:off x="8775700" y="3552825"/>
              <a:ext cx="1436688" cy="952500"/>
            </a:xfrm>
            <a:custGeom>
              <a:avLst/>
              <a:gdLst>
                <a:gd name="T0" fmla="*/ 638 w 1810"/>
                <a:gd name="T1" fmla="*/ 451 h 1200"/>
                <a:gd name="T2" fmla="*/ 516 w 1810"/>
                <a:gd name="T3" fmla="*/ 502 h 1200"/>
                <a:gd name="T4" fmla="*/ 469 w 1810"/>
                <a:gd name="T5" fmla="*/ 546 h 1200"/>
                <a:gd name="T6" fmla="*/ 496 w 1810"/>
                <a:gd name="T7" fmla="*/ 613 h 1200"/>
                <a:gd name="T8" fmla="*/ 595 w 1810"/>
                <a:gd name="T9" fmla="*/ 735 h 1200"/>
                <a:gd name="T10" fmla="*/ 614 w 1810"/>
                <a:gd name="T11" fmla="*/ 851 h 1200"/>
                <a:gd name="T12" fmla="*/ 439 w 1810"/>
                <a:gd name="T13" fmla="*/ 733 h 1200"/>
                <a:gd name="T14" fmla="*/ 349 w 1810"/>
                <a:gd name="T15" fmla="*/ 595 h 1200"/>
                <a:gd name="T16" fmla="*/ 323 w 1810"/>
                <a:gd name="T17" fmla="*/ 530 h 1200"/>
                <a:gd name="T18" fmla="*/ 372 w 1810"/>
                <a:gd name="T19" fmla="*/ 485 h 1200"/>
                <a:gd name="T20" fmla="*/ 516 w 1810"/>
                <a:gd name="T21" fmla="*/ 400 h 1200"/>
                <a:gd name="T22" fmla="*/ 707 w 1810"/>
                <a:gd name="T23" fmla="*/ 248 h 1200"/>
                <a:gd name="T24" fmla="*/ 933 w 1810"/>
                <a:gd name="T25" fmla="*/ 296 h 1200"/>
                <a:gd name="T26" fmla="*/ 1097 w 1810"/>
                <a:gd name="T27" fmla="*/ 400 h 1200"/>
                <a:gd name="T28" fmla="*/ 1185 w 1810"/>
                <a:gd name="T29" fmla="*/ 489 h 1200"/>
                <a:gd name="T30" fmla="*/ 1185 w 1810"/>
                <a:gd name="T31" fmla="*/ 518 h 1200"/>
                <a:gd name="T32" fmla="*/ 1097 w 1810"/>
                <a:gd name="T33" fmla="*/ 617 h 1200"/>
                <a:gd name="T34" fmla="*/ 947 w 1810"/>
                <a:gd name="T35" fmla="*/ 737 h 1200"/>
                <a:gd name="T36" fmla="*/ 762 w 1810"/>
                <a:gd name="T37" fmla="*/ 794 h 1200"/>
                <a:gd name="T38" fmla="*/ 715 w 1810"/>
                <a:gd name="T39" fmla="*/ 459 h 1200"/>
                <a:gd name="T40" fmla="*/ 817 w 1810"/>
                <a:gd name="T41" fmla="*/ 528 h 1200"/>
                <a:gd name="T42" fmla="*/ 1038 w 1810"/>
                <a:gd name="T43" fmla="*/ 502 h 1200"/>
                <a:gd name="T44" fmla="*/ 985 w 1810"/>
                <a:gd name="T45" fmla="*/ 451 h 1200"/>
                <a:gd name="T46" fmla="*/ 839 w 1810"/>
                <a:gd name="T47" fmla="*/ 370 h 1200"/>
                <a:gd name="T48" fmla="*/ 675 w 1810"/>
                <a:gd name="T49" fmla="*/ 250 h 1200"/>
                <a:gd name="T50" fmla="*/ 603 w 1810"/>
                <a:gd name="T51" fmla="*/ 260 h 1200"/>
                <a:gd name="T52" fmla="*/ 370 w 1810"/>
                <a:gd name="T53" fmla="*/ 349 h 1200"/>
                <a:gd name="T54" fmla="*/ 232 w 1810"/>
                <a:gd name="T55" fmla="*/ 461 h 1200"/>
                <a:gd name="T56" fmla="*/ 185 w 1810"/>
                <a:gd name="T57" fmla="*/ 516 h 1200"/>
                <a:gd name="T58" fmla="*/ 211 w 1810"/>
                <a:gd name="T59" fmla="*/ 581 h 1200"/>
                <a:gd name="T60" fmla="*/ 293 w 1810"/>
                <a:gd name="T61" fmla="*/ 723 h 1200"/>
                <a:gd name="T62" fmla="*/ 445 w 1810"/>
                <a:gd name="T63" fmla="*/ 877 h 1200"/>
                <a:gd name="T64" fmla="*/ 675 w 1810"/>
                <a:gd name="T65" fmla="*/ 966 h 1200"/>
                <a:gd name="T66" fmla="*/ 453 w 1810"/>
                <a:gd name="T67" fmla="*/ 1001 h 1200"/>
                <a:gd name="T68" fmla="*/ 232 w 1810"/>
                <a:gd name="T69" fmla="*/ 849 h 1200"/>
                <a:gd name="T70" fmla="*/ 89 w 1810"/>
                <a:gd name="T71" fmla="*/ 674 h 1200"/>
                <a:gd name="T72" fmla="*/ 16 w 1810"/>
                <a:gd name="T73" fmla="*/ 536 h 1200"/>
                <a:gd name="T74" fmla="*/ 4 w 1810"/>
                <a:gd name="T75" fmla="*/ 495 h 1200"/>
                <a:gd name="T76" fmla="*/ 85 w 1810"/>
                <a:gd name="T77" fmla="*/ 426 h 1200"/>
                <a:gd name="T78" fmla="*/ 250 w 1810"/>
                <a:gd name="T79" fmla="*/ 311 h 1200"/>
                <a:gd name="T80" fmla="*/ 478 w 1810"/>
                <a:gd name="T81" fmla="*/ 205 h 1200"/>
                <a:gd name="T82" fmla="*/ 675 w 1810"/>
                <a:gd name="T83" fmla="*/ 0 h 1200"/>
                <a:gd name="T84" fmla="*/ 675 w 1810"/>
                <a:gd name="T85" fmla="*/ 1058 h 1200"/>
                <a:gd name="T86" fmla="*/ 977 w 1810"/>
                <a:gd name="T87" fmla="*/ 1038 h 1200"/>
                <a:gd name="T88" fmla="*/ 1321 w 1810"/>
                <a:gd name="T89" fmla="*/ 946 h 1200"/>
                <a:gd name="T90" fmla="*/ 1619 w 1810"/>
                <a:gd name="T91" fmla="*/ 802 h 1200"/>
                <a:gd name="T92" fmla="*/ 1605 w 1810"/>
                <a:gd name="T93" fmla="*/ 717 h 1200"/>
                <a:gd name="T94" fmla="*/ 1485 w 1810"/>
                <a:gd name="T95" fmla="*/ 648 h 1200"/>
                <a:gd name="T96" fmla="*/ 1276 w 1810"/>
                <a:gd name="T97" fmla="*/ 788 h 1200"/>
                <a:gd name="T98" fmla="*/ 992 w 1810"/>
                <a:gd name="T99" fmla="*/ 932 h 1200"/>
                <a:gd name="T100" fmla="*/ 709 w 1810"/>
                <a:gd name="T101" fmla="*/ 969 h 1200"/>
                <a:gd name="T102" fmla="*/ 758 w 1810"/>
                <a:gd name="T103" fmla="*/ 873 h 1200"/>
                <a:gd name="T104" fmla="*/ 979 w 1810"/>
                <a:gd name="T105" fmla="*/ 820 h 1200"/>
                <a:gd name="T106" fmla="*/ 1172 w 1810"/>
                <a:gd name="T107" fmla="*/ 701 h 1200"/>
                <a:gd name="T108" fmla="*/ 1315 w 1810"/>
                <a:gd name="T109" fmla="*/ 577 h 1200"/>
                <a:gd name="T110" fmla="*/ 1384 w 1810"/>
                <a:gd name="T111" fmla="*/ 502 h 1200"/>
                <a:gd name="T112" fmla="*/ 1359 w 1810"/>
                <a:gd name="T113" fmla="*/ 465 h 1200"/>
                <a:gd name="T114" fmla="*/ 1242 w 1810"/>
                <a:gd name="T115" fmla="*/ 357 h 1200"/>
                <a:gd name="T116" fmla="*/ 1048 w 1810"/>
                <a:gd name="T117" fmla="*/ 233 h 1200"/>
                <a:gd name="T118" fmla="*/ 782 w 1810"/>
                <a:gd name="T119" fmla="*/ 162 h 1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810" h="1200">
                  <a:moveTo>
                    <a:pt x="675" y="359"/>
                  </a:moveTo>
                  <a:lnTo>
                    <a:pt x="675" y="451"/>
                  </a:lnTo>
                  <a:lnTo>
                    <a:pt x="675" y="451"/>
                  </a:lnTo>
                  <a:lnTo>
                    <a:pt x="638" y="451"/>
                  </a:lnTo>
                  <a:lnTo>
                    <a:pt x="603" y="459"/>
                  </a:lnTo>
                  <a:lnTo>
                    <a:pt x="571" y="471"/>
                  </a:lnTo>
                  <a:lnTo>
                    <a:pt x="542" y="485"/>
                  </a:lnTo>
                  <a:lnTo>
                    <a:pt x="516" y="502"/>
                  </a:lnTo>
                  <a:lnTo>
                    <a:pt x="496" y="518"/>
                  </a:lnTo>
                  <a:lnTo>
                    <a:pt x="482" y="532"/>
                  </a:lnTo>
                  <a:lnTo>
                    <a:pt x="473" y="542"/>
                  </a:lnTo>
                  <a:lnTo>
                    <a:pt x="469" y="546"/>
                  </a:lnTo>
                  <a:lnTo>
                    <a:pt x="471" y="552"/>
                  </a:lnTo>
                  <a:lnTo>
                    <a:pt x="477" y="566"/>
                  </a:lnTo>
                  <a:lnTo>
                    <a:pt x="484" y="587"/>
                  </a:lnTo>
                  <a:lnTo>
                    <a:pt x="496" y="613"/>
                  </a:lnTo>
                  <a:lnTo>
                    <a:pt x="514" y="644"/>
                  </a:lnTo>
                  <a:lnTo>
                    <a:pt x="536" y="676"/>
                  </a:lnTo>
                  <a:lnTo>
                    <a:pt x="561" y="707"/>
                  </a:lnTo>
                  <a:lnTo>
                    <a:pt x="595" y="735"/>
                  </a:lnTo>
                  <a:lnTo>
                    <a:pt x="632" y="761"/>
                  </a:lnTo>
                  <a:lnTo>
                    <a:pt x="675" y="780"/>
                  </a:lnTo>
                  <a:lnTo>
                    <a:pt x="675" y="865"/>
                  </a:lnTo>
                  <a:lnTo>
                    <a:pt x="614" y="851"/>
                  </a:lnTo>
                  <a:lnTo>
                    <a:pt x="561" y="828"/>
                  </a:lnTo>
                  <a:lnTo>
                    <a:pt x="514" y="800"/>
                  </a:lnTo>
                  <a:lnTo>
                    <a:pt x="473" y="768"/>
                  </a:lnTo>
                  <a:lnTo>
                    <a:pt x="439" y="733"/>
                  </a:lnTo>
                  <a:lnTo>
                    <a:pt x="408" y="698"/>
                  </a:lnTo>
                  <a:lnTo>
                    <a:pt x="384" y="660"/>
                  </a:lnTo>
                  <a:lnTo>
                    <a:pt x="364" y="627"/>
                  </a:lnTo>
                  <a:lnTo>
                    <a:pt x="349" y="595"/>
                  </a:lnTo>
                  <a:lnTo>
                    <a:pt x="337" y="569"/>
                  </a:lnTo>
                  <a:lnTo>
                    <a:pt x="329" y="548"/>
                  </a:lnTo>
                  <a:lnTo>
                    <a:pt x="325" y="534"/>
                  </a:lnTo>
                  <a:lnTo>
                    <a:pt x="323" y="530"/>
                  </a:lnTo>
                  <a:lnTo>
                    <a:pt x="325" y="526"/>
                  </a:lnTo>
                  <a:lnTo>
                    <a:pt x="335" y="516"/>
                  </a:lnTo>
                  <a:lnTo>
                    <a:pt x="350" y="502"/>
                  </a:lnTo>
                  <a:lnTo>
                    <a:pt x="372" y="485"/>
                  </a:lnTo>
                  <a:lnTo>
                    <a:pt x="400" y="463"/>
                  </a:lnTo>
                  <a:lnTo>
                    <a:pt x="433" y="441"/>
                  </a:lnTo>
                  <a:lnTo>
                    <a:pt x="473" y="420"/>
                  </a:lnTo>
                  <a:lnTo>
                    <a:pt x="516" y="400"/>
                  </a:lnTo>
                  <a:lnTo>
                    <a:pt x="565" y="382"/>
                  </a:lnTo>
                  <a:lnTo>
                    <a:pt x="618" y="368"/>
                  </a:lnTo>
                  <a:lnTo>
                    <a:pt x="675" y="359"/>
                  </a:lnTo>
                  <a:close/>
                  <a:moveTo>
                    <a:pt x="707" y="248"/>
                  </a:moveTo>
                  <a:lnTo>
                    <a:pt x="770" y="250"/>
                  </a:lnTo>
                  <a:lnTo>
                    <a:pt x="827" y="260"/>
                  </a:lnTo>
                  <a:lnTo>
                    <a:pt x="882" y="274"/>
                  </a:lnTo>
                  <a:lnTo>
                    <a:pt x="933" y="296"/>
                  </a:lnTo>
                  <a:lnTo>
                    <a:pt x="981" y="319"/>
                  </a:lnTo>
                  <a:lnTo>
                    <a:pt x="1024" y="345"/>
                  </a:lnTo>
                  <a:lnTo>
                    <a:pt x="1063" y="372"/>
                  </a:lnTo>
                  <a:lnTo>
                    <a:pt x="1097" y="400"/>
                  </a:lnTo>
                  <a:lnTo>
                    <a:pt x="1126" y="426"/>
                  </a:lnTo>
                  <a:lnTo>
                    <a:pt x="1152" y="451"/>
                  </a:lnTo>
                  <a:lnTo>
                    <a:pt x="1172" y="471"/>
                  </a:lnTo>
                  <a:lnTo>
                    <a:pt x="1185" y="489"/>
                  </a:lnTo>
                  <a:lnTo>
                    <a:pt x="1195" y="499"/>
                  </a:lnTo>
                  <a:lnTo>
                    <a:pt x="1197" y="502"/>
                  </a:lnTo>
                  <a:lnTo>
                    <a:pt x="1193" y="506"/>
                  </a:lnTo>
                  <a:lnTo>
                    <a:pt x="1185" y="518"/>
                  </a:lnTo>
                  <a:lnTo>
                    <a:pt x="1170" y="538"/>
                  </a:lnTo>
                  <a:lnTo>
                    <a:pt x="1150" y="562"/>
                  </a:lnTo>
                  <a:lnTo>
                    <a:pt x="1126" y="587"/>
                  </a:lnTo>
                  <a:lnTo>
                    <a:pt x="1097" y="617"/>
                  </a:lnTo>
                  <a:lnTo>
                    <a:pt x="1065" y="648"/>
                  </a:lnTo>
                  <a:lnTo>
                    <a:pt x="1028" y="680"/>
                  </a:lnTo>
                  <a:lnTo>
                    <a:pt x="988" y="709"/>
                  </a:lnTo>
                  <a:lnTo>
                    <a:pt x="947" y="737"/>
                  </a:lnTo>
                  <a:lnTo>
                    <a:pt x="904" y="761"/>
                  </a:lnTo>
                  <a:lnTo>
                    <a:pt x="859" y="778"/>
                  </a:lnTo>
                  <a:lnTo>
                    <a:pt x="811" y="790"/>
                  </a:lnTo>
                  <a:lnTo>
                    <a:pt x="762" y="794"/>
                  </a:lnTo>
                  <a:lnTo>
                    <a:pt x="717" y="790"/>
                  </a:lnTo>
                  <a:lnTo>
                    <a:pt x="675" y="780"/>
                  </a:lnTo>
                  <a:lnTo>
                    <a:pt x="675" y="451"/>
                  </a:lnTo>
                  <a:lnTo>
                    <a:pt x="715" y="459"/>
                  </a:lnTo>
                  <a:lnTo>
                    <a:pt x="746" y="469"/>
                  </a:lnTo>
                  <a:lnTo>
                    <a:pt x="774" y="485"/>
                  </a:lnTo>
                  <a:lnTo>
                    <a:pt x="796" y="504"/>
                  </a:lnTo>
                  <a:lnTo>
                    <a:pt x="817" y="528"/>
                  </a:lnTo>
                  <a:lnTo>
                    <a:pt x="837" y="558"/>
                  </a:lnTo>
                  <a:lnTo>
                    <a:pt x="859" y="591"/>
                  </a:lnTo>
                  <a:lnTo>
                    <a:pt x="882" y="633"/>
                  </a:lnTo>
                  <a:lnTo>
                    <a:pt x="1038" y="502"/>
                  </a:lnTo>
                  <a:lnTo>
                    <a:pt x="1034" y="499"/>
                  </a:lnTo>
                  <a:lnTo>
                    <a:pt x="1024" y="487"/>
                  </a:lnTo>
                  <a:lnTo>
                    <a:pt x="1008" y="471"/>
                  </a:lnTo>
                  <a:lnTo>
                    <a:pt x="985" y="451"/>
                  </a:lnTo>
                  <a:lnTo>
                    <a:pt x="957" y="430"/>
                  </a:lnTo>
                  <a:lnTo>
                    <a:pt x="924" y="406"/>
                  </a:lnTo>
                  <a:lnTo>
                    <a:pt x="884" y="386"/>
                  </a:lnTo>
                  <a:lnTo>
                    <a:pt x="839" y="370"/>
                  </a:lnTo>
                  <a:lnTo>
                    <a:pt x="790" y="359"/>
                  </a:lnTo>
                  <a:lnTo>
                    <a:pt x="734" y="355"/>
                  </a:lnTo>
                  <a:lnTo>
                    <a:pt x="675" y="359"/>
                  </a:lnTo>
                  <a:lnTo>
                    <a:pt x="675" y="250"/>
                  </a:lnTo>
                  <a:lnTo>
                    <a:pt x="707" y="248"/>
                  </a:lnTo>
                  <a:close/>
                  <a:moveTo>
                    <a:pt x="675" y="162"/>
                  </a:moveTo>
                  <a:lnTo>
                    <a:pt x="675" y="250"/>
                  </a:lnTo>
                  <a:lnTo>
                    <a:pt x="603" y="260"/>
                  </a:lnTo>
                  <a:lnTo>
                    <a:pt x="536" y="276"/>
                  </a:lnTo>
                  <a:lnTo>
                    <a:pt x="475" y="296"/>
                  </a:lnTo>
                  <a:lnTo>
                    <a:pt x="419" y="321"/>
                  </a:lnTo>
                  <a:lnTo>
                    <a:pt x="370" y="349"/>
                  </a:lnTo>
                  <a:lnTo>
                    <a:pt x="327" y="378"/>
                  </a:lnTo>
                  <a:lnTo>
                    <a:pt x="289" y="408"/>
                  </a:lnTo>
                  <a:lnTo>
                    <a:pt x="258" y="435"/>
                  </a:lnTo>
                  <a:lnTo>
                    <a:pt x="232" y="461"/>
                  </a:lnTo>
                  <a:lnTo>
                    <a:pt x="211" y="483"/>
                  </a:lnTo>
                  <a:lnTo>
                    <a:pt x="197" y="500"/>
                  </a:lnTo>
                  <a:lnTo>
                    <a:pt x="187" y="512"/>
                  </a:lnTo>
                  <a:lnTo>
                    <a:pt x="185" y="516"/>
                  </a:lnTo>
                  <a:lnTo>
                    <a:pt x="187" y="522"/>
                  </a:lnTo>
                  <a:lnTo>
                    <a:pt x="191" y="534"/>
                  </a:lnTo>
                  <a:lnTo>
                    <a:pt x="199" y="554"/>
                  </a:lnTo>
                  <a:lnTo>
                    <a:pt x="211" y="581"/>
                  </a:lnTo>
                  <a:lnTo>
                    <a:pt x="224" y="611"/>
                  </a:lnTo>
                  <a:lnTo>
                    <a:pt x="244" y="646"/>
                  </a:lnTo>
                  <a:lnTo>
                    <a:pt x="266" y="684"/>
                  </a:lnTo>
                  <a:lnTo>
                    <a:pt x="293" y="723"/>
                  </a:lnTo>
                  <a:lnTo>
                    <a:pt x="325" y="765"/>
                  </a:lnTo>
                  <a:lnTo>
                    <a:pt x="360" y="804"/>
                  </a:lnTo>
                  <a:lnTo>
                    <a:pt x="400" y="841"/>
                  </a:lnTo>
                  <a:lnTo>
                    <a:pt x="445" y="877"/>
                  </a:lnTo>
                  <a:lnTo>
                    <a:pt x="494" y="906"/>
                  </a:lnTo>
                  <a:lnTo>
                    <a:pt x="549" y="934"/>
                  </a:lnTo>
                  <a:lnTo>
                    <a:pt x="610" y="954"/>
                  </a:lnTo>
                  <a:lnTo>
                    <a:pt x="675" y="966"/>
                  </a:lnTo>
                  <a:lnTo>
                    <a:pt x="675" y="1058"/>
                  </a:lnTo>
                  <a:lnTo>
                    <a:pt x="595" y="1046"/>
                  </a:lnTo>
                  <a:lnTo>
                    <a:pt x="522" y="1027"/>
                  </a:lnTo>
                  <a:lnTo>
                    <a:pt x="453" y="1001"/>
                  </a:lnTo>
                  <a:lnTo>
                    <a:pt x="390" y="969"/>
                  </a:lnTo>
                  <a:lnTo>
                    <a:pt x="331" y="932"/>
                  </a:lnTo>
                  <a:lnTo>
                    <a:pt x="280" y="893"/>
                  </a:lnTo>
                  <a:lnTo>
                    <a:pt x="232" y="849"/>
                  </a:lnTo>
                  <a:lnTo>
                    <a:pt x="189" y="806"/>
                  </a:lnTo>
                  <a:lnTo>
                    <a:pt x="152" y="761"/>
                  </a:lnTo>
                  <a:lnTo>
                    <a:pt x="118" y="717"/>
                  </a:lnTo>
                  <a:lnTo>
                    <a:pt x="89" y="674"/>
                  </a:lnTo>
                  <a:lnTo>
                    <a:pt x="65" y="633"/>
                  </a:lnTo>
                  <a:lnTo>
                    <a:pt x="43" y="597"/>
                  </a:lnTo>
                  <a:lnTo>
                    <a:pt x="28" y="564"/>
                  </a:lnTo>
                  <a:lnTo>
                    <a:pt x="16" y="536"/>
                  </a:lnTo>
                  <a:lnTo>
                    <a:pt x="6" y="516"/>
                  </a:lnTo>
                  <a:lnTo>
                    <a:pt x="2" y="502"/>
                  </a:lnTo>
                  <a:lnTo>
                    <a:pt x="0" y="499"/>
                  </a:lnTo>
                  <a:lnTo>
                    <a:pt x="4" y="495"/>
                  </a:lnTo>
                  <a:lnTo>
                    <a:pt x="14" y="485"/>
                  </a:lnTo>
                  <a:lnTo>
                    <a:pt x="32" y="469"/>
                  </a:lnTo>
                  <a:lnTo>
                    <a:pt x="55" y="449"/>
                  </a:lnTo>
                  <a:lnTo>
                    <a:pt x="85" y="426"/>
                  </a:lnTo>
                  <a:lnTo>
                    <a:pt x="118" y="400"/>
                  </a:lnTo>
                  <a:lnTo>
                    <a:pt x="158" y="370"/>
                  </a:lnTo>
                  <a:lnTo>
                    <a:pt x="203" y="341"/>
                  </a:lnTo>
                  <a:lnTo>
                    <a:pt x="250" y="311"/>
                  </a:lnTo>
                  <a:lnTo>
                    <a:pt x="303" y="282"/>
                  </a:lnTo>
                  <a:lnTo>
                    <a:pt x="358" y="252"/>
                  </a:lnTo>
                  <a:lnTo>
                    <a:pt x="417" y="227"/>
                  </a:lnTo>
                  <a:lnTo>
                    <a:pt x="478" y="205"/>
                  </a:lnTo>
                  <a:lnTo>
                    <a:pt x="542" y="185"/>
                  </a:lnTo>
                  <a:lnTo>
                    <a:pt x="608" y="171"/>
                  </a:lnTo>
                  <a:lnTo>
                    <a:pt x="675" y="162"/>
                  </a:lnTo>
                  <a:close/>
                  <a:moveTo>
                    <a:pt x="675" y="0"/>
                  </a:moveTo>
                  <a:lnTo>
                    <a:pt x="1810" y="0"/>
                  </a:lnTo>
                  <a:lnTo>
                    <a:pt x="1810" y="1200"/>
                  </a:lnTo>
                  <a:lnTo>
                    <a:pt x="675" y="1200"/>
                  </a:lnTo>
                  <a:lnTo>
                    <a:pt x="675" y="1058"/>
                  </a:lnTo>
                  <a:lnTo>
                    <a:pt x="748" y="1062"/>
                  </a:lnTo>
                  <a:lnTo>
                    <a:pt x="819" y="1060"/>
                  </a:lnTo>
                  <a:lnTo>
                    <a:pt x="894" y="1052"/>
                  </a:lnTo>
                  <a:lnTo>
                    <a:pt x="977" y="1038"/>
                  </a:lnTo>
                  <a:lnTo>
                    <a:pt x="1061" y="1021"/>
                  </a:lnTo>
                  <a:lnTo>
                    <a:pt x="1148" y="1001"/>
                  </a:lnTo>
                  <a:lnTo>
                    <a:pt x="1235" y="975"/>
                  </a:lnTo>
                  <a:lnTo>
                    <a:pt x="1321" y="946"/>
                  </a:lnTo>
                  <a:lnTo>
                    <a:pt x="1404" y="914"/>
                  </a:lnTo>
                  <a:lnTo>
                    <a:pt x="1483" y="879"/>
                  </a:lnTo>
                  <a:lnTo>
                    <a:pt x="1554" y="841"/>
                  </a:lnTo>
                  <a:lnTo>
                    <a:pt x="1619" y="802"/>
                  </a:lnTo>
                  <a:lnTo>
                    <a:pt x="1674" y="763"/>
                  </a:lnTo>
                  <a:lnTo>
                    <a:pt x="1658" y="749"/>
                  </a:lnTo>
                  <a:lnTo>
                    <a:pt x="1634" y="733"/>
                  </a:lnTo>
                  <a:lnTo>
                    <a:pt x="1605" y="717"/>
                  </a:lnTo>
                  <a:lnTo>
                    <a:pt x="1573" y="700"/>
                  </a:lnTo>
                  <a:lnTo>
                    <a:pt x="1540" y="682"/>
                  </a:lnTo>
                  <a:lnTo>
                    <a:pt x="1510" y="664"/>
                  </a:lnTo>
                  <a:lnTo>
                    <a:pt x="1485" y="648"/>
                  </a:lnTo>
                  <a:lnTo>
                    <a:pt x="1467" y="636"/>
                  </a:lnTo>
                  <a:lnTo>
                    <a:pt x="1404" y="690"/>
                  </a:lnTo>
                  <a:lnTo>
                    <a:pt x="1341" y="741"/>
                  </a:lnTo>
                  <a:lnTo>
                    <a:pt x="1276" y="788"/>
                  </a:lnTo>
                  <a:lnTo>
                    <a:pt x="1209" y="832"/>
                  </a:lnTo>
                  <a:lnTo>
                    <a:pt x="1140" y="871"/>
                  </a:lnTo>
                  <a:lnTo>
                    <a:pt x="1067" y="904"/>
                  </a:lnTo>
                  <a:lnTo>
                    <a:pt x="992" y="932"/>
                  </a:lnTo>
                  <a:lnTo>
                    <a:pt x="914" y="954"/>
                  </a:lnTo>
                  <a:lnTo>
                    <a:pt x="831" y="966"/>
                  </a:lnTo>
                  <a:lnTo>
                    <a:pt x="744" y="969"/>
                  </a:lnTo>
                  <a:lnTo>
                    <a:pt x="709" y="969"/>
                  </a:lnTo>
                  <a:lnTo>
                    <a:pt x="675" y="966"/>
                  </a:lnTo>
                  <a:lnTo>
                    <a:pt x="675" y="865"/>
                  </a:lnTo>
                  <a:lnTo>
                    <a:pt x="715" y="871"/>
                  </a:lnTo>
                  <a:lnTo>
                    <a:pt x="758" y="873"/>
                  </a:lnTo>
                  <a:lnTo>
                    <a:pt x="815" y="869"/>
                  </a:lnTo>
                  <a:lnTo>
                    <a:pt x="870" y="859"/>
                  </a:lnTo>
                  <a:lnTo>
                    <a:pt x="925" y="841"/>
                  </a:lnTo>
                  <a:lnTo>
                    <a:pt x="979" y="820"/>
                  </a:lnTo>
                  <a:lnTo>
                    <a:pt x="1030" y="794"/>
                  </a:lnTo>
                  <a:lnTo>
                    <a:pt x="1079" y="767"/>
                  </a:lnTo>
                  <a:lnTo>
                    <a:pt x="1126" y="735"/>
                  </a:lnTo>
                  <a:lnTo>
                    <a:pt x="1172" y="701"/>
                  </a:lnTo>
                  <a:lnTo>
                    <a:pt x="1213" y="670"/>
                  </a:lnTo>
                  <a:lnTo>
                    <a:pt x="1250" y="636"/>
                  </a:lnTo>
                  <a:lnTo>
                    <a:pt x="1284" y="605"/>
                  </a:lnTo>
                  <a:lnTo>
                    <a:pt x="1315" y="577"/>
                  </a:lnTo>
                  <a:lnTo>
                    <a:pt x="1339" y="550"/>
                  </a:lnTo>
                  <a:lnTo>
                    <a:pt x="1361" y="530"/>
                  </a:lnTo>
                  <a:lnTo>
                    <a:pt x="1374" y="512"/>
                  </a:lnTo>
                  <a:lnTo>
                    <a:pt x="1384" y="502"/>
                  </a:lnTo>
                  <a:lnTo>
                    <a:pt x="1386" y="499"/>
                  </a:lnTo>
                  <a:lnTo>
                    <a:pt x="1384" y="495"/>
                  </a:lnTo>
                  <a:lnTo>
                    <a:pt x="1374" y="483"/>
                  </a:lnTo>
                  <a:lnTo>
                    <a:pt x="1359" y="465"/>
                  </a:lnTo>
                  <a:lnTo>
                    <a:pt x="1339" y="443"/>
                  </a:lnTo>
                  <a:lnTo>
                    <a:pt x="1311" y="418"/>
                  </a:lnTo>
                  <a:lnTo>
                    <a:pt x="1280" y="388"/>
                  </a:lnTo>
                  <a:lnTo>
                    <a:pt x="1242" y="357"/>
                  </a:lnTo>
                  <a:lnTo>
                    <a:pt x="1201" y="325"/>
                  </a:lnTo>
                  <a:lnTo>
                    <a:pt x="1154" y="292"/>
                  </a:lnTo>
                  <a:lnTo>
                    <a:pt x="1103" y="262"/>
                  </a:lnTo>
                  <a:lnTo>
                    <a:pt x="1048" y="233"/>
                  </a:lnTo>
                  <a:lnTo>
                    <a:pt x="987" y="207"/>
                  </a:lnTo>
                  <a:lnTo>
                    <a:pt x="924" y="187"/>
                  </a:lnTo>
                  <a:lnTo>
                    <a:pt x="855" y="171"/>
                  </a:lnTo>
                  <a:lnTo>
                    <a:pt x="782" y="162"/>
                  </a:lnTo>
                  <a:lnTo>
                    <a:pt x="707" y="160"/>
                  </a:lnTo>
                  <a:lnTo>
                    <a:pt x="675" y="162"/>
                  </a:lnTo>
                  <a:lnTo>
                    <a:pt x="675" y="0"/>
                  </a:lnTo>
                  <a:close/>
                </a:path>
              </a:pathLst>
            </a:custGeom>
            <a:solidFill>
              <a:srgbClr val="76B9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583985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30565" y="883158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ctr"/>
          <a:lstStyle>
            <a:lvl1pPr algn="l">
              <a:defRPr sz="1100">
                <a:latin typeface="Trebuchet MS" pitchFamily="34" charset="0"/>
                <a:ea typeface="ＭＳ Ｐゴシック" pitchFamily="-16" charset="-128"/>
                <a:cs typeface="+mn-cs"/>
              </a:defRPr>
            </a:lvl1pPr>
          </a:lstStyle>
          <a:p>
            <a:pPr>
              <a:defRPr/>
            </a:pPr>
            <a:fld id="{0EFD2D7F-A763-4126-9B71-A7F863137437}" type="datetimeFigureOut">
              <a:rPr lang="en-US" smtClean="0"/>
              <a:pPr>
                <a:defRPr/>
              </a:pPr>
              <a:t>4/10/2021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66317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ctr"/>
          <a:lstStyle>
            <a:lvl1pPr algn="r">
              <a:defRPr sz="1100">
                <a:latin typeface="Trebuchet MS" pitchFamily="34" charset="0"/>
                <a:ea typeface="ＭＳ Ｐゴシック" pitchFamily="-16" charset="-128"/>
                <a:cs typeface="+mn-cs"/>
              </a:defRPr>
            </a:lvl1pPr>
          </a:lstStyle>
          <a:p>
            <a:pPr>
              <a:defRPr/>
            </a:pPr>
            <a:fld id="{E02D639A-AF38-4D9A-897E-57859A70BDE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5528649" y="308894"/>
            <a:ext cx="1083012" cy="200064"/>
            <a:chOff x="8775700" y="3552825"/>
            <a:chExt cx="5156200" cy="952500"/>
          </a:xfrm>
        </p:grpSpPr>
        <p:sp>
          <p:nvSpPr>
            <p:cNvPr id="9" name="Freeform 8"/>
            <p:cNvSpPr>
              <a:spLocks noEditPoints="1"/>
            </p:cNvSpPr>
            <p:nvPr/>
          </p:nvSpPr>
          <p:spPr bwMode="auto">
            <a:xfrm>
              <a:off x="13817600" y="4265613"/>
              <a:ext cx="114300" cy="111125"/>
            </a:xfrm>
            <a:custGeom>
              <a:avLst/>
              <a:gdLst>
                <a:gd name="T0" fmla="*/ 59 w 144"/>
                <a:gd name="T1" fmla="*/ 63 h 139"/>
                <a:gd name="T2" fmla="*/ 79 w 144"/>
                <a:gd name="T3" fmla="*/ 63 h 139"/>
                <a:gd name="T4" fmla="*/ 85 w 144"/>
                <a:gd name="T5" fmla="*/ 61 h 139"/>
                <a:gd name="T6" fmla="*/ 87 w 144"/>
                <a:gd name="T7" fmla="*/ 53 h 139"/>
                <a:gd name="T8" fmla="*/ 83 w 144"/>
                <a:gd name="T9" fmla="*/ 47 h 139"/>
                <a:gd name="T10" fmla="*/ 75 w 144"/>
                <a:gd name="T11" fmla="*/ 45 h 139"/>
                <a:gd name="T12" fmla="*/ 59 w 144"/>
                <a:gd name="T13" fmla="*/ 45 h 139"/>
                <a:gd name="T14" fmla="*/ 73 w 144"/>
                <a:gd name="T15" fmla="*/ 33 h 139"/>
                <a:gd name="T16" fmla="*/ 101 w 144"/>
                <a:gd name="T17" fmla="*/ 41 h 139"/>
                <a:gd name="T18" fmla="*/ 103 w 144"/>
                <a:gd name="T19" fmla="*/ 61 h 139"/>
                <a:gd name="T20" fmla="*/ 99 w 144"/>
                <a:gd name="T21" fmla="*/ 68 h 139"/>
                <a:gd name="T22" fmla="*/ 91 w 144"/>
                <a:gd name="T23" fmla="*/ 74 h 139"/>
                <a:gd name="T24" fmla="*/ 105 w 144"/>
                <a:gd name="T25" fmla="*/ 106 h 139"/>
                <a:gd name="T26" fmla="*/ 67 w 144"/>
                <a:gd name="T27" fmla="*/ 76 h 139"/>
                <a:gd name="T28" fmla="*/ 59 w 144"/>
                <a:gd name="T29" fmla="*/ 106 h 139"/>
                <a:gd name="T30" fmla="*/ 44 w 144"/>
                <a:gd name="T31" fmla="*/ 33 h 139"/>
                <a:gd name="T32" fmla="*/ 51 w 144"/>
                <a:gd name="T33" fmla="*/ 21 h 139"/>
                <a:gd name="T34" fmla="*/ 24 w 144"/>
                <a:gd name="T35" fmla="*/ 49 h 139"/>
                <a:gd name="T36" fmla="*/ 24 w 144"/>
                <a:gd name="T37" fmla="*/ 92 h 139"/>
                <a:gd name="T38" fmla="*/ 51 w 144"/>
                <a:gd name="T39" fmla="*/ 120 h 139"/>
                <a:gd name="T40" fmla="*/ 71 w 144"/>
                <a:gd name="T41" fmla="*/ 124 h 139"/>
                <a:gd name="T42" fmla="*/ 109 w 144"/>
                <a:gd name="T43" fmla="*/ 108 h 139"/>
                <a:gd name="T44" fmla="*/ 122 w 144"/>
                <a:gd name="T45" fmla="*/ 70 h 139"/>
                <a:gd name="T46" fmla="*/ 109 w 144"/>
                <a:gd name="T47" fmla="*/ 31 h 139"/>
                <a:gd name="T48" fmla="*/ 71 w 144"/>
                <a:gd name="T49" fmla="*/ 17 h 139"/>
                <a:gd name="T50" fmla="*/ 95 w 144"/>
                <a:gd name="T51" fmla="*/ 3 h 139"/>
                <a:gd name="T52" fmla="*/ 130 w 144"/>
                <a:gd name="T53" fmla="*/ 27 h 139"/>
                <a:gd name="T54" fmla="*/ 144 w 144"/>
                <a:gd name="T55" fmla="*/ 70 h 139"/>
                <a:gd name="T56" fmla="*/ 130 w 144"/>
                <a:gd name="T57" fmla="*/ 114 h 139"/>
                <a:gd name="T58" fmla="*/ 95 w 144"/>
                <a:gd name="T59" fmla="*/ 135 h 139"/>
                <a:gd name="T60" fmla="*/ 50 w 144"/>
                <a:gd name="T61" fmla="*/ 135 h 139"/>
                <a:gd name="T62" fmla="*/ 14 w 144"/>
                <a:gd name="T63" fmla="*/ 114 h 139"/>
                <a:gd name="T64" fmla="*/ 0 w 144"/>
                <a:gd name="T65" fmla="*/ 70 h 139"/>
                <a:gd name="T66" fmla="*/ 14 w 144"/>
                <a:gd name="T67" fmla="*/ 27 h 139"/>
                <a:gd name="T68" fmla="*/ 50 w 144"/>
                <a:gd name="T69" fmla="*/ 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44" h="139">
                  <a:moveTo>
                    <a:pt x="59" y="45"/>
                  </a:moveTo>
                  <a:lnTo>
                    <a:pt x="59" y="63"/>
                  </a:lnTo>
                  <a:lnTo>
                    <a:pt x="75" y="63"/>
                  </a:lnTo>
                  <a:lnTo>
                    <a:pt x="79" y="63"/>
                  </a:lnTo>
                  <a:lnTo>
                    <a:pt x="83" y="63"/>
                  </a:lnTo>
                  <a:lnTo>
                    <a:pt x="85" y="61"/>
                  </a:lnTo>
                  <a:lnTo>
                    <a:pt x="87" y="57"/>
                  </a:lnTo>
                  <a:lnTo>
                    <a:pt x="87" y="53"/>
                  </a:lnTo>
                  <a:lnTo>
                    <a:pt x="85" y="49"/>
                  </a:lnTo>
                  <a:lnTo>
                    <a:pt x="83" y="47"/>
                  </a:lnTo>
                  <a:lnTo>
                    <a:pt x="79" y="45"/>
                  </a:lnTo>
                  <a:lnTo>
                    <a:pt x="75" y="45"/>
                  </a:lnTo>
                  <a:lnTo>
                    <a:pt x="71" y="45"/>
                  </a:lnTo>
                  <a:lnTo>
                    <a:pt x="59" y="45"/>
                  </a:lnTo>
                  <a:close/>
                  <a:moveTo>
                    <a:pt x="44" y="33"/>
                  </a:moveTo>
                  <a:lnTo>
                    <a:pt x="73" y="33"/>
                  </a:lnTo>
                  <a:lnTo>
                    <a:pt x="89" y="35"/>
                  </a:lnTo>
                  <a:lnTo>
                    <a:pt x="101" y="41"/>
                  </a:lnTo>
                  <a:lnTo>
                    <a:pt x="105" y="55"/>
                  </a:lnTo>
                  <a:lnTo>
                    <a:pt x="103" y="61"/>
                  </a:lnTo>
                  <a:lnTo>
                    <a:pt x="101" y="67"/>
                  </a:lnTo>
                  <a:lnTo>
                    <a:pt x="99" y="68"/>
                  </a:lnTo>
                  <a:lnTo>
                    <a:pt x="95" y="72"/>
                  </a:lnTo>
                  <a:lnTo>
                    <a:pt x="91" y="74"/>
                  </a:lnTo>
                  <a:lnTo>
                    <a:pt x="85" y="74"/>
                  </a:lnTo>
                  <a:lnTo>
                    <a:pt x="105" y="106"/>
                  </a:lnTo>
                  <a:lnTo>
                    <a:pt x="85" y="106"/>
                  </a:lnTo>
                  <a:lnTo>
                    <a:pt x="67" y="76"/>
                  </a:lnTo>
                  <a:lnTo>
                    <a:pt x="59" y="76"/>
                  </a:lnTo>
                  <a:lnTo>
                    <a:pt x="59" y="106"/>
                  </a:lnTo>
                  <a:lnTo>
                    <a:pt x="44" y="106"/>
                  </a:lnTo>
                  <a:lnTo>
                    <a:pt x="44" y="33"/>
                  </a:lnTo>
                  <a:close/>
                  <a:moveTo>
                    <a:pt x="71" y="17"/>
                  </a:moveTo>
                  <a:lnTo>
                    <a:pt x="51" y="21"/>
                  </a:lnTo>
                  <a:lnTo>
                    <a:pt x="36" y="31"/>
                  </a:lnTo>
                  <a:lnTo>
                    <a:pt x="24" y="49"/>
                  </a:lnTo>
                  <a:lnTo>
                    <a:pt x="20" y="70"/>
                  </a:lnTo>
                  <a:lnTo>
                    <a:pt x="24" y="92"/>
                  </a:lnTo>
                  <a:lnTo>
                    <a:pt x="36" y="108"/>
                  </a:lnTo>
                  <a:lnTo>
                    <a:pt x="51" y="120"/>
                  </a:lnTo>
                  <a:lnTo>
                    <a:pt x="71" y="124"/>
                  </a:lnTo>
                  <a:lnTo>
                    <a:pt x="71" y="124"/>
                  </a:lnTo>
                  <a:lnTo>
                    <a:pt x="91" y="120"/>
                  </a:lnTo>
                  <a:lnTo>
                    <a:pt x="109" y="108"/>
                  </a:lnTo>
                  <a:lnTo>
                    <a:pt x="118" y="92"/>
                  </a:lnTo>
                  <a:lnTo>
                    <a:pt x="122" y="70"/>
                  </a:lnTo>
                  <a:lnTo>
                    <a:pt x="118" y="49"/>
                  </a:lnTo>
                  <a:lnTo>
                    <a:pt x="109" y="31"/>
                  </a:lnTo>
                  <a:lnTo>
                    <a:pt x="91" y="21"/>
                  </a:lnTo>
                  <a:lnTo>
                    <a:pt x="71" y="17"/>
                  </a:lnTo>
                  <a:close/>
                  <a:moveTo>
                    <a:pt x="71" y="0"/>
                  </a:moveTo>
                  <a:lnTo>
                    <a:pt x="95" y="3"/>
                  </a:lnTo>
                  <a:lnTo>
                    <a:pt x="114" y="11"/>
                  </a:lnTo>
                  <a:lnTo>
                    <a:pt x="130" y="27"/>
                  </a:lnTo>
                  <a:lnTo>
                    <a:pt x="140" y="45"/>
                  </a:lnTo>
                  <a:lnTo>
                    <a:pt x="144" y="70"/>
                  </a:lnTo>
                  <a:lnTo>
                    <a:pt x="140" y="94"/>
                  </a:lnTo>
                  <a:lnTo>
                    <a:pt x="130" y="114"/>
                  </a:lnTo>
                  <a:lnTo>
                    <a:pt x="114" y="128"/>
                  </a:lnTo>
                  <a:lnTo>
                    <a:pt x="95" y="135"/>
                  </a:lnTo>
                  <a:lnTo>
                    <a:pt x="71" y="139"/>
                  </a:lnTo>
                  <a:lnTo>
                    <a:pt x="50" y="135"/>
                  </a:lnTo>
                  <a:lnTo>
                    <a:pt x="30" y="128"/>
                  </a:lnTo>
                  <a:lnTo>
                    <a:pt x="14" y="114"/>
                  </a:lnTo>
                  <a:lnTo>
                    <a:pt x="4" y="94"/>
                  </a:lnTo>
                  <a:lnTo>
                    <a:pt x="0" y="70"/>
                  </a:lnTo>
                  <a:lnTo>
                    <a:pt x="4" y="45"/>
                  </a:lnTo>
                  <a:lnTo>
                    <a:pt x="14" y="27"/>
                  </a:lnTo>
                  <a:lnTo>
                    <a:pt x="30" y="11"/>
                  </a:lnTo>
                  <a:lnTo>
                    <a:pt x="50" y="3"/>
                  </a:lnTo>
                  <a:lnTo>
                    <a:pt x="71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0"/>
            <p:cNvSpPr>
              <a:spLocks noEditPoints="1"/>
            </p:cNvSpPr>
            <p:nvPr/>
          </p:nvSpPr>
          <p:spPr bwMode="auto">
            <a:xfrm>
              <a:off x="10447338" y="3732213"/>
              <a:ext cx="3333750" cy="625475"/>
            </a:xfrm>
            <a:custGeom>
              <a:avLst/>
              <a:gdLst>
                <a:gd name="T0" fmla="*/ 2325 w 4200"/>
                <a:gd name="T1" fmla="*/ 618 h 788"/>
                <a:gd name="T2" fmla="*/ 2465 w 4200"/>
                <a:gd name="T3" fmla="*/ 616 h 788"/>
                <a:gd name="T4" fmla="*/ 2540 w 4200"/>
                <a:gd name="T5" fmla="*/ 597 h 788"/>
                <a:gd name="T6" fmla="*/ 2599 w 4200"/>
                <a:gd name="T7" fmla="*/ 555 h 788"/>
                <a:gd name="T8" fmla="*/ 2635 w 4200"/>
                <a:gd name="T9" fmla="*/ 488 h 788"/>
                <a:gd name="T10" fmla="*/ 2648 w 4200"/>
                <a:gd name="T11" fmla="*/ 396 h 788"/>
                <a:gd name="T12" fmla="*/ 2635 w 4200"/>
                <a:gd name="T13" fmla="*/ 301 h 788"/>
                <a:gd name="T14" fmla="*/ 2599 w 4200"/>
                <a:gd name="T15" fmla="*/ 236 h 788"/>
                <a:gd name="T16" fmla="*/ 2540 w 4200"/>
                <a:gd name="T17" fmla="*/ 193 h 788"/>
                <a:gd name="T18" fmla="*/ 2465 w 4200"/>
                <a:gd name="T19" fmla="*/ 173 h 788"/>
                <a:gd name="T20" fmla="*/ 2325 w 4200"/>
                <a:gd name="T21" fmla="*/ 171 h 788"/>
                <a:gd name="T22" fmla="*/ 3597 w 4200"/>
                <a:gd name="T23" fmla="*/ 512 h 788"/>
                <a:gd name="T24" fmla="*/ 3735 w 4200"/>
                <a:gd name="T25" fmla="*/ 143 h 788"/>
                <a:gd name="T26" fmla="*/ 4200 w 4200"/>
                <a:gd name="T27" fmla="*/ 786 h 788"/>
                <a:gd name="T28" fmla="*/ 3916 w 4200"/>
                <a:gd name="T29" fmla="*/ 648 h 788"/>
                <a:gd name="T30" fmla="*/ 3501 w 4200"/>
                <a:gd name="T31" fmla="*/ 786 h 788"/>
                <a:gd name="T32" fmla="*/ 3592 w 4200"/>
                <a:gd name="T33" fmla="*/ 0 h 788"/>
                <a:gd name="T34" fmla="*/ 2969 w 4200"/>
                <a:gd name="T35" fmla="*/ 0 h 788"/>
                <a:gd name="T36" fmla="*/ 3190 w 4200"/>
                <a:gd name="T37" fmla="*/ 788 h 788"/>
                <a:gd name="T38" fmla="*/ 2969 w 4200"/>
                <a:gd name="T39" fmla="*/ 0 h 788"/>
                <a:gd name="T40" fmla="*/ 2416 w 4200"/>
                <a:gd name="T41" fmla="*/ 0 h 788"/>
                <a:gd name="T42" fmla="*/ 2554 w 4200"/>
                <a:gd name="T43" fmla="*/ 7 h 788"/>
                <a:gd name="T44" fmla="*/ 2666 w 4200"/>
                <a:gd name="T45" fmla="*/ 33 h 788"/>
                <a:gd name="T46" fmla="*/ 2757 w 4200"/>
                <a:gd name="T47" fmla="*/ 90 h 788"/>
                <a:gd name="T48" fmla="*/ 2818 w 4200"/>
                <a:gd name="T49" fmla="*/ 173 h 788"/>
                <a:gd name="T50" fmla="*/ 2853 w 4200"/>
                <a:gd name="T51" fmla="*/ 277 h 788"/>
                <a:gd name="T52" fmla="*/ 2865 w 4200"/>
                <a:gd name="T53" fmla="*/ 402 h 788"/>
                <a:gd name="T54" fmla="*/ 2855 w 4200"/>
                <a:gd name="T55" fmla="*/ 518 h 788"/>
                <a:gd name="T56" fmla="*/ 2828 w 4200"/>
                <a:gd name="T57" fmla="*/ 614 h 788"/>
                <a:gd name="T58" fmla="*/ 2786 w 4200"/>
                <a:gd name="T59" fmla="*/ 683 h 788"/>
                <a:gd name="T60" fmla="*/ 2735 w 4200"/>
                <a:gd name="T61" fmla="*/ 731 h 788"/>
                <a:gd name="T62" fmla="*/ 2672 w 4200"/>
                <a:gd name="T63" fmla="*/ 762 h 788"/>
                <a:gd name="T64" fmla="*/ 2585 w 4200"/>
                <a:gd name="T65" fmla="*/ 780 h 788"/>
                <a:gd name="T66" fmla="*/ 2465 w 4200"/>
                <a:gd name="T67" fmla="*/ 788 h 788"/>
                <a:gd name="T68" fmla="*/ 2105 w 4200"/>
                <a:gd name="T69" fmla="*/ 0 h 788"/>
                <a:gd name="T70" fmla="*/ 1063 w 4200"/>
                <a:gd name="T71" fmla="*/ 0 h 788"/>
                <a:gd name="T72" fmla="*/ 1428 w 4200"/>
                <a:gd name="T73" fmla="*/ 0 h 788"/>
                <a:gd name="T74" fmla="*/ 1398 w 4200"/>
                <a:gd name="T75" fmla="*/ 788 h 788"/>
                <a:gd name="T76" fmla="*/ 825 w 4200"/>
                <a:gd name="T77" fmla="*/ 0 h 788"/>
                <a:gd name="T78" fmla="*/ 1969 w 4200"/>
                <a:gd name="T79" fmla="*/ 0 h 788"/>
                <a:gd name="T80" fmla="*/ 1747 w 4200"/>
                <a:gd name="T81" fmla="*/ 788 h 788"/>
                <a:gd name="T82" fmla="*/ 0 w 4200"/>
                <a:gd name="T83" fmla="*/ 0 h 788"/>
                <a:gd name="T84" fmla="*/ 441 w 4200"/>
                <a:gd name="T85" fmla="*/ 0 h 788"/>
                <a:gd name="T86" fmla="*/ 522 w 4200"/>
                <a:gd name="T87" fmla="*/ 7 h 788"/>
                <a:gd name="T88" fmla="*/ 599 w 4200"/>
                <a:gd name="T89" fmla="*/ 25 h 788"/>
                <a:gd name="T90" fmla="*/ 667 w 4200"/>
                <a:gd name="T91" fmla="*/ 59 h 788"/>
                <a:gd name="T92" fmla="*/ 725 w 4200"/>
                <a:gd name="T93" fmla="*/ 112 h 788"/>
                <a:gd name="T94" fmla="*/ 766 w 4200"/>
                <a:gd name="T95" fmla="*/ 187 h 788"/>
                <a:gd name="T96" fmla="*/ 788 w 4200"/>
                <a:gd name="T97" fmla="*/ 289 h 788"/>
                <a:gd name="T98" fmla="*/ 790 w 4200"/>
                <a:gd name="T99" fmla="*/ 788 h 788"/>
                <a:gd name="T100" fmla="*/ 573 w 4200"/>
                <a:gd name="T101" fmla="*/ 427 h 788"/>
                <a:gd name="T102" fmla="*/ 567 w 4200"/>
                <a:gd name="T103" fmla="*/ 317 h 788"/>
                <a:gd name="T104" fmla="*/ 543 w 4200"/>
                <a:gd name="T105" fmla="*/ 244 h 788"/>
                <a:gd name="T106" fmla="*/ 500 w 4200"/>
                <a:gd name="T107" fmla="*/ 201 h 788"/>
                <a:gd name="T108" fmla="*/ 439 w 4200"/>
                <a:gd name="T109" fmla="*/ 179 h 788"/>
                <a:gd name="T110" fmla="*/ 224 w 4200"/>
                <a:gd name="T111" fmla="*/ 175 h 788"/>
                <a:gd name="T112" fmla="*/ 0 w 4200"/>
                <a:gd name="T113" fmla="*/ 788 h 7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4200" h="788">
                  <a:moveTo>
                    <a:pt x="2325" y="171"/>
                  </a:moveTo>
                  <a:lnTo>
                    <a:pt x="2325" y="618"/>
                  </a:lnTo>
                  <a:lnTo>
                    <a:pt x="2420" y="618"/>
                  </a:lnTo>
                  <a:lnTo>
                    <a:pt x="2465" y="616"/>
                  </a:lnTo>
                  <a:lnTo>
                    <a:pt x="2505" y="608"/>
                  </a:lnTo>
                  <a:lnTo>
                    <a:pt x="2540" y="597"/>
                  </a:lnTo>
                  <a:lnTo>
                    <a:pt x="2572" y="579"/>
                  </a:lnTo>
                  <a:lnTo>
                    <a:pt x="2599" y="555"/>
                  </a:lnTo>
                  <a:lnTo>
                    <a:pt x="2619" y="526"/>
                  </a:lnTo>
                  <a:lnTo>
                    <a:pt x="2635" y="488"/>
                  </a:lnTo>
                  <a:lnTo>
                    <a:pt x="2644" y="445"/>
                  </a:lnTo>
                  <a:lnTo>
                    <a:pt x="2648" y="396"/>
                  </a:lnTo>
                  <a:lnTo>
                    <a:pt x="2644" y="344"/>
                  </a:lnTo>
                  <a:lnTo>
                    <a:pt x="2635" y="301"/>
                  </a:lnTo>
                  <a:lnTo>
                    <a:pt x="2619" y="266"/>
                  </a:lnTo>
                  <a:lnTo>
                    <a:pt x="2599" y="236"/>
                  </a:lnTo>
                  <a:lnTo>
                    <a:pt x="2572" y="212"/>
                  </a:lnTo>
                  <a:lnTo>
                    <a:pt x="2540" y="193"/>
                  </a:lnTo>
                  <a:lnTo>
                    <a:pt x="2505" y="181"/>
                  </a:lnTo>
                  <a:lnTo>
                    <a:pt x="2465" y="173"/>
                  </a:lnTo>
                  <a:lnTo>
                    <a:pt x="2420" y="171"/>
                  </a:lnTo>
                  <a:lnTo>
                    <a:pt x="2325" y="171"/>
                  </a:lnTo>
                  <a:close/>
                  <a:moveTo>
                    <a:pt x="3735" y="143"/>
                  </a:moveTo>
                  <a:lnTo>
                    <a:pt x="3597" y="512"/>
                  </a:lnTo>
                  <a:lnTo>
                    <a:pt x="3869" y="512"/>
                  </a:lnTo>
                  <a:lnTo>
                    <a:pt x="3735" y="143"/>
                  </a:lnTo>
                  <a:close/>
                  <a:moveTo>
                    <a:pt x="3887" y="0"/>
                  </a:moveTo>
                  <a:lnTo>
                    <a:pt x="4200" y="786"/>
                  </a:lnTo>
                  <a:lnTo>
                    <a:pt x="3962" y="786"/>
                  </a:lnTo>
                  <a:lnTo>
                    <a:pt x="3916" y="648"/>
                  </a:lnTo>
                  <a:lnTo>
                    <a:pt x="3548" y="648"/>
                  </a:lnTo>
                  <a:lnTo>
                    <a:pt x="3501" y="786"/>
                  </a:lnTo>
                  <a:lnTo>
                    <a:pt x="3280" y="786"/>
                  </a:lnTo>
                  <a:lnTo>
                    <a:pt x="3592" y="0"/>
                  </a:lnTo>
                  <a:lnTo>
                    <a:pt x="3887" y="0"/>
                  </a:lnTo>
                  <a:close/>
                  <a:moveTo>
                    <a:pt x="2969" y="0"/>
                  </a:moveTo>
                  <a:lnTo>
                    <a:pt x="3190" y="0"/>
                  </a:lnTo>
                  <a:lnTo>
                    <a:pt x="3190" y="788"/>
                  </a:lnTo>
                  <a:lnTo>
                    <a:pt x="2969" y="788"/>
                  </a:lnTo>
                  <a:lnTo>
                    <a:pt x="2969" y="0"/>
                  </a:lnTo>
                  <a:close/>
                  <a:moveTo>
                    <a:pt x="2105" y="0"/>
                  </a:moveTo>
                  <a:lnTo>
                    <a:pt x="2416" y="0"/>
                  </a:lnTo>
                  <a:lnTo>
                    <a:pt x="2489" y="2"/>
                  </a:lnTo>
                  <a:lnTo>
                    <a:pt x="2554" y="7"/>
                  </a:lnTo>
                  <a:lnTo>
                    <a:pt x="2613" y="17"/>
                  </a:lnTo>
                  <a:lnTo>
                    <a:pt x="2666" y="33"/>
                  </a:lnTo>
                  <a:lnTo>
                    <a:pt x="2713" y="57"/>
                  </a:lnTo>
                  <a:lnTo>
                    <a:pt x="2757" y="90"/>
                  </a:lnTo>
                  <a:lnTo>
                    <a:pt x="2794" y="132"/>
                  </a:lnTo>
                  <a:lnTo>
                    <a:pt x="2818" y="173"/>
                  </a:lnTo>
                  <a:lnTo>
                    <a:pt x="2839" y="222"/>
                  </a:lnTo>
                  <a:lnTo>
                    <a:pt x="2853" y="277"/>
                  </a:lnTo>
                  <a:lnTo>
                    <a:pt x="2863" y="337"/>
                  </a:lnTo>
                  <a:lnTo>
                    <a:pt x="2865" y="402"/>
                  </a:lnTo>
                  <a:lnTo>
                    <a:pt x="2863" y="461"/>
                  </a:lnTo>
                  <a:lnTo>
                    <a:pt x="2855" y="518"/>
                  </a:lnTo>
                  <a:lnTo>
                    <a:pt x="2843" y="569"/>
                  </a:lnTo>
                  <a:lnTo>
                    <a:pt x="2828" y="614"/>
                  </a:lnTo>
                  <a:lnTo>
                    <a:pt x="2810" y="654"/>
                  </a:lnTo>
                  <a:lnTo>
                    <a:pt x="2786" y="683"/>
                  </a:lnTo>
                  <a:lnTo>
                    <a:pt x="2761" y="709"/>
                  </a:lnTo>
                  <a:lnTo>
                    <a:pt x="2735" y="731"/>
                  </a:lnTo>
                  <a:lnTo>
                    <a:pt x="2705" y="748"/>
                  </a:lnTo>
                  <a:lnTo>
                    <a:pt x="2672" y="762"/>
                  </a:lnTo>
                  <a:lnTo>
                    <a:pt x="2633" y="772"/>
                  </a:lnTo>
                  <a:lnTo>
                    <a:pt x="2585" y="780"/>
                  </a:lnTo>
                  <a:lnTo>
                    <a:pt x="2530" y="786"/>
                  </a:lnTo>
                  <a:lnTo>
                    <a:pt x="2465" y="788"/>
                  </a:lnTo>
                  <a:lnTo>
                    <a:pt x="2105" y="788"/>
                  </a:lnTo>
                  <a:lnTo>
                    <a:pt x="2105" y="0"/>
                  </a:lnTo>
                  <a:close/>
                  <a:moveTo>
                    <a:pt x="825" y="0"/>
                  </a:moveTo>
                  <a:lnTo>
                    <a:pt x="1063" y="0"/>
                  </a:lnTo>
                  <a:lnTo>
                    <a:pt x="1240" y="624"/>
                  </a:lnTo>
                  <a:lnTo>
                    <a:pt x="1428" y="0"/>
                  </a:lnTo>
                  <a:lnTo>
                    <a:pt x="1654" y="0"/>
                  </a:lnTo>
                  <a:lnTo>
                    <a:pt x="1398" y="788"/>
                  </a:lnTo>
                  <a:lnTo>
                    <a:pt x="1077" y="788"/>
                  </a:lnTo>
                  <a:lnTo>
                    <a:pt x="825" y="0"/>
                  </a:lnTo>
                  <a:close/>
                  <a:moveTo>
                    <a:pt x="1747" y="0"/>
                  </a:moveTo>
                  <a:lnTo>
                    <a:pt x="1969" y="0"/>
                  </a:lnTo>
                  <a:lnTo>
                    <a:pt x="1969" y="788"/>
                  </a:lnTo>
                  <a:lnTo>
                    <a:pt x="1747" y="788"/>
                  </a:lnTo>
                  <a:lnTo>
                    <a:pt x="1747" y="0"/>
                  </a:lnTo>
                  <a:close/>
                  <a:moveTo>
                    <a:pt x="0" y="0"/>
                  </a:moveTo>
                  <a:lnTo>
                    <a:pt x="400" y="0"/>
                  </a:lnTo>
                  <a:lnTo>
                    <a:pt x="441" y="0"/>
                  </a:lnTo>
                  <a:lnTo>
                    <a:pt x="482" y="2"/>
                  </a:lnTo>
                  <a:lnTo>
                    <a:pt x="522" y="7"/>
                  </a:lnTo>
                  <a:lnTo>
                    <a:pt x="561" y="15"/>
                  </a:lnTo>
                  <a:lnTo>
                    <a:pt x="599" y="25"/>
                  </a:lnTo>
                  <a:lnTo>
                    <a:pt x="634" y="41"/>
                  </a:lnTo>
                  <a:lnTo>
                    <a:pt x="667" y="59"/>
                  </a:lnTo>
                  <a:lnTo>
                    <a:pt x="697" y="82"/>
                  </a:lnTo>
                  <a:lnTo>
                    <a:pt x="725" y="112"/>
                  </a:lnTo>
                  <a:lnTo>
                    <a:pt x="746" y="145"/>
                  </a:lnTo>
                  <a:lnTo>
                    <a:pt x="766" y="187"/>
                  </a:lnTo>
                  <a:lnTo>
                    <a:pt x="780" y="234"/>
                  </a:lnTo>
                  <a:lnTo>
                    <a:pt x="788" y="289"/>
                  </a:lnTo>
                  <a:lnTo>
                    <a:pt x="790" y="352"/>
                  </a:lnTo>
                  <a:lnTo>
                    <a:pt x="790" y="788"/>
                  </a:lnTo>
                  <a:lnTo>
                    <a:pt x="573" y="788"/>
                  </a:lnTo>
                  <a:lnTo>
                    <a:pt x="573" y="427"/>
                  </a:lnTo>
                  <a:lnTo>
                    <a:pt x="571" y="368"/>
                  </a:lnTo>
                  <a:lnTo>
                    <a:pt x="567" y="317"/>
                  </a:lnTo>
                  <a:lnTo>
                    <a:pt x="557" y="277"/>
                  </a:lnTo>
                  <a:lnTo>
                    <a:pt x="543" y="244"/>
                  </a:lnTo>
                  <a:lnTo>
                    <a:pt x="524" y="220"/>
                  </a:lnTo>
                  <a:lnTo>
                    <a:pt x="500" y="201"/>
                  </a:lnTo>
                  <a:lnTo>
                    <a:pt x="473" y="187"/>
                  </a:lnTo>
                  <a:lnTo>
                    <a:pt x="439" y="179"/>
                  </a:lnTo>
                  <a:lnTo>
                    <a:pt x="400" y="175"/>
                  </a:lnTo>
                  <a:lnTo>
                    <a:pt x="224" y="175"/>
                  </a:lnTo>
                  <a:lnTo>
                    <a:pt x="224" y="788"/>
                  </a:lnTo>
                  <a:lnTo>
                    <a:pt x="0" y="7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1"/>
            <p:cNvSpPr>
              <a:spLocks noEditPoints="1"/>
            </p:cNvSpPr>
            <p:nvPr/>
          </p:nvSpPr>
          <p:spPr bwMode="auto">
            <a:xfrm>
              <a:off x="8775700" y="3552825"/>
              <a:ext cx="1436688" cy="952500"/>
            </a:xfrm>
            <a:custGeom>
              <a:avLst/>
              <a:gdLst>
                <a:gd name="T0" fmla="*/ 638 w 1810"/>
                <a:gd name="T1" fmla="*/ 451 h 1200"/>
                <a:gd name="T2" fmla="*/ 516 w 1810"/>
                <a:gd name="T3" fmla="*/ 502 h 1200"/>
                <a:gd name="T4" fmla="*/ 469 w 1810"/>
                <a:gd name="T5" fmla="*/ 546 h 1200"/>
                <a:gd name="T6" fmla="*/ 496 w 1810"/>
                <a:gd name="T7" fmla="*/ 613 h 1200"/>
                <a:gd name="T8" fmla="*/ 595 w 1810"/>
                <a:gd name="T9" fmla="*/ 735 h 1200"/>
                <a:gd name="T10" fmla="*/ 614 w 1810"/>
                <a:gd name="T11" fmla="*/ 851 h 1200"/>
                <a:gd name="T12" fmla="*/ 439 w 1810"/>
                <a:gd name="T13" fmla="*/ 733 h 1200"/>
                <a:gd name="T14" fmla="*/ 349 w 1810"/>
                <a:gd name="T15" fmla="*/ 595 h 1200"/>
                <a:gd name="T16" fmla="*/ 323 w 1810"/>
                <a:gd name="T17" fmla="*/ 530 h 1200"/>
                <a:gd name="T18" fmla="*/ 372 w 1810"/>
                <a:gd name="T19" fmla="*/ 485 h 1200"/>
                <a:gd name="T20" fmla="*/ 516 w 1810"/>
                <a:gd name="T21" fmla="*/ 400 h 1200"/>
                <a:gd name="T22" fmla="*/ 707 w 1810"/>
                <a:gd name="T23" fmla="*/ 248 h 1200"/>
                <a:gd name="T24" fmla="*/ 933 w 1810"/>
                <a:gd name="T25" fmla="*/ 296 h 1200"/>
                <a:gd name="T26" fmla="*/ 1097 w 1810"/>
                <a:gd name="T27" fmla="*/ 400 h 1200"/>
                <a:gd name="T28" fmla="*/ 1185 w 1810"/>
                <a:gd name="T29" fmla="*/ 489 h 1200"/>
                <a:gd name="T30" fmla="*/ 1185 w 1810"/>
                <a:gd name="T31" fmla="*/ 518 h 1200"/>
                <a:gd name="T32" fmla="*/ 1097 w 1810"/>
                <a:gd name="T33" fmla="*/ 617 h 1200"/>
                <a:gd name="T34" fmla="*/ 947 w 1810"/>
                <a:gd name="T35" fmla="*/ 737 h 1200"/>
                <a:gd name="T36" fmla="*/ 762 w 1810"/>
                <a:gd name="T37" fmla="*/ 794 h 1200"/>
                <a:gd name="T38" fmla="*/ 715 w 1810"/>
                <a:gd name="T39" fmla="*/ 459 h 1200"/>
                <a:gd name="T40" fmla="*/ 817 w 1810"/>
                <a:gd name="T41" fmla="*/ 528 h 1200"/>
                <a:gd name="T42" fmla="*/ 1038 w 1810"/>
                <a:gd name="T43" fmla="*/ 502 h 1200"/>
                <a:gd name="T44" fmla="*/ 985 w 1810"/>
                <a:gd name="T45" fmla="*/ 451 h 1200"/>
                <a:gd name="T46" fmla="*/ 839 w 1810"/>
                <a:gd name="T47" fmla="*/ 370 h 1200"/>
                <a:gd name="T48" fmla="*/ 675 w 1810"/>
                <a:gd name="T49" fmla="*/ 250 h 1200"/>
                <a:gd name="T50" fmla="*/ 603 w 1810"/>
                <a:gd name="T51" fmla="*/ 260 h 1200"/>
                <a:gd name="T52" fmla="*/ 370 w 1810"/>
                <a:gd name="T53" fmla="*/ 349 h 1200"/>
                <a:gd name="T54" fmla="*/ 232 w 1810"/>
                <a:gd name="T55" fmla="*/ 461 h 1200"/>
                <a:gd name="T56" fmla="*/ 185 w 1810"/>
                <a:gd name="T57" fmla="*/ 516 h 1200"/>
                <a:gd name="T58" fmla="*/ 211 w 1810"/>
                <a:gd name="T59" fmla="*/ 581 h 1200"/>
                <a:gd name="T60" fmla="*/ 293 w 1810"/>
                <a:gd name="T61" fmla="*/ 723 h 1200"/>
                <a:gd name="T62" fmla="*/ 445 w 1810"/>
                <a:gd name="T63" fmla="*/ 877 h 1200"/>
                <a:gd name="T64" fmla="*/ 675 w 1810"/>
                <a:gd name="T65" fmla="*/ 966 h 1200"/>
                <a:gd name="T66" fmla="*/ 453 w 1810"/>
                <a:gd name="T67" fmla="*/ 1001 h 1200"/>
                <a:gd name="T68" fmla="*/ 232 w 1810"/>
                <a:gd name="T69" fmla="*/ 849 h 1200"/>
                <a:gd name="T70" fmla="*/ 89 w 1810"/>
                <a:gd name="T71" fmla="*/ 674 h 1200"/>
                <a:gd name="T72" fmla="*/ 16 w 1810"/>
                <a:gd name="T73" fmla="*/ 536 h 1200"/>
                <a:gd name="T74" fmla="*/ 4 w 1810"/>
                <a:gd name="T75" fmla="*/ 495 h 1200"/>
                <a:gd name="T76" fmla="*/ 85 w 1810"/>
                <a:gd name="T77" fmla="*/ 426 h 1200"/>
                <a:gd name="T78" fmla="*/ 250 w 1810"/>
                <a:gd name="T79" fmla="*/ 311 h 1200"/>
                <a:gd name="T80" fmla="*/ 478 w 1810"/>
                <a:gd name="T81" fmla="*/ 205 h 1200"/>
                <a:gd name="T82" fmla="*/ 675 w 1810"/>
                <a:gd name="T83" fmla="*/ 0 h 1200"/>
                <a:gd name="T84" fmla="*/ 675 w 1810"/>
                <a:gd name="T85" fmla="*/ 1058 h 1200"/>
                <a:gd name="T86" fmla="*/ 977 w 1810"/>
                <a:gd name="T87" fmla="*/ 1038 h 1200"/>
                <a:gd name="T88" fmla="*/ 1321 w 1810"/>
                <a:gd name="T89" fmla="*/ 946 h 1200"/>
                <a:gd name="T90" fmla="*/ 1619 w 1810"/>
                <a:gd name="T91" fmla="*/ 802 h 1200"/>
                <a:gd name="T92" fmla="*/ 1605 w 1810"/>
                <a:gd name="T93" fmla="*/ 717 h 1200"/>
                <a:gd name="T94" fmla="*/ 1485 w 1810"/>
                <a:gd name="T95" fmla="*/ 648 h 1200"/>
                <a:gd name="T96" fmla="*/ 1276 w 1810"/>
                <a:gd name="T97" fmla="*/ 788 h 1200"/>
                <a:gd name="T98" fmla="*/ 992 w 1810"/>
                <a:gd name="T99" fmla="*/ 932 h 1200"/>
                <a:gd name="T100" fmla="*/ 709 w 1810"/>
                <a:gd name="T101" fmla="*/ 969 h 1200"/>
                <a:gd name="T102" fmla="*/ 758 w 1810"/>
                <a:gd name="T103" fmla="*/ 873 h 1200"/>
                <a:gd name="T104" fmla="*/ 979 w 1810"/>
                <a:gd name="T105" fmla="*/ 820 h 1200"/>
                <a:gd name="T106" fmla="*/ 1172 w 1810"/>
                <a:gd name="T107" fmla="*/ 701 h 1200"/>
                <a:gd name="T108" fmla="*/ 1315 w 1810"/>
                <a:gd name="T109" fmla="*/ 577 h 1200"/>
                <a:gd name="T110" fmla="*/ 1384 w 1810"/>
                <a:gd name="T111" fmla="*/ 502 h 1200"/>
                <a:gd name="T112" fmla="*/ 1359 w 1810"/>
                <a:gd name="T113" fmla="*/ 465 h 1200"/>
                <a:gd name="T114" fmla="*/ 1242 w 1810"/>
                <a:gd name="T115" fmla="*/ 357 h 1200"/>
                <a:gd name="T116" fmla="*/ 1048 w 1810"/>
                <a:gd name="T117" fmla="*/ 233 h 1200"/>
                <a:gd name="T118" fmla="*/ 782 w 1810"/>
                <a:gd name="T119" fmla="*/ 162 h 1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810" h="1200">
                  <a:moveTo>
                    <a:pt x="675" y="359"/>
                  </a:moveTo>
                  <a:lnTo>
                    <a:pt x="675" y="451"/>
                  </a:lnTo>
                  <a:lnTo>
                    <a:pt x="675" y="451"/>
                  </a:lnTo>
                  <a:lnTo>
                    <a:pt x="638" y="451"/>
                  </a:lnTo>
                  <a:lnTo>
                    <a:pt x="603" y="459"/>
                  </a:lnTo>
                  <a:lnTo>
                    <a:pt x="571" y="471"/>
                  </a:lnTo>
                  <a:lnTo>
                    <a:pt x="542" y="485"/>
                  </a:lnTo>
                  <a:lnTo>
                    <a:pt x="516" y="502"/>
                  </a:lnTo>
                  <a:lnTo>
                    <a:pt x="496" y="518"/>
                  </a:lnTo>
                  <a:lnTo>
                    <a:pt x="482" y="532"/>
                  </a:lnTo>
                  <a:lnTo>
                    <a:pt x="473" y="542"/>
                  </a:lnTo>
                  <a:lnTo>
                    <a:pt x="469" y="546"/>
                  </a:lnTo>
                  <a:lnTo>
                    <a:pt x="471" y="552"/>
                  </a:lnTo>
                  <a:lnTo>
                    <a:pt x="477" y="566"/>
                  </a:lnTo>
                  <a:lnTo>
                    <a:pt x="484" y="587"/>
                  </a:lnTo>
                  <a:lnTo>
                    <a:pt x="496" y="613"/>
                  </a:lnTo>
                  <a:lnTo>
                    <a:pt x="514" y="644"/>
                  </a:lnTo>
                  <a:lnTo>
                    <a:pt x="536" y="676"/>
                  </a:lnTo>
                  <a:lnTo>
                    <a:pt x="561" y="707"/>
                  </a:lnTo>
                  <a:lnTo>
                    <a:pt x="595" y="735"/>
                  </a:lnTo>
                  <a:lnTo>
                    <a:pt x="632" y="761"/>
                  </a:lnTo>
                  <a:lnTo>
                    <a:pt x="675" y="780"/>
                  </a:lnTo>
                  <a:lnTo>
                    <a:pt x="675" y="865"/>
                  </a:lnTo>
                  <a:lnTo>
                    <a:pt x="614" y="851"/>
                  </a:lnTo>
                  <a:lnTo>
                    <a:pt x="561" y="828"/>
                  </a:lnTo>
                  <a:lnTo>
                    <a:pt x="514" y="800"/>
                  </a:lnTo>
                  <a:lnTo>
                    <a:pt x="473" y="768"/>
                  </a:lnTo>
                  <a:lnTo>
                    <a:pt x="439" y="733"/>
                  </a:lnTo>
                  <a:lnTo>
                    <a:pt x="408" y="698"/>
                  </a:lnTo>
                  <a:lnTo>
                    <a:pt x="384" y="660"/>
                  </a:lnTo>
                  <a:lnTo>
                    <a:pt x="364" y="627"/>
                  </a:lnTo>
                  <a:lnTo>
                    <a:pt x="349" y="595"/>
                  </a:lnTo>
                  <a:lnTo>
                    <a:pt x="337" y="569"/>
                  </a:lnTo>
                  <a:lnTo>
                    <a:pt x="329" y="548"/>
                  </a:lnTo>
                  <a:lnTo>
                    <a:pt x="325" y="534"/>
                  </a:lnTo>
                  <a:lnTo>
                    <a:pt x="323" y="530"/>
                  </a:lnTo>
                  <a:lnTo>
                    <a:pt x="325" y="526"/>
                  </a:lnTo>
                  <a:lnTo>
                    <a:pt x="335" y="516"/>
                  </a:lnTo>
                  <a:lnTo>
                    <a:pt x="350" y="502"/>
                  </a:lnTo>
                  <a:lnTo>
                    <a:pt x="372" y="485"/>
                  </a:lnTo>
                  <a:lnTo>
                    <a:pt x="400" y="463"/>
                  </a:lnTo>
                  <a:lnTo>
                    <a:pt x="433" y="441"/>
                  </a:lnTo>
                  <a:lnTo>
                    <a:pt x="473" y="420"/>
                  </a:lnTo>
                  <a:lnTo>
                    <a:pt x="516" y="400"/>
                  </a:lnTo>
                  <a:lnTo>
                    <a:pt x="565" y="382"/>
                  </a:lnTo>
                  <a:lnTo>
                    <a:pt x="618" y="368"/>
                  </a:lnTo>
                  <a:lnTo>
                    <a:pt x="675" y="359"/>
                  </a:lnTo>
                  <a:close/>
                  <a:moveTo>
                    <a:pt x="707" y="248"/>
                  </a:moveTo>
                  <a:lnTo>
                    <a:pt x="770" y="250"/>
                  </a:lnTo>
                  <a:lnTo>
                    <a:pt x="827" y="260"/>
                  </a:lnTo>
                  <a:lnTo>
                    <a:pt x="882" y="274"/>
                  </a:lnTo>
                  <a:lnTo>
                    <a:pt x="933" y="296"/>
                  </a:lnTo>
                  <a:lnTo>
                    <a:pt x="981" y="319"/>
                  </a:lnTo>
                  <a:lnTo>
                    <a:pt x="1024" y="345"/>
                  </a:lnTo>
                  <a:lnTo>
                    <a:pt x="1063" y="372"/>
                  </a:lnTo>
                  <a:lnTo>
                    <a:pt x="1097" y="400"/>
                  </a:lnTo>
                  <a:lnTo>
                    <a:pt x="1126" y="426"/>
                  </a:lnTo>
                  <a:lnTo>
                    <a:pt x="1152" y="451"/>
                  </a:lnTo>
                  <a:lnTo>
                    <a:pt x="1172" y="471"/>
                  </a:lnTo>
                  <a:lnTo>
                    <a:pt x="1185" y="489"/>
                  </a:lnTo>
                  <a:lnTo>
                    <a:pt x="1195" y="499"/>
                  </a:lnTo>
                  <a:lnTo>
                    <a:pt x="1197" y="502"/>
                  </a:lnTo>
                  <a:lnTo>
                    <a:pt x="1193" y="506"/>
                  </a:lnTo>
                  <a:lnTo>
                    <a:pt x="1185" y="518"/>
                  </a:lnTo>
                  <a:lnTo>
                    <a:pt x="1170" y="538"/>
                  </a:lnTo>
                  <a:lnTo>
                    <a:pt x="1150" y="562"/>
                  </a:lnTo>
                  <a:lnTo>
                    <a:pt x="1126" y="587"/>
                  </a:lnTo>
                  <a:lnTo>
                    <a:pt x="1097" y="617"/>
                  </a:lnTo>
                  <a:lnTo>
                    <a:pt x="1065" y="648"/>
                  </a:lnTo>
                  <a:lnTo>
                    <a:pt x="1028" y="680"/>
                  </a:lnTo>
                  <a:lnTo>
                    <a:pt x="988" y="709"/>
                  </a:lnTo>
                  <a:lnTo>
                    <a:pt x="947" y="737"/>
                  </a:lnTo>
                  <a:lnTo>
                    <a:pt x="904" y="761"/>
                  </a:lnTo>
                  <a:lnTo>
                    <a:pt x="859" y="778"/>
                  </a:lnTo>
                  <a:lnTo>
                    <a:pt x="811" y="790"/>
                  </a:lnTo>
                  <a:lnTo>
                    <a:pt x="762" y="794"/>
                  </a:lnTo>
                  <a:lnTo>
                    <a:pt x="717" y="790"/>
                  </a:lnTo>
                  <a:lnTo>
                    <a:pt x="675" y="780"/>
                  </a:lnTo>
                  <a:lnTo>
                    <a:pt x="675" y="451"/>
                  </a:lnTo>
                  <a:lnTo>
                    <a:pt x="715" y="459"/>
                  </a:lnTo>
                  <a:lnTo>
                    <a:pt x="746" y="469"/>
                  </a:lnTo>
                  <a:lnTo>
                    <a:pt x="774" y="485"/>
                  </a:lnTo>
                  <a:lnTo>
                    <a:pt x="796" y="504"/>
                  </a:lnTo>
                  <a:lnTo>
                    <a:pt x="817" y="528"/>
                  </a:lnTo>
                  <a:lnTo>
                    <a:pt x="837" y="558"/>
                  </a:lnTo>
                  <a:lnTo>
                    <a:pt x="859" y="591"/>
                  </a:lnTo>
                  <a:lnTo>
                    <a:pt x="882" y="633"/>
                  </a:lnTo>
                  <a:lnTo>
                    <a:pt x="1038" y="502"/>
                  </a:lnTo>
                  <a:lnTo>
                    <a:pt x="1034" y="499"/>
                  </a:lnTo>
                  <a:lnTo>
                    <a:pt x="1024" y="487"/>
                  </a:lnTo>
                  <a:lnTo>
                    <a:pt x="1008" y="471"/>
                  </a:lnTo>
                  <a:lnTo>
                    <a:pt x="985" y="451"/>
                  </a:lnTo>
                  <a:lnTo>
                    <a:pt x="957" y="430"/>
                  </a:lnTo>
                  <a:lnTo>
                    <a:pt x="924" y="406"/>
                  </a:lnTo>
                  <a:lnTo>
                    <a:pt x="884" y="386"/>
                  </a:lnTo>
                  <a:lnTo>
                    <a:pt x="839" y="370"/>
                  </a:lnTo>
                  <a:lnTo>
                    <a:pt x="790" y="359"/>
                  </a:lnTo>
                  <a:lnTo>
                    <a:pt x="734" y="355"/>
                  </a:lnTo>
                  <a:lnTo>
                    <a:pt x="675" y="359"/>
                  </a:lnTo>
                  <a:lnTo>
                    <a:pt x="675" y="250"/>
                  </a:lnTo>
                  <a:lnTo>
                    <a:pt x="707" y="248"/>
                  </a:lnTo>
                  <a:close/>
                  <a:moveTo>
                    <a:pt x="675" y="162"/>
                  </a:moveTo>
                  <a:lnTo>
                    <a:pt x="675" y="250"/>
                  </a:lnTo>
                  <a:lnTo>
                    <a:pt x="603" y="260"/>
                  </a:lnTo>
                  <a:lnTo>
                    <a:pt x="536" y="276"/>
                  </a:lnTo>
                  <a:lnTo>
                    <a:pt x="475" y="296"/>
                  </a:lnTo>
                  <a:lnTo>
                    <a:pt x="419" y="321"/>
                  </a:lnTo>
                  <a:lnTo>
                    <a:pt x="370" y="349"/>
                  </a:lnTo>
                  <a:lnTo>
                    <a:pt x="327" y="378"/>
                  </a:lnTo>
                  <a:lnTo>
                    <a:pt x="289" y="408"/>
                  </a:lnTo>
                  <a:lnTo>
                    <a:pt x="258" y="435"/>
                  </a:lnTo>
                  <a:lnTo>
                    <a:pt x="232" y="461"/>
                  </a:lnTo>
                  <a:lnTo>
                    <a:pt x="211" y="483"/>
                  </a:lnTo>
                  <a:lnTo>
                    <a:pt x="197" y="500"/>
                  </a:lnTo>
                  <a:lnTo>
                    <a:pt x="187" y="512"/>
                  </a:lnTo>
                  <a:lnTo>
                    <a:pt x="185" y="516"/>
                  </a:lnTo>
                  <a:lnTo>
                    <a:pt x="187" y="522"/>
                  </a:lnTo>
                  <a:lnTo>
                    <a:pt x="191" y="534"/>
                  </a:lnTo>
                  <a:lnTo>
                    <a:pt x="199" y="554"/>
                  </a:lnTo>
                  <a:lnTo>
                    <a:pt x="211" y="581"/>
                  </a:lnTo>
                  <a:lnTo>
                    <a:pt x="224" y="611"/>
                  </a:lnTo>
                  <a:lnTo>
                    <a:pt x="244" y="646"/>
                  </a:lnTo>
                  <a:lnTo>
                    <a:pt x="266" y="684"/>
                  </a:lnTo>
                  <a:lnTo>
                    <a:pt x="293" y="723"/>
                  </a:lnTo>
                  <a:lnTo>
                    <a:pt x="325" y="765"/>
                  </a:lnTo>
                  <a:lnTo>
                    <a:pt x="360" y="804"/>
                  </a:lnTo>
                  <a:lnTo>
                    <a:pt x="400" y="841"/>
                  </a:lnTo>
                  <a:lnTo>
                    <a:pt x="445" y="877"/>
                  </a:lnTo>
                  <a:lnTo>
                    <a:pt x="494" y="906"/>
                  </a:lnTo>
                  <a:lnTo>
                    <a:pt x="549" y="934"/>
                  </a:lnTo>
                  <a:lnTo>
                    <a:pt x="610" y="954"/>
                  </a:lnTo>
                  <a:lnTo>
                    <a:pt x="675" y="966"/>
                  </a:lnTo>
                  <a:lnTo>
                    <a:pt x="675" y="1058"/>
                  </a:lnTo>
                  <a:lnTo>
                    <a:pt x="595" y="1046"/>
                  </a:lnTo>
                  <a:lnTo>
                    <a:pt x="522" y="1027"/>
                  </a:lnTo>
                  <a:lnTo>
                    <a:pt x="453" y="1001"/>
                  </a:lnTo>
                  <a:lnTo>
                    <a:pt x="390" y="969"/>
                  </a:lnTo>
                  <a:lnTo>
                    <a:pt x="331" y="932"/>
                  </a:lnTo>
                  <a:lnTo>
                    <a:pt x="280" y="893"/>
                  </a:lnTo>
                  <a:lnTo>
                    <a:pt x="232" y="849"/>
                  </a:lnTo>
                  <a:lnTo>
                    <a:pt x="189" y="806"/>
                  </a:lnTo>
                  <a:lnTo>
                    <a:pt x="152" y="761"/>
                  </a:lnTo>
                  <a:lnTo>
                    <a:pt x="118" y="717"/>
                  </a:lnTo>
                  <a:lnTo>
                    <a:pt x="89" y="674"/>
                  </a:lnTo>
                  <a:lnTo>
                    <a:pt x="65" y="633"/>
                  </a:lnTo>
                  <a:lnTo>
                    <a:pt x="43" y="597"/>
                  </a:lnTo>
                  <a:lnTo>
                    <a:pt x="28" y="564"/>
                  </a:lnTo>
                  <a:lnTo>
                    <a:pt x="16" y="536"/>
                  </a:lnTo>
                  <a:lnTo>
                    <a:pt x="6" y="516"/>
                  </a:lnTo>
                  <a:lnTo>
                    <a:pt x="2" y="502"/>
                  </a:lnTo>
                  <a:lnTo>
                    <a:pt x="0" y="499"/>
                  </a:lnTo>
                  <a:lnTo>
                    <a:pt x="4" y="495"/>
                  </a:lnTo>
                  <a:lnTo>
                    <a:pt x="14" y="485"/>
                  </a:lnTo>
                  <a:lnTo>
                    <a:pt x="32" y="469"/>
                  </a:lnTo>
                  <a:lnTo>
                    <a:pt x="55" y="449"/>
                  </a:lnTo>
                  <a:lnTo>
                    <a:pt x="85" y="426"/>
                  </a:lnTo>
                  <a:lnTo>
                    <a:pt x="118" y="400"/>
                  </a:lnTo>
                  <a:lnTo>
                    <a:pt x="158" y="370"/>
                  </a:lnTo>
                  <a:lnTo>
                    <a:pt x="203" y="341"/>
                  </a:lnTo>
                  <a:lnTo>
                    <a:pt x="250" y="311"/>
                  </a:lnTo>
                  <a:lnTo>
                    <a:pt x="303" y="282"/>
                  </a:lnTo>
                  <a:lnTo>
                    <a:pt x="358" y="252"/>
                  </a:lnTo>
                  <a:lnTo>
                    <a:pt x="417" y="227"/>
                  </a:lnTo>
                  <a:lnTo>
                    <a:pt x="478" y="205"/>
                  </a:lnTo>
                  <a:lnTo>
                    <a:pt x="542" y="185"/>
                  </a:lnTo>
                  <a:lnTo>
                    <a:pt x="608" y="171"/>
                  </a:lnTo>
                  <a:lnTo>
                    <a:pt x="675" y="162"/>
                  </a:lnTo>
                  <a:close/>
                  <a:moveTo>
                    <a:pt x="675" y="0"/>
                  </a:moveTo>
                  <a:lnTo>
                    <a:pt x="1810" y="0"/>
                  </a:lnTo>
                  <a:lnTo>
                    <a:pt x="1810" y="1200"/>
                  </a:lnTo>
                  <a:lnTo>
                    <a:pt x="675" y="1200"/>
                  </a:lnTo>
                  <a:lnTo>
                    <a:pt x="675" y="1058"/>
                  </a:lnTo>
                  <a:lnTo>
                    <a:pt x="748" y="1062"/>
                  </a:lnTo>
                  <a:lnTo>
                    <a:pt x="819" y="1060"/>
                  </a:lnTo>
                  <a:lnTo>
                    <a:pt x="894" y="1052"/>
                  </a:lnTo>
                  <a:lnTo>
                    <a:pt x="977" y="1038"/>
                  </a:lnTo>
                  <a:lnTo>
                    <a:pt x="1061" y="1021"/>
                  </a:lnTo>
                  <a:lnTo>
                    <a:pt x="1148" y="1001"/>
                  </a:lnTo>
                  <a:lnTo>
                    <a:pt x="1235" y="975"/>
                  </a:lnTo>
                  <a:lnTo>
                    <a:pt x="1321" y="946"/>
                  </a:lnTo>
                  <a:lnTo>
                    <a:pt x="1404" y="914"/>
                  </a:lnTo>
                  <a:lnTo>
                    <a:pt x="1483" y="879"/>
                  </a:lnTo>
                  <a:lnTo>
                    <a:pt x="1554" y="841"/>
                  </a:lnTo>
                  <a:lnTo>
                    <a:pt x="1619" y="802"/>
                  </a:lnTo>
                  <a:lnTo>
                    <a:pt x="1674" y="763"/>
                  </a:lnTo>
                  <a:lnTo>
                    <a:pt x="1658" y="749"/>
                  </a:lnTo>
                  <a:lnTo>
                    <a:pt x="1634" y="733"/>
                  </a:lnTo>
                  <a:lnTo>
                    <a:pt x="1605" y="717"/>
                  </a:lnTo>
                  <a:lnTo>
                    <a:pt x="1573" y="700"/>
                  </a:lnTo>
                  <a:lnTo>
                    <a:pt x="1540" y="682"/>
                  </a:lnTo>
                  <a:lnTo>
                    <a:pt x="1510" y="664"/>
                  </a:lnTo>
                  <a:lnTo>
                    <a:pt x="1485" y="648"/>
                  </a:lnTo>
                  <a:lnTo>
                    <a:pt x="1467" y="636"/>
                  </a:lnTo>
                  <a:lnTo>
                    <a:pt x="1404" y="690"/>
                  </a:lnTo>
                  <a:lnTo>
                    <a:pt x="1341" y="741"/>
                  </a:lnTo>
                  <a:lnTo>
                    <a:pt x="1276" y="788"/>
                  </a:lnTo>
                  <a:lnTo>
                    <a:pt x="1209" y="832"/>
                  </a:lnTo>
                  <a:lnTo>
                    <a:pt x="1140" y="871"/>
                  </a:lnTo>
                  <a:lnTo>
                    <a:pt x="1067" y="904"/>
                  </a:lnTo>
                  <a:lnTo>
                    <a:pt x="992" y="932"/>
                  </a:lnTo>
                  <a:lnTo>
                    <a:pt x="914" y="954"/>
                  </a:lnTo>
                  <a:lnTo>
                    <a:pt x="831" y="966"/>
                  </a:lnTo>
                  <a:lnTo>
                    <a:pt x="744" y="969"/>
                  </a:lnTo>
                  <a:lnTo>
                    <a:pt x="709" y="969"/>
                  </a:lnTo>
                  <a:lnTo>
                    <a:pt x="675" y="966"/>
                  </a:lnTo>
                  <a:lnTo>
                    <a:pt x="675" y="865"/>
                  </a:lnTo>
                  <a:lnTo>
                    <a:pt x="715" y="871"/>
                  </a:lnTo>
                  <a:lnTo>
                    <a:pt x="758" y="873"/>
                  </a:lnTo>
                  <a:lnTo>
                    <a:pt x="815" y="869"/>
                  </a:lnTo>
                  <a:lnTo>
                    <a:pt x="870" y="859"/>
                  </a:lnTo>
                  <a:lnTo>
                    <a:pt x="925" y="841"/>
                  </a:lnTo>
                  <a:lnTo>
                    <a:pt x="979" y="820"/>
                  </a:lnTo>
                  <a:lnTo>
                    <a:pt x="1030" y="794"/>
                  </a:lnTo>
                  <a:lnTo>
                    <a:pt x="1079" y="767"/>
                  </a:lnTo>
                  <a:lnTo>
                    <a:pt x="1126" y="735"/>
                  </a:lnTo>
                  <a:lnTo>
                    <a:pt x="1172" y="701"/>
                  </a:lnTo>
                  <a:lnTo>
                    <a:pt x="1213" y="670"/>
                  </a:lnTo>
                  <a:lnTo>
                    <a:pt x="1250" y="636"/>
                  </a:lnTo>
                  <a:lnTo>
                    <a:pt x="1284" y="605"/>
                  </a:lnTo>
                  <a:lnTo>
                    <a:pt x="1315" y="577"/>
                  </a:lnTo>
                  <a:lnTo>
                    <a:pt x="1339" y="550"/>
                  </a:lnTo>
                  <a:lnTo>
                    <a:pt x="1361" y="530"/>
                  </a:lnTo>
                  <a:lnTo>
                    <a:pt x="1374" y="512"/>
                  </a:lnTo>
                  <a:lnTo>
                    <a:pt x="1384" y="502"/>
                  </a:lnTo>
                  <a:lnTo>
                    <a:pt x="1386" y="499"/>
                  </a:lnTo>
                  <a:lnTo>
                    <a:pt x="1384" y="495"/>
                  </a:lnTo>
                  <a:lnTo>
                    <a:pt x="1374" y="483"/>
                  </a:lnTo>
                  <a:lnTo>
                    <a:pt x="1359" y="465"/>
                  </a:lnTo>
                  <a:lnTo>
                    <a:pt x="1339" y="443"/>
                  </a:lnTo>
                  <a:lnTo>
                    <a:pt x="1311" y="418"/>
                  </a:lnTo>
                  <a:lnTo>
                    <a:pt x="1280" y="388"/>
                  </a:lnTo>
                  <a:lnTo>
                    <a:pt x="1242" y="357"/>
                  </a:lnTo>
                  <a:lnTo>
                    <a:pt x="1201" y="325"/>
                  </a:lnTo>
                  <a:lnTo>
                    <a:pt x="1154" y="292"/>
                  </a:lnTo>
                  <a:lnTo>
                    <a:pt x="1103" y="262"/>
                  </a:lnTo>
                  <a:lnTo>
                    <a:pt x="1048" y="233"/>
                  </a:lnTo>
                  <a:lnTo>
                    <a:pt x="987" y="207"/>
                  </a:lnTo>
                  <a:lnTo>
                    <a:pt x="924" y="187"/>
                  </a:lnTo>
                  <a:lnTo>
                    <a:pt x="855" y="171"/>
                  </a:lnTo>
                  <a:lnTo>
                    <a:pt x="782" y="162"/>
                  </a:lnTo>
                  <a:lnTo>
                    <a:pt x="707" y="160"/>
                  </a:lnTo>
                  <a:lnTo>
                    <a:pt x="675" y="162"/>
                  </a:lnTo>
                  <a:lnTo>
                    <a:pt x="675" y="0"/>
                  </a:lnTo>
                  <a:close/>
                </a:path>
              </a:pathLst>
            </a:custGeom>
            <a:solidFill>
              <a:srgbClr val="76B9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4671207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Trebuchet MS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Trebuchet MS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Trebuchet MS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Trebuchet MS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Trebuchet MS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409.1556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://imagenet.stanford.edu/synset?wnid=n03769722" TargetMode="External"/><Relationship Id="rId4" Type="http://schemas.openxmlformats.org/officeDocument/2006/relationships/hyperlink" Target="http://www.image-net.org/" TargetMode="Externa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nsorflow.org/tutorials/generative/deepdream" TargetMode="External"/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</a:t>
            </a:r>
            <a:r>
              <a:rPr lang="ko-KR" altLang="en-US" dirty="0"/>
              <a:t>사전 트레이닝된 모델 </a:t>
            </a:r>
            <a:r>
              <a:rPr lang="en-US" altLang="ko-KR" dirty="0"/>
              <a:t>= Pre-trained Model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02D639A-AF38-4D9A-897E-57859A70BDEB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82738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02D639A-AF38-4D9A-897E-57859A70BDEB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itchFamily="34" charset="0"/>
                <a:ea typeface="ＭＳ Ｐゴシック" pitchFamily="-16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itchFamily="34" charset="0"/>
              <a:ea typeface="ＭＳ Ｐゴシック" pitchFamily="-16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16001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02D639A-AF38-4D9A-897E-57859A70BDEB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itchFamily="34" charset="0"/>
                <a:ea typeface="ＭＳ Ｐゴシック" pitchFamily="-16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itchFamily="34" charset="0"/>
              <a:ea typeface="ＭＳ Ｐゴシック" pitchFamily="-16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08523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잠시 시간을 내어 지금까지 학습한 몇 가지 개념을 살펴보도록 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02D639A-AF38-4D9A-897E-57859A70BDEB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150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질문: 이러한 항목은 모두 무엇이며 어떤 역할을 합니까?</a:t>
            </a:r>
          </a:p>
          <a:p>
            <a:endParaRPr lang="en-US" dirty="0"/>
          </a:p>
          <a:p>
            <a:r>
              <a:rPr lang="en-US" dirty="0"/>
              <a:t>답변: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학습률은 그래디언트 하강법 도중에 변경하게 되는 매개변수의 양(가중치)입니다.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레이어 수는 뉴럴 네트워크의 깊이입니다.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뉴런 수는 뉴럴 네트워크 레이어의 너비입니다.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활성화 함수는 뉴런의 출력을 변환하는 데 사용됩니다.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latin typeface="Trebuchet MS"/>
              </a:rPr>
              <a:t>드롭아웃은 트레이닝 도중에 뉴런을 무작위로 꺼서 과적합을 방지합니다.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latin typeface="Trebuchet MS"/>
              </a:rPr>
              <a:t>데이터는 모델을 트레이닝하는 대상이 되는 예시입니다. 데이터가 정제되지 않았거나 충분히 다양하지 않은 경우 모델은 실제 상황을 일반화할 수 없습니다.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머신 러닝 모델을 설계하는 데에는 많은 노력이 요구됩니다!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2D639A-AF38-4D9A-897E-57859A70BDEB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2374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이러한</a:t>
            </a:r>
            <a:r>
              <a:rPr lang="en-US" dirty="0"/>
              <a:t> </a:t>
            </a:r>
            <a:r>
              <a:rPr lang="en-US" dirty="0" err="1"/>
              <a:t>노력을</a:t>
            </a:r>
            <a:r>
              <a:rPr lang="en-US" dirty="0"/>
              <a:t> </a:t>
            </a:r>
            <a:r>
              <a:rPr lang="en-US" dirty="0" err="1"/>
              <a:t>기울일</a:t>
            </a:r>
            <a:r>
              <a:rPr lang="en-US" dirty="0"/>
              <a:t> </a:t>
            </a:r>
            <a:r>
              <a:rPr lang="en-US" dirty="0" err="1"/>
              <a:t>필요가</a:t>
            </a:r>
            <a:r>
              <a:rPr lang="en-US" dirty="0"/>
              <a:t> </a:t>
            </a:r>
            <a:r>
              <a:rPr lang="en-US" dirty="0" err="1"/>
              <a:t>없다면</a:t>
            </a:r>
            <a:r>
              <a:rPr lang="en-US" dirty="0"/>
              <a:t> </a:t>
            </a:r>
            <a:r>
              <a:rPr lang="en-US" dirty="0" err="1"/>
              <a:t>좋지</a:t>
            </a:r>
            <a:r>
              <a:rPr lang="en-US" dirty="0"/>
              <a:t> </a:t>
            </a:r>
            <a:r>
              <a:rPr lang="en-US" dirty="0" err="1"/>
              <a:t>않을까요</a:t>
            </a:r>
            <a:r>
              <a:rPr lang="en-US" dirty="0"/>
              <a:t>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02D639A-AF38-4D9A-897E-57859A70BDEB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5641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Trebuchet MS"/>
              </a:rPr>
              <a:t>좋은 소식은 즉시 사용 가능한 모델을 내놓는 팀과 연구원의 수가 늘고 있다는 사실입니다. 즉시 사용 가능한 모델을 다운로드할 수 있는 NVIDIA의 GPU Cloud와 같은 웹사이트가 있을 뿐만 아니라, TensorFlow 및 PyTorch의 경우에는 TensorFlow Hub 또는 PyTorch Hub 웹사이트에서 모델의 URL이 주어진 경우 모델을 Python으로 로드할 수 있는 모듈이 프레임워크 내에 있습니다. Keras 자체는 모델이 이미 패키징된 상태로 제공됩니다.</a:t>
            </a:r>
          </a:p>
          <a:p>
            <a:endParaRPr lang="en-US"/>
          </a:p>
          <a:p>
            <a:r>
              <a:rPr lang="en-US"/>
              <a:t>더 좋은 소식이 있습니다. 이러한 모델이 전부 무료라는 것입니다!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2D639A-AF38-4D9A-897E-57859A70BDEB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5900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우리가</a:t>
            </a:r>
            <a:r>
              <a:rPr lang="en-US" dirty="0"/>
              <a:t> </a:t>
            </a:r>
            <a:r>
              <a:rPr lang="en-US" dirty="0" err="1"/>
              <a:t>실험하게</a:t>
            </a:r>
            <a:r>
              <a:rPr lang="en-US" dirty="0"/>
              <a:t> 될 </a:t>
            </a:r>
            <a:r>
              <a:rPr lang="en-US" dirty="0" err="1"/>
              <a:t>모델은</a:t>
            </a:r>
            <a:r>
              <a:rPr lang="en-US" dirty="0"/>
              <a:t> 'Very Deep Convolutional Networks for Large-Scale Image </a:t>
            </a:r>
            <a:r>
              <a:rPr lang="en-US" dirty="0" err="1"/>
              <a:t>Recognition'라는</a:t>
            </a:r>
            <a:r>
              <a:rPr lang="en-US" dirty="0"/>
              <a:t> </a:t>
            </a:r>
            <a:r>
              <a:rPr lang="en-US" dirty="0" err="1"/>
              <a:t>적절한</a:t>
            </a:r>
            <a:r>
              <a:rPr lang="en-US" dirty="0"/>
              <a:t> </a:t>
            </a:r>
            <a:r>
              <a:rPr lang="en-US" dirty="0" err="1"/>
              <a:t>제목의</a:t>
            </a:r>
            <a:r>
              <a:rPr lang="en-US" dirty="0"/>
              <a:t> </a:t>
            </a:r>
            <a:r>
              <a:rPr lang="en-US" dirty="0" err="1"/>
              <a:t>논문에서</a:t>
            </a:r>
            <a:r>
              <a:rPr lang="en-US" dirty="0"/>
              <a:t> </a:t>
            </a:r>
            <a:r>
              <a:rPr lang="en-US" dirty="0" err="1"/>
              <a:t>제시된</a:t>
            </a:r>
            <a:r>
              <a:rPr lang="en-US" dirty="0"/>
              <a:t> VGG16입니다. 이 </a:t>
            </a:r>
            <a:r>
              <a:rPr lang="en-US" dirty="0" err="1"/>
              <a:t>모델은</a:t>
            </a:r>
            <a:r>
              <a:rPr lang="en-US" dirty="0"/>
              <a:t> 2014 ImageNet </a:t>
            </a:r>
            <a:r>
              <a:rPr lang="en-US" dirty="0" err="1"/>
              <a:t>챌린지에서</a:t>
            </a:r>
            <a:r>
              <a:rPr lang="en-US" dirty="0"/>
              <a:t> </a:t>
            </a:r>
            <a:r>
              <a:rPr lang="en-US" dirty="0" err="1"/>
              <a:t>입상한</a:t>
            </a:r>
            <a:r>
              <a:rPr lang="en-US" dirty="0"/>
              <a:t> </a:t>
            </a:r>
            <a:r>
              <a:rPr lang="en-US" dirty="0" err="1"/>
              <a:t>아키텍처였습니다</a:t>
            </a:r>
            <a:r>
              <a:rPr lang="en-US" dirty="0"/>
              <a:t>. </a:t>
            </a:r>
            <a:r>
              <a:rPr lang="en-US" dirty="0" err="1"/>
              <a:t>ImageNet은</a:t>
            </a:r>
            <a:r>
              <a:rPr lang="en-US" dirty="0"/>
              <a:t> </a:t>
            </a:r>
            <a:r>
              <a:rPr lang="en-US" dirty="0" err="1"/>
              <a:t>동물</a:t>
            </a:r>
            <a:r>
              <a:rPr lang="en-US" dirty="0"/>
              <a:t>, </a:t>
            </a:r>
            <a:r>
              <a:rPr lang="en-US" dirty="0" err="1"/>
              <a:t>음식</a:t>
            </a:r>
            <a:r>
              <a:rPr lang="en-US" dirty="0"/>
              <a:t>, </a:t>
            </a:r>
            <a:r>
              <a:rPr lang="en-US" dirty="0" err="1"/>
              <a:t>나무</a:t>
            </a:r>
            <a:r>
              <a:rPr lang="en-US" dirty="0"/>
              <a:t>, </a:t>
            </a:r>
            <a:r>
              <a:rPr lang="en-US" dirty="0" err="1"/>
              <a:t>스포츠와</a:t>
            </a:r>
            <a:r>
              <a:rPr lang="en-US" dirty="0"/>
              <a:t> </a:t>
            </a:r>
            <a:r>
              <a:rPr lang="en-US" dirty="0" err="1"/>
              <a:t>사람을</a:t>
            </a:r>
            <a:r>
              <a:rPr lang="en-US" dirty="0"/>
              <a:t> </a:t>
            </a:r>
            <a:r>
              <a:rPr lang="en-US" dirty="0" err="1"/>
              <a:t>비롯한</a:t>
            </a:r>
            <a:r>
              <a:rPr lang="en-US" dirty="0"/>
              <a:t> </a:t>
            </a:r>
            <a:r>
              <a:rPr lang="en-US" dirty="0" err="1"/>
              <a:t>수천</a:t>
            </a:r>
            <a:r>
              <a:rPr lang="en-US" dirty="0"/>
              <a:t> </a:t>
            </a:r>
            <a:r>
              <a:rPr lang="en-US" dirty="0" err="1"/>
              <a:t>개의</a:t>
            </a:r>
            <a:r>
              <a:rPr lang="en-US" dirty="0"/>
              <a:t> </a:t>
            </a:r>
            <a:r>
              <a:rPr lang="en-US" dirty="0" err="1"/>
              <a:t>범주로</a:t>
            </a:r>
            <a:r>
              <a:rPr lang="en-US" dirty="0"/>
              <a:t> </a:t>
            </a:r>
            <a:r>
              <a:rPr lang="en-US" dirty="0" err="1"/>
              <a:t>분류된</a:t>
            </a:r>
            <a:r>
              <a:rPr lang="en-US" dirty="0"/>
              <a:t> </a:t>
            </a:r>
            <a:r>
              <a:rPr lang="en-US" dirty="0" err="1"/>
              <a:t>수백만</a:t>
            </a:r>
            <a:r>
              <a:rPr lang="en-US" dirty="0"/>
              <a:t> </a:t>
            </a:r>
            <a:r>
              <a:rPr lang="en-US" dirty="0" err="1"/>
              <a:t>장의</a:t>
            </a:r>
            <a:r>
              <a:rPr lang="en-US" dirty="0"/>
              <a:t> </a:t>
            </a:r>
            <a:r>
              <a:rPr lang="en-US" dirty="0" err="1"/>
              <a:t>사진으로</a:t>
            </a:r>
            <a:r>
              <a:rPr lang="en-US" dirty="0"/>
              <a:t> </a:t>
            </a:r>
            <a:r>
              <a:rPr lang="en-US" dirty="0" err="1"/>
              <a:t>이루어진</a:t>
            </a:r>
            <a:r>
              <a:rPr lang="en-US" dirty="0"/>
              <a:t> </a:t>
            </a:r>
            <a:r>
              <a:rPr lang="en-US" dirty="0" err="1"/>
              <a:t>데이터베이스입니다</a:t>
            </a:r>
            <a:r>
              <a:rPr lang="en-US" dirty="0"/>
              <a:t>. </a:t>
            </a:r>
            <a:r>
              <a:rPr lang="en-US" dirty="0" err="1"/>
              <a:t>최근에는</a:t>
            </a:r>
            <a:r>
              <a:rPr lang="en-US" dirty="0"/>
              <a:t> </a:t>
            </a:r>
            <a:r>
              <a:rPr lang="en-US" dirty="0" err="1"/>
              <a:t>이러한</a:t>
            </a:r>
            <a:r>
              <a:rPr lang="en-US" dirty="0"/>
              <a:t> </a:t>
            </a:r>
            <a:r>
              <a:rPr lang="en-US" dirty="0" err="1"/>
              <a:t>물체</a:t>
            </a:r>
            <a:r>
              <a:rPr lang="en-US" dirty="0"/>
              <a:t> </a:t>
            </a:r>
            <a:r>
              <a:rPr lang="en-US" dirty="0" err="1"/>
              <a:t>검출</a:t>
            </a:r>
            <a:r>
              <a:rPr lang="en-US" dirty="0"/>
              <a:t> </a:t>
            </a:r>
            <a:r>
              <a:rPr lang="en-US" dirty="0" err="1"/>
              <a:t>모델이</a:t>
            </a:r>
            <a:r>
              <a:rPr lang="en-US" dirty="0"/>
              <a:t> 95%가 </a:t>
            </a:r>
            <a:r>
              <a:rPr lang="en-US" dirty="0" err="1"/>
              <a:t>넘는</a:t>
            </a:r>
            <a:r>
              <a:rPr lang="en-US" dirty="0"/>
              <a:t> </a:t>
            </a:r>
            <a:r>
              <a:rPr lang="en-US" dirty="0" err="1"/>
              <a:t>정확도로</a:t>
            </a:r>
            <a:r>
              <a:rPr lang="en-US" dirty="0"/>
              <a:t> </a:t>
            </a:r>
            <a:r>
              <a:rPr lang="en-US" dirty="0" err="1"/>
              <a:t>인간의</a:t>
            </a:r>
            <a:r>
              <a:rPr lang="en-US" dirty="0"/>
              <a:t> </a:t>
            </a:r>
            <a:r>
              <a:rPr lang="en-US" dirty="0" err="1"/>
              <a:t>능력을</a:t>
            </a:r>
            <a:r>
              <a:rPr lang="en-US" dirty="0"/>
              <a:t> </a:t>
            </a:r>
            <a:r>
              <a:rPr lang="en-US" dirty="0" err="1"/>
              <a:t>능가하고</a:t>
            </a:r>
            <a:r>
              <a:rPr lang="en-US" dirty="0"/>
              <a:t> </a:t>
            </a:r>
            <a:r>
              <a:rPr lang="en-US" dirty="0" err="1"/>
              <a:t>있습니다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VGG16 </a:t>
            </a:r>
            <a:r>
              <a:rPr lang="en-US" dirty="0" err="1"/>
              <a:t>논문</a:t>
            </a:r>
            <a:r>
              <a:rPr lang="en-US" dirty="0"/>
              <a:t>: </a:t>
            </a:r>
            <a:r>
              <a:rPr lang="en-US" dirty="0">
                <a:hlinkClick r:id="rId3"/>
              </a:rPr>
              <a:t>https://arxiv.org/abs/1409.1556</a:t>
            </a:r>
            <a:endParaRPr lang="en-US" dirty="0"/>
          </a:p>
          <a:p>
            <a:r>
              <a:rPr lang="en-US" b="0" dirty="0"/>
              <a:t>ImageNet: </a:t>
            </a:r>
            <a:r>
              <a:rPr lang="en-US" dirty="0">
                <a:hlinkClick r:id="rId4"/>
              </a:rPr>
              <a:t>http://www.image-net.org/</a:t>
            </a:r>
            <a:endParaRPr lang="en-US" dirty="0"/>
          </a:p>
          <a:p>
            <a:r>
              <a:rPr lang="en-US" b="0" dirty="0"/>
              <a:t>ImageNet </a:t>
            </a:r>
            <a:r>
              <a:rPr lang="en-US" b="0" dirty="0" err="1"/>
              <a:t>트리</a:t>
            </a:r>
            <a:r>
              <a:rPr lang="en-US" b="0" dirty="0"/>
              <a:t> </a:t>
            </a:r>
            <a:r>
              <a:rPr lang="en-US" b="0" dirty="0" err="1"/>
              <a:t>바로</a:t>
            </a:r>
            <a:r>
              <a:rPr lang="en-US" b="0" dirty="0"/>
              <a:t> </a:t>
            </a:r>
            <a:r>
              <a:rPr lang="en-US" b="0" dirty="0" err="1"/>
              <a:t>이동</a:t>
            </a:r>
            <a:r>
              <a:rPr lang="en-US" b="0" dirty="0"/>
              <a:t>: </a:t>
            </a:r>
            <a:r>
              <a:rPr lang="en-US" dirty="0">
                <a:hlinkClick r:id="rId5"/>
              </a:rPr>
              <a:t>http://imagenet.stanford.edu/synset?wnid=n03769722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2D639A-AF38-4D9A-897E-57859A70BDEB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6602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</a:t>
            </a:r>
            <a:r>
              <a:rPr lang="en-US" dirty="0" err="1"/>
              <a:t>모델을</a:t>
            </a:r>
            <a:r>
              <a:rPr lang="en-US" dirty="0"/>
              <a:t> </a:t>
            </a:r>
            <a:r>
              <a:rPr lang="en-US" dirty="0" err="1"/>
              <a:t>어떻게</a:t>
            </a:r>
            <a:r>
              <a:rPr lang="en-US" dirty="0"/>
              <a:t> 더 잘 </a:t>
            </a:r>
            <a:r>
              <a:rPr lang="en-US" dirty="0" err="1"/>
              <a:t>활용하여</a:t>
            </a:r>
            <a:r>
              <a:rPr lang="en-US" dirty="0"/>
              <a:t> </a:t>
            </a:r>
            <a:r>
              <a:rPr lang="ko-KR" altLang="en-US" dirty="0"/>
              <a:t>강아지 분류기를 만들 수 있을까요</a:t>
            </a:r>
            <a:r>
              <a:rPr lang="en-US" altLang="ko-KR" dirty="0"/>
              <a:t>? (‘</a:t>
            </a:r>
            <a:r>
              <a:rPr lang="ko-KR" altLang="en-US" dirty="0"/>
              <a:t>강아지 </a:t>
            </a:r>
            <a:r>
              <a:rPr lang="en-US" altLang="ko-KR" dirty="0"/>
              <a:t>vs </a:t>
            </a:r>
            <a:r>
              <a:rPr lang="ko-KR" altLang="en-US" dirty="0"/>
              <a:t>그 외 모든 것</a:t>
            </a:r>
            <a:r>
              <a:rPr lang="en-US" altLang="ko-KR" dirty="0"/>
              <a:t>’</a:t>
            </a:r>
            <a:r>
              <a:rPr lang="ko-KR" altLang="en-US" dirty="0"/>
              <a:t>에 대한 이진분류</a:t>
            </a:r>
            <a:r>
              <a:rPr lang="en-US" altLang="ko-KR" dirty="0"/>
              <a:t>)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ImageNet에는</a:t>
            </a:r>
            <a:r>
              <a:rPr lang="en-US" dirty="0"/>
              <a:t> </a:t>
            </a:r>
            <a:r>
              <a:rPr lang="en-US" dirty="0" err="1"/>
              <a:t>동물의</a:t>
            </a:r>
            <a:r>
              <a:rPr lang="en-US" dirty="0"/>
              <a:t> </a:t>
            </a:r>
            <a:r>
              <a:rPr lang="en-US" dirty="0" err="1"/>
              <a:t>사진이</a:t>
            </a:r>
            <a:r>
              <a:rPr lang="en-US" dirty="0"/>
              <a:t> </a:t>
            </a:r>
            <a:r>
              <a:rPr lang="en-US" dirty="0" err="1"/>
              <a:t>많으므로</a:t>
            </a:r>
            <a:r>
              <a:rPr lang="en-US" dirty="0"/>
              <a:t> </a:t>
            </a:r>
            <a:r>
              <a:rPr lang="en-US" dirty="0" err="1"/>
              <a:t>이러한</a:t>
            </a:r>
            <a:r>
              <a:rPr lang="en-US" dirty="0"/>
              <a:t> </a:t>
            </a:r>
            <a:r>
              <a:rPr lang="en-US" dirty="0" err="1"/>
              <a:t>사진을</a:t>
            </a:r>
            <a:r>
              <a:rPr lang="en-US" dirty="0"/>
              <a:t> </a:t>
            </a:r>
            <a:r>
              <a:rPr lang="en-US" dirty="0" err="1"/>
              <a:t>사용하여</a:t>
            </a:r>
            <a:r>
              <a:rPr lang="en-US" dirty="0"/>
              <a:t> </a:t>
            </a:r>
            <a:r>
              <a:rPr lang="ko-KR" altLang="en-US" dirty="0"/>
              <a:t>강아지만을 </a:t>
            </a:r>
            <a:r>
              <a:rPr lang="en-US" dirty="0" err="1"/>
              <a:t>인식하고</a:t>
            </a:r>
            <a:r>
              <a:rPr lang="en-US" dirty="0"/>
              <a:t> </a:t>
            </a:r>
            <a:r>
              <a:rPr lang="en-US" dirty="0" err="1"/>
              <a:t>다른</a:t>
            </a:r>
            <a:r>
              <a:rPr lang="en-US" dirty="0"/>
              <a:t> </a:t>
            </a:r>
            <a:r>
              <a:rPr lang="en-US" dirty="0" err="1"/>
              <a:t>모든</a:t>
            </a:r>
            <a:r>
              <a:rPr lang="en-US" dirty="0"/>
              <a:t> </a:t>
            </a:r>
            <a:r>
              <a:rPr lang="en-US" dirty="0" err="1"/>
              <a:t>동물들</a:t>
            </a:r>
            <a:r>
              <a:rPr lang="ko-KR" altLang="en-US" dirty="0"/>
              <a:t>의 </a:t>
            </a:r>
            <a:r>
              <a:rPr lang="en-US" dirty="0" err="1"/>
              <a:t>출입을</a:t>
            </a:r>
            <a:r>
              <a:rPr lang="en-US" dirty="0"/>
              <a:t> </a:t>
            </a:r>
            <a:r>
              <a:rPr lang="en-US" dirty="0" err="1"/>
              <a:t>막겠습니다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2D639A-AF38-4D9A-897E-57859A70BDEB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669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>
                <a:latin typeface="Trebuchet MS"/>
              </a:rPr>
              <a:t>강아지 분류기를</a:t>
            </a:r>
            <a:r>
              <a:rPr lang="en-GB" dirty="0">
                <a:latin typeface="Trebuchet MS"/>
              </a:rPr>
              <a:t> </a:t>
            </a:r>
            <a:r>
              <a:rPr lang="en-GB" dirty="0" err="1">
                <a:latin typeface="Trebuchet MS"/>
              </a:rPr>
              <a:t>완성한</a:t>
            </a:r>
            <a:r>
              <a:rPr lang="en-GB" dirty="0">
                <a:latin typeface="Trebuchet MS"/>
              </a:rPr>
              <a:t> </a:t>
            </a:r>
            <a:r>
              <a:rPr lang="en-GB" dirty="0" err="1">
                <a:latin typeface="Trebuchet MS"/>
              </a:rPr>
              <a:t>후에는</a:t>
            </a:r>
            <a:r>
              <a:rPr lang="en-GB" dirty="0">
                <a:latin typeface="Trebuchet MS"/>
              </a:rPr>
              <a:t> </a:t>
            </a:r>
            <a:r>
              <a:rPr lang="en-GB" dirty="0" err="1">
                <a:latin typeface="Trebuchet MS"/>
              </a:rPr>
              <a:t>전이</a:t>
            </a:r>
            <a:r>
              <a:rPr lang="en-GB" dirty="0">
                <a:latin typeface="Trebuchet MS"/>
              </a:rPr>
              <a:t> </a:t>
            </a:r>
            <a:r>
              <a:rPr lang="en-GB" dirty="0" err="1">
                <a:latin typeface="Trebuchet MS"/>
              </a:rPr>
              <a:t>학습</a:t>
            </a:r>
            <a:r>
              <a:rPr lang="en-GB" dirty="0">
                <a:latin typeface="Trebuchet MS"/>
              </a:rPr>
              <a:t>(Transfer Learning)</a:t>
            </a:r>
            <a:r>
              <a:rPr lang="en-GB" dirty="0" err="1">
                <a:latin typeface="Trebuchet MS"/>
              </a:rPr>
              <a:t>이라는</a:t>
            </a:r>
            <a:r>
              <a:rPr lang="en-GB" dirty="0">
                <a:latin typeface="Trebuchet MS"/>
              </a:rPr>
              <a:t> </a:t>
            </a:r>
            <a:r>
              <a:rPr lang="en-GB" dirty="0" err="1">
                <a:latin typeface="Trebuchet MS"/>
              </a:rPr>
              <a:t>접근</a:t>
            </a:r>
            <a:r>
              <a:rPr lang="en-GB" dirty="0">
                <a:latin typeface="Trebuchet MS"/>
              </a:rPr>
              <a:t> </a:t>
            </a:r>
            <a:r>
              <a:rPr lang="en-GB" dirty="0" err="1">
                <a:latin typeface="Trebuchet MS"/>
              </a:rPr>
              <a:t>방식을</a:t>
            </a:r>
            <a:r>
              <a:rPr lang="en-GB" dirty="0">
                <a:latin typeface="Trebuchet MS"/>
              </a:rPr>
              <a:t> </a:t>
            </a:r>
            <a:r>
              <a:rPr lang="en-GB" dirty="0" err="1">
                <a:latin typeface="Trebuchet MS"/>
              </a:rPr>
              <a:t>사용하여</a:t>
            </a:r>
            <a:r>
              <a:rPr lang="en-GB" dirty="0">
                <a:latin typeface="Trebuchet MS"/>
              </a:rPr>
              <a:t> 또 </a:t>
            </a:r>
            <a:r>
              <a:rPr lang="en-GB" dirty="0" err="1">
                <a:latin typeface="Trebuchet MS"/>
              </a:rPr>
              <a:t>다른</a:t>
            </a:r>
            <a:r>
              <a:rPr lang="en-GB" dirty="0">
                <a:latin typeface="Trebuchet MS"/>
              </a:rPr>
              <a:t> </a:t>
            </a:r>
            <a:r>
              <a:rPr lang="en-GB" dirty="0" err="1">
                <a:latin typeface="Trebuchet MS"/>
              </a:rPr>
              <a:t>문제를</a:t>
            </a:r>
            <a:r>
              <a:rPr lang="en-GB" dirty="0">
                <a:latin typeface="Trebuchet MS"/>
              </a:rPr>
              <a:t> </a:t>
            </a:r>
            <a:r>
              <a:rPr lang="en-GB" dirty="0" err="1">
                <a:latin typeface="Trebuchet MS"/>
              </a:rPr>
              <a:t>처리해</a:t>
            </a:r>
            <a:r>
              <a:rPr lang="en-GB" dirty="0">
                <a:latin typeface="Trebuchet MS"/>
              </a:rPr>
              <a:t> </a:t>
            </a:r>
            <a:r>
              <a:rPr lang="en-GB" dirty="0" err="1">
                <a:latin typeface="Trebuchet MS"/>
              </a:rPr>
              <a:t>보겠습니다</a:t>
            </a:r>
            <a:r>
              <a:rPr lang="en-GB" dirty="0">
                <a:latin typeface="Trebuchet MS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02D639A-AF38-4D9A-897E-57859A70BDEB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3960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>
                <a:latin typeface="Trebuchet MS"/>
              </a:rPr>
              <a:t>좋은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소식이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있습니다</a:t>
            </a:r>
            <a:r>
              <a:rPr lang="en-US" dirty="0">
                <a:latin typeface="Trebuchet MS"/>
              </a:rPr>
              <a:t>! </a:t>
            </a:r>
            <a:r>
              <a:rPr lang="en-US" dirty="0" err="1">
                <a:latin typeface="Trebuchet MS"/>
              </a:rPr>
              <a:t>우리의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뛰어</a:t>
            </a:r>
            <a:r>
              <a:rPr lang="ko-KR" altLang="en-US" dirty="0">
                <a:latin typeface="Trebuchet MS"/>
              </a:rPr>
              <a:t>난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머신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러닝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능력을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알게</a:t>
            </a:r>
            <a:r>
              <a:rPr lang="en-US" dirty="0">
                <a:latin typeface="Trebuchet MS"/>
              </a:rPr>
              <a:t> 된 </a:t>
            </a:r>
            <a:r>
              <a:rPr lang="en-US" dirty="0" err="1">
                <a:latin typeface="Trebuchet MS"/>
              </a:rPr>
              <a:t>미국국토안전부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비밀수사국에서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백악관을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위한</a:t>
            </a:r>
            <a:r>
              <a:rPr lang="en-US" dirty="0">
                <a:latin typeface="Trebuchet MS"/>
              </a:rPr>
              <a:t> </a:t>
            </a:r>
            <a:r>
              <a:rPr lang="ko-KR" altLang="en-US" dirty="0">
                <a:latin typeface="Trebuchet MS"/>
              </a:rPr>
              <a:t>강아지 분류기를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제작해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달라고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의뢰했습니다</a:t>
            </a:r>
            <a:r>
              <a:rPr lang="en-US" dirty="0">
                <a:latin typeface="Trebuchet MS"/>
              </a:rPr>
              <a:t>. </a:t>
            </a:r>
            <a:r>
              <a:rPr lang="en-US" dirty="0" err="1">
                <a:latin typeface="Trebuchet MS"/>
              </a:rPr>
              <a:t>제작에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도움을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주기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위해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수사국에서는</a:t>
            </a:r>
            <a:r>
              <a:rPr lang="en-US" dirty="0">
                <a:latin typeface="Trebuchet MS"/>
              </a:rPr>
              <a:t> 2009년부터 2017년까지 </a:t>
            </a:r>
            <a:r>
              <a:rPr lang="en-US" dirty="0" err="1">
                <a:latin typeface="Trebuchet MS"/>
              </a:rPr>
              <a:t>미국의</a:t>
            </a:r>
            <a:r>
              <a:rPr lang="en-US" dirty="0">
                <a:latin typeface="Trebuchet MS"/>
              </a:rPr>
              <a:t> '</a:t>
            </a:r>
            <a:r>
              <a:rPr lang="en-US" dirty="0" err="1">
                <a:latin typeface="Trebuchet MS"/>
              </a:rPr>
              <a:t>퍼스트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독'이었던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포르투갈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워터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독인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Bo의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사진</a:t>
            </a:r>
            <a:r>
              <a:rPr lang="en-US" dirty="0">
                <a:latin typeface="Trebuchet MS"/>
              </a:rPr>
              <a:t> 몇 </a:t>
            </a:r>
            <a:r>
              <a:rPr lang="en-US" dirty="0" err="1">
                <a:latin typeface="Trebuchet MS"/>
              </a:rPr>
              <a:t>장을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제공했습니다</a:t>
            </a:r>
            <a:r>
              <a:rPr lang="en-US" dirty="0">
                <a:latin typeface="Trebuchet MS"/>
              </a:rPr>
              <a:t>.</a:t>
            </a:r>
          </a:p>
          <a:p>
            <a:endParaRPr lang="en-US" dirty="0"/>
          </a:p>
          <a:p>
            <a:r>
              <a:rPr lang="en-US" dirty="0" err="1"/>
              <a:t>우리는</a:t>
            </a:r>
            <a:r>
              <a:rPr lang="en-US" dirty="0"/>
              <a:t> 이 </a:t>
            </a:r>
            <a:r>
              <a:rPr lang="en-US" dirty="0" err="1"/>
              <a:t>문이</a:t>
            </a:r>
            <a:r>
              <a:rPr lang="en-US" dirty="0"/>
              <a:t> </a:t>
            </a:r>
            <a:r>
              <a:rPr lang="en-US" dirty="0" err="1"/>
              <a:t>백악관에</a:t>
            </a:r>
            <a:r>
              <a:rPr lang="en-US" dirty="0"/>
              <a:t> </a:t>
            </a:r>
            <a:r>
              <a:rPr lang="en-US" dirty="0" err="1"/>
              <a:t>몰래</a:t>
            </a:r>
            <a:r>
              <a:rPr lang="en-US" dirty="0"/>
              <a:t> </a:t>
            </a:r>
            <a:r>
              <a:rPr lang="en-US" dirty="0" err="1"/>
              <a:t>들어오려는</a:t>
            </a:r>
            <a:r>
              <a:rPr lang="en-US" dirty="0"/>
              <a:t> </a:t>
            </a:r>
            <a:r>
              <a:rPr lang="en-US" dirty="0" err="1"/>
              <a:t>다른</a:t>
            </a:r>
            <a:r>
              <a:rPr lang="en-US" dirty="0"/>
              <a:t> </a:t>
            </a:r>
            <a:r>
              <a:rPr lang="en-US" dirty="0" err="1"/>
              <a:t>개들이</a:t>
            </a:r>
            <a:r>
              <a:rPr lang="en-US" dirty="0"/>
              <a:t> </a:t>
            </a:r>
            <a:r>
              <a:rPr lang="en-US" dirty="0" err="1"/>
              <a:t>아닌</a:t>
            </a:r>
            <a:r>
              <a:rPr lang="en-US" dirty="0"/>
              <a:t> </a:t>
            </a:r>
            <a:r>
              <a:rPr lang="en-US" dirty="0" err="1"/>
              <a:t>Bo만</a:t>
            </a:r>
            <a:r>
              <a:rPr lang="en-US" dirty="0"/>
              <a:t> </a:t>
            </a:r>
            <a:r>
              <a:rPr lang="en-US" dirty="0" err="1"/>
              <a:t>인식하도록</a:t>
            </a:r>
            <a:r>
              <a:rPr lang="en-US" dirty="0"/>
              <a:t> </a:t>
            </a:r>
            <a:r>
              <a:rPr lang="en-US" dirty="0" err="1"/>
              <a:t>만들어야</a:t>
            </a:r>
            <a:r>
              <a:rPr lang="en-US" dirty="0"/>
              <a:t> </a:t>
            </a:r>
            <a:r>
              <a:rPr lang="en-US" dirty="0" err="1"/>
              <a:t>했습니다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2D639A-AF38-4D9A-897E-57859A70BDEB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7903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문제는</a:t>
            </a:r>
            <a:r>
              <a:rPr lang="en-US" dirty="0"/>
              <a:t> </a:t>
            </a:r>
            <a:r>
              <a:rPr lang="en-US" dirty="0" err="1"/>
              <a:t>일반적으로</a:t>
            </a:r>
            <a:r>
              <a:rPr lang="en-US" dirty="0"/>
              <a:t> </a:t>
            </a:r>
            <a:r>
              <a:rPr lang="en-US" dirty="0" err="1"/>
              <a:t>개만</a:t>
            </a:r>
            <a:r>
              <a:rPr lang="en-US" dirty="0"/>
              <a:t> </a:t>
            </a:r>
            <a:r>
              <a:rPr lang="en-US" dirty="0" err="1"/>
              <a:t>인식할</a:t>
            </a:r>
            <a:r>
              <a:rPr lang="en-US" dirty="0"/>
              <a:t> 수 </a:t>
            </a:r>
            <a:r>
              <a:rPr lang="en-US" dirty="0" err="1"/>
              <a:t>있는</a:t>
            </a:r>
            <a:r>
              <a:rPr lang="en-US" dirty="0"/>
              <a:t> </a:t>
            </a:r>
            <a:r>
              <a:rPr lang="en-US" dirty="0" err="1"/>
              <a:t>우리의</a:t>
            </a:r>
            <a:r>
              <a:rPr lang="en-US" dirty="0"/>
              <a:t> </a:t>
            </a:r>
            <a:r>
              <a:rPr lang="en-US" dirty="0" err="1"/>
              <a:t>사전</a:t>
            </a:r>
            <a:r>
              <a:rPr lang="en-US" dirty="0"/>
              <a:t> </a:t>
            </a:r>
            <a:r>
              <a:rPr lang="en-US" dirty="0" err="1"/>
              <a:t>트레이닝된</a:t>
            </a:r>
            <a:r>
              <a:rPr lang="en-US" dirty="0"/>
              <a:t> </a:t>
            </a:r>
            <a:r>
              <a:rPr lang="en-US" dirty="0" err="1"/>
              <a:t>모델을</a:t>
            </a:r>
            <a:r>
              <a:rPr lang="en-US" dirty="0"/>
              <a:t> </a:t>
            </a:r>
            <a:r>
              <a:rPr lang="en-US" dirty="0" err="1"/>
              <a:t>사용할</a:t>
            </a:r>
            <a:r>
              <a:rPr lang="en-US" dirty="0"/>
              <a:t> 수 </a:t>
            </a:r>
            <a:r>
              <a:rPr lang="en-US" dirty="0" err="1"/>
              <a:t>없다는</a:t>
            </a:r>
            <a:r>
              <a:rPr lang="en-US" dirty="0"/>
              <a:t> </a:t>
            </a:r>
            <a:r>
              <a:rPr lang="en-US" dirty="0" err="1"/>
              <a:t>것입니다</a:t>
            </a:r>
            <a:r>
              <a:rPr lang="en-US" dirty="0"/>
              <a:t>. VGG16은 </a:t>
            </a:r>
            <a:r>
              <a:rPr lang="en-US" dirty="0" err="1"/>
              <a:t>Bo와</a:t>
            </a:r>
            <a:r>
              <a:rPr lang="en-US" dirty="0"/>
              <a:t> </a:t>
            </a:r>
            <a:r>
              <a:rPr lang="en-US" dirty="0" err="1"/>
              <a:t>다른</a:t>
            </a:r>
            <a:r>
              <a:rPr lang="en-US" dirty="0"/>
              <a:t> </a:t>
            </a:r>
            <a:r>
              <a:rPr lang="en-US" dirty="0" err="1"/>
              <a:t>종류의</a:t>
            </a:r>
            <a:r>
              <a:rPr lang="en-US" dirty="0"/>
              <a:t> </a:t>
            </a:r>
            <a:r>
              <a:rPr lang="en-US" dirty="0" err="1"/>
              <a:t>개를</a:t>
            </a:r>
            <a:r>
              <a:rPr lang="en-US" dirty="0"/>
              <a:t> </a:t>
            </a:r>
            <a:r>
              <a:rPr lang="en-US" dirty="0" err="1"/>
              <a:t>구별할</a:t>
            </a:r>
            <a:r>
              <a:rPr lang="en-US" dirty="0"/>
              <a:t> 수 </a:t>
            </a:r>
            <a:r>
              <a:rPr lang="en-US" dirty="0" err="1"/>
              <a:t>없습니다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>
                <a:latin typeface="Trebuchet MS"/>
              </a:rPr>
              <a:t>하지만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이미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모델이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개가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무엇인지를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구별할</a:t>
            </a:r>
            <a:r>
              <a:rPr lang="en-US" dirty="0">
                <a:latin typeface="Trebuchet MS"/>
              </a:rPr>
              <a:t> 수 </a:t>
            </a:r>
            <a:r>
              <a:rPr lang="en-US" dirty="0" err="1">
                <a:latin typeface="Trebuchet MS"/>
              </a:rPr>
              <a:t>있다면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이를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시작점으로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이용하면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좋지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않을까요</a:t>
            </a:r>
            <a:r>
              <a:rPr lang="en-US" dirty="0">
                <a:latin typeface="Trebuchet MS"/>
              </a:rPr>
              <a:t>? </a:t>
            </a:r>
            <a:r>
              <a:rPr lang="en-US" dirty="0" err="1">
                <a:latin typeface="Trebuchet MS"/>
              </a:rPr>
              <a:t>알고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보니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가능한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일이었습니다</a:t>
            </a:r>
            <a:r>
              <a:rPr lang="en-US" dirty="0">
                <a:latin typeface="Trebuchet MS"/>
              </a:rPr>
              <a:t>! </a:t>
            </a:r>
            <a:r>
              <a:rPr lang="en-US" dirty="0" err="1">
                <a:latin typeface="Trebuchet MS"/>
              </a:rPr>
              <a:t>이를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위해</a:t>
            </a:r>
            <a:r>
              <a:rPr lang="en-US" dirty="0">
                <a:latin typeface="Trebuchet MS"/>
              </a:rPr>
              <a:t> </a:t>
            </a:r>
            <a:r>
              <a:rPr lang="ko-KR" altLang="en-US" dirty="0">
                <a:latin typeface="Trebuchet MS"/>
              </a:rPr>
              <a:t>뇌 구조의 변경을 시행하면 됩니다</a:t>
            </a:r>
            <a:r>
              <a:rPr lang="en-US" altLang="ko-KR" dirty="0">
                <a:latin typeface="Trebuchet MS"/>
              </a:rPr>
              <a:t>.</a:t>
            </a:r>
            <a:endParaRPr lang="en-US" dirty="0">
              <a:latin typeface="Trebuchet M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2D639A-AF38-4D9A-897E-57859A70BDEB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2844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>
                <a:latin typeface="Trebuchet MS"/>
              </a:rPr>
              <a:t>다행히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우리가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머신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러닝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모델에서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집도하려는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수술은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실제</a:t>
            </a:r>
            <a:r>
              <a:rPr lang="en-US" dirty="0">
                <a:latin typeface="Trebuchet MS"/>
              </a:rPr>
              <a:t> 뇌 </a:t>
            </a:r>
            <a:r>
              <a:rPr lang="ko-KR" altLang="en-US" dirty="0">
                <a:latin typeface="Trebuchet MS"/>
              </a:rPr>
              <a:t>구조 변경보다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훨씬</a:t>
            </a:r>
            <a:r>
              <a:rPr lang="en-US" dirty="0">
                <a:latin typeface="Trebuchet MS"/>
              </a:rPr>
              <a:t> </a:t>
            </a:r>
            <a:r>
              <a:rPr lang="ko-KR" altLang="en-US" dirty="0">
                <a:latin typeface="Trebuchet MS"/>
              </a:rPr>
              <a:t>간단합니다</a:t>
            </a:r>
            <a:r>
              <a:rPr lang="en-US" altLang="ko-KR" dirty="0">
                <a:latin typeface="Trebuchet MS"/>
              </a:rPr>
              <a:t>. </a:t>
            </a:r>
            <a:r>
              <a:rPr lang="en-US" dirty="0">
                <a:latin typeface="Trebuchet MS"/>
              </a:rPr>
              <a:t>즉, </a:t>
            </a:r>
            <a:r>
              <a:rPr lang="en-US" dirty="0" err="1">
                <a:latin typeface="Trebuchet MS"/>
              </a:rPr>
              <a:t>사전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트레이닝된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모델을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가져와서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끝을</a:t>
            </a:r>
            <a:r>
              <a:rPr lang="en-US" dirty="0">
                <a:latin typeface="Trebuchet MS"/>
              </a:rPr>
              <a:t> 자</a:t>
            </a:r>
            <a:r>
              <a:rPr lang="ko-KR" altLang="en-US" dirty="0">
                <a:latin typeface="Trebuchet MS"/>
              </a:rPr>
              <a:t>른 이후</a:t>
            </a:r>
            <a:r>
              <a:rPr lang="en-US" altLang="ko-KR" dirty="0">
                <a:latin typeface="Trebuchet MS"/>
              </a:rPr>
              <a:t>,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기존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모델의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상단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레이어들을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사용한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다음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하단에는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자체적인</a:t>
            </a:r>
            <a:r>
              <a:rPr lang="en-US" dirty="0">
                <a:latin typeface="Trebuchet MS"/>
              </a:rPr>
              <a:t> 새 </a:t>
            </a:r>
            <a:r>
              <a:rPr lang="en-US" dirty="0" err="1">
                <a:latin typeface="Trebuchet MS"/>
              </a:rPr>
              <a:t>레이어를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구성하</a:t>
            </a:r>
            <a:r>
              <a:rPr lang="ko-KR" altLang="en-US" dirty="0">
                <a:latin typeface="Trebuchet MS"/>
              </a:rPr>
              <a:t>는 과정으로 진행됩니다</a:t>
            </a:r>
            <a:r>
              <a:rPr lang="en-US" altLang="ko-KR" dirty="0">
                <a:latin typeface="Trebuchet MS"/>
              </a:rPr>
              <a:t>.</a:t>
            </a:r>
            <a:endParaRPr lang="en-US" dirty="0">
              <a:latin typeface="Trebuchet MS"/>
            </a:endParaRPr>
          </a:p>
          <a:p>
            <a:endParaRPr lang="en-US" dirty="0"/>
          </a:p>
          <a:p>
            <a:r>
              <a:rPr lang="en-US" dirty="0" err="1"/>
              <a:t>엄밀히</a:t>
            </a:r>
            <a:r>
              <a:rPr lang="en-US" dirty="0"/>
              <a:t> </a:t>
            </a:r>
            <a:r>
              <a:rPr lang="en-US" dirty="0" err="1"/>
              <a:t>말하면</a:t>
            </a:r>
            <a:r>
              <a:rPr lang="en-US" dirty="0"/>
              <a:t> </a:t>
            </a:r>
            <a:r>
              <a:rPr lang="en-US" dirty="0" err="1"/>
              <a:t>이러한</a:t>
            </a:r>
            <a:r>
              <a:rPr lang="en-US" dirty="0"/>
              <a:t> </a:t>
            </a:r>
            <a:r>
              <a:rPr lang="en-US" dirty="0" err="1"/>
              <a:t>레이어</a:t>
            </a:r>
            <a:r>
              <a:rPr lang="ko-KR" altLang="en-US" dirty="0"/>
              <a:t>의 구조 변경은 </a:t>
            </a:r>
            <a:r>
              <a:rPr lang="en-US" dirty="0" err="1"/>
              <a:t>원하는</a:t>
            </a:r>
            <a:r>
              <a:rPr lang="en-US" dirty="0"/>
              <a:t> </a:t>
            </a:r>
            <a:r>
              <a:rPr lang="en-US" dirty="0" err="1"/>
              <a:t>대로</a:t>
            </a:r>
            <a:r>
              <a:rPr lang="en-US" dirty="0"/>
              <a:t> </a:t>
            </a:r>
            <a:r>
              <a:rPr lang="en-US" dirty="0" err="1"/>
              <a:t>수정할</a:t>
            </a:r>
            <a:r>
              <a:rPr lang="en-US" dirty="0"/>
              <a:t> 수 </a:t>
            </a:r>
            <a:r>
              <a:rPr lang="en-US" dirty="0" err="1"/>
              <a:t>있지만</a:t>
            </a:r>
            <a:r>
              <a:rPr lang="en-US" dirty="0"/>
              <a:t> </a:t>
            </a:r>
            <a:r>
              <a:rPr lang="en-US" dirty="0" err="1"/>
              <a:t>기존</a:t>
            </a:r>
            <a:r>
              <a:rPr lang="en-US" dirty="0"/>
              <a:t> </a:t>
            </a:r>
            <a:r>
              <a:rPr lang="en-US" dirty="0" err="1"/>
              <a:t>모델의</a:t>
            </a:r>
            <a:r>
              <a:rPr lang="en-US" dirty="0"/>
              <a:t> </a:t>
            </a:r>
            <a:r>
              <a:rPr lang="en-US" dirty="0" err="1"/>
              <a:t>하단</a:t>
            </a:r>
            <a:r>
              <a:rPr lang="en-US" dirty="0"/>
              <a:t> </a:t>
            </a:r>
            <a:r>
              <a:rPr lang="en-US" dirty="0" err="1"/>
              <a:t>대신</a:t>
            </a:r>
            <a:r>
              <a:rPr lang="en-US" dirty="0"/>
              <a:t> </a:t>
            </a:r>
            <a:r>
              <a:rPr lang="en-US" dirty="0" err="1"/>
              <a:t>상단에</a:t>
            </a:r>
            <a:r>
              <a:rPr lang="en-US" dirty="0"/>
              <a:t> </a:t>
            </a:r>
            <a:r>
              <a:rPr lang="en-US" dirty="0" err="1"/>
              <a:t>사용해야</a:t>
            </a:r>
            <a:r>
              <a:rPr lang="en-US" dirty="0"/>
              <a:t> </a:t>
            </a:r>
            <a:r>
              <a:rPr lang="en-US" dirty="0" err="1"/>
              <a:t>하는</a:t>
            </a:r>
            <a:r>
              <a:rPr lang="en-US" dirty="0"/>
              <a:t> </a:t>
            </a:r>
            <a:r>
              <a:rPr lang="en-US" dirty="0" err="1"/>
              <a:t>실질적인</a:t>
            </a:r>
            <a:r>
              <a:rPr lang="en-US" dirty="0"/>
              <a:t> </a:t>
            </a:r>
            <a:r>
              <a:rPr lang="en-US" dirty="0" err="1"/>
              <a:t>이유가</a:t>
            </a:r>
            <a:r>
              <a:rPr lang="en-US" dirty="0"/>
              <a:t> </a:t>
            </a:r>
            <a:r>
              <a:rPr lang="en-US" dirty="0" err="1"/>
              <a:t>있습니다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2D639A-AF38-4D9A-897E-57859A70BDEB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4142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>
                <a:latin typeface="Trebuchet MS"/>
              </a:rPr>
              <a:t>모델의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시작에서</a:t>
            </a:r>
            <a:r>
              <a:rPr lang="en-US" dirty="0">
                <a:latin typeface="Trebuchet MS"/>
              </a:rPr>
              <a:t> 끝(이 </a:t>
            </a:r>
            <a:r>
              <a:rPr lang="ko-KR" altLang="en-US" dirty="0">
                <a:latin typeface="Trebuchet MS"/>
              </a:rPr>
              <a:t>그림에서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왼쪽에서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오른쪽</a:t>
            </a:r>
            <a:r>
              <a:rPr lang="en-US" dirty="0">
                <a:latin typeface="Trebuchet MS"/>
              </a:rPr>
              <a:t>)</a:t>
            </a:r>
            <a:r>
              <a:rPr lang="en-US" dirty="0" err="1">
                <a:latin typeface="Trebuchet MS"/>
              </a:rPr>
              <a:t>으로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이동하는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과정에서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모델은</a:t>
            </a:r>
            <a:r>
              <a:rPr lang="en-US" dirty="0">
                <a:latin typeface="Trebuchet MS"/>
              </a:rPr>
              <a:t> 더 </a:t>
            </a:r>
            <a:r>
              <a:rPr lang="en-US" dirty="0" err="1">
                <a:latin typeface="Trebuchet MS"/>
              </a:rPr>
              <a:t>일반적인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모습에서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훨씬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구체적인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모습으로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전환됩니다</a:t>
            </a:r>
            <a:r>
              <a:rPr lang="en-US" dirty="0">
                <a:latin typeface="Trebuchet MS"/>
              </a:rPr>
              <a:t>. </a:t>
            </a:r>
            <a:r>
              <a:rPr lang="en-US" dirty="0" err="1">
                <a:latin typeface="Trebuchet MS"/>
              </a:rPr>
              <a:t>합성곱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모델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상단에서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엣지를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가져오고</a:t>
            </a:r>
            <a:r>
              <a:rPr lang="en-US" dirty="0">
                <a:latin typeface="Trebuchet MS"/>
              </a:rPr>
              <a:t> 각 </a:t>
            </a:r>
            <a:r>
              <a:rPr lang="en-US" dirty="0" err="1">
                <a:latin typeface="Trebuchet MS"/>
              </a:rPr>
              <a:t>레이어가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이전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레이어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위에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구성되어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훨씬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복잡한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모양을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만드는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과정에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대해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얘기했던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것을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기억하시나요</a:t>
            </a:r>
            <a:r>
              <a:rPr lang="en-US" dirty="0">
                <a:latin typeface="Trebuchet MS"/>
              </a:rPr>
              <a:t>?</a:t>
            </a:r>
          </a:p>
          <a:p>
            <a:endParaRPr lang="en-US" dirty="0"/>
          </a:p>
          <a:p>
            <a:r>
              <a:rPr lang="en-US" dirty="0" err="1">
                <a:latin typeface="Trebuchet MS"/>
              </a:rPr>
              <a:t>모델에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레이어가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많을수록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이러한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모양은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모델이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트레이닝되는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데이터에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따라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더욱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전문화됩니다</a:t>
            </a:r>
            <a:r>
              <a:rPr lang="en-US" dirty="0">
                <a:latin typeface="Trebuchet MS"/>
              </a:rPr>
              <a:t>. </a:t>
            </a:r>
            <a:r>
              <a:rPr lang="en-US" dirty="0" err="1">
                <a:latin typeface="Trebuchet MS"/>
              </a:rPr>
              <a:t>이러한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초기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패턴은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일반화하기에</a:t>
            </a:r>
            <a:r>
              <a:rPr lang="en-US" dirty="0">
                <a:latin typeface="Trebuchet MS"/>
              </a:rPr>
              <a:t> 더 </a:t>
            </a:r>
            <a:r>
              <a:rPr lang="en-US" dirty="0" err="1">
                <a:latin typeface="Trebuchet MS"/>
              </a:rPr>
              <a:t>용이합니다</a:t>
            </a:r>
            <a:r>
              <a:rPr lang="en-US" dirty="0">
                <a:latin typeface="Trebuchet MS"/>
              </a:rPr>
              <a:t>. </a:t>
            </a:r>
            <a:r>
              <a:rPr lang="en-US" dirty="0" err="1">
                <a:latin typeface="Trebuchet MS"/>
              </a:rPr>
              <a:t>따라서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전이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학습에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있어서는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초기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레이어에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있는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빌딩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블록을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복사하는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것이</a:t>
            </a:r>
            <a:r>
              <a:rPr lang="en-US" dirty="0">
                <a:latin typeface="Trebuchet MS"/>
              </a:rPr>
              <a:t> 더 </a:t>
            </a:r>
            <a:r>
              <a:rPr lang="en-US" dirty="0" err="1">
                <a:latin typeface="Trebuchet MS"/>
              </a:rPr>
              <a:t>유용한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경향이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있습니다</a:t>
            </a:r>
            <a:r>
              <a:rPr lang="en-US" dirty="0">
                <a:latin typeface="Trebuchet MS"/>
              </a:rPr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2D639A-AF38-4D9A-897E-57859A70BDEB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9063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고려해야 할 또 다른 사항은 구성의 토대가 되는 기존 모델의 </a:t>
            </a:r>
            <a:r>
              <a:rPr lang="en-US" dirty="0" err="1"/>
              <a:t>가중치를</a:t>
            </a:r>
            <a:r>
              <a:rPr lang="en-US" dirty="0"/>
              <a:t> </a:t>
            </a:r>
            <a:r>
              <a:rPr lang="en-US" dirty="0" err="1"/>
              <a:t>동결</a:t>
            </a:r>
            <a:r>
              <a:rPr lang="en-US" dirty="0"/>
              <a:t>(Freeze)</a:t>
            </a:r>
            <a:r>
              <a:rPr lang="en-US" dirty="0" err="1"/>
              <a:t>할지</a:t>
            </a:r>
            <a:r>
              <a:rPr lang="en-US" dirty="0"/>
              <a:t> 여부입니다. 동결은 트레이닝 도중에 가중치가 업데이트되지 않도록 하거나 트레이닝이 불가능하게 만듭니다.</a:t>
            </a:r>
          </a:p>
          <a:p>
            <a:endParaRPr lang="en-US" dirty="0"/>
          </a:p>
          <a:p>
            <a:r>
              <a:rPr lang="en-US" dirty="0"/>
              <a:t>기존 모델의 가중치를 트레이닝 가능하게 만들면 유입되는 새 데이터세트에 대해 새 모델을 전문화하는 데 도움이 될 수 있지만 주의가 필요합니다! 기존 모델이 VGG16 모델처럼 크고 새 데이터세트가 너무 작은 경우에는 많은 수의 </a:t>
            </a:r>
            <a:r>
              <a:rPr lang="en-US" dirty="0" err="1"/>
              <a:t>가중치가</a:t>
            </a:r>
            <a:r>
              <a:rPr lang="en-US" dirty="0"/>
              <a:t> </a:t>
            </a:r>
            <a:r>
              <a:rPr lang="en-US" dirty="0" err="1"/>
              <a:t>과적합</a:t>
            </a:r>
            <a:r>
              <a:rPr lang="en-US" dirty="0"/>
              <a:t>(Overfitting)을 초래하기 쉽습니다.</a:t>
            </a:r>
          </a:p>
          <a:p>
            <a:endParaRPr lang="en-US" dirty="0"/>
          </a:p>
          <a:p>
            <a:r>
              <a:rPr lang="en-US" dirty="0">
                <a:latin typeface="Trebuchet MS"/>
              </a:rPr>
              <a:t>이 시점에서 데이터 편향에 대해서도 얘기해 보면 좋을 것 같습니다. 데이터 편향은 데이터의 하위 세트가 과다 표현되는 경우에 해당합니다. 예를 들어 모델이 자동차의 제조업체를 파악하도록 만드는 경우에 데이터세트의 자동차가 대부분 트럭이라면 모델이 밴, 스포츠카와 세단을 식별하는 데 어려움을 겪게 됩니다. 데이터세트에 편향이 있으면 결과적인 모델에 그렇게 되는 것입니다. 이는 인공 지능의 윤리적 사용에 대한 논의에서 자주 언급된 주제입니다. 모델이 한 민족 집단에 대해서만 트레이닝된 경우에는 과소 표현된 집단에서는 일부 황당한 예측을 내놓을 수 있습니다.</a:t>
            </a:r>
          </a:p>
          <a:p>
            <a:endParaRPr lang="en-US" dirty="0">
              <a:latin typeface="Trebuchet MS"/>
            </a:endParaRPr>
          </a:p>
          <a:p>
            <a:r>
              <a:rPr lang="en-US" dirty="0">
                <a:latin typeface="Trebuchet MS"/>
              </a:rPr>
              <a:t>전이 학습을 사용할 때 이러한 부분에 대해 생각해봐야 하는 이유는 새 모델이 기존 모델의 편향을 가져올 수 있기 때문입니다.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2D639A-AF38-4D9A-897E-57859A70BDEB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7775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마지막으로, 전이 </a:t>
            </a:r>
            <a:r>
              <a:rPr lang="en-US" dirty="0" err="1"/>
              <a:t>학습은</a:t>
            </a:r>
            <a:r>
              <a:rPr lang="en-US" dirty="0"/>
              <a:t> </a:t>
            </a:r>
            <a:r>
              <a:rPr lang="en-US" dirty="0" err="1"/>
              <a:t>드리밍</a:t>
            </a:r>
            <a:r>
              <a:rPr lang="en-US" dirty="0"/>
              <a:t>(Dreaming)</a:t>
            </a:r>
            <a:r>
              <a:rPr lang="ko-KR" altLang="en-US" dirty="0"/>
              <a:t>이</a:t>
            </a:r>
            <a:r>
              <a:rPr lang="en-US" dirty="0"/>
              <a:t>란 걸 할 수 있는 아주 좋은 기회입니다. 드리밍에 대해서는 처음에 CNN을 살펴봤을 때 잠깐 언급했던 적이 있습니다. 드리밍은 뉴럴 네트워크의 레이어를 통해 이미지를 공급하는 방식으로 이루어지지만, 그래디언트 하강법을 수행하는 대신 그래디언트 상승법을 통해 손실을 극대화하게 됩니다. 목표는 모델이 이미지에서 보는 패턴을 과장하는 것입니다.</a:t>
            </a:r>
          </a:p>
          <a:p>
            <a:endParaRPr lang="en-US" dirty="0"/>
          </a:p>
          <a:p>
            <a:r>
              <a:rPr lang="en-US" dirty="0" err="1"/>
              <a:t>여기서는</a:t>
            </a:r>
            <a:r>
              <a:rPr lang="en-US" dirty="0"/>
              <a:t> </a:t>
            </a:r>
            <a:r>
              <a:rPr lang="en-US" dirty="0" err="1"/>
              <a:t>Bo가</a:t>
            </a:r>
            <a:r>
              <a:rPr lang="en-US" dirty="0"/>
              <a:t> InceptionV3 모델에서 처음 세 개의 </a:t>
            </a:r>
            <a:r>
              <a:rPr lang="en-US" dirty="0" err="1"/>
              <a:t>합성곱</a:t>
            </a:r>
            <a:r>
              <a:rPr lang="en-US" dirty="0"/>
              <a:t> </a:t>
            </a:r>
            <a:r>
              <a:rPr lang="en-US" dirty="0" err="1"/>
              <a:t>레이어</a:t>
            </a:r>
            <a:r>
              <a:rPr lang="ko-KR" altLang="en-US" dirty="0"/>
              <a:t>의 </a:t>
            </a:r>
            <a:r>
              <a:rPr lang="en-US" altLang="ko-KR" dirty="0"/>
              <a:t>Input</a:t>
            </a:r>
            <a:r>
              <a:rPr lang="ko-KR" altLang="en-US" dirty="0"/>
              <a:t>으로 사용되었고</a:t>
            </a:r>
            <a:r>
              <a:rPr lang="en-US" dirty="0"/>
              <a:t>, 여기 보이는 것이 그래디언트입니다. 진행함에 따라 레이어가 천천히 점점 더 많은 세부정보를 가져오는 것을 확인할 수 있습니다. </a:t>
            </a:r>
          </a:p>
          <a:p>
            <a:endParaRPr lang="en-US" dirty="0"/>
          </a:p>
          <a:p>
            <a:r>
              <a:rPr lang="en-US" dirty="0"/>
              <a:t>안타깝게도 메커니즘을 완전히 분석하려면 너무 많은 시간이 소요되겠지만, 도전해보고 싶은 분들을 위해 방법에 관한 튜토리얼을 링크해 놓았습니다!</a:t>
            </a:r>
            <a:endParaRPr lang="en-US" dirty="0">
              <a:hlinkClick r:id="rId3"/>
            </a:endParaRPr>
          </a:p>
          <a:p>
            <a:endParaRPr lang="en-US" dirty="0">
              <a:hlinkClick r:id="rId3"/>
            </a:endParaRPr>
          </a:p>
          <a:p>
            <a:r>
              <a:rPr lang="en-US" dirty="0">
                <a:hlinkClick r:id="rId3"/>
              </a:rPr>
              <a:t>https://www.tensorflow.org/tutorials/generative/deepdream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2D639A-AF38-4D9A-897E-57859A70BDEB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3445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하지만</a:t>
            </a:r>
            <a:r>
              <a:rPr lang="en-GB" dirty="0"/>
              <a:t> </a:t>
            </a:r>
            <a:r>
              <a:rPr lang="en-GB" dirty="0" err="1"/>
              <a:t>우선</a:t>
            </a:r>
            <a:r>
              <a:rPr lang="en-GB" dirty="0"/>
              <a:t> </a:t>
            </a:r>
            <a:r>
              <a:rPr lang="en-GB" dirty="0" err="1"/>
              <a:t>끝내야</a:t>
            </a:r>
            <a:r>
              <a:rPr lang="en-GB" dirty="0"/>
              <a:t> 할 </a:t>
            </a:r>
            <a:r>
              <a:rPr lang="en-GB" dirty="0" err="1"/>
              <a:t>일이</a:t>
            </a:r>
            <a:r>
              <a:rPr lang="en-GB" dirty="0"/>
              <a:t> </a:t>
            </a:r>
            <a:r>
              <a:rPr lang="en-GB" dirty="0" err="1"/>
              <a:t>있습니다</a:t>
            </a:r>
            <a:r>
              <a:rPr lang="en-GB" dirty="0"/>
              <a:t>. </a:t>
            </a:r>
            <a:r>
              <a:rPr lang="en-GB" dirty="0" err="1"/>
              <a:t>대통령</a:t>
            </a:r>
            <a:r>
              <a:rPr lang="en-GB" dirty="0"/>
              <a:t> </a:t>
            </a:r>
            <a:r>
              <a:rPr lang="en-GB" dirty="0" err="1"/>
              <a:t>사저</a:t>
            </a:r>
            <a:r>
              <a:rPr lang="ko-KR" altLang="en-US" dirty="0"/>
              <a:t>의 </a:t>
            </a:r>
            <a:r>
              <a:rPr lang="en-US" altLang="ko-KR" dirty="0"/>
              <a:t>Bo</a:t>
            </a:r>
            <a:r>
              <a:rPr lang="ko-KR" altLang="en-US" dirty="0"/>
              <a:t>를 위한 강아지 분류기를 먼저 </a:t>
            </a:r>
            <a:r>
              <a:rPr lang="ko-KR" altLang="en-US"/>
              <a:t>만들어봅시다</a:t>
            </a:r>
            <a:r>
              <a:rPr lang="en-US" altLang="ko-KR"/>
              <a:t>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02D639A-AF38-4D9A-897E-57859A70BDEB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6329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2" name="Google Shape;512;p20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13" name="Google Shape;513;p20:notes"/>
          <p:cNvSpPr txBox="1">
            <a:spLocks noGrp="1"/>
          </p:cNvSpPr>
          <p:nvPr>
            <p:ph type="sldNum" idx="12"/>
          </p:nvPr>
        </p:nvSpPr>
        <p:spPr>
          <a:xfrm>
            <a:off x="366317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ctr" anchorCtr="0">
            <a:noAutofit/>
          </a:bodyPr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Trebuchet MS"/>
                <a:cs typeface="Trebuchet MS"/>
                <a:sym typeface="Trebuchet M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  <a:tabLst/>
                <a:defRPr/>
              </a:pPr>
              <a:t>18</a:t>
            </a:fld>
            <a:endParaRPr kumimoji="0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8432792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3.emf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2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6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7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7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7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7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0_Title Slide - Image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2D5CEBF-9338-476B-8052-A0C77DB3EF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1753" b="-229"/>
          <a:stretch/>
        </p:blipFill>
        <p:spPr>
          <a:xfrm flipV="1">
            <a:off x="0" y="229699"/>
            <a:ext cx="10972800" cy="594250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A649158-47CE-48EE-8573-A982767AD701}"/>
              </a:ext>
            </a:extLst>
          </p:cNvPr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gradFill>
            <a:gsLst>
              <a:gs pos="34000">
                <a:schemeClr val="tx1"/>
              </a:gs>
              <a:gs pos="100000">
                <a:schemeClr val="tx1">
                  <a:alpha val="3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A9FFCD0-CFA5-4BC7-BCE6-3E92554098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8740" y="2648250"/>
            <a:ext cx="2015928" cy="706351"/>
          </a:xfrm>
          <a:prstGeom prst="rect">
            <a:avLst/>
          </a:prstGeom>
        </p:spPr>
      </p:pic>
      <p:sp>
        <p:nvSpPr>
          <p:cNvPr id="11" name="Rectangle 4"/>
          <p:cNvSpPr>
            <a:spLocks noGrp="1" noChangeArrowheads="1"/>
          </p:cNvSpPr>
          <p:nvPr userDrawn="1">
            <p:ph type="subTitle" idx="1"/>
          </p:nvPr>
        </p:nvSpPr>
        <p:spPr>
          <a:xfrm>
            <a:off x="520850" y="1787097"/>
            <a:ext cx="8700706" cy="341632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9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800" b="0">
                <a:solidFill>
                  <a:schemeClr val="bg2">
                    <a:lumMod val="50000"/>
                  </a:schemeClr>
                </a:solidFill>
                <a:latin typeface="Trebuchet MS" pitchFamily="34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05" name="Title 304"/>
          <p:cNvSpPr>
            <a:spLocks noGrp="1"/>
          </p:cNvSpPr>
          <p:nvPr userDrawn="1">
            <p:ph type="title" hasCustomPrompt="1"/>
          </p:nvPr>
        </p:nvSpPr>
        <p:spPr>
          <a:xfrm>
            <a:off x="481662" y="839286"/>
            <a:ext cx="8739340" cy="982855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sz="4600" b="1" cap="all" baseline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43030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2D5CEBF-9338-476B-8052-A0C77DB3EF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1753" b="-229"/>
          <a:stretch/>
        </p:blipFill>
        <p:spPr>
          <a:xfrm flipV="1">
            <a:off x="0" y="229699"/>
            <a:ext cx="10972800" cy="594250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A649158-47CE-48EE-8573-A982767AD701}"/>
              </a:ext>
            </a:extLst>
          </p:cNvPr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gradFill>
            <a:gsLst>
              <a:gs pos="34000">
                <a:schemeClr val="tx1"/>
              </a:gs>
              <a:gs pos="100000">
                <a:schemeClr val="tx1">
                  <a:alpha val="3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F85E20E-9E0B-4DBA-ADE0-F4952632A5A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3337" y="3902417"/>
            <a:ext cx="3232858" cy="113274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BA3ACD0-451D-4ABB-8870-656D424348FF}"/>
              </a:ext>
            </a:extLst>
          </p:cNvPr>
          <p:cNvSpPr txBox="1"/>
          <p:nvPr userDrawn="1"/>
        </p:nvSpPr>
        <p:spPr>
          <a:xfrm>
            <a:off x="481641" y="5310989"/>
            <a:ext cx="2512291" cy="36933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2000">
                <a:solidFill>
                  <a:schemeClr val="tx2"/>
                </a:solidFill>
                <a:latin typeface="Trebuchet MS" panose="020B0603020202020204" pitchFamily="34" charset="0"/>
              </a:rPr>
              <a:t>www.nvidia.com/dli</a:t>
            </a:r>
          </a:p>
        </p:txBody>
      </p:sp>
    </p:spTree>
    <p:extLst>
      <p:ext uri="{BB962C8B-B14F-4D97-AF65-F5344CB8AC3E}">
        <p14:creationId xmlns:p14="http://schemas.microsoft.com/office/powerpoint/2010/main" val="4254789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348" y="661226"/>
            <a:ext cx="9976104" cy="590931"/>
          </a:xfrm>
        </p:spPr>
        <p:txBody>
          <a:bodyPr/>
          <a:lstStyle>
            <a:lvl1pPr algn="ctr"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6750" y="2103035"/>
            <a:ext cx="9948672" cy="3718925"/>
          </a:xfrm>
        </p:spPr>
        <p:txBody>
          <a:bodyPr/>
          <a:lstStyle>
            <a:lvl1pPr marL="0" indent="0">
              <a:buClr>
                <a:schemeClr val="bg2"/>
              </a:buClr>
              <a:buSzPct val="100000"/>
              <a:buFontTx/>
              <a:buNone/>
              <a:defRPr sz="2000">
                <a:solidFill>
                  <a:schemeClr val="bg1"/>
                </a:solidFill>
              </a:defRPr>
            </a:lvl1pPr>
            <a:lvl2pPr marL="571500" indent="0">
              <a:buClr>
                <a:schemeClr val="bg2"/>
              </a:buClr>
              <a:buSzPct val="100000"/>
              <a:buFontTx/>
              <a:buNone/>
              <a:defRPr sz="1800">
                <a:solidFill>
                  <a:schemeClr val="bg1"/>
                </a:solidFill>
              </a:defRPr>
            </a:lvl2pPr>
            <a:lvl3pPr marL="1089025" indent="0">
              <a:buClr>
                <a:schemeClr val="bg2"/>
              </a:buClr>
              <a:buSzPct val="100000"/>
              <a:buFontTx/>
              <a:buNone/>
              <a:defRPr sz="1600">
                <a:solidFill>
                  <a:schemeClr val="bg1"/>
                </a:solidFill>
              </a:defRPr>
            </a:lvl3pPr>
            <a:lvl4pPr marL="1774825" indent="-228600">
              <a:buClr>
                <a:schemeClr val="bg2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4pPr>
            <a:lvl5pPr marL="2117725" indent="-228600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98348" y="1183333"/>
            <a:ext cx="9976104" cy="525463"/>
          </a:xfrm>
        </p:spPr>
        <p:txBody>
          <a:bodyPr/>
          <a:lstStyle>
            <a:lvl1pPr marL="0" indent="0" algn="ctr">
              <a:buFontTx/>
              <a:buNone/>
              <a:defRPr sz="24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571500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0890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5462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18891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93701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Content with CONFIDENT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348" y="661226"/>
            <a:ext cx="9976104" cy="590931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6750" y="2103035"/>
            <a:ext cx="9948672" cy="3718925"/>
          </a:xfrm>
        </p:spPr>
        <p:txBody>
          <a:bodyPr/>
          <a:lstStyle>
            <a:lvl1pPr marL="0" indent="0">
              <a:buClr>
                <a:schemeClr val="bg2"/>
              </a:buClr>
              <a:buSzPct val="100000"/>
              <a:buFontTx/>
              <a:buNone/>
              <a:defRPr sz="2000">
                <a:solidFill>
                  <a:schemeClr val="bg1"/>
                </a:solidFill>
              </a:defRPr>
            </a:lvl1pPr>
            <a:lvl2pPr marL="571500" indent="0">
              <a:buClr>
                <a:schemeClr val="bg2"/>
              </a:buClr>
              <a:buSzPct val="100000"/>
              <a:buFontTx/>
              <a:buNone/>
              <a:defRPr sz="1800">
                <a:solidFill>
                  <a:schemeClr val="bg1"/>
                </a:solidFill>
              </a:defRPr>
            </a:lvl2pPr>
            <a:lvl3pPr marL="1089025" indent="0">
              <a:buClr>
                <a:schemeClr val="bg2"/>
              </a:buClr>
              <a:buSzPct val="100000"/>
              <a:buFontTx/>
              <a:buNone/>
              <a:defRPr sz="1600">
                <a:solidFill>
                  <a:schemeClr val="bg1"/>
                </a:solidFill>
              </a:defRPr>
            </a:lvl3pPr>
            <a:lvl4pPr marL="1774825" indent="-228600">
              <a:buClr>
                <a:schemeClr val="bg2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4pPr>
            <a:lvl5pPr marL="2117725" indent="-228600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98348" y="1183333"/>
            <a:ext cx="9976104" cy="525463"/>
          </a:xfrm>
        </p:spPr>
        <p:txBody>
          <a:bodyPr/>
          <a:lstStyle>
            <a:lvl1pPr marL="0" indent="0" algn="ctr">
              <a:buFontTx/>
              <a:buNone/>
              <a:defRPr sz="24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571500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0890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5462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18891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7049729" y="5781717"/>
            <a:ext cx="2762866" cy="248142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b"/>
          <a:lstStyle/>
          <a:p>
            <a:pPr marL="0" marR="0" lvl="0" indent="0" algn="r" defTabSz="4572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i="0" kern="0">
                <a:solidFill>
                  <a:schemeClr val="bg1"/>
                </a:solidFill>
                <a:latin typeface="Trebuchet MS"/>
              </a:rPr>
              <a:t>NVIDIA CONFIDENTIAL. DO NOT DISTRIBUTE.</a:t>
            </a:r>
          </a:p>
        </p:txBody>
      </p:sp>
    </p:spTree>
    <p:extLst>
      <p:ext uri="{BB962C8B-B14F-4D97-AF65-F5344CB8AC3E}">
        <p14:creationId xmlns:p14="http://schemas.microsoft.com/office/powerpoint/2010/main" val="3691920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Content - NO LOGO &amp; PAGE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348" y="661226"/>
            <a:ext cx="9976104" cy="590931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64" y="2103035"/>
            <a:ext cx="9948672" cy="3693758"/>
          </a:xfrm>
        </p:spPr>
        <p:txBody>
          <a:bodyPr/>
          <a:lstStyle>
            <a:lvl1pPr marL="0" indent="0">
              <a:buClr>
                <a:schemeClr val="bg2"/>
              </a:buClr>
              <a:buSzPct val="100000"/>
              <a:buFontTx/>
              <a:buNone/>
              <a:defRPr sz="2000">
                <a:solidFill>
                  <a:schemeClr val="bg1"/>
                </a:solidFill>
              </a:defRPr>
            </a:lvl1pPr>
            <a:lvl2pPr marL="571500" indent="0">
              <a:buClr>
                <a:schemeClr val="bg2"/>
              </a:buClr>
              <a:buSzPct val="100000"/>
              <a:buFontTx/>
              <a:buNone/>
              <a:defRPr sz="1800">
                <a:solidFill>
                  <a:schemeClr val="bg1"/>
                </a:solidFill>
              </a:defRPr>
            </a:lvl2pPr>
            <a:lvl3pPr marL="1089025" indent="0">
              <a:buClr>
                <a:schemeClr val="bg2"/>
              </a:buClr>
              <a:buSzPct val="100000"/>
              <a:buFontTx/>
              <a:buNone/>
              <a:defRPr sz="1800">
                <a:solidFill>
                  <a:schemeClr val="bg1"/>
                </a:solidFill>
              </a:defRPr>
            </a:lvl3pPr>
            <a:lvl4pPr marL="1774825" indent="-228600">
              <a:buClr>
                <a:schemeClr val="bg2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4pPr>
            <a:lvl5pPr marL="2117725" indent="-228600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98348" y="1183333"/>
            <a:ext cx="9976104" cy="525463"/>
          </a:xfrm>
        </p:spPr>
        <p:txBody>
          <a:bodyPr/>
          <a:lstStyle>
            <a:lvl1pPr marL="0" indent="0" algn="ctr">
              <a:buFontTx/>
              <a:buNone/>
              <a:defRPr sz="24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571500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0890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5462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18891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92211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hoto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348" y="633526"/>
            <a:ext cx="5922117" cy="618631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64" y="2103035"/>
            <a:ext cx="5905833" cy="3693758"/>
          </a:xfrm>
        </p:spPr>
        <p:txBody>
          <a:bodyPr/>
          <a:lstStyle>
            <a:lvl1pPr marL="0" indent="0">
              <a:buClr>
                <a:schemeClr val="bg2"/>
              </a:buClr>
              <a:buSzPct val="100000"/>
              <a:buFontTx/>
              <a:buNone/>
              <a:defRPr sz="2000">
                <a:solidFill>
                  <a:schemeClr val="bg1"/>
                </a:solidFill>
              </a:defRPr>
            </a:lvl1pPr>
            <a:lvl2pPr marL="571500" indent="0">
              <a:buClr>
                <a:schemeClr val="bg2"/>
              </a:buClr>
              <a:buSzPct val="100000"/>
              <a:buFontTx/>
              <a:buNone/>
              <a:defRPr sz="1800">
                <a:solidFill>
                  <a:schemeClr val="bg1"/>
                </a:solidFill>
              </a:defRPr>
            </a:lvl2pPr>
            <a:lvl3pPr marL="1089025" indent="0">
              <a:buClr>
                <a:schemeClr val="bg2"/>
              </a:buClr>
              <a:buSzPct val="100000"/>
              <a:buFontTx/>
              <a:buNone/>
              <a:defRPr sz="1800">
                <a:solidFill>
                  <a:schemeClr val="bg1"/>
                </a:solidFill>
              </a:defRPr>
            </a:lvl3pPr>
            <a:lvl4pPr marL="1774825" indent="-228600">
              <a:buClr>
                <a:schemeClr val="bg2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4pPr>
            <a:lvl5pPr marL="2117725" indent="-228600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98348" y="1183333"/>
            <a:ext cx="5922117" cy="525463"/>
          </a:xfrm>
        </p:spPr>
        <p:txBody>
          <a:bodyPr/>
          <a:lstStyle>
            <a:lvl1pPr marL="0" indent="0" algn="l">
              <a:buFontTx/>
              <a:buNone/>
              <a:defRPr sz="24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571500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0890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5462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18891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3666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348" y="661226"/>
            <a:ext cx="9976104" cy="590931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56630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-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0764AE4-97B7-4C45-A0D0-BEE3BA17B70F}"/>
              </a:ext>
            </a:extLst>
          </p:cNvPr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046E4A-4011-49A2-955F-F689C05DCB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5219" t="22933" r="58849" b="-4267"/>
          <a:stretch/>
        </p:blipFill>
        <p:spPr>
          <a:xfrm flipV="1">
            <a:off x="0" y="0"/>
            <a:ext cx="10972800" cy="61722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3DE1DF3-9BB4-4DC8-8A61-394EC1805CCA}"/>
              </a:ext>
            </a:extLst>
          </p:cNvPr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gradFill>
            <a:gsLst>
              <a:gs pos="40000">
                <a:schemeClr val="tx2"/>
              </a:gs>
              <a:gs pos="100000">
                <a:schemeClr val="tx2">
                  <a:alpha val="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187F1F-4ACA-4D48-ACDC-152646CBD130}"/>
              </a:ext>
            </a:extLst>
          </p:cNvPr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tx2">
                  <a:alpha val="3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348" y="2790635"/>
            <a:ext cx="9976104" cy="590931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75110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348" y="654352"/>
            <a:ext cx="9976104" cy="590931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348" y="2111661"/>
            <a:ext cx="4945063" cy="3693521"/>
          </a:xfrm>
        </p:spPr>
        <p:txBody>
          <a:bodyPr/>
          <a:lstStyle>
            <a:lvl1pPr marL="231775" indent="-231775">
              <a:buSzPct val="100000"/>
              <a:buFontTx/>
              <a:buBlip>
                <a:blip r:embed="rId2"/>
              </a:buBlip>
              <a:defRPr sz="2400" b="0">
                <a:solidFill>
                  <a:schemeClr val="bg1"/>
                </a:solidFill>
              </a:defRPr>
            </a:lvl1pPr>
            <a:lvl2pPr marL="803275" indent="-231775">
              <a:buSzPct val="100000"/>
              <a:buFontTx/>
              <a:buBlip>
                <a:blip r:embed="rId2"/>
              </a:buBlip>
              <a:defRPr sz="2000" b="0">
                <a:solidFill>
                  <a:schemeClr val="bg1"/>
                </a:solidFill>
              </a:defRPr>
            </a:lvl2pPr>
            <a:lvl3pPr marL="1255713" indent="-166688">
              <a:buSzPct val="100000"/>
              <a:buFontTx/>
              <a:buBlip>
                <a:blip r:embed="rId2"/>
              </a:buBlip>
              <a:defRPr sz="1800" b="0">
                <a:solidFill>
                  <a:schemeClr val="bg1"/>
                </a:solidFill>
              </a:defRPr>
            </a:lvl3pPr>
            <a:lvl4pPr marL="1774825" indent="-228600">
              <a:buFont typeface="Wingdings" panose="05000000000000000000" pitchFamily="2" charset="2"/>
              <a:buChar char="§"/>
              <a:defRPr sz="1800" b="0">
                <a:solidFill>
                  <a:schemeClr val="tx1"/>
                </a:solidFill>
              </a:defRPr>
            </a:lvl4pPr>
            <a:lvl5pPr marL="2117725" indent="-228600">
              <a:buFont typeface="Wingdings" panose="05000000000000000000" pitchFamily="2" charset="2"/>
              <a:buChar char="§"/>
              <a:defRPr sz="1800" b="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29390" y="2111661"/>
            <a:ext cx="4945062" cy="3693521"/>
          </a:xfrm>
        </p:spPr>
        <p:txBody>
          <a:bodyPr/>
          <a:lstStyle>
            <a:lvl1pPr marL="231775" indent="-231775">
              <a:buSzPct val="100000"/>
              <a:buFontTx/>
              <a:buBlip>
                <a:blip r:embed="rId2"/>
              </a:buBlip>
              <a:defRPr sz="2400" b="0">
                <a:solidFill>
                  <a:schemeClr val="bg1"/>
                </a:solidFill>
              </a:defRPr>
            </a:lvl1pPr>
            <a:lvl2pPr marL="803275" indent="-231775">
              <a:buSzPct val="100000"/>
              <a:buFontTx/>
              <a:buBlip>
                <a:blip r:embed="rId2"/>
              </a:buBlip>
              <a:defRPr sz="2000" b="0">
                <a:solidFill>
                  <a:schemeClr val="bg1"/>
                </a:solidFill>
              </a:defRPr>
            </a:lvl2pPr>
            <a:lvl3pPr marL="1255713" indent="-166688">
              <a:buSzPct val="100000"/>
              <a:buFontTx/>
              <a:buBlip>
                <a:blip r:embed="rId2"/>
              </a:buBlip>
              <a:defRPr sz="1800" b="0">
                <a:solidFill>
                  <a:schemeClr val="bg1"/>
                </a:solidFill>
              </a:defRPr>
            </a:lvl3pPr>
            <a:lvl4pPr marL="1774825" indent="-228600">
              <a:buFont typeface="Wingdings" panose="05000000000000000000" pitchFamily="2" charset="2"/>
              <a:buChar char="§"/>
              <a:defRPr sz="1800" b="0">
                <a:solidFill>
                  <a:schemeClr val="tx1"/>
                </a:solidFill>
              </a:defRPr>
            </a:lvl4pPr>
            <a:lvl5pPr marL="2117725" indent="-228600">
              <a:buFont typeface="Wingdings" panose="05000000000000000000" pitchFamily="2" charset="2"/>
              <a:buChar char="§"/>
              <a:defRPr sz="1800" b="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98348" y="1180568"/>
            <a:ext cx="9976104" cy="525463"/>
          </a:xfrm>
        </p:spPr>
        <p:txBody>
          <a:bodyPr/>
          <a:lstStyle>
            <a:lvl1pPr marL="0" indent="0" algn="ctr">
              <a:buFontTx/>
              <a:buNone/>
              <a:defRPr sz="24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571500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0890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5462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18891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80971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3497" y="5352631"/>
            <a:ext cx="7865806" cy="369332"/>
          </a:xfrm>
        </p:spPr>
        <p:txBody>
          <a:bodyPr anchor="b"/>
          <a:lstStyle>
            <a:lvl1pPr algn="l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13271" y="5142126"/>
            <a:ext cx="7546258" cy="104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358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8828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MO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348" y="5169473"/>
            <a:ext cx="9976104" cy="535531"/>
          </a:xfrm>
        </p:spPr>
        <p:txBody>
          <a:bodyPr anchor="ctr"/>
          <a:lstStyle>
            <a:lvl1pPr algn="l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807432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and 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43CF5E6-4F92-46E0-8DC2-62095040401C}"/>
              </a:ext>
            </a:extLst>
          </p:cNvPr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B9ABDF-4D75-49CA-83AC-B3309B79A6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5219" t="22933" r="58849" b="-4267"/>
          <a:stretch/>
        </p:blipFill>
        <p:spPr>
          <a:xfrm flipV="1">
            <a:off x="0" y="0"/>
            <a:ext cx="10972800" cy="61722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9E186C6-9892-4B49-86F3-D3AE54301309}"/>
              </a:ext>
            </a:extLst>
          </p:cNvPr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gradFill>
            <a:gsLst>
              <a:gs pos="40000">
                <a:schemeClr val="tx2"/>
              </a:gs>
              <a:gs pos="100000">
                <a:schemeClr val="tx2">
                  <a:alpha val="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D92F76-2157-4482-88C8-AE386F9B730D}"/>
              </a:ext>
            </a:extLst>
          </p:cNvPr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tx2">
                  <a:alpha val="3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9194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0_Title Slide - Image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0972800" cy="6172200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gradFill>
            <a:gsLst>
              <a:gs pos="0">
                <a:schemeClr val="bg1">
                  <a:alpha val="58000"/>
                </a:schemeClr>
              </a:gs>
              <a:gs pos="58000">
                <a:schemeClr val="bg1">
                  <a:alpha val="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4"/>
          <p:cNvSpPr>
            <a:spLocks noGrp="1" noChangeArrowheads="1"/>
          </p:cNvSpPr>
          <p:nvPr userDrawn="1">
            <p:ph type="subTitle" idx="1"/>
          </p:nvPr>
        </p:nvSpPr>
        <p:spPr>
          <a:xfrm>
            <a:off x="520850" y="1787097"/>
            <a:ext cx="8700706" cy="341632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9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800" b="0">
                <a:solidFill>
                  <a:schemeClr val="tx1"/>
                </a:solidFill>
                <a:latin typeface="Trebuchet MS" pitchFamily="34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05" name="Title 304"/>
          <p:cNvSpPr>
            <a:spLocks noGrp="1"/>
          </p:cNvSpPr>
          <p:nvPr userDrawn="1">
            <p:ph type="title" hasCustomPrompt="1"/>
          </p:nvPr>
        </p:nvSpPr>
        <p:spPr>
          <a:xfrm>
            <a:off x="481662" y="839286"/>
            <a:ext cx="8739340" cy="982855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sz="4600" b="1" cap="all" baseline="0">
                <a:solidFill>
                  <a:schemeClr val="tx1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4259" y="2527241"/>
            <a:ext cx="1626671" cy="35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7450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348" y="661226"/>
            <a:ext cx="9976104" cy="590931"/>
          </a:xfrm>
        </p:spPr>
        <p:txBody>
          <a:bodyPr/>
          <a:lstStyle>
            <a:lvl1pPr algn="ctr"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6750" y="2103035"/>
            <a:ext cx="9948672" cy="3718925"/>
          </a:xfrm>
        </p:spPr>
        <p:txBody>
          <a:bodyPr/>
          <a:lstStyle>
            <a:lvl1pPr marL="0" indent="0">
              <a:buClr>
                <a:schemeClr val="bg2"/>
              </a:buClr>
              <a:buSzPct val="100000"/>
              <a:buFontTx/>
              <a:buNone/>
              <a:defRPr sz="2000">
                <a:solidFill>
                  <a:schemeClr val="bg1"/>
                </a:solidFill>
              </a:defRPr>
            </a:lvl1pPr>
            <a:lvl2pPr marL="571500" indent="0">
              <a:buClr>
                <a:schemeClr val="bg2"/>
              </a:buClr>
              <a:buSzPct val="100000"/>
              <a:buFontTx/>
              <a:buNone/>
              <a:defRPr sz="1800">
                <a:solidFill>
                  <a:schemeClr val="bg1"/>
                </a:solidFill>
              </a:defRPr>
            </a:lvl2pPr>
            <a:lvl3pPr marL="1089025" indent="0">
              <a:buClr>
                <a:schemeClr val="bg2"/>
              </a:buClr>
              <a:buSzPct val="100000"/>
              <a:buFontTx/>
              <a:buNone/>
              <a:defRPr sz="1600">
                <a:solidFill>
                  <a:schemeClr val="bg1"/>
                </a:solidFill>
              </a:defRPr>
            </a:lvl3pPr>
            <a:lvl4pPr marL="1774825" indent="-228600">
              <a:buClr>
                <a:schemeClr val="bg2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4pPr>
            <a:lvl5pPr marL="2117725" indent="-228600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98348" y="1183333"/>
            <a:ext cx="9976104" cy="525463"/>
          </a:xfrm>
        </p:spPr>
        <p:txBody>
          <a:bodyPr/>
          <a:lstStyle>
            <a:lvl1pPr marL="0" indent="0" algn="ctr">
              <a:buFontTx/>
              <a:buNone/>
              <a:defRPr sz="24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571500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0890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5462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18891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274687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Content with CONFIDENT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348" y="661226"/>
            <a:ext cx="9976104" cy="590931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6750" y="2103035"/>
            <a:ext cx="9948672" cy="3718925"/>
          </a:xfrm>
        </p:spPr>
        <p:txBody>
          <a:bodyPr/>
          <a:lstStyle>
            <a:lvl1pPr marL="0" indent="0">
              <a:buClr>
                <a:schemeClr val="bg2"/>
              </a:buClr>
              <a:buSzPct val="100000"/>
              <a:buFontTx/>
              <a:buNone/>
              <a:defRPr sz="2000">
                <a:solidFill>
                  <a:schemeClr val="bg1"/>
                </a:solidFill>
              </a:defRPr>
            </a:lvl1pPr>
            <a:lvl2pPr marL="571500" indent="0">
              <a:buClr>
                <a:schemeClr val="bg2"/>
              </a:buClr>
              <a:buSzPct val="100000"/>
              <a:buFontTx/>
              <a:buNone/>
              <a:defRPr sz="1800">
                <a:solidFill>
                  <a:schemeClr val="bg1"/>
                </a:solidFill>
              </a:defRPr>
            </a:lvl2pPr>
            <a:lvl3pPr marL="1089025" indent="0">
              <a:buClr>
                <a:schemeClr val="bg2"/>
              </a:buClr>
              <a:buSzPct val="100000"/>
              <a:buFontTx/>
              <a:buNone/>
              <a:defRPr sz="1600">
                <a:solidFill>
                  <a:schemeClr val="bg1"/>
                </a:solidFill>
              </a:defRPr>
            </a:lvl3pPr>
            <a:lvl4pPr marL="1774825" indent="-228600">
              <a:buClr>
                <a:schemeClr val="bg2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4pPr>
            <a:lvl5pPr marL="2117725" indent="-228600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98348" y="1183333"/>
            <a:ext cx="9976104" cy="525463"/>
          </a:xfrm>
        </p:spPr>
        <p:txBody>
          <a:bodyPr/>
          <a:lstStyle>
            <a:lvl1pPr marL="0" indent="0" algn="ctr">
              <a:buFontTx/>
              <a:buNone/>
              <a:defRPr sz="24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571500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0890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5462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18891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7049729" y="5781717"/>
            <a:ext cx="2762866" cy="248142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b"/>
          <a:lstStyle/>
          <a:p>
            <a:pPr marL="0" marR="0" lvl="0" indent="0" algn="r" defTabSz="4572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i="0" kern="0">
                <a:solidFill>
                  <a:schemeClr val="bg1"/>
                </a:solidFill>
                <a:latin typeface="Trebuchet MS"/>
              </a:rPr>
              <a:t>NVIDIA CONFIDENTIAL. DO NOT DISTRIBUTE.</a:t>
            </a:r>
          </a:p>
        </p:txBody>
      </p:sp>
    </p:spTree>
    <p:extLst>
      <p:ext uri="{BB962C8B-B14F-4D97-AF65-F5344CB8AC3E}">
        <p14:creationId xmlns:p14="http://schemas.microsoft.com/office/powerpoint/2010/main" val="41438446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Content - NO LOGO &amp; PAGE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348" y="661226"/>
            <a:ext cx="9976104" cy="590931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64" y="2103035"/>
            <a:ext cx="9948672" cy="3693758"/>
          </a:xfrm>
        </p:spPr>
        <p:txBody>
          <a:bodyPr/>
          <a:lstStyle>
            <a:lvl1pPr marL="0" indent="0">
              <a:buClr>
                <a:schemeClr val="bg2"/>
              </a:buClr>
              <a:buSzPct val="100000"/>
              <a:buFontTx/>
              <a:buNone/>
              <a:defRPr sz="2000">
                <a:solidFill>
                  <a:schemeClr val="bg1"/>
                </a:solidFill>
              </a:defRPr>
            </a:lvl1pPr>
            <a:lvl2pPr marL="571500" indent="0">
              <a:buClr>
                <a:schemeClr val="bg2"/>
              </a:buClr>
              <a:buSzPct val="100000"/>
              <a:buFontTx/>
              <a:buNone/>
              <a:defRPr sz="1800">
                <a:solidFill>
                  <a:schemeClr val="bg1"/>
                </a:solidFill>
              </a:defRPr>
            </a:lvl2pPr>
            <a:lvl3pPr marL="1089025" indent="0">
              <a:buClr>
                <a:schemeClr val="bg2"/>
              </a:buClr>
              <a:buSzPct val="100000"/>
              <a:buFontTx/>
              <a:buNone/>
              <a:defRPr sz="1800">
                <a:solidFill>
                  <a:schemeClr val="bg1"/>
                </a:solidFill>
              </a:defRPr>
            </a:lvl3pPr>
            <a:lvl4pPr marL="1774825" indent="-228600">
              <a:buClr>
                <a:schemeClr val="bg2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4pPr>
            <a:lvl5pPr marL="2117725" indent="-228600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98348" y="1183333"/>
            <a:ext cx="9976104" cy="525463"/>
          </a:xfrm>
        </p:spPr>
        <p:txBody>
          <a:bodyPr/>
          <a:lstStyle>
            <a:lvl1pPr marL="0" indent="0" algn="ctr">
              <a:buFontTx/>
              <a:buNone/>
              <a:defRPr sz="24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571500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0890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5462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18891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03966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hoto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348" y="633526"/>
            <a:ext cx="5922117" cy="618631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64" y="2103035"/>
            <a:ext cx="5905833" cy="3693758"/>
          </a:xfrm>
        </p:spPr>
        <p:txBody>
          <a:bodyPr/>
          <a:lstStyle>
            <a:lvl1pPr marL="0" indent="0">
              <a:buClr>
                <a:schemeClr val="bg2"/>
              </a:buClr>
              <a:buSzPct val="100000"/>
              <a:buFontTx/>
              <a:buNone/>
              <a:defRPr sz="2000">
                <a:solidFill>
                  <a:schemeClr val="bg1"/>
                </a:solidFill>
              </a:defRPr>
            </a:lvl1pPr>
            <a:lvl2pPr marL="571500" indent="0">
              <a:buClr>
                <a:schemeClr val="bg2"/>
              </a:buClr>
              <a:buSzPct val="100000"/>
              <a:buFontTx/>
              <a:buNone/>
              <a:defRPr sz="1800">
                <a:solidFill>
                  <a:schemeClr val="bg1"/>
                </a:solidFill>
              </a:defRPr>
            </a:lvl2pPr>
            <a:lvl3pPr marL="1089025" indent="0">
              <a:buClr>
                <a:schemeClr val="bg2"/>
              </a:buClr>
              <a:buSzPct val="100000"/>
              <a:buFontTx/>
              <a:buNone/>
              <a:defRPr sz="1800">
                <a:solidFill>
                  <a:schemeClr val="bg1"/>
                </a:solidFill>
              </a:defRPr>
            </a:lvl3pPr>
            <a:lvl4pPr marL="1774825" indent="-228600">
              <a:buClr>
                <a:schemeClr val="bg2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4pPr>
            <a:lvl5pPr marL="2117725" indent="-228600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98348" y="1183333"/>
            <a:ext cx="5922117" cy="525463"/>
          </a:xfrm>
        </p:spPr>
        <p:txBody>
          <a:bodyPr/>
          <a:lstStyle>
            <a:lvl1pPr marL="0" indent="0" algn="l">
              <a:buFontTx/>
              <a:buNone/>
              <a:defRPr sz="24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571500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0890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5462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18891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039980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348" y="661226"/>
            <a:ext cx="9976104" cy="590931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785242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-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348" y="2790635"/>
            <a:ext cx="9976104" cy="590931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672939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348" y="654352"/>
            <a:ext cx="9976104" cy="590931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348" y="2111661"/>
            <a:ext cx="4945063" cy="3693521"/>
          </a:xfrm>
        </p:spPr>
        <p:txBody>
          <a:bodyPr/>
          <a:lstStyle>
            <a:lvl1pPr marL="231775" indent="-231775">
              <a:buSzPct val="100000"/>
              <a:buFontTx/>
              <a:buBlip>
                <a:blip r:embed="rId2"/>
              </a:buBlip>
              <a:defRPr sz="2400" b="0">
                <a:solidFill>
                  <a:schemeClr val="bg1"/>
                </a:solidFill>
              </a:defRPr>
            </a:lvl1pPr>
            <a:lvl2pPr marL="803275" indent="-231775">
              <a:buSzPct val="100000"/>
              <a:buFontTx/>
              <a:buBlip>
                <a:blip r:embed="rId2"/>
              </a:buBlip>
              <a:defRPr sz="2000" b="0">
                <a:solidFill>
                  <a:schemeClr val="bg1"/>
                </a:solidFill>
              </a:defRPr>
            </a:lvl2pPr>
            <a:lvl3pPr marL="1255713" indent="-166688">
              <a:buSzPct val="100000"/>
              <a:buFontTx/>
              <a:buBlip>
                <a:blip r:embed="rId2"/>
              </a:buBlip>
              <a:defRPr sz="1800" b="0">
                <a:solidFill>
                  <a:schemeClr val="bg1"/>
                </a:solidFill>
              </a:defRPr>
            </a:lvl3pPr>
            <a:lvl4pPr marL="1774825" indent="-228600">
              <a:buFont typeface="Wingdings" panose="05000000000000000000" pitchFamily="2" charset="2"/>
              <a:buChar char="§"/>
              <a:defRPr sz="1800" b="0">
                <a:solidFill>
                  <a:schemeClr val="tx1"/>
                </a:solidFill>
              </a:defRPr>
            </a:lvl4pPr>
            <a:lvl5pPr marL="2117725" indent="-228600">
              <a:buFont typeface="Wingdings" panose="05000000000000000000" pitchFamily="2" charset="2"/>
              <a:buChar char="§"/>
              <a:defRPr sz="1800" b="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29390" y="2111661"/>
            <a:ext cx="4945062" cy="3693521"/>
          </a:xfrm>
        </p:spPr>
        <p:txBody>
          <a:bodyPr/>
          <a:lstStyle>
            <a:lvl1pPr marL="231775" indent="-231775">
              <a:buSzPct val="100000"/>
              <a:buFontTx/>
              <a:buBlip>
                <a:blip r:embed="rId2"/>
              </a:buBlip>
              <a:defRPr sz="2400" b="0">
                <a:solidFill>
                  <a:schemeClr val="bg1"/>
                </a:solidFill>
              </a:defRPr>
            </a:lvl1pPr>
            <a:lvl2pPr marL="803275" indent="-231775">
              <a:buSzPct val="100000"/>
              <a:buFontTx/>
              <a:buBlip>
                <a:blip r:embed="rId2"/>
              </a:buBlip>
              <a:defRPr sz="2000" b="0">
                <a:solidFill>
                  <a:schemeClr val="bg1"/>
                </a:solidFill>
              </a:defRPr>
            </a:lvl2pPr>
            <a:lvl3pPr marL="1255713" indent="-166688">
              <a:buSzPct val="100000"/>
              <a:buFontTx/>
              <a:buBlip>
                <a:blip r:embed="rId2"/>
              </a:buBlip>
              <a:defRPr sz="1800" b="0">
                <a:solidFill>
                  <a:schemeClr val="bg1"/>
                </a:solidFill>
              </a:defRPr>
            </a:lvl3pPr>
            <a:lvl4pPr marL="1774825" indent="-228600">
              <a:buFont typeface="Wingdings" panose="05000000000000000000" pitchFamily="2" charset="2"/>
              <a:buChar char="§"/>
              <a:defRPr sz="1800" b="0">
                <a:solidFill>
                  <a:schemeClr val="tx1"/>
                </a:solidFill>
              </a:defRPr>
            </a:lvl4pPr>
            <a:lvl5pPr marL="2117725" indent="-228600">
              <a:buFont typeface="Wingdings" panose="05000000000000000000" pitchFamily="2" charset="2"/>
              <a:buChar char="§"/>
              <a:defRPr sz="1800" b="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98348" y="1180568"/>
            <a:ext cx="9976104" cy="525463"/>
          </a:xfrm>
        </p:spPr>
        <p:txBody>
          <a:bodyPr/>
          <a:lstStyle>
            <a:lvl1pPr marL="0" indent="0" algn="ctr">
              <a:buFontTx/>
              <a:buNone/>
              <a:defRPr sz="24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571500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0890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5462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18891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188670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3497" y="5352631"/>
            <a:ext cx="7865806" cy="369332"/>
          </a:xfrm>
        </p:spPr>
        <p:txBody>
          <a:bodyPr anchor="b"/>
          <a:lstStyle>
            <a:lvl1pPr algn="l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13271" y="5142126"/>
            <a:ext cx="7546258" cy="104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20043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1428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MO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348" y="5169473"/>
            <a:ext cx="9976104" cy="535531"/>
          </a:xfrm>
        </p:spPr>
        <p:txBody>
          <a:bodyPr anchor="ctr"/>
          <a:lstStyle>
            <a:lvl1pPr algn="l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399957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and 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0972800" cy="617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38699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348" y="661226"/>
            <a:ext cx="9976104" cy="590931"/>
          </a:xfrm>
        </p:spPr>
        <p:txBody>
          <a:bodyPr/>
          <a:lstStyle>
            <a:lvl1pPr algn="ctr"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98348" y="1183334"/>
            <a:ext cx="9976104" cy="525463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24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571454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088938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546101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1888974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8416136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76001" y="722069"/>
            <a:ext cx="7773366" cy="2287288"/>
          </a:xfrm>
        </p:spPr>
        <p:txBody>
          <a:bodyPr bIns="0" anchor="b">
            <a:normAutofit/>
          </a:bodyPr>
          <a:lstStyle>
            <a:lvl1pPr algn="l">
              <a:defRPr sz="59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76002" y="3178084"/>
            <a:ext cx="7773365" cy="879859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20" b="0" cap="all" baseline="0">
                <a:solidFill>
                  <a:schemeClr val="tx1"/>
                </a:solidFill>
              </a:defRPr>
            </a:lvl1pPr>
            <a:lvl2pPr marL="411480" indent="0" algn="ctr">
              <a:buNone/>
              <a:defRPr sz="1620"/>
            </a:lvl2pPr>
            <a:lvl3pPr marL="822960" indent="0" algn="ctr">
              <a:buNone/>
              <a:defRPr sz="1620"/>
            </a:lvl3pPr>
            <a:lvl4pPr marL="1234440" indent="0" algn="ctr">
              <a:buNone/>
              <a:defRPr sz="1440"/>
            </a:lvl4pPr>
            <a:lvl5pPr marL="1645920" indent="0" algn="ctr">
              <a:buNone/>
              <a:defRPr sz="1440"/>
            </a:lvl5pPr>
            <a:lvl6pPr marL="2057400" indent="0" algn="ctr">
              <a:buNone/>
              <a:defRPr sz="1440"/>
            </a:lvl6pPr>
            <a:lvl7pPr marL="2468880" indent="0" algn="ctr">
              <a:buNone/>
              <a:defRPr sz="1440"/>
            </a:lvl7pPr>
            <a:lvl8pPr marL="2880360" indent="0" algn="ctr">
              <a:buNone/>
              <a:defRPr sz="1440"/>
            </a:lvl8pPr>
            <a:lvl9pPr marL="3291840" indent="0" algn="ctr">
              <a:buNone/>
              <a:defRPr sz="14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74850" y="296377"/>
            <a:ext cx="4476524" cy="27828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293898" y="719076"/>
            <a:ext cx="729917" cy="45322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176002" y="3175688"/>
            <a:ext cx="777336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0878477"/>
      </p:ext>
    </p:extLst>
  </p:cSld>
  <p:clrMapOvr>
    <a:masterClrMapping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308506" y="1662379"/>
            <a:ext cx="864677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7206162"/>
      </p:ext>
    </p:extLst>
  </p:cSld>
  <p:clrMapOvr>
    <a:masterClrMapping/>
  </p:clrMapOvr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8815" y="1580517"/>
            <a:ext cx="7778839" cy="1699155"/>
          </a:xfrm>
        </p:spPr>
        <p:txBody>
          <a:bodyPr anchor="b">
            <a:normAutofit/>
          </a:bodyPr>
          <a:lstStyle>
            <a:lvl1pPr algn="l">
              <a:defRPr sz="3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8815" y="3425576"/>
            <a:ext cx="7767401" cy="911636"/>
          </a:xfrm>
        </p:spPr>
        <p:txBody>
          <a:bodyPr tIns="91440">
            <a:normAutofit/>
          </a:bodyPr>
          <a:lstStyle>
            <a:lvl1pPr marL="0" indent="0" algn="l">
              <a:buNone/>
              <a:defRPr sz="1620">
                <a:solidFill>
                  <a:schemeClr val="tx1"/>
                </a:solidFill>
              </a:defRPr>
            </a:lvl1pPr>
            <a:lvl2pPr marL="41148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2pPr>
            <a:lvl3pPr marL="82296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3pPr>
            <a:lvl4pPr marL="123444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4pPr>
            <a:lvl5pPr marL="164592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5pPr>
            <a:lvl6pPr marL="205740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6pPr>
            <a:lvl7pPr marL="246888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7pPr>
            <a:lvl8pPr marL="288036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8pPr>
            <a:lvl9pPr marL="329184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08815" y="3424487"/>
            <a:ext cx="776740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2880496"/>
      </p:ext>
    </p:extLst>
  </p:cSld>
  <p:clrMapOvr>
    <a:masterClrMapping/>
  </p:clrMapOvr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4296" y="724400"/>
            <a:ext cx="8645072" cy="9533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02598" y="1809790"/>
            <a:ext cx="4180637" cy="31037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72394" y="1815609"/>
            <a:ext cx="4180637" cy="30973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4/10/2021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308506" y="1662379"/>
            <a:ext cx="864677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4785944"/>
      </p:ext>
    </p:extLst>
  </p:cSld>
  <p:clrMapOvr>
    <a:masterClrMapping/>
  </p:clrMapOvr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2472" y="723747"/>
            <a:ext cx="8646895" cy="95068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2472" y="1817594"/>
            <a:ext cx="4180637" cy="721749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980" b="0" cap="all" baseline="0">
                <a:solidFill>
                  <a:schemeClr val="accent1"/>
                </a:solidFill>
              </a:defRPr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02472" y="2541843"/>
            <a:ext cx="4180637" cy="23800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771126" y="1820703"/>
            <a:ext cx="4180637" cy="72201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980" b="0" cap="all" baseline="0">
                <a:solidFill>
                  <a:schemeClr val="accent1"/>
                </a:solidFill>
              </a:defRPr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771126" y="2539342"/>
            <a:ext cx="4180637" cy="23736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4/10/2021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308506" y="1662379"/>
            <a:ext cx="864677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4529465"/>
      </p:ext>
    </p:extLst>
  </p:cSld>
  <p:clrMapOvr>
    <a:masterClrMapping/>
  </p:clrMapOvr>
  <p:hf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4/10/2021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308506" y="1662379"/>
            <a:ext cx="864677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A34F37B-3DDD-4163-901A-E0BA247B64D2}"/>
              </a:ext>
            </a:extLst>
          </p:cNvPr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159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4/10/2021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8408743"/>
      </p:ext>
    </p:extLst>
  </p:cSld>
  <p:clrMapOvr>
    <a:masterClrMapping/>
  </p:clrMapOvr>
  <p:hf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0204" y="719076"/>
            <a:ext cx="2945789" cy="2022405"/>
          </a:xfrm>
        </p:spPr>
        <p:txBody>
          <a:bodyPr anchor="b">
            <a:normAutofit/>
          </a:bodyPr>
          <a:lstStyle>
            <a:lvl1pPr algn="l">
              <a:defRPr sz="21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39343" y="719077"/>
            <a:ext cx="5411223" cy="4192943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00204" y="2884942"/>
            <a:ext cx="2947512" cy="2023363"/>
          </a:xfrm>
        </p:spPr>
        <p:txBody>
          <a:bodyPr/>
          <a:lstStyle>
            <a:lvl1pPr marL="0" indent="0" algn="l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4/10/2021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303452" y="2884942"/>
            <a:ext cx="294254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7152225"/>
      </p:ext>
    </p:extLst>
  </p:cSld>
  <p:clrMapOvr>
    <a:masterClrMapping/>
  </p:clrMapOvr>
  <p:hf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6729649" y="433953"/>
            <a:ext cx="3667080" cy="463419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086" y="1016562"/>
            <a:ext cx="4979095" cy="1647526"/>
          </a:xfrm>
        </p:spPr>
        <p:txBody>
          <a:bodyPr anchor="b">
            <a:normAutofit/>
          </a:bodyPr>
          <a:lstStyle>
            <a:lvl1pPr>
              <a:defRPr sz="28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11951" y="1010288"/>
            <a:ext cx="2512054" cy="3479694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880"/>
            </a:lvl1pPr>
            <a:lvl2pPr marL="411480" indent="0">
              <a:buNone/>
              <a:defRPr sz="2520"/>
            </a:lvl2pPr>
            <a:lvl3pPr marL="822960" indent="0">
              <a:buNone/>
              <a:defRPr sz="2160"/>
            </a:lvl3pPr>
            <a:lvl4pPr marL="1234440" indent="0">
              <a:buNone/>
              <a:defRPr sz="1800"/>
            </a:lvl4pPr>
            <a:lvl5pPr marL="1645920" indent="0">
              <a:buNone/>
              <a:defRPr sz="1800"/>
            </a:lvl5pPr>
            <a:lvl6pPr marL="2057400" indent="0">
              <a:buNone/>
              <a:defRPr sz="1800"/>
            </a:lvl6pPr>
            <a:lvl7pPr marL="2468880" indent="0">
              <a:buNone/>
              <a:defRPr sz="1800"/>
            </a:lvl7pPr>
            <a:lvl8pPr marL="2880360" indent="0">
              <a:buNone/>
              <a:defRPr sz="1800"/>
            </a:lvl8pPr>
            <a:lvl9pPr marL="3291840" indent="0">
              <a:buNone/>
              <a:defRPr sz="1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05296" y="2831393"/>
            <a:ext cx="4971964" cy="1803368"/>
          </a:xfrm>
        </p:spPr>
        <p:txBody>
          <a:bodyPr>
            <a:normAutofit/>
          </a:bodyPr>
          <a:lstStyle>
            <a:lvl1pPr marL="0" indent="0" algn="l">
              <a:buNone/>
              <a:defRPr sz="162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302644" y="4922871"/>
            <a:ext cx="4974616" cy="288111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4/10/2021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302644" y="286776"/>
            <a:ext cx="4986904" cy="28883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302644" y="2829245"/>
            <a:ext cx="497461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397200"/>
      </p:ext>
    </p:extLst>
  </p:cSld>
  <p:clrMapOvr>
    <a:masterClrMapping/>
  </p:clrMapOvr>
  <p:hf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308506" y="1662379"/>
            <a:ext cx="864677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7845756"/>
      </p:ext>
    </p:extLst>
  </p:cSld>
  <p:clrMapOvr>
    <a:masterClrMapping/>
  </p:clrMapOvr>
  <p:hf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95200" y="719076"/>
            <a:ext cx="1454168" cy="4193900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00205" y="719076"/>
            <a:ext cx="7045947" cy="41939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8495200" y="719076"/>
            <a:ext cx="0" cy="419390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9039210"/>
      </p:ext>
    </p:extLst>
  </p:cSld>
  <p:clrMapOvr>
    <a:masterClrMapping/>
  </p:clrMapOvr>
  <p:hf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348" y="661226"/>
            <a:ext cx="9976104" cy="590931"/>
          </a:xfrm>
        </p:spPr>
        <p:txBody>
          <a:bodyPr/>
          <a:lstStyle>
            <a:lvl1pPr algn="ctr"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6750" y="2103035"/>
            <a:ext cx="9948672" cy="3718925"/>
          </a:xfrm>
        </p:spPr>
        <p:txBody>
          <a:bodyPr/>
          <a:lstStyle>
            <a:lvl1pPr marL="0" indent="0">
              <a:buClr>
                <a:schemeClr val="bg2"/>
              </a:buClr>
              <a:buSzPct val="100000"/>
              <a:buFontTx/>
              <a:buNone/>
              <a:defRPr sz="2000">
                <a:solidFill>
                  <a:schemeClr val="bg1"/>
                </a:solidFill>
              </a:defRPr>
            </a:lvl1pPr>
            <a:lvl2pPr marL="571500" indent="0">
              <a:buClr>
                <a:schemeClr val="bg2"/>
              </a:buClr>
              <a:buSzPct val="100000"/>
              <a:buFontTx/>
              <a:buNone/>
              <a:defRPr sz="1800">
                <a:solidFill>
                  <a:schemeClr val="bg1"/>
                </a:solidFill>
              </a:defRPr>
            </a:lvl2pPr>
            <a:lvl3pPr marL="1089025" indent="0">
              <a:buClr>
                <a:schemeClr val="bg2"/>
              </a:buClr>
              <a:buSzPct val="100000"/>
              <a:buFontTx/>
              <a:buNone/>
              <a:defRPr sz="1600">
                <a:solidFill>
                  <a:schemeClr val="bg1"/>
                </a:solidFill>
              </a:defRPr>
            </a:lvl3pPr>
            <a:lvl4pPr marL="1774825" indent="-228600">
              <a:buClr>
                <a:schemeClr val="bg2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4pPr>
            <a:lvl5pPr marL="2117725" indent="-228600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98348" y="1183333"/>
            <a:ext cx="9976104" cy="525463"/>
          </a:xfrm>
        </p:spPr>
        <p:txBody>
          <a:bodyPr/>
          <a:lstStyle>
            <a:lvl1pPr marL="0" indent="0" algn="ctr">
              <a:buFontTx/>
              <a:buNone/>
              <a:defRPr sz="24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571500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0890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5462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18891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8127488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A28B2A9-89D6-4CF3-BBAF-1CA0E88E14C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0972800" cy="6172200"/>
          </a:xfrm>
          <a:prstGeom prst="rect">
            <a:avLst/>
          </a:prstGeom>
        </p:spPr>
      </p:pic>
      <p:pic>
        <p:nvPicPr>
          <p:cNvPr id="10" name="Picture 9" descr="A picture containing text  Description automatically generated">
            <a:extLst>
              <a:ext uri="{FF2B5EF4-FFF2-40B4-BE49-F238E27FC236}">
                <a16:creationId xmlns:a16="http://schemas.microsoft.com/office/drawing/2014/main" id="{9E96A302-1F38-4275-8241-37FF3CB49A0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7449" y="1896465"/>
            <a:ext cx="1601595" cy="1298628"/>
          </a:xfrm>
          <a:prstGeom prst="rect">
            <a:avLst/>
          </a:prstGeom>
        </p:spPr>
      </p:pic>
      <p:sp>
        <p:nvSpPr>
          <p:cNvPr id="11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85800" y="4974336"/>
            <a:ext cx="5815584" cy="286232"/>
          </a:xfrm>
        </p:spPr>
        <p:txBody>
          <a:bodyPr wrap="square" anchor="t">
            <a:noAutofit/>
          </a:bodyPr>
          <a:lstStyle>
            <a:lvl1pPr marL="0" indent="0" algn="l">
              <a:lnSpc>
                <a:spcPct val="9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400" b="0">
                <a:solidFill>
                  <a:schemeClr val="tx2"/>
                </a:solidFill>
                <a:latin typeface="Trebuchet MS" pitchFamily="34" charset="0"/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05" name="Title 304"/>
          <p:cNvSpPr>
            <a:spLocks noGrp="1"/>
          </p:cNvSpPr>
          <p:nvPr>
            <p:ph type="title" hasCustomPrompt="1"/>
          </p:nvPr>
        </p:nvSpPr>
        <p:spPr>
          <a:xfrm>
            <a:off x="685800" y="4023360"/>
            <a:ext cx="5815584" cy="982855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sz="3600" b="1" cap="all" baseline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87DABAD-3709-40C3-9EFD-BF1A6B6A20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0401" r="-3502"/>
          <a:stretch/>
        </p:blipFill>
        <p:spPr>
          <a:xfrm>
            <a:off x="1996931" y="1981572"/>
            <a:ext cx="2011680" cy="110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397753"/>
      </p:ext>
    </p:extLst>
  </p:cSld>
  <p:clrMapOvr>
    <a:masterClrMapping/>
  </p:clrMapOvr>
  <p:hf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lose up of a spider  Description automatically generated">
            <a:extLst>
              <a:ext uri="{FF2B5EF4-FFF2-40B4-BE49-F238E27FC236}">
                <a16:creationId xmlns:a16="http://schemas.microsoft.com/office/drawing/2014/main" id="{312387AB-4080-4B69-BFCF-F134EF12C77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0972800" cy="6172200"/>
          </a:xfrm>
          <a:prstGeom prst="rect">
            <a:avLst/>
          </a:prstGeom>
        </p:spPr>
      </p:pic>
      <p:pic>
        <p:nvPicPr>
          <p:cNvPr id="10" name="Picture 9" descr="A picture containing text  Description automatically generated">
            <a:extLst>
              <a:ext uri="{FF2B5EF4-FFF2-40B4-BE49-F238E27FC236}">
                <a16:creationId xmlns:a16="http://schemas.microsoft.com/office/drawing/2014/main" id="{B8805453-93BD-4B24-A658-29DCC011299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59525" y="4416800"/>
            <a:ext cx="1601595" cy="1298628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1FDA9BB0-5ECC-460A-9E7D-23BD2DACDBB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0401" r="-3502"/>
          <a:stretch/>
        </p:blipFill>
        <p:spPr>
          <a:xfrm>
            <a:off x="8732027" y="4513850"/>
            <a:ext cx="2011680" cy="11045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396024-7D8C-43DA-AFE1-92AD9F7C6F0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1753" b="-229"/>
          <a:stretch/>
        </p:blipFill>
        <p:spPr>
          <a:xfrm flipV="1">
            <a:off x="0" y="229699"/>
            <a:ext cx="10972800" cy="594250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BBE8603-4003-4323-8DC6-477159757BA4}"/>
              </a:ext>
            </a:extLst>
          </p:cNvPr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gradFill>
            <a:gsLst>
              <a:gs pos="34000">
                <a:schemeClr val="tx1"/>
              </a:gs>
              <a:gs pos="100000">
                <a:schemeClr val="tx1">
                  <a:alpha val="3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883699-4F99-419C-A428-A31504CDEE32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3337" y="3902417"/>
            <a:ext cx="3232858" cy="113274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6AFCC1C-572A-4BF0-A2EA-86B23AFDB081}"/>
              </a:ext>
            </a:extLst>
          </p:cNvPr>
          <p:cNvSpPr txBox="1"/>
          <p:nvPr userDrawn="1"/>
        </p:nvSpPr>
        <p:spPr>
          <a:xfrm>
            <a:off x="481641" y="5310989"/>
            <a:ext cx="2512291" cy="36933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2000">
                <a:solidFill>
                  <a:schemeClr val="tx2"/>
                </a:solidFill>
                <a:latin typeface="Trebuchet MS" panose="020B0603020202020204" pitchFamily="34" charset="0"/>
              </a:rPr>
              <a:t>www.nvidia.com/dli</a:t>
            </a:r>
          </a:p>
        </p:txBody>
      </p:sp>
    </p:spTree>
    <p:extLst>
      <p:ext uri="{BB962C8B-B14F-4D97-AF65-F5344CB8AC3E}">
        <p14:creationId xmlns:p14="http://schemas.microsoft.com/office/powerpoint/2010/main" val="193429561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348" y="521208"/>
            <a:ext cx="9976104" cy="590931"/>
          </a:xfrm>
        </p:spPr>
        <p:txBody>
          <a:bodyPr/>
          <a:lstStyle>
            <a:lvl1pPr algn="ctr">
              <a:defRPr sz="28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6750" y="2103035"/>
            <a:ext cx="9948672" cy="3718925"/>
          </a:xfrm>
        </p:spPr>
        <p:txBody>
          <a:bodyPr/>
          <a:lstStyle>
            <a:lvl1pPr marL="0" indent="0">
              <a:buClr>
                <a:schemeClr val="bg2"/>
              </a:buClr>
              <a:buSzPct val="100000"/>
              <a:buFontTx/>
              <a:buNone/>
              <a:defRPr sz="1400">
                <a:solidFill>
                  <a:schemeClr val="accent4"/>
                </a:solidFill>
              </a:defRPr>
            </a:lvl1pPr>
            <a:lvl2pPr marL="571500" indent="0">
              <a:buClr>
                <a:schemeClr val="bg2"/>
              </a:buClr>
              <a:buSzPct val="100000"/>
              <a:buFontTx/>
              <a:buNone/>
              <a:defRPr sz="1200">
                <a:solidFill>
                  <a:schemeClr val="accent4"/>
                </a:solidFill>
              </a:defRPr>
            </a:lvl2pPr>
            <a:lvl3pPr marL="1089025" indent="0">
              <a:buClr>
                <a:schemeClr val="bg2"/>
              </a:buClr>
              <a:buSzPct val="100000"/>
              <a:buFontTx/>
              <a:buNone/>
              <a:defRPr sz="1100">
                <a:solidFill>
                  <a:schemeClr val="accent4"/>
                </a:solidFill>
              </a:defRPr>
            </a:lvl3pPr>
            <a:lvl4pPr marL="1774825" indent="-228600">
              <a:buClr>
                <a:schemeClr val="bg2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4pPr>
            <a:lvl5pPr marL="2117725" indent="-228600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98348" y="1088136"/>
            <a:ext cx="9976104" cy="525463"/>
          </a:xfrm>
        </p:spPr>
        <p:txBody>
          <a:bodyPr/>
          <a:lstStyle>
            <a:lvl1pPr marL="0" indent="0" algn="ctr">
              <a:buFontTx/>
              <a:buNone/>
              <a:defRPr sz="18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571500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0890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5462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18891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5430830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_ICON_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348" y="521208"/>
            <a:ext cx="9976104" cy="590931"/>
          </a:xfrm>
        </p:spPr>
        <p:txBody>
          <a:bodyPr/>
          <a:lstStyle>
            <a:lvl1pPr algn="ctr">
              <a:defRPr sz="28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6750" y="2103035"/>
            <a:ext cx="9948672" cy="3718925"/>
          </a:xfrm>
        </p:spPr>
        <p:txBody>
          <a:bodyPr/>
          <a:lstStyle>
            <a:lvl1pPr marL="230188" indent="-230188">
              <a:buClr>
                <a:schemeClr val="bg2"/>
              </a:buClr>
              <a:buSzPct val="75000"/>
              <a:buFontTx/>
              <a:buBlip>
                <a:blip r:embed="rId2"/>
              </a:buBlip>
              <a:defRPr sz="1400">
                <a:solidFill>
                  <a:schemeClr val="accent4"/>
                </a:solidFill>
              </a:defRPr>
            </a:lvl1pPr>
            <a:lvl2pPr marL="800100" indent="-228600">
              <a:buClr>
                <a:schemeClr val="bg2"/>
              </a:buClr>
              <a:buSzPct val="75000"/>
              <a:buFontTx/>
              <a:buBlip>
                <a:blip r:embed="rId2"/>
              </a:buBlip>
              <a:defRPr sz="1200">
                <a:solidFill>
                  <a:schemeClr val="accent4"/>
                </a:solidFill>
              </a:defRPr>
            </a:lvl2pPr>
            <a:lvl3pPr marL="1258888" indent="-169863">
              <a:buClr>
                <a:schemeClr val="bg2"/>
              </a:buClr>
              <a:buSzPct val="75000"/>
              <a:buFontTx/>
              <a:buBlip>
                <a:blip r:embed="rId2"/>
              </a:buBlip>
              <a:defRPr sz="1100">
                <a:solidFill>
                  <a:schemeClr val="accent4"/>
                </a:solidFill>
              </a:defRPr>
            </a:lvl3pPr>
            <a:lvl4pPr marL="1774825" indent="-228600">
              <a:buClr>
                <a:schemeClr val="bg2"/>
              </a:buClr>
              <a:buSzPct val="75000"/>
              <a:buFontTx/>
              <a:buBlip>
                <a:blip r:embed="rId2"/>
              </a:buBlip>
              <a:defRPr sz="1000">
                <a:solidFill>
                  <a:schemeClr val="accent4"/>
                </a:solidFill>
                <a:latin typeface="Trebuchet MS" panose="020B0603020202020204" pitchFamily="34" charset="0"/>
              </a:defRPr>
            </a:lvl4pPr>
            <a:lvl5pPr marL="2117725" indent="-228600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98348" y="1088136"/>
            <a:ext cx="9976104" cy="525463"/>
          </a:xfrm>
        </p:spPr>
        <p:txBody>
          <a:bodyPr/>
          <a:lstStyle>
            <a:lvl1pPr marL="0" indent="0" algn="ctr">
              <a:buFontTx/>
              <a:buNone/>
              <a:defRPr sz="18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571500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0890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5462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18891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98438171"/>
      </p:ext>
    </p:extLst>
  </p:cSld>
  <p:clrMapOvr>
    <a:masterClrMapping/>
  </p:clrMapOvr>
  <p:hf hdr="0" ft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FIDENT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348" y="521208"/>
            <a:ext cx="9976104" cy="590931"/>
          </a:xfrm>
        </p:spPr>
        <p:txBody>
          <a:bodyPr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6750" y="2103035"/>
            <a:ext cx="9948672" cy="3718925"/>
          </a:xfrm>
        </p:spPr>
        <p:txBody>
          <a:bodyPr/>
          <a:lstStyle>
            <a:lvl1pPr marL="0" indent="0">
              <a:buClr>
                <a:schemeClr val="bg2"/>
              </a:buClr>
              <a:buSzPct val="100000"/>
              <a:buFontTx/>
              <a:buNone/>
              <a:defRPr sz="1400">
                <a:solidFill>
                  <a:schemeClr val="accent4"/>
                </a:solidFill>
              </a:defRPr>
            </a:lvl1pPr>
            <a:lvl2pPr marL="571500" indent="0">
              <a:buClr>
                <a:schemeClr val="bg2"/>
              </a:buClr>
              <a:buSzPct val="100000"/>
              <a:buFontTx/>
              <a:buNone/>
              <a:defRPr sz="1200">
                <a:solidFill>
                  <a:schemeClr val="accent4"/>
                </a:solidFill>
              </a:defRPr>
            </a:lvl2pPr>
            <a:lvl3pPr marL="1089025" indent="0">
              <a:buClr>
                <a:schemeClr val="bg2"/>
              </a:buClr>
              <a:buSzPct val="100000"/>
              <a:buFontTx/>
              <a:buNone/>
              <a:defRPr sz="1100">
                <a:solidFill>
                  <a:schemeClr val="accent4"/>
                </a:solidFill>
              </a:defRPr>
            </a:lvl3pPr>
            <a:lvl4pPr marL="1774825" indent="-228600">
              <a:buClr>
                <a:schemeClr val="bg2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4pPr>
            <a:lvl5pPr marL="2117725" indent="-228600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98348" y="1088136"/>
            <a:ext cx="9976104" cy="525463"/>
          </a:xfrm>
        </p:spPr>
        <p:txBody>
          <a:bodyPr/>
          <a:lstStyle>
            <a:lvl1pPr marL="0" indent="0" algn="ctr">
              <a:buFontTx/>
              <a:buNone/>
              <a:defRPr sz="18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571500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0890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5462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18891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68283" y="5775855"/>
            <a:ext cx="2762866" cy="248142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b"/>
          <a:lstStyle/>
          <a:p>
            <a:pPr marL="0" marR="0" lvl="0" indent="0" algn="l" defTabSz="4572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b="1" i="0" kern="0" dirty="0">
                <a:solidFill>
                  <a:schemeClr val="bg1"/>
                </a:solidFill>
                <a:latin typeface="Trebuchet MS"/>
              </a:rPr>
              <a:t>NVIDIA CONFIDENTIAL. DO NOT DISTRIBUTE.</a:t>
            </a:r>
          </a:p>
        </p:txBody>
      </p:sp>
    </p:spTree>
    <p:extLst>
      <p:ext uri="{BB962C8B-B14F-4D97-AF65-F5344CB8AC3E}">
        <p14:creationId xmlns:p14="http://schemas.microsoft.com/office/powerpoint/2010/main" val="456069372"/>
      </p:ext>
    </p:extLst>
  </p:cSld>
  <p:clrMapOvr>
    <a:masterClrMapping/>
  </p:clrMapOvr>
  <p:hf hdr="0" ft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Content - NO LOGO &amp; PAGE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348" y="521208"/>
            <a:ext cx="9976104" cy="590931"/>
          </a:xfrm>
        </p:spPr>
        <p:txBody>
          <a:bodyPr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64" y="2103035"/>
            <a:ext cx="9962388" cy="3547957"/>
          </a:xfrm>
        </p:spPr>
        <p:txBody>
          <a:bodyPr/>
          <a:lstStyle>
            <a:lvl1pPr marL="0" indent="0">
              <a:buClr>
                <a:schemeClr val="bg2"/>
              </a:buClr>
              <a:buSzPct val="100000"/>
              <a:buFontTx/>
              <a:buNone/>
              <a:defRPr sz="1400">
                <a:solidFill>
                  <a:schemeClr val="accent4"/>
                </a:solidFill>
              </a:defRPr>
            </a:lvl1pPr>
            <a:lvl2pPr marL="571500" indent="0">
              <a:buClr>
                <a:schemeClr val="bg2"/>
              </a:buClr>
              <a:buSzPct val="100000"/>
              <a:buFontTx/>
              <a:buNone/>
              <a:defRPr sz="1200">
                <a:solidFill>
                  <a:schemeClr val="accent4"/>
                </a:solidFill>
              </a:defRPr>
            </a:lvl2pPr>
            <a:lvl3pPr marL="1089025" indent="0">
              <a:buClr>
                <a:schemeClr val="bg2"/>
              </a:buClr>
              <a:buSzPct val="100000"/>
              <a:buFontTx/>
              <a:buNone/>
              <a:defRPr sz="1200">
                <a:solidFill>
                  <a:schemeClr val="accent4"/>
                </a:solidFill>
              </a:defRPr>
            </a:lvl3pPr>
            <a:lvl4pPr marL="1774825" indent="-228600">
              <a:buClr>
                <a:schemeClr val="bg2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4pPr>
            <a:lvl5pPr marL="2117725" indent="-228600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98348" y="1088136"/>
            <a:ext cx="9976104" cy="525463"/>
          </a:xfrm>
        </p:spPr>
        <p:txBody>
          <a:bodyPr/>
          <a:lstStyle>
            <a:lvl1pPr marL="0" indent="0" algn="ctr">
              <a:buFontTx/>
              <a:buNone/>
              <a:defRPr sz="18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571500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0890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5462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18891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41640286"/>
      </p:ext>
    </p:extLst>
  </p:cSld>
  <p:clrMapOvr>
    <a:masterClrMapping/>
  </p:clrMapOvr>
  <p:hf hdr="0" ft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hoto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9232" y="1798590"/>
            <a:ext cx="4204402" cy="618631"/>
          </a:xfrm>
        </p:spPr>
        <p:txBody>
          <a:bodyPr/>
          <a:lstStyle>
            <a:lvl1pPr algn="l"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9231" y="3071579"/>
            <a:ext cx="4192841" cy="2517089"/>
          </a:xfrm>
        </p:spPr>
        <p:txBody>
          <a:bodyPr/>
          <a:lstStyle>
            <a:lvl1pPr marL="0" indent="0"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SzPct val="100000"/>
              <a:buFontTx/>
              <a:buNone/>
              <a:defRPr sz="1200">
                <a:solidFill>
                  <a:schemeClr val="accent4"/>
                </a:solidFill>
              </a:defRPr>
            </a:lvl1pPr>
            <a:lvl2pPr marL="571500" indent="0"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SzPct val="100000"/>
              <a:buFontTx/>
              <a:buNone/>
              <a:defRPr sz="1100">
                <a:solidFill>
                  <a:schemeClr val="accent4"/>
                </a:solidFill>
              </a:defRPr>
            </a:lvl2pPr>
            <a:lvl3pPr marL="1089025" indent="0"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SzPct val="100000"/>
              <a:buFontTx/>
              <a:buNone/>
              <a:defRPr sz="1100">
                <a:solidFill>
                  <a:schemeClr val="accent4"/>
                </a:solidFill>
              </a:defRPr>
            </a:lvl3pPr>
            <a:lvl4pPr marL="1774825" indent="-228600">
              <a:buClr>
                <a:schemeClr val="bg2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4pPr>
            <a:lvl5pPr marL="2117725" indent="-228600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519232" y="2348397"/>
            <a:ext cx="4204402" cy="525463"/>
          </a:xfrm>
        </p:spPr>
        <p:txBody>
          <a:bodyPr/>
          <a:lstStyle>
            <a:lvl1pPr marL="0" indent="0" algn="l">
              <a:buFontTx/>
              <a:buNone/>
              <a:defRPr sz="18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571500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0890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5462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18891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936B0C-8F2F-4EF4-AB7E-78B23DDEA49A}"/>
              </a:ext>
            </a:extLst>
          </p:cNvPr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48374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ternat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3480" y="1798590"/>
            <a:ext cx="5440680" cy="618631"/>
          </a:xfrm>
        </p:spPr>
        <p:txBody>
          <a:bodyPr/>
          <a:lstStyle>
            <a:lvl1pPr algn="l"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3480" y="2916936"/>
            <a:ext cx="5431536" cy="2517089"/>
          </a:xfrm>
        </p:spPr>
        <p:txBody>
          <a:bodyPr/>
          <a:lstStyle>
            <a:lvl1pPr marL="0" indent="0"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SzPct val="100000"/>
              <a:buFontTx/>
              <a:buNone/>
              <a:defRPr sz="1200">
                <a:solidFill>
                  <a:schemeClr val="accent4"/>
                </a:solidFill>
              </a:defRPr>
            </a:lvl1pPr>
            <a:lvl2pPr marL="571500" indent="0"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SzPct val="100000"/>
              <a:buFontTx/>
              <a:buNone/>
              <a:defRPr sz="1100">
                <a:solidFill>
                  <a:schemeClr val="accent4"/>
                </a:solidFill>
              </a:defRPr>
            </a:lvl2pPr>
            <a:lvl3pPr marL="1089025" indent="0"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SzPct val="100000"/>
              <a:buFontTx/>
              <a:buNone/>
              <a:defRPr sz="1100">
                <a:solidFill>
                  <a:schemeClr val="accent4"/>
                </a:solidFill>
              </a:defRPr>
            </a:lvl3pPr>
            <a:lvl4pPr marL="1774825" indent="-228600">
              <a:buClr>
                <a:schemeClr val="bg2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4pPr>
            <a:lvl5pPr marL="2117725" indent="-228600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983480" y="2368296"/>
            <a:ext cx="5440680" cy="525463"/>
          </a:xfrm>
        </p:spPr>
        <p:txBody>
          <a:bodyPr/>
          <a:lstStyle>
            <a:lvl1pPr marL="0" indent="0" algn="l">
              <a:buFontTx/>
              <a:buNone/>
              <a:defRPr sz="18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571500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0890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5462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18891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69002015"/>
      </p:ext>
    </p:extLst>
  </p:cSld>
  <p:clrMapOvr>
    <a:masterClrMapping/>
  </p:clrMapOvr>
  <p:hf hdr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logo  Description automatically generated">
            <a:extLst>
              <a:ext uri="{FF2B5EF4-FFF2-40B4-BE49-F238E27FC236}">
                <a16:creationId xmlns:a16="http://schemas.microsoft.com/office/drawing/2014/main" id="{6302B7CA-37AE-4D42-BAAD-C239CA228AB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0972800" cy="61722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ECCC24C-ED7E-414F-9E23-06D696E2C7C2}"/>
              </a:ext>
            </a:extLst>
          </p:cNvPr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98402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CC9D3D8-33FC-4EE7-AE65-7535FEAB06AA}"/>
              </a:ext>
            </a:extLst>
          </p:cNvPr>
          <p:cNvSpPr/>
          <p:nvPr/>
        </p:nvSpPr>
        <p:spPr>
          <a:xfrm>
            <a:off x="0" y="0"/>
            <a:ext cx="10727473" cy="56509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348" y="521208"/>
            <a:ext cx="9976104" cy="590931"/>
          </a:xfrm>
        </p:spPr>
        <p:txBody>
          <a:bodyPr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E231FB-34DA-47CC-85F9-C9E6C55FF514}"/>
              </a:ext>
            </a:extLst>
          </p:cNvPr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51491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ansition / 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F3AE616-A526-467A-9354-356237D56F8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0972800" cy="61722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74336" y="4224528"/>
            <a:ext cx="5376672" cy="1373939"/>
          </a:xfrm>
        </p:spPr>
        <p:txBody>
          <a:bodyPr anchor="b"/>
          <a:lstStyle>
            <a:lvl1pPr algn="ctr">
              <a:defRPr sz="3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938240"/>
      </p:ext>
    </p:extLst>
  </p:cSld>
  <p:clrMapOvr>
    <a:masterClrMapping/>
  </p:clrMapOvr>
  <p:hf hdr="0" ft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bargo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5E518B9-8953-4D61-86EB-BF726D7CE198}"/>
              </a:ext>
            </a:extLst>
          </p:cNvPr>
          <p:cNvGrpSpPr/>
          <p:nvPr/>
        </p:nvGrpSpPr>
        <p:grpSpPr>
          <a:xfrm>
            <a:off x="-1327308" y="-404866"/>
            <a:ext cx="13626669" cy="6983326"/>
            <a:chOff x="-1327308" y="-404866"/>
            <a:chExt cx="13626669" cy="698332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486AA18-85AA-4ECF-BC7C-6CDDDFA8AED1}"/>
                </a:ext>
              </a:extLst>
            </p:cNvPr>
            <p:cNvSpPr/>
            <p:nvPr/>
          </p:nvSpPr>
          <p:spPr>
            <a:xfrm>
              <a:off x="0" y="0"/>
              <a:ext cx="10972800" cy="6172200"/>
            </a:xfrm>
            <a:prstGeom prst="rect">
              <a:avLst/>
            </a:prstGeom>
            <a:solidFill>
              <a:srgbClr val="9A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Freeform 16">
              <a:extLst>
                <a:ext uri="{FF2B5EF4-FFF2-40B4-BE49-F238E27FC236}">
                  <a16:creationId xmlns:a16="http://schemas.microsoft.com/office/drawing/2014/main" id="{779DBA0E-78FD-499D-B7C5-9610ED16A58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695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6">
              <a:extLst>
                <a:ext uri="{FF2B5EF4-FFF2-40B4-BE49-F238E27FC236}">
                  <a16:creationId xmlns:a16="http://schemas.microsoft.com/office/drawing/2014/main" id="{4856087B-5738-47BA-B257-0AE16578FE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6601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6">
              <a:extLst>
                <a:ext uri="{FF2B5EF4-FFF2-40B4-BE49-F238E27FC236}">
                  <a16:creationId xmlns:a16="http://schemas.microsoft.com/office/drawing/2014/main" id="{30EA3BC0-CA75-4A9F-844C-9DF7651395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70507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16">
              <a:extLst>
                <a:ext uri="{FF2B5EF4-FFF2-40B4-BE49-F238E27FC236}">
                  <a16:creationId xmlns:a16="http://schemas.microsoft.com/office/drawing/2014/main" id="{09D9D0DC-416F-4D02-AE51-DC94179FE30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24413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16">
              <a:extLst>
                <a:ext uri="{FF2B5EF4-FFF2-40B4-BE49-F238E27FC236}">
                  <a16:creationId xmlns:a16="http://schemas.microsoft.com/office/drawing/2014/main" id="{B3F11494-DD54-4DA3-999D-60884617AB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78319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16">
              <a:extLst>
                <a:ext uri="{FF2B5EF4-FFF2-40B4-BE49-F238E27FC236}">
                  <a16:creationId xmlns:a16="http://schemas.microsoft.com/office/drawing/2014/main" id="{B8DA5A4A-C129-4A6A-8590-D776A55A56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32225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AA72853C-EBAC-4426-B8F7-4D7FF7CE761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6131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AA148D7-A843-4289-9E59-D4B56EBE964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40037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3DFDAB2E-4FBE-4EA1-9068-98D2A1969CA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93943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6">
              <a:extLst>
                <a:ext uri="{FF2B5EF4-FFF2-40B4-BE49-F238E27FC236}">
                  <a16:creationId xmlns:a16="http://schemas.microsoft.com/office/drawing/2014/main" id="{1CB7337C-1F1B-4024-8C1B-11452904101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47849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6">
              <a:extLst>
                <a:ext uri="{FF2B5EF4-FFF2-40B4-BE49-F238E27FC236}">
                  <a16:creationId xmlns:a16="http://schemas.microsoft.com/office/drawing/2014/main" id="{3AC71E65-025E-4CD8-9C62-5C672876AB2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01755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6">
              <a:extLst>
                <a:ext uri="{FF2B5EF4-FFF2-40B4-BE49-F238E27FC236}">
                  <a16:creationId xmlns:a16="http://schemas.microsoft.com/office/drawing/2014/main" id="{CC69994B-2A96-4E6B-90E0-7C6012E4388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55661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95DA46AF-2C01-438F-ABE1-131B508F707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09567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6">
              <a:extLst>
                <a:ext uri="{FF2B5EF4-FFF2-40B4-BE49-F238E27FC236}">
                  <a16:creationId xmlns:a16="http://schemas.microsoft.com/office/drawing/2014/main" id="{AD1F7F7D-46C6-41FC-9A05-60CDDDABC9B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63473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6">
              <a:extLst>
                <a:ext uri="{FF2B5EF4-FFF2-40B4-BE49-F238E27FC236}">
                  <a16:creationId xmlns:a16="http://schemas.microsoft.com/office/drawing/2014/main" id="{E6044945-DD35-4A1F-B666-67B79DB3B9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7379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16">
              <a:extLst>
                <a:ext uri="{FF2B5EF4-FFF2-40B4-BE49-F238E27FC236}">
                  <a16:creationId xmlns:a16="http://schemas.microsoft.com/office/drawing/2014/main" id="{B6707B12-7E15-44BA-A75C-D231A0BD9DD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71285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6">
              <a:extLst>
                <a:ext uri="{FF2B5EF4-FFF2-40B4-BE49-F238E27FC236}">
                  <a16:creationId xmlns:a16="http://schemas.microsoft.com/office/drawing/2014/main" id="{C9CA6F74-E612-4E07-826D-3714EA654B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25191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6">
              <a:extLst>
                <a:ext uri="{FF2B5EF4-FFF2-40B4-BE49-F238E27FC236}">
                  <a16:creationId xmlns:a16="http://schemas.microsoft.com/office/drawing/2014/main" id="{9C232950-AF88-4D8C-98A2-58E2906C02B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79097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6">
              <a:extLst>
                <a:ext uri="{FF2B5EF4-FFF2-40B4-BE49-F238E27FC236}">
                  <a16:creationId xmlns:a16="http://schemas.microsoft.com/office/drawing/2014/main" id="{577A18B0-195A-44F8-8045-DEE9F4805CF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33003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16">
              <a:extLst>
                <a:ext uri="{FF2B5EF4-FFF2-40B4-BE49-F238E27FC236}">
                  <a16:creationId xmlns:a16="http://schemas.microsoft.com/office/drawing/2014/main" id="{C57DA582-5E40-4087-915C-A8AFB763CE7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86909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16">
              <a:extLst>
                <a:ext uri="{FF2B5EF4-FFF2-40B4-BE49-F238E27FC236}">
                  <a16:creationId xmlns:a16="http://schemas.microsoft.com/office/drawing/2014/main" id="{6B9446B2-AA95-41F1-8CE9-9C293FF2FFB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40815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16">
              <a:extLst>
                <a:ext uri="{FF2B5EF4-FFF2-40B4-BE49-F238E27FC236}">
                  <a16:creationId xmlns:a16="http://schemas.microsoft.com/office/drawing/2014/main" id="{09C2F6DB-63BE-4BEF-BD50-8E85A06AF3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94721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16">
              <a:extLst>
                <a:ext uri="{FF2B5EF4-FFF2-40B4-BE49-F238E27FC236}">
                  <a16:creationId xmlns:a16="http://schemas.microsoft.com/office/drawing/2014/main" id="{AB269B44-FFE3-44F5-9547-2D665691637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48627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16">
              <a:extLst>
                <a:ext uri="{FF2B5EF4-FFF2-40B4-BE49-F238E27FC236}">
                  <a16:creationId xmlns:a16="http://schemas.microsoft.com/office/drawing/2014/main" id="{D7B33E0B-D54D-4AD0-93EB-2D85D95AA7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402533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16">
              <a:extLst>
                <a:ext uri="{FF2B5EF4-FFF2-40B4-BE49-F238E27FC236}">
                  <a16:creationId xmlns:a16="http://schemas.microsoft.com/office/drawing/2014/main" id="{C82CDED5-DC3C-4291-8FB5-4FBECACC093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56439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16">
              <a:extLst>
                <a:ext uri="{FF2B5EF4-FFF2-40B4-BE49-F238E27FC236}">
                  <a16:creationId xmlns:a16="http://schemas.microsoft.com/office/drawing/2014/main" id="{38B0CFAC-4CC8-4BD7-9602-D3F62B41114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110345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16">
              <a:extLst>
                <a:ext uri="{FF2B5EF4-FFF2-40B4-BE49-F238E27FC236}">
                  <a16:creationId xmlns:a16="http://schemas.microsoft.com/office/drawing/2014/main" id="{9D7BB7E2-49CE-405B-BBC3-0D3235E735E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64251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16">
              <a:extLst>
                <a:ext uri="{FF2B5EF4-FFF2-40B4-BE49-F238E27FC236}">
                  <a16:creationId xmlns:a16="http://schemas.microsoft.com/office/drawing/2014/main" id="{D724979D-D321-46A4-8BFB-4BE56A78EDC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818157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16">
              <a:extLst>
                <a:ext uri="{FF2B5EF4-FFF2-40B4-BE49-F238E27FC236}">
                  <a16:creationId xmlns:a16="http://schemas.microsoft.com/office/drawing/2014/main" id="{A90ECEE1-1C0E-48A4-8212-4FDF80E3400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72063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16">
              <a:extLst>
                <a:ext uri="{FF2B5EF4-FFF2-40B4-BE49-F238E27FC236}">
                  <a16:creationId xmlns:a16="http://schemas.microsoft.com/office/drawing/2014/main" id="{6A4F312E-AC0E-438F-85DE-734894B59F5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525969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16">
              <a:extLst>
                <a:ext uri="{FF2B5EF4-FFF2-40B4-BE49-F238E27FC236}">
                  <a16:creationId xmlns:a16="http://schemas.microsoft.com/office/drawing/2014/main" id="{1143C46B-BB0E-42E1-91DB-CF7866DEF0A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79862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16">
              <a:extLst>
                <a:ext uri="{FF2B5EF4-FFF2-40B4-BE49-F238E27FC236}">
                  <a16:creationId xmlns:a16="http://schemas.microsoft.com/office/drawing/2014/main" id="{8789D5ED-08F4-45B7-96D5-9DB37E826F7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91211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C71D4383-262D-49BE-8F2A-35EABE4CA51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695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16">
              <a:extLst>
                <a:ext uri="{FF2B5EF4-FFF2-40B4-BE49-F238E27FC236}">
                  <a16:creationId xmlns:a16="http://schemas.microsoft.com/office/drawing/2014/main" id="{B2D051A4-B41D-49C5-BCBA-B200CE92746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6601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EA204CAE-8CAD-4182-AFDF-6D71A5318AF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70507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16">
              <a:extLst>
                <a:ext uri="{FF2B5EF4-FFF2-40B4-BE49-F238E27FC236}">
                  <a16:creationId xmlns:a16="http://schemas.microsoft.com/office/drawing/2014/main" id="{F2D419D0-1198-497F-8FCB-0E4E01ABEB5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24413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16">
              <a:extLst>
                <a:ext uri="{FF2B5EF4-FFF2-40B4-BE49-F238E27FC236}">
                  <a16:creationId xmlns:a16="http://schemas.microsoft.com/office/drawing/2014/main" id="{42DA3B58-E508-46A3-B351-BFD7A44A340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78319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16">
              <a:extLst>
                <a:ext uri="{FF2B5EF4-FFF2-40B4-BE49-F238E27FC236}">
                  <a16:creationId xmlns:a16="http://schemas.microsoft.com/office/drawing/2014/main" id="{E56F4597-4576-4F1D-9E8B-57D61B7AF97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32225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16">
              <a:extLst>
                <a:ext uri="{FF2B5EF4-FFF2-40B4-BE49-F238E27FC236}">
                  <a16:creationId xmlns:a16="http://schemas.microsoft.com/office/drawing/2014/main" id="{C16A7CB5-E8F5-43EC-B4DA-8367563CBA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6131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16">
              <a:extLst>
                <a:ext uri="{FF2B5EF4-FFF2-40B4-BE49-F238E27FC236}">
                  <a16:creationId xmlns:a16="http://schemas.microsoft.com/office/drawing/2014/main" id="{B63EEF7E-F8C7-40A7-9EC5-7A2377B3E9A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40037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16">
              <a:extLst>
                <a:ext uri="{FF2B5EF4-FFF2-40B4-BE49-F238E27FC236}">
                  <a16:creationId xmlns:a16="http://schemas.microsoft.com/office/drawing/2014/main" id="{18561612-6FBC-464D-9063-754B5DF158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93943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16">
              <a:extLst>
                <a:ext uri="{FF2B5EF4-FFF2-40B4-BE49-F238E27FC236}">
                  <a16:creationId xmlns:a16="http://schemas.microsoft.com/office/drawing/2014/main" id="{9FB80B49-CDD0-491F-B397-AF746CB7451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47849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16">
              <a:extLst>
                <a:ext uri="{FF2B5EF4-FFF2-40B4-BE49-F238E27FC236}">
                  <a16:creationId xmlns:a16="http://schemas.microsoft.com/office/drawing/2014/main" id="{F04631F3-C493-4A64-AAFD-4686A560F6A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01755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16">
              <a:extLst>
                <a:ext uri="{FF2B5EF4-FFF2-40B4-BE49-F238E27FC236}">
                  <a16:creationId xmlns:a16="http://schemas.microsoft.com/office/drawing/2014/main" id="{A457E3A0-7D3B-4D8D-909F-FA0F06B944B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55661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16">
              <a:extLst>
                <a:ext uri="{FF2B5EF4-FFF2-40B4-BE49-F238E27FC236}">
                  <a16:creationId xmlns:a16="http://schemas.microsoft.com/office/drawing/2014/main" id="{D8E8EADD-8531-47CC-A9F2-A5B20F7DA15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09567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16">
              <a:extLst>
                <a:ext uri="{FF2B5EF4-FFF2-40B4-BE49-F238E27FC236}">
                  <a16:creationId xmlns:a16="http://schemas.microsoft.com/office/drawing/2014/main" id="{24D2EADF-B7B9-4986-AEDB-A2D41F636C1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63473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16">
              <a:extLst>
                <a:ext uri="{FF2B5EF4-FFF2-40B4-BE49-F238E27FC236}">
                  <a16:creationId xmlns:a16="http://schemas.microsoft.com/office/drawing/2014/main" id="{0683D26A-EB07-4380-8914-B6AECFE4BF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7379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16">
              <a:extLst>
                <a:ext uri="{FF2B5EF4-FFF2-40B4-BE49-F238E27FC236}">
                  <a16:creationId xmlns:a16="http://schemas.microsoft.com/office/drawing/2014/main" id="{78C3AD2F-A184-4332-ADCE-E7FEDE7BA62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71285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16">
              <a:extLst>
                <a:ext uri="{FF2B5EF4-FFF2-40B4-BE49-F238E27FC236}">
                  <a16:creationId xmlns:a16="http://schemas.microsoft.com/office/drawing/2014/main" id="{01ACBB54-13C8-4052-B203-3996848511D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25191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16">
              <a:extLst>
                <a:ext uri="{FF2B5EF4-FFF2-40B4-BE49-F238E27FC236}">
                  <a16:creationId xmlns:a16="http://schemas.microsoft.com/office/drawing/2014/main" id="{892B4C18-A783-475D-8EEF-F11FBA1A327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79097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16">
              <a:extLst>
                <a:ext uri="{FF2B5EF4-FFF2-40B4-BE49-F238E27FC236}">
                  <a16:creationId xmlns:a16="http://schemas.microsoft.com/office/drawing/2014/main" id="{A62353FE-8604-486E-9560-78C474AC8F4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33003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16">
              <a:extLst>
                <a:ext uri="{FF2B5EF4-FFF2-40B4-BE49-F238E27FC236}">
                  <a16:creationId xmlns:a16="http://schemas.microsoft.com/office/drawing/2014/main" id="{4A5FC7DA-BB86-43EB-AC23-48D1752A6A6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86909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16">
              <a:extLst>
                <a:ext uri="{FF2B5EF4-FFF2-40B4-BE49-F238E27FC236}">
                  <a16:creationId xmlns:a16="http://schemas.microsoft.com/office/drawing/2014/main" id="{57B12D9F-3BBD-4FAF-A8AB-5C326803292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40815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16">
              <a:extLst>
                <a:ext uri="{FF2B5EF4-FFF2-40B4-BE49-F238E27FC236}">
                  <a16:creationId xmlns:a16="http://schemas.microsoft.com/office/drawing/2014/main" id="{B7B50CA6-941B-4F77-891D-BA2C28D0CA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94721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16">
              <a:extLst>
                <a:ext uri="{FF2B5EF4-FFF2-40B4-BE49-F238E27FC236}">
                  <a16:creationId xmlns:a16="http://schemas.microsoft.com/office/drawing/2014/main" id="{0194FC04-B2A1-4C52-B275-3D32DD41DDB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48627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16">
              <a:extLst>
                <a:ext uri="{FF2B5EF4-FFF2-40B4-BE49-F238E27FC236}">
                  <a16:creationId xmlns:a16="http://schemas.microsoft.com/office/drawing/2014/main" id="{3055B924-F529-4C4C-A7F1-F0D1B50A73A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402533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16">
              <a:extLst>
                <a:ext uri="{FF2B5EF4-FFF2-40B4-BE49-F238E27FC236}">
                  <a16:creationId xmlns:a16="http://schemas.microsoft.com/office/drawing/2014/main" id="{1DCBE022-831C-4DEF-8567-F73AB476C6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56439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16">
              <a:extLst>
                <a:ext uri="{FF2B5EF4-FFF2-40B4-BE49-F238E27FC236}">
                  <a16:creationId xmlns:a16="http://schemas.microsoft.com/office/drawing/2014/main" id="{4677A0E0-1BE9-4AD9-8081-3970B6DE761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110345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Freeform 16">
              <a:extLst>
                <a:ext uri="{FF2B5EF4-FFF2-40B4-BE49-F238E27FC236}">
                  <a16:creationId xmlns:a16="http://schemas.microsoft.com/office/drawing/2014/main" id="{5056D7AA-7E9E-4019-92DE-9258C7BADCA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64251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16">
              <a:extLst>
                <a:ext uri="{FF2B5EF4-FFF2-40B4-BE49-F238E27FC236}">
                  <a16:creationId xmlns:a16="http://schemas.microsoft.com/office/drawing/2014/main" id="{B52F2FF3-8B1D-4A44-8280-D43163EC0C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818157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16">
              <a:extLst>
                <a:ext uri="{FF2B5EF4-FFF2-40B4-BE49-F238E27FC236}">
                  <a16:creationId xmlns:a16="http://schemas.microsoft.com/office/drawing/2014/main" id="{8B2B15A4-341E-44E2-AA50-1BF44E9387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72063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16">
              <a:extLst>
                <a:ext uri="{FF2B5EF4-FFF2-40B4-BE49-F238E27FC236}">
                  <a16:creationId xmlns:a16="http://schemas.microsoft.com/office/drawing/2014/main" id="{ACC84E38-6617-4E04-B995-881604F99C4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525969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16">
              <a:extLst>
                <a:ext uri="{FF2B5EF4-FFF2-40B4-BE49-F238E27FC236}">
                  <a16:creationId xmlns:a16="http://schemas.microsoft.com/office/drawing/2014/main" id="{C6B285A5-12A2-48AF-893D-5983016613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79862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16">
              <a:extLst>
                <a:ext uri="{FF2B5EF4-FFF2-40B4-BE49-F238E27FC236}">
                  <a16:creationId xmlns:a16="http://schemas.microsoft.com/office/drawing/2014/main" id="{47084835-C1A6-434A-A2AB-3E7DA4267BA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91211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16">
              <a:extLst>
                <a:ext uri="{FF2B5EF4-FFF2-40B4-BE49-F238E27FC236}">
                  <a16:creationId xmlns:a16="http://schemas.microsoft.com/office/drawing/2014/main" id="{82D26294-EE4F-4381-8B0F-4CE7F3A1A32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695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16">
              <a:extLst>
                <a:ext uri="{FF2B5EF4-FFF2-40B4-BE49-F238E27FC236}">
                  <a16:creationId xmlns:a16="http://schemas.microsoft.com/office/drawing/2014/main" id="{B1EE9A53-A80E-4B20-9E04-100060C781A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6601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Freeform 16">
              <a:extLst>
                <a:ext uri="{FF2B5EF4-FFF2-40B4-BE49-F238E27FC236}">
                  <a16:creationId xmlns:a16="http://schemas.microsoft.com/office/drawing/2014/main" id="{C3C136FE-F981-49F6-8875-8AD586CA852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70507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Freeform 16">
              <a:extLst>
                <a:ext uri="{FF2B5EF4-FFF2-40B4-BE49-F238E27FC236}">
                  <a16:creationId xmlns:a16="http://schemas.microsoft.com/office/drawing/2014/main" id="{FC84C1D9-DA95-4BF6-A71F-86DC6A2FA96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24413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Freeform 16">
              <a:extLst>
                <a:ext uri="{FF2B5EF4-FFF2-40B4-BE49-F238E27FC236}">
                  <a16:creationId xmlns:a16="http://schemas.microsoft.com/office/drawing/2014/main" id="{EC336BD7-D0E5-4907-BEDB-AA01C56DDA7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78319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Freeform 16">
              <a:extLst>
                <a:ext uri="{FF2B5EF4-FFF2-40B4-BE49-F238E27FC236}">
                  <a16:creationId xmlns:a16="http://schemas.microsoft.com/office/drawing/2014/main" id="{BAAF41C9-7EAA-475D-83F2-1253B7055B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32225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Freeform 16">
              <a:extLst>
                <a:ext uri="{FF2B5EF4-FFF2-40B4-BE49-F238E27FC236}">
                  <a16:creationId xmlns:a16="http://schemas.microsoft.com/office/drawing/2014/main" id="{C4C84E12-C6BC-4AF0-9151-76A20D031CF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6131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Freeform 16">
              <a:extLst>
                <a:ext uri="{FF2B5EF4-FFF2-40B4-BE49-F238E27FC236}">
                  <a16:creationId xmlns:a16="http://schemas.microsoft.com/office/drawing/2014/main" id="{98FB1073-101D-401C-B499-E80B2DCCDB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40037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Freeform 16">
              <a:extLst>
                <a:ext uri="{FF2B5EF4-FFF2-40B4-BE49-F238E27FC236}">
                  <a16:creationId xmlns:a16="http://schemas.microsoft.com/office/drawing/2014/main" id="{3E52FE15-A88E-4B8E-B23B-7E810753124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93943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Freeform 16">
              <a:extLst>
                <a:ext uri="{FF2B5EF4-FFF2-40B4-BE49-F238E27FC236}">
                  <a16:creationId xmlns:a16="http://schemas.microsoft.com/office/drawing/2014/main" id="{E83FECA9-6276-4B79-96AD-84BED6F80D9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47849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Freeform 16">
              <a:extLst>
                <a:ext uri="{FF2B5EF4-FFF2-40B4-BE49-F238E27FC236}">
                  <a16:creationId xmlns:a16="http://schemas.microsoft.com/office/drawing/2014/main" id="{B18137A3-C9B0-4C35-8A20-53EC5864E5B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01755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Freeform 16">
              <a:extLst>
                <a:ext uri="{FF2B5EF4-FFF2-40B4-BE49-F238E27FC236}">
                  <a16:creationId xmlns:a16="http://schemas.microsoft.com/office/drawing/2014/main" id="{52DE848A-E413-47C4-8173-DB2CA8EEA35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55661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" name="Freeform 16">
              <a:extLst>
                <a:ext uri="{FF2B5EF4-FFF2-40B4-BE49-F238E27FC236}">
                  <a16:creationId xmlns:a16="http://schemas.microsoft.com/office/drawing/2014/main" id="{14D3DEFF-25FB-44EA-876C-8BD7E213C17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09567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" name="Freeform 16">
              <a:extLst>
                <a:ext uri="{FF2B5EF4-FFF2-40B4-BE49-F238E27FC236}">
                  <a16:creationId xmlns:a16="http://schemas.microsoft.com/office/drawing/2014/main" id="{F8DD5E7B-8D6A-46DF-B7B8-0A96095CA77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63473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" name="Freeform 16">
              <a:extLst>
                <a:ext uri="{FF2B5EF4-FFF2-40B4-BE49-F238E27FC236}">
                  <a16:creationId xmlns:a16="http://schemas.microsoft.com/office/drawing/2014/main" id="{140EA7A3-E20E-49A8-B7DF-746F09BE226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7379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" name="Freeform 16">
              <a:extLst>
                <a:ext uri="{FF2B5EF4-FFF2-40B4-BE49-F238E27FC236}">
                  <a16:creationId xmlns:a16="http://schemas.microsoft.com/office/drawing/2014/main" id="{A30FB1C7-E929-4CCD-BEC9-3D5F967B88F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71285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" name="Freeform 16">
              <a:extLst>
                <a:ext uri="{FF2B5EF4-FFF2-40B4-BE49-F238E27FC236}">
                  <a16:creationId xmlns:a16="http://schemas.microsoft.com/office/drawing/2014/main" id="{106589F0-5AFE-476A-B71B-0A4F4748289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25191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" name="Freeform 16">
              <a:extLst>
                <a:ext uri="{FF2B5EF4-FFF2-40B4-BE49-F238E27FC236}">
                  <a16:creationId xmlns:a16="http://schemas.microsoft.com/office/drawing/2014/main" id="{852272BE-007F-4591-87D4-4C058623A4E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79097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" name="Freeform 16">
              <a:extLst>
                <a:ext uri="{FF2B5EF4-FFF2-40B4-BE49-F238E27FC236}">
                  <a16:creationId xmlns:a16="http://schemas.microsoft.com/office/drawing/2014/main" id="{2D5A05AC-D4E7-4583-9D07-33F99E8EE14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33003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3" name="Freeform 16">
              <a:extLst>
                <a:ext uri="{FF2B5EF4-FFF2-40B4-BE49-F238E27FC236}">
                  <a16:creationId xmlns:a16="http://schemas.microsoft.com/office/drawing/2014/main" id="{FA87D9B9-82A6-4511-B55E-096518071A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86909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4" name="Freeform 16">
              <a:extLst>
                <a:ext uri="{FF2B5EF4-FFF2-40B4-BE49-F238E27FC236}">
                  <a16:creationId xmlns:a16="http://schemas.microsoft.com/office/drawing/2014/main" id="{82686F07-3802-48D8-BD5E-CF63B4EBB3C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40815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" name="Freeform 16">
              <a:extLst>
                <a:ext uri="{FF2B5EF4-FFF2-40B4-BE49-F238E27FC236}">
                  <a16:creationId xmlns:a16="http://schemas.microsoft.com/office/drawing/2014/main" id="{F1444EAF-3866-48AD-95F7-91B593B7953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94721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6" name="Freeform 16">
              <a:extLst>
                <a:ext uri="{FF2B5EF4-FFF2-40B4-BE49-F238E27FC236}">
                  <a16:creationId xmlns:a16="http://schemas.microsoft.com/office/drawing/2014/main" id="{938A681C-25A3-449B-A881-F76613FC964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48627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7" name="Freeform 16">
              <a:extLst>
                <a:ext uri="{FF2B5EF4-FFF2-40B4-BE49-F238E27FC236}">
                  <a16:creationId xmlns:a16="http://schemas.microsoft.com/office/drawing/2014/main" id="{98089678-D463-4C4A-9D1A-1FC1390E4B1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402533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8" name="Freeform 16">
              <a:extLst>
                <a:ext uri="{FF2B5EF4-FFF2-40B4-BE49-F238E27FC236}">
                  <a16:creationId xmlns:a16="http://schemas.microsoft.com/office/drawing/2014/main" id="{045CD8C6-72C7-424E-8145-FCCA8DA1245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56439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9" name="Freeform 16">
              <a:extLst>
                <a:ext uri="{FF2B5EF4-FFF2-40B4-BE49-F238E27FC236}">
                  <a16:creationId xmlns:a16="http://schemas.microsoft.com/office/drawing/2014/main" id="{BCBD54C4-E64F-46E5-B0A1-0FBF34779AA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110345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0" name="Freeform 16">
              <a:extLst>
                <a:ext uri="{FF2B5EF4-FFF2-40B4-BE49-F238E27FC236}">
                  <a16:creationId xmlns:a16="http://schemas.microsoft.com/office/drawing/2014/main" id="{B158F302-8B95-435F-8FB0-83556B22F4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64251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1" name="Freeform 16">
              <a:extLst>
                <a:ext uri="{FF2B5EF4-FFF2-40B4-BE49-F238E27FC236}">
                  <a16:creationId xmlns:a16="http://schemas.microsoft.com/office/drawing/2014/main" id="{169E18F6-73D6-442E-8CB4-23C90D727B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818157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" name="Freeform 16">
              <a:extLst>
                <a:ext uri="{FF2B5EF4-FFF2-40B4-BE49-F238E27FC236}">
                  <a16:creationId xmlns:a16="http://schemas.microsoft.com/office/drawing/2014/main" id="{ABAC07F3-4764-4532-A67C-B8DDA82C53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72063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" name="Freeform 16">
              <a:extLst>
                <a:ext uri="{FF2B5EF4-FFF2-40B4-BE49-F238E27FC236}">
                  <a16:creationId xmlns:a16="http://schemas.microsoft.com/office/drawing/2014/main" id="{3EE3A1D8-3AAF-4FAE-91BD-EE716E1E52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525969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" name="Freeform 16">
              <a:extLst>
                <a:ext uri="{FF2B5EF4-FFF2-40B4-BE49-F238E27FC236}">
                  <a16:creationId xmlns:a16="http://schemas.microsoft.com/office/drawing/2014/main" id="{78F80FF2-18C9-4DE9-8D2D-648C6F95705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79862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" name="Freeform 16">
              <a:extLst>
                <a:ext uri="{FF2B5EF4-FFF2-40B4-BE49-F238E27FC236}">
                  <a16:creationId xmlns:a16="http://schemas.microsoft.com/office/drawing/2014/main" id="{E9B1FC89-6E1D-463F-B7E4-4F62397C50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91211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" name="Freeform 16">
              <a:extLst>
                <a:ext uri="{FF2B5EF4-FFF2-40B4-BE49-F238E27FC236}">
                  <a16:creationId xmlns:a16="http://schemas.microsoft.com/office/drawing/2014/main" id="{1504CF42-A3AD-43AF-BC77-F4293F78215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695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" name="Freeform 16">
              <a:extLst>
                <a:ext uri="{FF2B5EF4-FFF2-40B4-BE49-F238E27FC236}">
                  <a16:creationId xmlns:a16="http://schemas.microsoft.com/office/drawing/2014/main" id="{F0742A4B-B722-474E-833A-AF064D3CD9E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6601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" name="Freeform 16">
              <a:extLst>
                <a:ext uri="{FF2B5EF4-FFF2-40B4-BE49-F238E27FC236}">
                  <a16:creationId xmlns:a16="http://schemas.microsoft.com/office/drawing/2014/main" id="{56AB6434-0B69-41B7-841E-1A9ECDA5F2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70507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" name="Freeform 16">
              <a:extLst>
                <a:ext uri="{FF2B5EF4-FFF2-40B4-BE49-F238E27FC236}">
                  <a16:creationId xmlns:a16="http://schemas.microsoft.com/office/drawing/2014/main" id="{409BE632-16FF-4B4D-93DE-08E52DEE5AC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24413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" name="Freeform 16">
              <a:extLst>
                <a:ext uri="{FF2B5EF4-FFF2-40B4-BE49-F238E27FC236}">
                  <a16:creationId xmlns:a16="http://schemas.microsoft.com/office/drawing/2014/main" id="{F6D1D24A-DEFB-4B95-9E28-5334F985B97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78319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" name="Freeform 16">
              <a:extLst>
                <a:ext uri="{FF2B5EF4-FFF2-40B4-BE49-F238E27FC236}">
                  <a16:creationId xmlns:a16="http://schemas.microsoft.com/office/drawing/2014/main" id="{4D490E6F-B375-40F3-B24C-E712E32AFAF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32225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2" name="Freeform 16">
              <a:extLst>
                <a:ext uri="{FF2B5EF4-FFF2-40B4-BE49-F238E27FC236}">
                  <a16:creationId xmlns:a16="http://schemas.microsoft.com/office/drawing/2014/main" id="{B1156AD0-A975-4D2C-B96A-5C2D1D5006E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6131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" name="Freeform 16">
              <a:extLst>
                <a:ext uri="{FF2B5EF4-FFF2-40B4-BE49-F238E27FC236}">
                  <a16:creationId xmlns:a16="http://schemas.microsoft.com/office/drawing/2014/main" id="{8C5C7092-27B9-46A8-A5CB-88DDD889D6D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40037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4" name="Freeform 16">
              <a:extLst>
                <a:ext uri="{FF2B5EF4-FFF2-40B4-BE49-F238E27FC236}">
                  <a16:creationId xmlns:a16="http://schemas.microsoft.com/office/drawing/2014/main" id="{BF4DD3C7-5444-4AE1-8656-CFEA1F9643A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93943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5" name="Freeform 16">
              <a:extLst>
                <a:ext uri="{FF2B5EF4-FFF2-40B4-BE49-F238E27FC236}">
                  <a16:creationId xmlns:a16="http://schemas.microsoft.com/office/drawing/2014/main" id="{D467BF95-5ED3-4FD4-83F5-8070D7EE77D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47849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6" name="Freeform 16">
              <a:extLst>
                <a:ext uri="{FF2B5EF4-FFF2-40B4-BE49-F238E27FC236}">
                  <a16:creationId xmlns:a16="http://schemas.microsoft.com/office/drawing/2014/main" id="{CDB313B9-C607-49FC-BC0F-4BDDB157AFF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01755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" name="Freeform 16">
              <a:extLst>
                <a:ext uri="{FF2B5EF4-FFF2-40B4-BE49-F238E27FC236}">
                  <a16:creationId xmlns:a16="http://schemas.microsoft.com/office/drawing/2014/main" id="{23871273-FB35-489A-824B-B8913F9CC4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55661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8" name="Freeform 16">
              <a:extLst>
                <a:ext uri="{FF2B5EF4-FFF2-40B4-BE49-F238E27FC236}">
                  <a16:creationId xmlns:a16="http://schemas.microsoft.com/office/drawing/2014/main" id="{6C17C940-E405-42C7-95FF-4654386A896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09567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9" name="Freeform 16">
              <a:extLst>
                <a:ext uri="{FF2B5EF4-FFF2-40B4-BE49-F238E27FC236}">
                  <a16:creationId xmlns:a16="http://schemas.microsoft.com/office/drawing/2014/main" id="{F26C33C6-2F43-40B4-BB2D-1DD906A228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63473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0" name="Freeform 16">
              <a:extLst>
                <a:ext uri="{FF2B5EF4-FFF2-40B4-BE49-F238E27FC236}">
                  <a16:creationId xmlns:a16="http://schemas.microsoft.com/office/drawing/2014/main" id="{4AF169A6-6482-40AF-85D0-0743C46622D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7379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1" name="Freeform 16">
              <a:extLst>
                <a:ext uri="{FF2B5EF4-FFF2-40B4-BE49-F238E27FC236}">
                  <a16:creationId xmlns:a16="http://schemas.microsoft.com/office/drawing/2014/main" id="{E0513C84-01AF-4A9C-9822-98303318D0F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71285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" name="Freeform 16">
              <a:extLst>
                <a:ext uri="{FF2B5EF4-FFF2-40B4-BE49-F238E27FC236}">
                  <a16:creationId xmlns:a16="http://schemas.microsoft.com/office/drawing/2014/main" id="{BC2CD672-1D59-47B2-8BA3-8F1F5D7E660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25191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3" name="Freeform 16">
              <a:extLst>
                <a:ext uri="{FF2B5EF4-FFF2-40B4-BE49-F238E27FC236}">
                  <a16:creationId xmlns:a16="http://schemas.microsoft.com/office/drawing/2014/main" id="{5CF49A84-7902-40A6-A48F-B657DB995EB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79097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4" name="Freeform 16">
              <a:extLst>
                <a:ext uri="{FF2B5EF4-FFF2-40B4-BE49-F238E27FC236}">
                  <a16:creationId xmlns:a16="http://schemas.microsoft.com/office/drawing/2014/main" id="{0413E21A-6735-49F7-84A0-262341ED43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33003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5" name="Freeform 16">
              <a:extLst>
                <a:ext uri="{FF2B5EF4-FFF2-40B4-BE49-F238E27FC236}">
                  <a16:creationId xmlns:a16="http://schemas.microsoft.com/office/drawing/2014/main" id="{B3515FD2-D67D-4964-A1C7-366A2381E29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86909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6" name="Freeform 16">
              <a:extLst>
                <a:ext uri="{FF2B5EF4-FFF2-40B4-BE49-F238E27FC236}">
                  <a16:creationId xmlns:a16="http://schemas.microsoft.com/office/drawing/2014/main" id="{988F666F-A0C2-4684-BAAE-BF79FEBCB15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40815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7" name="Freeform 16">
              <a:extLst>
                <a:ext uri="{FF2B5EF4-FFF2-40B4-BE49-F238E27FC236}">
                  <a16:creationId xmlns:a16="http://schemas.microsoft.com/office/drawing/2014/main" id="{D64D2D99-CFE5-40EB-81E4-E2910535999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94721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" name="Freeform 16">
              <a:extLst>
                <a:ext uri="{FF2B5EF4-FFF2-40B4-BE49-F238E27FC236}">
                  <a16:creationId xmlns:a16="http://schemas.microsoft.com/office/drawing/2014/main" id="{6F1D8EC0-2F8B-4B55-829F-5D11897D2E6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48627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9" name="Freeform 16">
              <a:extLst>
                <a:ext uri="{FF2B5EF4-FFF2-40B4-BE49-F238E27FC236}">
                  <a16:creationId xmlns:a16="http://schemas.microsoft.com/office/drawing/2014/main" id="{7612A0CC-BF09-49BF-BA72-D8A71623783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402533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0" name="Freeform 16">
              <a:extLst>
                <a:ext uri="{FF2B5EF4-FFF2-40B4-BE49-F238E27FC236}">
                  <a16:creationId xmlns:a16="http://schemas.microsoft.com/office/drawing/2014/main" id="{5834C3D7-D7F3-46F0-95B2-22E7990457B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56439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1" name="Freeform 16">
              <a:extLst>
                <a:ext uri="{FF2B5EF4-FFF2-40B4-BE49-F238E27FC236}">
                  <a16:creationId xmlns:a16="http://schemas.microsoft.com/office/drawing/2014/main" id="{FD9ABA39-4B6C-4C7A-BFF6-C9192C33F5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110345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2" name="Freeform 16">
              <a:extLst>
                <a:ext uri="{FF2B5EF4-FFF2-40B4-BE49-F238E27FC236}">
                  <a16:creationId xmlns:a16="http://schemas.microsoft.com/office/drawing/2014/main" id="{7A304270-705C-435B-A170-7613148DB7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64251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3" name="Freeform 16">
              <a:extLst>
                <a:ext uri="{FF2B5EF4-FFF2-40B4-BE49-F238E27FC236}">
                  <a16:creationId xmlns:a16="http://schemas.microsoft.com/office/drawing/2014/main" id="{78BD2E8E-0F2A-497D-A0F8-D0D05765BA6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818157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4" name="Freeform 16">
              <a:extLst>
                <a:ext uri="{FF2B5EF4-FFF2-40B4-BE49-F238E27FC236}">
                  <a16:creationId xmlns:a16="http://schemas.microsoft.com/office/drawing/2014/main" id="{F8691056-2A9C-4EAE-898B-E8C145A3A0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72063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5" name="Freeform 16">
              <a:extLst>
                <a:ext uri="{FF2B5EF4-FFF2-40B4-BE49-F238E27FC236}">
                  <a16:creationId xmlns:a16="http://schemas.microsoft.com/office/drawing/2014/main" id="{7644BFA6-53D3-4200-97D5-A0826C91221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525969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6" name="Freeform 16">
              <a:extLst>
                <a:ext uri="{FF2B5EF4-FFF2-40B4-BE49-F238E27FC236}">
                  <a16:creationId xmlns:a16="http://schemas.microsoft.com/office/drawing/2014/main" id="{31DD1366-4AF2-4675-8C09-B16FF18F4AF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79862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7" name="Freeform 16">
              <a:extLst>
                <a:ext uri="{FF2B5EF4-FFF2-40B4-BE49-F238E27FC236}">
                  <a16:creationId xmlns:a16="http://schemas.microsoft.com/office/drawing/2014/main" id="{05FAFC32-B238-4EC6-9F94-250901C580A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91211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8" name="Freeform 16">
              <a:extLst>
                <a:ext uri="{FF2B5EF4-FFF2-40B4-BE49-F238E27FC236}">
                  <a16:creationId xmlns:a16="http://schemas.microsoft.com/office/drawing/2014/main" id="{94EDFDD1-CC0F-4CE9-A5E1-6F34763C59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695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9" name="Freeform 16">
              <a:extLst>
                <a:ext uri="{FF2B5EF4-FFF2-40B4-BE49-F238E27FC236}">
                  <a16:creationId xmlns:a16="http://schemas.microsoft.com/office/drawing/2014/main" id="{89391791-3406-405C-A52A-325E0ACEF0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6601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0" name="Freeform 16">
              <a:extLst>
                <a:ext uri="{FF2B5EF4-FFF2-40B4-BE49-F238E27FC236}">
                  <a16:creationId xmlns:a16="http://schemas.microsoft.com/office/drawing/2014/main" id="{C45408BD-5A4C-4B71-9A10-180FFAA3CF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70507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" name="Freeform 16">
              <a:extLst>
                <a:ext uri="{FF2B5EF4-FFF2-40B4-BE49-F238E27FC236}">
                  <a16:creationId xmlns:a16="http://schemas.microsoft.com/office/drawing/2014/main" id="{262DA3C5-1F52-431A-AA77-2EBDF5CD4D0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24413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2" name="Freeform 16">
              <a:extLst>
                <a:ext uri="{FF2B5EF4-FFF2-40B4-BE49-F238E27FC236}">
                  <a16:creationId xmlns:a16="http://schemas.microsoft.com/office/drawing/2014/main" id="{158567EE-7ECE-4308-AF7E-DEA507E8E4A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78319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3" name="Freeform 16">
              <a:extLst>
                <a:ext uri="{FF2B5EF4-FFF2-40B4-BE49-F238E27FC236}">
                  <a16:creationId xmlns:a16="http://schemas.microsoft.com/office/drawing/2014/main" id="{D2894DDF-45DE-4178-BFC7-4F0B8D8EF9D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32225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4" name="Freeform 16">
              <a:extLst>
                <a:ext uri="{FF2B5EF4-FFF2-40B4-BE49-F238E27FC236}">
                  <a16:creationId xmlns:a16="http://schemas.microsoft.com/office/drawing/2014/main" id="{36B1E453-1287-45A9-9339-730E3914F14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6131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5" name="Freeform 16">
              <a:extLst>
                <a:ext uri="{FF2B5EF4-FFF2-40B4-BE49-F238E27FC236}">
                  <a16:creationId xmlns:a16="http://schemas.microsoft.com/office/drawing/2014/main" id="{4D1CFF21-2793-4E1D-A631-989F34A2CB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40037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6" name="Freeform 16">
              <a:extLst>
                <a:ext uri="{FF2B5EF4-FFF2-40B4-BE49-F238E27FC236}">
                  <a16:creationId xmlns:a16="http://schemas.microsoft.com/office/drawing/2014/main" id="{FFFFE495-6317-4046-8780-509B3F7DE40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93943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7" name="Freeform 16">
              <a:extLst>
                <a:ext uri="{FF2B5EF4-FFF2-40B4-BE49-F238E27FC236}">
                  <a16:creationId xmlns:a16="http://schemas.microsoft.com/office/drawing/2014/main" id="{07F2B335-6843-4188-BE58-F99705AE73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47849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8" name="Freeform 16">
              <a:extLst>
                <a:ext uri="{FF2B5EF4-FFF2-40B4-BE49-F238E27FC236}">
                  <a16:creationId xmlns:a16="http://schemas.microsoft.com/office/drawing/2014/main" id="{6A1AA564-0530-4B23-B215-595CC54E23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01755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9" name="Freeform 16">
              <a:extLst>
                <a:ext uri="{FF2B5EF4-FFF2-40B4-BE49-F238E27FC236}">
                  <a16:creationId xmlns:a16="http://schemas.microsoft.com/office/drawing/2014/main" id="{4876FBCA-0D51-4B33-9375-D3F71918F7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55661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0" name="Freeform 16">
              <a:extLst>
                <a:ext uri="{FF2B5EF4-FFF2-40B4-BE49-F238E27FC236}">
                  <a16:creationId xmlns:a16="http://schemas.microsoft.com/office/drawing/2014/main" id="{B025D520-F3BC-4D3B-BF86-05B537F2482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09567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1" name="Freeform 16">
              <a:extLst>
                <a:ext uri="{FF2B5EF4-FFF2-40B4-BE49-F238E27FC236}">
                  <a16:creationId xmlns:a16="http://schemas.microsoft.com/office/drawing/2014/main" id="{24765AAF-1343-40B6-9F77-11BC4F9E47D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63473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2" name="Freeform 16">
              <a:extLst>
                <a:ext uri="{FF2B5EF4-FFF2-40B4-BE49-F238E27FC236}">
                  <a16:creationId xmlns:a16="http://schemas.microsoft.com/office/drawing/2014/main" id="{CAE5A3F7-0924-495D-8844-A0BFFEA3F5A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7379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3" name="Freeform 16">
              <a:extLst>
                <a:ext uri="{FF2B5EF4-FFF2-40B4-BE49-F238E27FC236}">
                  <a16:creationId xmlns:a16="http://schemas.microsoft.com/office/drawing/2014/main" id="{CFDA1116-035D-4E54-AFBB-4D27A956C25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71285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4" name="Freeform 16">
              <a:extLst>
                <a:ext uri="{FF2B5EF4-FFF2-40B4-BE49-F238E27FC236}">
                  <a16:creationId xmlns:a16="http://schemas.microsoft.com/office/drawing/2014/main" id="{5F363A19-6283-48F8-85FA-6B7CCCB5184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25191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5" name="Freeform 16">
              <a:extLst>
                <a:ext uri="{FF2B5EF4-FFF2-40B4-BE49-F238E27FC236}">
                  <a16:creationId xmlns:a16="http://schemas.microsoft.com/office/drawing/2014/main" id="{2A698C8C-4D32-4D3F-9F80-BEC6A13B845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79097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6" name="Freeform 16">
              <a:extLst>
                <a:ext uri="{FF2B5EF4-FFF2-40B4-BE49-F238E27FC236}">
                  <a16:creationId xmlns:a16="http://schemas.microsoft.com/office/drawing/2014/main" id="{4570646F-A2EF-470F-BE69-65F48D8F63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33003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7" name="Freeform 16">
              <a:extLst>
                <a:ext uri="{FF2B5EF4-FFF2-40B4-BE49-F238E27FC236}">
                  <a16:creationId xmlns:a16="http://schemas.microsoft.com/office/drawing/2014/main" id="{6076E36D-73D2-4127-BE4A-21CD4864C9D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86909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8" name="Freeform 16">
              <a:extLst>
                <a:ext uri="{FF2B5EF4-FFF2-40B4-BE49-F238E27FC236}">
                  <a16:creationId xmlns:a16="http://schemas.microsoft.com/office/drawing/2014/main" id="{7C8BE7DC-9C93-4AE4-849A-1438EF43DAD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40815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9" name="Freeform 16">
              <a:extLst>
                <a:ext uri="{FF2B5EF4-FFF2-40B4-BE49-F238E27FC236}">
                  <a16:creationId xmlns:a16="http://schemas.microsoft.com/office/drawing/2014/main" id="{7A7E7F5E-396F-402D-87C2-4ECEE23A83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94721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0" name="Freeform 16">
              <a:extLst>
                <a:ext uri="{FF2B5EF4-FFF2-40B4-BE49-F238E27FC236}">
                  <a16:creationId xmlns:a16="http://schemas.microsoft.com/office/drawing/2014/main" id="{97EC6D43-68CC-4F32-BFB8-1B15CFBD592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48627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1" name="Freeform 16">
              <a:extLst>
                <a:ext uri="{FF2B5EF4-FFF2-40B4-BE49-F238E27FC236}">
                  <a16:creationId xmlns:a16="http://schemas.microsoft.com/office/drawing/2014/main" id="{AA1D0C14-2069-4DE9-A088-6C76A61F20B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402533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2" name="Freeform 16">
              <a:extLst>
                <a:ext uri="{FF2B5EF4-FFF2-40B4-BE49-F238E27FC236}">
                  <a16:creationId xmlns:a16="http://schemas.microsoft.com/office/drawing/2014/main" id="{72C3829D-1796-4F37-B8F1-5C9A26E28C9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56439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3" name="Freeform 16">
              <a:extLst>
                <a:ext uri="{FF2B5EF4-FFF2-40B4-BE49-F238E27FC236}">
                  <a16:creationId xmlns:a16="http://schemas.microsoft.com/office/drawing/2014/main" id="{F74CEB28-F72C-46BF-955A-1DFBE9110A1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110345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4" name="Freeform 16">
              <a:extLst>
                <a:ext uri="{FF2B5EF4-FFF2-40B4-BE49-F238E27FC236}">
                  <a16:creationId xmlns:a16="http://schemas.microsoft.com/office/drawing/2014/main" id="{7052B90E-88FE-46F1-B64B-F574689D49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64251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5" name="Freeform 16">
              <a:extLst>
                <a:ext uri="{FF2B5EF4-FFF2-40B4-BE49-F238E27FC236}">
                  <a16:creationId xmlns:a16="http://schemas.microsoft.com/office/drawing/2014/main" id="{F8F128E0-3AD1-4260-A7E5-19E8751009D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818157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6" name="Freeform 16">
              <a:extLst>
                <a:ext uri="{FF2B5EF4-FFF2-40B4-BE49-F238E27FC236}">
                  <a16:creationId xmlns:a16="http://schemas.microsoft.com/office/drawing/2014/main" id="{969B39FA-8605-4E46-98D4-7C699D24F4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72063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7" name="Freeform 16">
              <a:extLst>
                <a:ext uri="{FF2B5EF4-FFF2-40B4-BE49-F238E27FC236}">
                  <a16:creationId xmlns:a16="http://schemas.microsoft.com/office/drawing/2014/main" id="{DD141AA4-FDDD-4DF1-A51F-34017775CB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525969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" name="Freeform 16">
              <a:extLst>
                <a:ext uri="{FF2B5EF4-FFF2-40B4-BE49-F238E27FC236}">
                  <a16:creationId xmlns:a16="http://schemas.microsoft.com/office/drawing/2014/main" id="{855CBA53-E52B-4687-96C6-EBA404B23D4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79862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" name="Freeform 16">
              <a:extLst>
                <a:ext uri="{FF2B5EF4-FFF2-40B4-BE49-F238E27FC236}">
                  <a16:creationId xmlns:a16="http://schemas.microsoft.com/office/drawing/2014/main" id="{BA45AD96-F5AF-4075-86DE-27366EF2792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91211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0" name="Freeform 16">
              <a:extLst>
                <a:ext uri="{FF2B5EF4-FFF2-40B4-BE49-F238E27FC236}">
                  <a16:creationId xmlns:a16="http://schemas.microsoft.com/office/drawing/2014/main" id="{BB34F054-D296-4BA7-A495-E174D9BE84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695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1" name="Freeform 16">
              <a:extLst>
                <a:ext uri="{FF2B5EF4-FFF2-40B4-BE49-F238E27FC236}">
                  <a16:creationId xmlns:a16="http://schemas.microsoft.com/office/drawing/2014/main" id="{F429DE27-C226-4AA5-9816-E6376A4E2A9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6601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2" name="Freeform 16">
              <a:extLst>
                <a:ext uri="{FF2B5EF4-FFF2-40B4-BE49-F238E27FC236}">
                  <a16:creationId xmlns:a16="http://schemas.microsoft.com/office/drawing/2014/main" id="{EE6506CD-9CC1-4BC6-BC32-DFD6FB136AF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70507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3" name="Freeform 16">
              <a:extLst>
                <a:ext uri="{FF2B5EF4-FFF2-40B4-BE49-F238E27FC236}">
                  <a16:creationId xmlns:a16="http://schemas.microsoft.com/office/drawing/2014/main" id="{B3A7E91D-34EB-4744-A1A0-13EC637748C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24413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4" name="Freeform 16">
              <a:extLst>
                <a:ext uri="{FF2B5EF4-FFF2-40B4-BE49-F238E27FC236}">
                  <a16:creationId xmlns:a16="http://schemas.microsoft.com/office/drawing/2014/main" id="{65A23728-E731-4707-AC6B-35FB937AE7A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78319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5" name="Freeform 16">
              <a:extLst>
                <a:ext uri="{FF2B5EF4-FFF2-40B4-BE49-F238E27FC236}">
                  <a16:creationId xmlns:a16="http://schemas.microsoft.com/office/drawing/2014/main" id="{D8983A2E-8721-4A78-B55C-FD0940B28E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32225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6" name="Freeform 16">
              <a:extLst>
                <a:ext uri="{FF2B5EF4-FFF2-40B4-BE49-F238E27FC236}">
                  <a16:creationId xmlns:a16="http://schemas.microsoft.com/office/drawing/2014/main" id="{FD4BBBB1-537D-4BF3-9BCC-DB166F1B91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6131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7" name="Freeform 16">
              <a:extLst>
                <a:ext uri="{FF2B5EF4-FFF2-40B4-BE49-F238E27FC236}">
                  <a16:creationId xmlns:a16="http://schemas.microsoft.com/office/drawing/2014/main" id="{AB55ADFF-1418-463B-9F69-0448C6BC559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40037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8" name="Freeform 16">
              <a:extLst>
                <a:ext uri="{FF2B5EF4-FFF2-40B4-BE49-F238E27FC236}">
                  <a16:creationId xmlns:a16="http://schemas.microsoft.com/office/drawing/2014/main" id="{7DB31205-26C8-4B40-84B2-A21E042869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93943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9" name="Freeform 16">
              <a:extLst>
                <a:ext uri="{FF2B5EF4-FFF2-40B4-BE49-F238E27FC236}">
                  <a16:creationId xmlns:a16="http://schemas.microsoft.com/office/drawing/2014/main" id="{A55615A4-EA9A-41B6-9F9B-5608693927A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47849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0" name="Freeform 16">
              <a:extLst>
                <a:ext uri="{FF2B5EF4-FFF2-40B4-BE49-F238E27FC236}">
                  <a16:creationId xmlns:a16="http://schemas.microsoft.com/office/drawing/2014/main" id="{A66AFF9B-47A8-431E-A764-E6AFD677715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01755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1" name="Freeform 16">
              <a:extLst>
                <a:ext uri="{FF2B5EF4-FFF2-40B4-BE49-F238E27FC236}">
                  <a16:creationId xmlns:a16="http://schemas.microsoft.com/office/drawing/2014/main" id="{BB50F388-4C4F-4B03-AD18-01111D1C59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55661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2" name="Freeform 16">
              <a:extLst>
                <a:ext uri="{FF2B5EF4-FFF2-40B4-BE49-F238E27FC236}">
                  <a16:creationId xmlns:a16="http://schemas.microsoft.com/office/drawing/2014/main" id="{CF3FB584-0B0E-423F-925C-1180324EBD3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09567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3" name="Freeform 16">
              <a:extLst>
                <a:ext uri="{FF2B5EF4-FFF2-40B4-BE49-F238E27FC236}">
                  <a16:creationId xmlns:a16="http://schemas.microsoft.com/office/drawing/2014/main" id="{ED4EC88C-3F33-4DC1-85B0-07C4415BBD4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63473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4" name="Freeform 16">
              <a:extLst>
                <a:ext uri="{FF2B5EF4-FFF2-40B4-BE49-F238E27FC236}">
                  <a16:creationId xmlns:a16="http://schemas.microsoft.com/office/drawing/2014/main" id="{1C4B329A-FB4F-44FB-B230-B1047E59B39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7379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5" name="Freeform 16">
              <a:extLst>
                <a:ext uri="{FF2B5EF4-FFF2-40B4-BE49-F238E27FC236}">
                  <a16:creationId xmlns:a16="http://schemas.microsoft.com/office/drawing/2014/main" id="{BE396084-F429-410A-AF78-35CDD96AF6B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71285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6" name="Freeform 16">
              <a:extLst>
                <a:ext uri="{FF2B5EF4-FFF2-40B4-BE49-F238E27FC236}">
                  <a16:creationId xmlns:a16="http://schemas.microsoft.com/office/drawing/2014/main" id="{6F0A9973-4361-4CB5-876A-37B001931E1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25191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7" name="Freeform 16">
              <a:extLst>
                <a:ext uri="{FF2B5EF4-FFF2-40B4-BE49-F238E27FC236}">
                  <a16:creationId xmlns:a16="http://schemas.microsoft.com/office/drawing/2014/main" id="{1F716BE4-ED9D-4AFC-8882-00791784384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79097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8" name="Freeform 16">
              <a:extLst>
                <a:ext uri="{FF2B5EF4-FFF2-40B4-BE49-F238E27FC236}">
                  <a16:creationId xmlns:a16="http://schemas.microsoft.com/office/drawing/2014/main" id="{A3188B9A-07AD-4D67-9017-92061B138A3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33003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9" name="Freeform 16">
              <a:extLst>
                <a:ext uri="{FF2B5EF4-FFF2-40B4-BE49-F238E27FC236}">
                  <a16:creationId xmlns:a16="http://schemas.microsoft.com/office/drawing/2014/main" id="{DE8AD78A-ABB9-4B8E-A0F9-F7CCA2E2EF8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86909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0" name="Freeform 16">
              <a:extLst>
                <a:ext uri="{FF2B5EF4-FFF2-40B4-BE49-F238E27FC236}">
                  <a16:creationId xmlns:a16="http://schemas.microsoft.com/office/drawing/2014/main" id="{02865DC5-04F0-4328-8C93-50994C40E46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40815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1" name="Freeform 16">
              <a:extLst>
                <a:ext uri="{FF2B5EF4-FFF2-40B4-BE49-F238E27FC236}">
                  <a16:creationId xmlns:a16="http://schemas.microsoft.com/office/drawing/2014/main" id="{541DB8F0-C031-42C1-A57D-729DA2CFF35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94721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2" name="Freeform 16">
              <a:extLst>
                <a:ext uri="{FF2B5EF4-FFF2-40B4-BE49-F238E27FC236}">
                  <a16:creationId xmlns:a16="http://schemas.microsoft.com/office/drawing/2014/main" id="{E74F6813-CEDF-4C90-9515-18F2D2808D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48627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3" name="Freeform 16">
              <a:extLst>
                <a:ext uri="{FF2B5EF4-FFF2-40B4-BE49-F238E27FC236}">
                  <a16:creationId xmlns:a16="http://schemas.microsoft.com/office/drawing/2014/main" id="{178439D5-98F9-4547-AA18-8F0D15FA503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402533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4" name="Freeform 16">
              <a:extLst>
                <a:ext uri="{FF2B5EF4-FFF2-40B4-BE49-F238E27FC236}">
                  <a16:creationId xmlns:a16="http://schemas.microsoft.com/office/drawing/2014/main" id="{FF65ACCA-B29A-4B23-99DF-9E8988FE77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56439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5" name="Freeform 16">
              <a:extLst>
                <a:ext uri="{FF2B5EF4-FFF2-40B4-BE49-F238E27FC236}">
                  <a16:creationId xmlns:a16="http://schemas.microsoft.com/office/drawing/2014/main" id="{08202144-2699-405E-B70E-10ACB625045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110345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6" name="Freeform 16">
              <a:extLst>
                <a:ext uri="{FF2B5EF4-FFF2-40B4-BE49-F238E27FC236}">
                  <a16:creationId xmlns:a16="http://schemas.microsoft.com/office/drawing/2014/main" id="{8F59B94B-2422-4834-BD86-CFE3D8A53F9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64251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7" name="Freeform 16">
              <a:extLst>
                <a:ext uri="{FF2B5EF4-FFF2-40B4-BE49-F238E27FC236}">
                  <a16:creationId xmlns:a16="http://schemas.microsoft.com/office/drawing/2014/main" id="{C5893D12-2CAA-4072-80FB-D3E99710056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818157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8" name="Freeform 16">
              <a:extLst>
                <a:ext uri="{FF2B5EF4-FFF2-40B4-BE49-F238E27FC236}">
                  <a16:creationId xmlns:a16="http://schemas.microsoft.com/office/drawing/2014/main" id="{C5D33650-F7DF-4640-8624-E4A406586BE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72063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9" name="Freeform 16">
              <a:extLst>
                <a:ext uri="{FF2B5EF4-FFF2-40B4-BE49-F238E27FC236}">
                  <a16:creationId xmlns:a16="http://schemas.microsoft.com/office/drawing/2014/main" id="{D8E569D6-7F89-4731-A6B8-6AFEB4544E1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525969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0" name="Freeform 16">
              <a:extLst>
                <a:ext uri="{FF2B5EF4-FFF2-40B4-BE49-F238E27FC236}">
                  <a16:creationId xmlns:a16="http://schemas.microsoft.com/office/drawing/2014/main" id="{80CEE136-CAF7-4993-84B3-67A0917C53F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79862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1" name="Freeform 16">
              <a:extLst>
                <a:ext uri="{FF2B5EF4-FFF2-40B4-BE49-F238E27FC236}">
                  <a16:creationId xmlns:a16="http://schemas.microsoft.com/office/drawing/2014/main" id="{FFDB2B08-42EF-46F1-9397-9A855C1A24C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91211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2" name="Freeform 16">
              <a:extLst>
                <a:ext uri="{FF2B5EF4-FFF2-40B4-BE49-F238E27FC236}">
                  <a16:creationId xmlns:a16="http://schemas.microsoft.com/office/drawing/2014/main" id="{AB77A349-A09C-4B90-9A2C-EA856A8D86D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695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3" name="Freeform 16">
              <a:extLst>
                <a:ext uri="{FF2B5EF4-FFF2-40B4-BE49-F238E27FC236}">
                  <a16:creationId xmlns:a16="http://schemas.microsoft.com/office/drawing/2014/main" id="{48608721-EE4A-426A-91C2-C463004F97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6601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4" name="Freeform 16">
              <a:extLst>
                <a:ext uri="{FF2B5EF4-FFF2-40B4-BE49-F238E27FC236}">
                  <a16:creationId xmlns:a16="http://schemas.microsoft.com/office/drawing/2014/main" id="{B927CE31-5623-45C2-9E5E-6EF01453653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70507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5" name="Freeform 16">
              <a:extLst>
                <a:ext uri="{FF2B5EF4-FFF2-40B4-BE49-F238E27FC236}">
                  <a16:creationId xmlns:a16="http://schemas.microsoft.com/office/drawing/2014/main" id="{664A9588-E7C2-4376-869E-12661D073AD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24413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" name="Freeform 16">
              <a:extLst>
                <a:ext uri="{FF2B5EF4-FFF2-40B4-BE49-F238E27FC236}">
                  <a16:creationId xmlns:a16="http://schemas.microsoft.com/office/drawing/2014/main" id="{C07EBDA9-99B9-4FEA-8E61-CF7766C803D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78319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7" name="Freeform 16">
              <a:extLst>
                <a:ext uri="{FF2B5EF4-FFF2-40B4-BE49-F238E27FC236}">
                  <a16:creationId xmlns:a16="http://schemas.microsoft.com/office/drawing/2014/main" id="{E44A3FF9-F9CA-4868-B495-9C7AAE9DDF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32225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8" name="Freeform 16">
              <a:extLst>
                <a:ext uri="{FF2B5EF4-FFF2-40B4-BE49-F238E27FC236}">
                  <a16:creationId xmlns:a16="http://schemas.microsoft.com/office/drawing/2014/main" id="{CCF5D671-0529-4209-8A7C-1149C280118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6131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9" name="Freeform 16">
              <a:extLst>
                <a:ext uri="{FF2B5EF4-FFF2-40B4-BE49-F238E27FC236}">
                  <a16:creationId xmlns:a16="http://schemas.microsoft.com/office/drawing/2014/main" id="{DCA290DC-6B1F-40EB-A9F0-F96F5851B39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40037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0" name="Freeform 16">
              <a:extLst>
                <a:ext uri="{FF2B5EF4-FFF2-40B4-BE49-F238E27FC236}">
                  <a16:creationId xmlns:a16="http://schemas.microsoft.com/office/drawing/2014/main" id="{36C813C9-8C14-4372-801A-DBB3E037EEF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93943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1" name="Freeform 16">
              <a:extLst>
                <a:ext uri="{FF2B5EF4-FFF2-40B4-BE49-F238E27FC236}">
                  <a16:creationId xmlns:a16="http://schemas.microsoft.com/office/drawing/2014/main" id="{F253EC72-B338-4BBF-9042-C191E60067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47849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2" name="Freeform 16">
              <a:extLst>
                <a:ext uri="{FF2B5EF4-FFF2-40B4-BE49-F238E27FC236}">
                  <a16:creationId xmlns:a16="http://schemas.microsoft.com/office/drawing/2014/main" id="{7B28B5DF-2DA6-4E8F-817A-C1902DCD455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01755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3" name="Freeform 16">
              <a:extLst>
                <a:ext uri="{FF2B5EF4-FFF2-40B4-BE49-F238E27FC236}">
                  <a16:creationId xmlns:a16="http://schemas.microsoft.com/office/drawing/2014/main" id="{09D7394F-F75D-4FED-8923-575F140FA2B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55661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4" name="Freeform 16">
              <a:extLst>
                <a:ext uri="{FF2B5EF4-FFF2-40B4-BE49-F238E27FC236}">
                  <a16:creationId xmlns:a16="http://schemas.microsoft.com/office/drawing/2014/main" id="{F172134A-6C32-4752-97D8-E661E6A2631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09567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5" name="Freeform 16">
              <a:extLst>
                <a:ext uri="{FF2B5EF4-FFF2-40B4-BE49-F238E27FC236}">
                  <a16:creationId xmlns:a16="http://schemas.microsoft.com/office/drawing/2014/main" id="{6CAB8EBC-D1A2-4B27-9297-ADFA1B5C1A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63473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6" name="Freeform 16">
              <a:extLst>
                <a:ext uri="{FF2B5EF4-FFF2-40B4-BE49-F238E27FC236}">
                  <a16:creationId xmlns:a16="http://schemas.microsoft.com/office/drawing/2014/main" id="{6E5A44D5-4DED-4075-8C18-C4EE1E61AB3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7379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7" name="Freeform 16">
              <a:extLst>
                <a:ext uri="{FF2B5EF4-FFF2-40B4-BE49-F238E27FC236}">
                  <a16:creationId xmlns:a16="http://schemas.microsoft.com/office/drawing/2014/main" id="{47E67357-8F43-4716-AF36-C4D3FAD5776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71285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8" name="Freeform 16">
              <a:extLst>
                <a:ext uri="{FF2B5EF4-FFF2-40B4-BE49-F238E27FC236}">
                  <a16:creationId xmlns:a16="http://schemas.microsoft.com/office/drawing/2014/main" id="{CDB9D3D1-A9FF-4CC6-B6AD-51D73FCAE1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25191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9" name="Freeform 16">
              <a:extLst>
                <a:ext uri="{FF2B5EF4-FFF2-40B4-BE49-F238E27FC236}">
                  <a16:creationId xmlns:a16="http://schemas.microsoft.com/office/drawing/2014/main" id="{B1C55A0F-DE6D-4BE9-B90E-68577017107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79097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0" name="Freeform 16">
              <a:extLst>
                <a:ext uri="{FF2B5EF4-FFF2-40B4-BE49-F238E27FC236}">
                  <a16:creationId xmlns:a16="http://schemas.microsoft.com/office/drawing/2014/main" id="{6627EE65-8BCE-41D8-BE30-34A95B94247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33003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1" name="Freeform 16">
              <a:extLst>
                <a:ext uri="{FF2B5EF4-FFF2-40B4-BE49-F238E27FC236}">
                  <a16:creationId xmlns:a16="http://schemas.microsoft.com/office/drawing/2014/main" id="{FA999AE1-300A-4580-A684-3752E1FB0EF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86909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2" name="Freeform 16">
              <a:extLst>
                <a:ext uri="{FF2B5EF4-FFF2-40B4-BE49-F238E27FC236}">
                  <a16:creationId xmlns:a16="http://schemas.microsoft.com/office/drawing/2014/main" id="{9BB492A4-E274-4551-A97A-AD8A2538EB6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40815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3" name="Freeform 16">
              <a:extLst>
                <a:ext uri="{FF2B5EF4-FFF2-40B4-BE49-F238E27FC236}">
                  <a16:creationId xmlns:a16="http://schemas.microsoft.com/office/drawing/2014/main" id="{CBF53111-DF01-47C3-8596-B57862E0C31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94721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4" name="Freeform 16">
              <a:extLst>
                <a:ext uri="{FF2B5EF4-FFF2-40B4-BE49-F238E27FC236}">
                  <a16:creationId xmlns:a16="http://schemas.microsoft.com/office/drawing/2014/main" id="{C53F7DDB-439E-47C6-90BD-B22EA9B7CDF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48627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5" name="Freeform 16">
              <a:extLst>
                <a:ext uri="{FF2B5EF4-FFF2-40B4-BE49-F238E27FC236}">
                  <a16:creationId xmlns:a16="http://schemas.microsoft.com/office/drawing/2014/main" id="{81E7F6E6-2542-47E1-AE43-9B182D3758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402533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6" name="Freeform 16">
              <a:extLst>
                <a:ext uri="{FF2B5EF4-FFF2-40B4-BE49-F238E27FC236}">
                  <a16:creationId xmlns:a16="http://schemas.microsoft.com/office/drawing/2014/main" id="{E777532A-71A5-494B-820C-48C05EC74CA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56439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7" name="Freeform 16">
              <a:extLst>
                <a:ext uri="{FF2B5EF4-FFF2-40B4-BE49-F238E27FC236}">
                  <a16:creationId xmlns:a16="http://schemas.microsoft.com/office/drawing/2014/main" id="{70329985-9DF6-417E-8BE0-92923294554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110345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8" name="Freeform 16">
              <a:extLst>
                <a:ext uri="{FF2B5EF4-FFF2-40B4-BE49-F238E27FC236}">
                  <a16:creationId xmlns:a16="http://schemas.microsoft.com/office/drawing/2014/main" id="{00252936-908A-4F1A-B1D6-E291EDBA6E0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64251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9" name="Freeform 16">
              <a:extLst>
                <a:ext uri="{FF2B5EF4-FFF2-40B4-BE49-F238E27FC236}">
                  <a16:creationId xmlns:a16="http://schemas.microsoft.com/office/drawing/2014/main" id="{1614E059-CFCA-409A-8521-5A7B0CD0E4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818157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0" name="Freeform 16">
              <a:extLst>
                <a:ext uri="{FF2B5EF4-FFF2-40B4-BE49-F238E27FC236}">
                  <a16:creationId xmlns:a16="http://schemas.microsoft.com/office/drawing/2014/main" id="{D67A4711-AC1A-4F94-B614-DDA70F4AB3E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72063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1" name="Freeform 16">
              <a:extLst>
                <a:ext uri="{FF2B5EF4-FFF2-40B4-BE49-F238E27FC236}">
                  <a16:creationId xmlns:a16="http://schemas.microsoft.com/office/drawing/2014/main" id="{7AC93D6D-B965-4CFB-82B3-C2F8189DD7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525969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2" name="Freeform 16">
              <a:extLst>
                <a:ext uri="{FF2B5EF4-FFF2-40B4-BE49-F238E27FC236}">
                  <a16:creationId xmlns:a16="http://schemas.microsoft.com/office/drawing/2014/main" id="{00CA144B-A572-487C-B67D-E0784F6971C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79862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3" name="Freeform 16">
              <a:extLst>
                <a:ext uri="{FF2B5EF4-FFF2-40B4-BE49-F238E27FC236}">
                  <a16:creationId xmlns:a16="http://schemas.microsoft.com/office/drawing/2014/main" id="{E1487B58-3826-42D4-A325-3E4E04785B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91211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4" name="Freeform 16">
              <a:extLst>
                <a:ext uri="{FF2B5EF4-FFF2-40B4-BE49-F238E27FC236}">
                  <a16:creationId xmlns:a16="http://schemas.microsoft.com/office/drawing/2014/main" id="{3C65D50D-4B63-4F19-93C9-926E0DA6253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695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5" name="Freeform 16">
              <a:extLst>
                <a:ext uri="{FF2B5EF4-FFF2-40B4-BE49-F238E27FC236}">
                  <a16:creationId xmlns:a16="http://schemas.microsoft.com/office/drawing/2014/main" id="{91A9FD33-BBFB-4EB4-B633-06A023CB60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6601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6" name="Freeform 16">
              <a:extLst>
                <a:ext uri="{FF2B5EF4-FFF2-40B4-BE49-F238E27FC236}">
                  <a16:creationId xmlns:a16="http://schemas.microsoft.com/office/drawing/2014/main" id="{8A25449F-C96E-43A9-BE7E-8415CB8CA9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70507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7" name="Freeform 16">
              <a:extLst>
                <a:ext uri="{FF2B5EF4-FFF2-40B4-BE49-F238E27FC236}">
                  <a16:creationId xmlns:a16="http://schemas.microsoft.com/office/drawing/2014/main" id="{E852D294-5AE3-4C12-AE2F-1361C06DF29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24413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8" name="Freeform 16">
              <a:extLst>
                <a:ext uri="{FF2B5EF4-FFF2-40B4-BE49-F238E27FC236}">
                  <a16:creationId xmlns:a16="http://schemas.microsoft.com/office/drawing/2014/main" id="{D75B22CF-07E7-4A6F-B17D-758BBE55384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78319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9" name="Freeform 16">
              <a:extLst>
                <a:ext uri="{FF2B5EF4-FFF2-40B4-BE49-F238E27FC236}">
                  <a16:creationId xmlns:a16="http://schemas.microsoft.com/office/drawing/2014/main" id="{45BB4DE2-44BF-43BF-9C16-259FA345031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32225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0" name="Freeform 16">
              <a:extLst>
                <a:ext uri="{FF2B5EF4-FFF2-40B4-BE49-F238E27FC236}">
                  <a16:creationId xmlns:a16="http://schemas.microsoft.com/office/drawing/2014/main" id="{9082519B-328F-4D85-9648-AA99F35AF42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6131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1" name="Freeform 16">
              <a:extLst>
                <a:ext uri="{FF2B5EF4-FFF2-40B4-BE49-F238E27FC236}">
                  <a16:creationId xmlns:a16="http://schemas.microsoft.com/office/drawing/2014/main" id="{D9C1B58C-398E-452F-88B1-1E2D056BC3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40037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2" name="Freeform 16">
              <a:extLst>
                <a:ext uri="{FF2B5EF4-FFF2-40B4-BE49-F238E27FC236}">
                  <a16:creationId xmlns:a16="http://schemas.microsoft.com/office/drawing/2014/main" id="{1215C438-62B6-48E8-93BD-2400CE7DCBC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93943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3" name="Freeform 16">
              <a:extLst>
                <a:ext uri="{FF2B5EF4-FFF2-40B4-BE49-F238E27FC236}">
                  <a16:creationId xmlns:a16="http://schemas.microsoft.com/office/drawing/2014/main" id="{74287A1C-61DC-4764-AD91-0D8AE5D32FD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47849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4" name="Freeform 16">
              <a:extLst>
                <a:ext uri="{FF2B5EF4-FFF2-40B4-BE49-F238E27FC236}">
                  <a16:creationId xmlns:a16="http://schemas.microsoft.com/office/drawing/2014/main" id="{935F5F69-3B06-47EE-8A58-9EFC1B83EC6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01755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5" name="Freeform 16">
              <a:extLst>
                <a:ext uri="{FF2B5EF4-FFF2-40B4-BE49-F238E27FC236}">
                  <a16:creationId xmlns:a16="http://schemas.microsoft.com/office/drawing/2014/main" id="{1101FFF9-CF37-4721-8186-544775DE501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55661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" name="Freeform 16">
              <a:extLst>
                <a:ext uri="{FF2B5EF4-FFF2-40B4-BE49-F238E27FC236}">
                  <a16:creationId xmlns:a16="http://schemas.microsoft.com/office/drawing/2014/main" id="{DA07B02B-AB92-4E6D-BE68-38C0C55A704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09567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7" name="Freeform 16">
              <a:extLst>
                <a:ext uri="{FF2B5EF4-FFF2-40B4-BE49-F238E27FC236}">
                  <a16:creationId xmlns:a16="http://schemas.microsoft.com/office/drawing/2014/main" id="{5C7F6697-9CF8-4C52-8134-856F37E69B5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63473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8" name="Freeform 16">
              <a:extLst>
                <a:ext uri="{FF2B5EF4-FFF2-40B4-BE49-F238E27FC236}">
                  <a16:creationId xmlns:a16="http://schemas.microsoft.com/office/drawing/2014/main" id="{71AE8640-CA8D-45ED-B293-E41C04107BB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7379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9" name="Freeform 16">
              <a:extLst>
                <a:ext uri="{FF2B5EF4-FFF2-40B4-BE49-F238E27FC236}">
                  <a16:creationId xmlns:a16="http://schemas.microsoft.com/office/drawing/2014/main" id="{63C196AF-4D4C-4362-BDBF-EC89D3AF7E1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71285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0" name="Freeform 16">
              <a:extLst>
                <a:ext uri="{FF2B5EF4-FFF2-40B4-BE49-F238E27FC236}">
                  <a16:creationId xmlns:a16="http://schemas.microsoft.com/office/drawing/2014/main" id="{ACA5D87D-1923-4B8B-9B95-C833F20B3FC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25191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1" name="Freeform 16">
              <a:extLst>
                <a:ext uri="{FF2B5EF4-FFF2-40B4-BE49-F238E27FC236}">
                  <a16:creationId xmlns:a16="http://schemas.microsoft.com/office/drawing/2014/main" id="{5168EF6E-C030-46F7-940B-B2259B19D5D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79097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2" name="Freeform 16">
              <a:extLst>
                <a:ext uri="{FF2B5EF4-FFF2-40B4-BE49-F238E27FC236}">
                  <a16:creationId xmlns:a16="http://schemas.microsoft.com/office/drawing/2014/main" id="{A141EFDE-9FF6-4BED-B3E7-F887DDD9603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33003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3" name="Freeform 16">
              <a:extLst>
                <a:ext uri="{FF2B5EF4-FFF2-40B4-BE49-F238E27FC236}">
                  <a16:creationId xmlns:a16="http://schemas.microsoft.com/office/drawing/2014/main" id="{F1BD7350-6598-41F6-9255-7CC3E313887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86909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4" name="Freeform 16">
              <a:extLst>
                <a:ext uri="{FF2B5EF4-FFF2-40B4-BE49-F238E27FC236}">
                  <a16:creationId xmlns:a16="http://schemas.microsoft.com/office/drawing/2014/main" id="{22AC9D57-87D8-4EB4-9431-D6A909D9B34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40815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5" name="Freeform 16">
              <a:extLst>
                <a:ext uri="{FF2B5EF4-FFF2-40B4-BE49-F238E27FC236}">
                  <a16:creationId xmlns:a16="http://schemas.microsoft.com/office/drawing/2014/main" id="{5E5F28C9-581C-4582-AFD5-64DAF5C058C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94721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6" name="Freeform 16">
              <a:extLst>
                <a:ext uri="{FF2B5EF4-FFF2-40B4-BE49-F238E27FC236}">
                  <a16:creationId xmlns:a16="http://schemas.microsoft.com/office/drawing/2014/main" id="{A3946BBE-EEEB-45AB-8953-28E740687D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48627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7" name="Freeform 16">
              <a:extLst>
                <a:ext uri="{FF2B5EF4-FFF2-40B4-BE49-F238E27FC236}">
                  <a16:creationId xmlns:a16="http://schemas.microsoft.com/office/drawing/2014/main" id="{6CBC4E02-AAC1-4F30-A6A1-640557D976C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402533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8" name="Freeform 16">
              <a:extLst>
                <a:ext uri="{FF2B5EF4-FFF2-40B4-BE49-F238E27FC236}">
                  <a16:creationId xmlns:a16="http://schemas.microsoft.com/office/drawing/2014/main" id="{B048D2CD-AC09-4285-A6D5-6EA03B3903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56439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9" name="Freeform 16">
              <a:extLst>
                <a:ext uri="{FF2B5EF4-FFF2-40B4-BE49-F238E27FC236}">
                  <a16:creationId xmlns:a16="http://schemas.microsoft.com/office/drawing/2014/main" id="{15EF59CC-EAE4-472E-9711-C258CA6562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110345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0" name="Freeform 16">
              <a:extLst>
                <a:ext uri="{FF2B5EF4-FFF2-40B4-BE49-F238E27FC236}">
                  <a16:creationId xmlns:a16="http://schemas.microsoft.com/office/drawing/2014/main" id="{0C37583E-F9BD-44A9-BE2D-5885FBF11A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64251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1" name="Freeform 16">
              <a:extLst>
                <a:ext uri="{FF2B5EF4-FFF2-40B4-BE49-F238E27FC236}">
                  <a16:creationId xmlns:a16="http://schemas.microsoft.com/office/drawing/2014/main" id="{C8F816AA-7759-4D40-8B9F-93CE389699B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818157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2" name="Freeform 16">
              <a:extLst>
                <a:ext uri="{FF2B5EF4-FFF2-40B4-BE49-F238E27FC236}">
                  <a16:creationId xmlns:a16="http://schemas.microsoft.com/office/drawing/2014/main" id="{B65B9489-7839-490A-B77D-E0E3DFA52E4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72063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3" name="Freeform 16">
              <a:extLst>
                <a:ext uri="{FF2B5EF4-FFF2-40B4-BE49-F238E27FC236}">
                  <a16:creationId xmlns:a16="http://schemas.microsoft.com/office/drawing/2014/main" id="{BECB7B9E-23EE-46B4-90EA-B68B9533FE1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525969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4" name="Freeform 16">
              <a:extLst>
                <a:ext uri="{FF2B5EF4-FFF2-40B4-BE49-F238E27FC236}">
                  <a16:creationId xmlns:a16="http://schemas.microsoft.com/office/drawing/2014/main" id="{37F81689-425B-4586-BA28-A52EA6461BD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79862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5" name="Freeform 16">
              <a:extLst>
                <a:ext uri="{FF2B5EF4-FFF2-40B4-BE49-F238E27FC236}">
                  <a16:creationId xmlns:a16="http://schemas.microsoft.com/office/drawing/2014/main" id="{F4E46C55-E55C-4DB9-84CB-12BA4E8360B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91211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6" name="AutoShape 3">
              <a:extLst>
                <a:ext uri="{FF2B5EF4-FFF2-40B4-BE49-F238E27FC236}">
                  <a16:creationId xmlns:a16="http://schemas.microsoft.com/office/drawing/2014/main" id="{9F7F7C91-FA75-4191-AB66-8DE3A6C2C917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9912350" y="127000"/>
              <a:ext cx="400050" cy="4278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267" name="Group 266">
              <a:extLst>
                <a:ext uri="{FF2B5EF4-FFF2-40B4-BE49-F238E27FC236}">
                  <a16:creationId xmlns:a16="http://schemas.microsoft.com/office/drawing/2014/main" id="{B79D6001-5C23-4D4D-89FC-00A862D67E58}"/>
                </a:ext>
              </a:extLst>
            </p:cNvPr>
            <p:cNvGrpSpPr/>
            <p:nvPr/>
          </p:nvGrpSpPr>
          <p:grpSpPr>
            <a:xfrm>
              <a:off x="-664463" y="1060450"/>
              <a:ext cx="2884436" cy="4051302"/>
              <a:chOff x="-831850" y="581026"/>
              <a:chExt cx="3567113" cy="5010150"/>
            </a:xfrm>
          </p:grpSpPr>
          <p:sp>
            <p:nvSpPr>
              <p:cNvPr id="272" name="Freeform 10">
                <a:extLst>
                  <a:ext uri="{FF2B5EF4-FFF2-40B4-BE49-F238E27FC236}">
                    <a16:creationId xmlns:a16="http://schemas.microsoft.com/office/drawing/2014/main" id="{93E9F37A-6F37-4C9E-8DC1-2BE2587463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831850" y="2471738"/>
                <a:ext cx="3567113" cy="3119438"/>
              </a:xfrm>
              <a:custGeom>
                <a:avLst/>
                <a:gdLst>
                  <a:gd name="T0" fmla="*/ 434 w 464"/>
                  <a:gd name="T1" fmla="*/ 406 h 406"/>
                  <a:gd name="T2" fmla="*/ 30 w 464"/>
                  <a:gd name="T3" fmla="*/ 406 h 406"/>
                  <a:gd name="T4" fmla="*/ 0 w 464"/>
                  <a:gd name="T5" fmla="*/ 376 h 406"/>
                  <a:gd name="T6" fmla="*/ 0 w 464"/>
                  <a:gd name="T7" fmla="*/ 30 h 406"/>
                  <a:gd name="T8" fmla="*/ 30 w 464"/>
                  <a:gd name="T9" fmla="*/ 0 h 406"/>
                  <a:gd name="T10" fmla="*/ 434 w 464"/>
                  <a:gd name="T11" fmla="*/ 0 h 406"/>
                  <a:gd name="T12" fmla="*/ 464 w 464"/>
                  <a:gd name="T13" fmla="*/ 30 h 406"/>
                  <a:gd name="T14" fmla="*/ 464 w 464"/>
                  <a:gd name="T15" fmla="*/ 376 h 406"/>
                  <a:gd name="T16" fmla="*/ 434 w 464"/>
                  <a:gd name="T17" fmla="*/ 406 h 4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4" h="406">
                    <a:moveTo>
                      <a:pt x="434" y="406"/>
                    </a:moveTo>
                    <a:cubicBezTo>
                      <a:pt x="30" y="406"/>
                      <a:pt x="30" y="406"/>
                      <a:pt x="30" y="406"/>
                    </a:cubicBezTo>
                    <a:cubicBezTo>
                      <a:pt x="13" y="406"/>
                      <a:pt x="0" y="393"/>
                      <a:pt x="0" y="376"/>
                    </a:cubicBezTo>
                    <a:cubicBezTo>
                      <a:pt x="0" y="30"/>
                      <a:pt x="0" y="30"/>
                      <a:pt x="0" y="30"/>
                    </a:cubicBezTo>
                    <a:cubicBezTo>
                      <a:pt x="0" y="14"/>
                      <a:pt x="13" y="0"/>
                      <a:pt x="30" y="0"/>
                    </a:cubicBezTo>
                    <a:cubicBezTo>
                      <a:pt x="434" y="0"/>
                      <a:pt x="434" y="0"/>
                      <a:pt x="434" y="0"/>
                    </a:cubicBezTo>
                    <a:cubicBezTo>
                      <a:pt x="450" y="0"/>
                      <a:pt x="464" y="14"/>
                      <a:pt x="464" y="30"/>
                    </a:cubicBezTo>
                    <a:cubicBezTo>
                      <a:pt x="464" y="376"/>
                      <a:pt x="464" y="376"/>
                      <a:pt x="464" y="376"/>
                    </a:cubicBezTo>
                    <a:cubicBezTo>
                      <a:pt x="464" y="393"/>
                      <a:pt x="450" y="406"/>
                      <a:pt x="434" y="406"/>
                    </a:cubicBezTo>
                    <a:close/>
                  </a:path>
                </a:pathLst>
              </a:custGeom>
              <a:noFill/>
              <a:ln w="184150" cap="flat">
                <a:solidFill>
                  <a:srgbClr val="C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3" name="Freeform 11">
                <a:extLst>
                  <a:ext uri="{FF2B5EF4-FFF2-40B4-BE49-F238E27FC236}">
                    <a16:creationId xmlns:a16="http://schemas.microsoft.com/office/drawing/2014/main" id="{9622CA32-E887-4015-BE52-CE59C58A50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0538" y="3262313"/>
                <a:ext cx="914400" cy="1590675"/>
              </a:xfrm>
              <a:custGeom>
                <a:avLst/>
                <a:gdLst>
                  <a:gd name="T0" fmla="*/ 119 w 119"/>
                  <a:gd name="T1" fmla="*/ 60 h 207"/>
                  <a:gd name="T2" fmla="*/ 60 w 119"/>
                  <a:gd name="T3" fmla="*/ 0 h 207"/>
                  <a:gd name="T4" fmla="*/ 0 w 119"/>
                  <a:gd name="T5" fmla="*/ 60 h 207"/>
                  <a:gd name="T6" fmla="*/ 30 w 119"/>
                  <a:gd name="T7" fmla="*/ 112 h 207"/>
                  <a:gd name="T8" fmla="*/ 11 w 119"/>
                  <a:gd name="T9" fmla="*/ 207 h 207"/>
                  <a:gd name="T10" fmla="*/ 108 w 119"/>
                  <a:gd name="T11" fmla="*/ 207 h 207"/>
                  <a:gd name="T12" fmla="*/ 89 w 119"/>
                  <a:gd name="T13" fmla="*/ 112 h 207"/>
                  <a:gd name="T14" fmla="*/ 119 w 119"/>
                  <a:gd name="T15" fmla="*/ 60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19" h="207">
                    <a:moveTo>
                      <a:pt x="119" y="60"/>
                    </a:moveTo>
                    <a:cubicBezTo>
                      <a:pt x="119" y="27"/>
                      <a:pt x="93" y="0"/>
                      <a:pt x="60" y="0"/>
                    </a:cubicBezTo>
                    <a:cubicBezTo>
                      <a:pt x="27" y="0"/>
                      <a:pt x="0" y="27"/>
                      <a:pt x="0" y="60"/>
                    </a:cubicBezTo>
                    <a:cubicBezTo>
                      <a:pt x="0" y="82"/>
                      <a:pt x="12" y="102"/>
                      <a:pt x="30" y="112"/>
                    </a:cubicBezTo>
                    <a:cubicBezTo>
                      <a:pt x="11" y="207"/>
                      <a:pt x="11" y="207"/>
                      <a:pt x="11" y="207"/>
                    </a:cubicBezTo>
                    <a:cubicBezTo>
                      <a:pt x="108" y="207"/>
                      <a:pt x="108" y="207"/>
                      <a:pt x="108" y="207"/>
                    </a:cubicBezTo>
                    <a:cubicBezTo>
                      <a:pt x="89" y="112"/>
                      <a:pt x="89" y="112"/>
                      <a:pt x="89" y="112"/>
                    </a:cubicBezTo>
                    <a:cubicBezTo>
                      <a:pt x="107" y="102"/>
                      <a:pt x="119" y="82"/>
                      <a:pt x="119" y="60"/>
                    </a:cubicBezTo>
                    <a:close/>
                  </a:path>
                </a:pathLst>
              </a:custGeom>
              <a:solidFill>
                <a:srgbClr val="920000"/>
              </a:solidFill>
              <a:ln w="184150" cap="flat">
                <a:solidFill>
                  <a:srgbClr val="C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4" name="Freeform 12">
                <a:extLst>
                  <a:ext uri="{FF2B5EF4-FFF2-40B4-BE49-F238E27FC236}">
                    <a16:creationId xmlns:a16="http://schemas.microsoft.com/office/drawing/2014/main" id="{15857072-129D-4B83-AEDA-E98AD3A5AE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39713" y="581026"/>
                <a:ext cx="2382838" cy="1958975"/>
              </a:xfrm>
              <a:custGeom>
                <a:avLst/>
                <a:gdLst>
                  <a:gd name="T0" fmla="*/ 0 w 310"/>
                  <a:gd name="T1" fmla="*/ 253 h 255"/>
                  <a:gd name="T2" fmla="*/ 0 w 310"/>
                  <a:gd name="T3" fmla="*/ 155 h 255"/>
                  <a:gd name="T4" fmla="*/ 155 w 310"/>
                  <a:gd name="T5" fmla="*/ 0 h 255"/>
                  <a:gd name="T6" fmla="*/ 310 w 310"/>
                  <a:gd name="T7" fmla="*/ 155 h 255"/>
                  <a:gd name="T8" fmla="*/ 310 w 310"/>
                  <a:gd name="T9" fmla="*/ 255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0" h="255">
                    <a:moveTo>
                      <a:pt x="0" y="253"/>
                    </a:moveTo>
                    <a:cubicBezTo>
                      <a:pt x="0" y="155"/>
                      <a:pt x="0" y="155"/>
                      <a:pt x="0" y="155"/>
                    </a:cubicBezTo>
                    <a:cubicBezTo>
                      <a:pt x="0" y="69"/>
                      <a:pt x="69" y="0"/>
                      <a:pt x="155" y="0"/>
                    </a:cubicBezTo>
                    <a:cubicBezTo>
                      <a:pt x="240" y="0"/>
                      <a:pt x="310" y="69"/>
                      <a:pt x="310" y="155"/>
                    </a:cubicBezTo>
                    <a:cubicBezTo>
                      <a:pt x="310" y="255"/>
                      <a:pt x="310" y="255"/>
                      <a:pt x="310" y="255"/>
                    </a:cubicBezTo>
                  </a:path>
                </a:pathLst>
              </a:custGeom>
              <a:noFill/>
              <a:ln w="184150" cap="flat">
                <a:solidFill>
                  <a:srgbClr val="C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268" name="Rectangle 267">
              <a:extLst>
                <a:ext uri="{FF2B5EF4-FFF2-40B4-BE49-F238E27FC236}">
                  <a16:creationId xmlns:a16="http://schemas.microsoft.com/office/drawing/2014/main" id="{395FD607-A9EB-4369-8C8B-71A1A9564207}"/>
                </a:ext>
              </a:extLst>
            </p:cNvPr>
            <p:cNvSpPr/>
            <p:nvPr/>
          </p:nvSpPr>
          <p:spPr>
            <a:xfrm>
              <a:off x="-1327308" y="-152400"/>
              <a:ext cx="1325690" cy="65278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9" name="Rectangle 268">
              <a:extLst>
                <a:ext uri="{FF2B5EF4-FFF2-40B4-BE49-F238E27FC236}">
                  <a16:creationId xmlns:a16="http://schemas.microsoft.com/office/drawing/2014/main" id="{5CCAC69A-2B74-4981-825D-C3244AD95072}"/>
                </a:ext>
              </a:extLst>
            </p:cNvPr>
            <p:cNvSpPr/>
            <p:nvPr/>
          </p:nvSpPr>
          <p:spPr>
            <a:xfrm>
              <a:off x="10973671" y="-152400"/>
              <a:ext cx="1325690" cy="65278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0" name="Rectangle 269">
              <a:extLst>
                <a:ext uri="{FF2B5EF4-FFF2-40B4-BE49-F238E27FC236}">
                  <a16:creationId xmlns:a16="http://schemas.microsoft.com/office/drawing/2014/main" id="{660DB5A1-D3C7-4B82-A883-81AAAD318502}"/>
                </a:ext>
              </a:extLst>
            </p:cNvPr>
            <p:cNvSpPr/>
            <p:nvPr/>
          </p:nvSpPr>
          <p:spPr>
            <a:xfrm rot="16200000">
              <a:off x="5129275" y="-5934192"/>
              <a:ext cx="405411" cy="1146406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1" name="Rectangle 270">
              <a:extLst>
                <a:ext uri="{FF2B5EF4-FFF2-40B4-BE49-F238E27FC236}">
                  <a16:creationId xmlns:a16="http://schemas.microsoft.com/office/drawing/2014/main" id="{02F05F0F-A34E-4FE9-AFF6-B23AF6C59A1F}"/>
                </a:ext>
              </a:extLst>
            </p:cNvPr>
            <p:cNvSpPr/>
            <p:nvPr/>
          </p:nvSpPr>
          <p:spPr>
            <a:xfrm rot="16200000">
              <a:off x="5129270" y="643723"/>
              <a:ext cx="405411" cy="1146406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62072" y="3767328"/>
            <a:ext cx="7461504" cy="590931"/>
          </a:xfrm>
        </p:spPr>
        <p:txBody>
          <a:bodyPr/>
          <a:lstStyle>
            <a:lvl1pPr algn="l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62072" y="4361688"/>
            <a:ext cx="7461504" cy="525463"/>
          </a:xfrm>
        </p:spPr>
        <p:txBody>
          <a:bodyPr/>
          <a:lstStyle>
            <a:lvl1pPr marL="0" indent="0" algn="l">
              <a:buFontTx/>
              <a:buNone/>
              <a:defRPr sz="2400" b="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571500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0890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5462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18891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07426443"/>
      </p:ext>
    </p:extLst>
  </p:cSld>
  <p:clrMapOvr>
    <a:masterClrMapping/>
  </p:clrMapOvr>
  <p:hf hdr="0" ft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9346268"/>
      </p:ext>
    </p:extLst>
  </p:cSld>
  <p:clrMapOvr>
    <a:masterClrMapping/>
  </p:clrMapOvr>
  <p:hf hdr="0" ft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0972800" cy="559791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890213"/>
      </p:ext>
    </p:extLst>
  </p:cSld>
  <p:clrMapOvr>
    <a:masterClrMapping/>
  </p:clrMapOvr>
  <p:hf hdr="0" ft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MO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0972800" cy="570500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348" y="5169473"/>
            <a:ext cx="9976104" cy="535531"/>
          </a:xfrm>
        </p:spPr>
        <p:txBody>
          <a:bodyPr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64922C-5D9B-400C-8CF7-5E91D42E05EB}"/>
              </a:ext>
            </a:extLst>
          </p:cNvPr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83086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n object  Description automatically generated">
            <a:extLst>
              <a:ext uri="{FF2B5EF4-FFF2-40B4-BE49-F238E27FC236}">
                <a16:creationId xmlns:a16="http://schemas.microsoft.com/office/drawing/2014/main" id="{DB5BC97F-BE1C-4CC1-A0F8-EF37ABD2FDB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0972800" cy="617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787133"/>
      </p:ext>
    </p:extLst>
  </p:cSld>
  <p:clrMapOvr>
    <a:masterClrMapping/>
  </p:clrMapOvr>
  <p:hf hdr="0" ft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, and Content">
  <p:cSld name="1_Title, Subtitle, and Conten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498348" y="661226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1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body" idx="1"/>
          </p:nvPr>
        </p:nvSpPr>
        <p:spPr>
          <a:xfrm>
            <a:off x="516750" y="2103036"/>
            <a:ext cx="9976104" cy="3596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55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Char char="—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—"/>
              <a:defRPr sz="18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Char char="—"/>
              <a:defRPr sz="16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▪"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Char char="▪"/>
              <a:defRPr sz="2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2"/>
          </p:nvPr>
        </p:nvSpPr>
        <p:spPr>
          <a:xfrm>
            <a:off x="498348" y="1183333"/>
            <a:ext cx="9976104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ct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24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10268141" y="5699821"/>
            <a:ext cx="658500" cy="47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08165601"/>
      </p:ext>
    </p:extLst>
  </p:cSld>
  <p:clrMapOvr>
    <a:masterClrMapping/>
  </p:clrMapOvr>
  <p:hf hdr="0" ft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0_Title Slide - Image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2D5CEBF-9338-476B-8052-A0C77DB3EF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1753" b="-229"/>
          <a:stretch/>
        </p:blipFill>
        <p:spPr>
          <a:xfrm flipV="1">
            <a:off x="0" y="229699"/>
            <a:ext cx="10972800" cy="594250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A649158-47CE-48EE-8573-A982767AD701}"/>
              </a:ext>
            </a:extLst>
          </p:cNvPr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gradFill>
            <a:gsLst>
              <a:gs pos="34000">
                <a:schemeClr val="tx1"/>
              </a:gs>
              <a:gs pos="100000">
                <a:schemeClr val="tx1">
                  <a:alpha val="3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A9FFCD0-CFA5-4BC7-BCE6-3E92554098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8740" y="2648250"/>
            <a:ext cx="2015928" cy="706351"/>
          </a:xfrm>
          <a:prstGeom prst="rect">
            <a:avLst/>
          </a:prstGeom>
        </p:spPr>
      </p:pic>
      <p:sp>
        <p:nvSpPr>
          <p:cNvPr id="11" name="Rectangle 4"/>
          <p:cNvSpPr>
            <a:spLocks noGrp="1" noChangeArrowheads="1"/>
          </p:cNvSpPr>
          <p:nvPr userDrawn="1">
            <p:ph type="subTitle" idx="1"/>
          </p:nvPr>
        </p:nvSpPr>
        <p:spPr>
          <a:xfrm>
            <a:off x="520850" y="1787097"/>
            <a:ext cx="8700706" cy="341632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9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800" b="0">
                <a:solidFill>
                  <a:schemeClr val="bg2">
                    <a:lumMod val="50000"/>
                  </a:schemeClr>
                </a:solidFill>
                <a:latin typeface="Trebuchet MS" pitchFamily="34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05" name="Title 304"/>
          <p:cNvSpPr>
            <a:spLocks noGrp="1"/>
          </p:cNvSpPr>
          <p:nvPr userDrawn="1">
            <p:ph type="title" hasCustomPrompt="1"/>
          </p:nvPr>
        </p:nvSpPr>
        <p:spPr>
          <a:xfrm>
            <a:off x="481662" y="839286"/>
            <a:ext cx="8739340" cy="982855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sz="4600" b="1" cap="all" baseline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9409478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ransition -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0764AE4-97B7-4C45-A0D0-BEE3BA17B70F}"/>
              </a:ext>
            </a:extLst>
          </p:cNvPr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046E4A-4011-49A2-955F-F689C05DCB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5219" t="22933" r="58849" b="-4267"/>
          <a:stretch/>
        </p:blipFill>
        <p:spPr>
          <a:xfrm flipV="1">
            <a:off x="0" y="0"/>
            <a:ext cx="10972800" cy="61722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3DE1DF3-9BB4-4DC8-8A61-394EC1805CCA}"/>
              </a:ext>
            </a:extLst>
          </p:cNvPr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gradFill>
            <a:gsLst>
              <a:gs pos="40000">
                <a:schemeClr val="tx2"/>
              </a:gs>
              <a:gs pos="100000">
                <a:schemeClr val="tx2">
                  <a:alpha val="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187F1F-4ACA-4D48-ACDC-152646CBD130}"/>
              </a:ext>
            </a:extLst>
          </p:cNvPr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tx2">
                  <a:alpha val="3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348" y="2790635"/>
            <a:ext cx="9976104" cy="590931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1704760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, and Content" preserve="1">
  <p:cSld name="Title, Subtitle, and Conten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>
            <a:spLocks noGrp="1"/>
          </p:cNvSpPr>
          <p:nvPr>
            <p:ph type="title"/>
          </p:nvPr>
        </p:nvSpPr>
        <p:spPr>
          <a:xfrm>
            <a:off x="498347" y="661227"/>
            <a:ext cx="9976200" cy="5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275" tIns="82275" rIns="82275" bIns="82275" anchor="b" anchorCtr="0"/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rebuchet MS"/>
              <a:buNone/>
              <a:defRPr sz="3600" b="1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2" name="Google Shape;82;p15"/>
          <p:cNvSpPr txBox="1">
            <a:spLocks noGrp="1"/>
          </p:cNvSpPr>
          <p:nvPr>
            <p:ph type="body" idx="1"/>
          </p:nvPr>
        </p:nvSpPr>
        <p:spPr>
          <a:xfrm>
            <a:off x="516750" y="2103035"/>
            <a:ext cx="9948600" cy="37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275" tIns="82275" rIns="82275" bIns="82275" anchor="t" anchorCtr="0"/>
          <a:lstStyle>
            <a:lvl1pPr marL="457200" marR="0" lvl="0" indent="-355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Char char="—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—"/>
              <a:defRPr sz="18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Char char="—"/>
              <a:defRPr sz="16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▪"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Char char="▪"/>
              <a:defRPr sz="2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3" name="Google Shape;83;p15"/>
          <p:cNvSpPr txBox="1">
            <a:spLocks noGrp="1"/>
          </p:cNvSpPr>
          <p:nvPr>
            <p:ph type="body" idx="2"/>
          </p:nvPr>
        </p:nvSpPr>
        <p:spPr>
          <a:xfrm>
            <a:off x="498347" y="1183333"/>
            <a:ext cx="9976200" cy="5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275" tIns="82275" rIns="82275" bIns="82275" anchor="t" anchorCtr="0"/>
          <a:lstStyle>
            <a:lvl1pPr marL="457200" marR="0" lvl="0" indent="-228600" algn="ct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  <a:defRPr sz="24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6869220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 Slide" preserve="1">
  <p:cSld name="Closing Slide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7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1757" b="-229"/>
          <a:stretch/>
        </p:blipFill>
        <p:spPr>
          <a:xfrm>
            <a:off x="1" y="0"/>
            <a:ext cx="10972800" cy="594249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7"/>
          <p:cNvSpPr/>
          <p:nvPr/>
        </p:nvSpPr>
        <p:spPr>
          <a:xfrm rot="10800000" flipH="1">
            <a:off x="1" y="0"/>
            <a:ext cx="10972800" cy="6172200"/>
          </a:xfrm>
          <a:prstGeom prst="rect">
            <a:avLst/>
          </a:prstGeom>
          <a:gradFill>
            <a:gsLst>
              <a:gs pos="0">
                <a:schemeClr val="lt1"/>
              </a:gs>
              <a:gs pos="34000">
                <a:schemeClr val="lt1"/>
              </a:gs>
              <a:gs pos="100000">
                <a:srgbClr val="FFFFFF">
                  <a:alpha val="34509"/>
                </a:srgbClr>
              </a:gs>
            </a:gsLst>
            <a:lin ang="300012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" name="Google Shape;94;p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3338" y="3902418"/>
            <a:ext cx="3232856" cy="1132742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7"/>
          <p:cNvSpPr txBox="1"/>
          <p:nvPr/>
        </p:nvSpPr>
        <p:spPr>
          <a:xfrm>
            <a:off x="481641" y="5310989"/>
            <a:ext cx="2539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Trebuchet MS"/>
              <a:buNone/>
            </a:pPr>
            <a:r>
              <a:rPr lang="en-US" sz="20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www.nvidia.com/dli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226181937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, and Content with CONFIDENTIAL" preserve="1">
  <p:cSld name="Title, Subtitle, and Content with CONFIDENTIAL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>
            <a:spLocks noGrp="1"/>
          </p:cNvSpPr>
          <p:nvPr>
            <p:ph type="title"/>
          </p:nvPr>
        </p:nvSpPr>
        <p:spPr>
          <a:xfrm>
            <a:off x="498347" y="661227"/>
            <a:ext cx="9976200" cy="5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275" tIns="82275" rIns="82275" bIns="82275" anchor="b" anchorCtr="0"/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rebuchet MS"/>
              <a:buNone/>
              <a:defRPr sz="3600" b="1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8" name="Google Shape;98;p18"/>
          <p:cNvSpPr txBox="1">
            <a:spLocks noGrp="1"/>
          </p:cNvSpPr>
          <p:nvPr>
            <p:ph type="body" idx="1"/>
          </p:nvPr>
        </p:nvSpPr>
        <p:spPr>
          <a:xfrm>
            <a:off x="516750" y="2103035"/>
            <a:ext cx="9948600" cy="37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275" tIns="82275" rIns="82275" bIns="82275" anchor="t" anchorCtr="0"/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None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None/>
              <a:defRPr sz="16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▪"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Char char="▪"/>
              <a:defRPr sz="2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9" name="Google Shape;99;p18"/>
          <p:cNvSpPr txBox="1">
            <a:spLocks noGrp="1"/>
          </p:cNvSpPr>
          <p:nvPr>
            <p:ph type="body" idx="2"/>
          </p:nvPr>
        </p:nvSpPr>
        <p:spPr>
          <a:xfrm>
            <a:off x="498347" y="1183333"/>
            <a:ext cx="9976200" cy="5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275" tIns="82275" rIns="82275" bIns="82275" anchor="t" anchorCtr="0"/>
          <a:lstStyle>
            <a:lvl1pPr marL="457200" marR="0" lvl="0" indent="-228600" algn="ct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  <a:defRPr sz="24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Google Shape;100;p18"/>
          <p:cNvSpPr/>
          <p:nvPr/>
        </p:nvSpPr>
        <p:spPr>
          <a:xfrm>
            <a:off x="7049728" y="5781718"/>
            <a:ext cx="2763000" cy="2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"/>
              <a:buFont typeface="Trebuchet MS"/>
              <a:buNone/>
            </a:pPr>
            <a:r>
              <a:rPr lang="en-US" sz="800" b="1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NVIDIA CONFIDENTIAL. DO NOT DISTRIBUTE.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279620285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Photograph" preserve="1">
  <p:cSld name="Content with Photograph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/>
          <p:nvPr/>
        </p:nvSpPr>
        <p:spPr>
          <a:xfrm>
            <a:off x="1" y="1"/>
            <a:ext cx="10972800" cy="617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9"/>
          <p:cNvSpPr txBox="1">
            <a:spLocks noGrp="1"/>
          </p:cNvSpPr>
          <p:nvPr>
            <p:ph type="title"/>
          </p:nvPr>
        </p:nvSpPr>
        <p:spPr>
          <a:xfrm>
            <a:off x="498347" y="633527"/>
            <a:ext cx="5922300" cy="6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275" tIns="82275" rIns="82275" bIns="82275" anchor="b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rebuchet MS"/>
              <a:buNone/>
              <a:defRPr sz="3600" b="1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4" name="Google Shape;104;p19"/>
          <p:cNvSpPr txBox="1">
            <a:spLocks noGrp="1"/>
          </p:cNvSpPr>
          <p:nvPr>
            <p:ph type="body" idx="1"/>
          </p:nvPr>
        </p:nvSpPr>
        <p:spPr>
          <a:xfrm>
            <a:off x="512064" y="2103034"/>
            <a:ext cx="5905800" cy="36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275" tIns="82275" rIns="82275" bIns="82275" anchor="t" anchorCtr="0"/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None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▪"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Char char="▪"/>
              <a:defRPr sz="2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5" name="Google Shape;105;p19"/>
          <p:cNvSpPr txBox="1">
            <a:spLocks noGrp="1"/>
          </p:cNvSpPr>
          <p:nvPr>
            <p:ph type="body" idx="2"/>
          </p:nvPr>
        </p:nvSpPr>
        <p:spPr>
          <a:xfrm>
            <a:off x="498347" y="1183333"/>
            <a:ext cx="5922300" cy="5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275" tIns="82275" rIns="82275" bIns="82275" anchor="t" anchorCtr="0"/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  <a:defRPr sz="24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06" name="Google Shape;106;p19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30818" y="5785420"/>
            <a:ext cx="580800" cy="206401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9"/>
          <p:cNvSpPr txBox="1"/>
          <p:nvPr/>
        </p:nvSpPr>
        <p:spPr>
          <a:xfrm>
            <a:off x="9762253" y="5831285"/>
            <a:ext cx="321000" cy="16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"/>
              <a:buFont typeface="Trebuchet MS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r>
              <a:rPr lang="en-US" sz="1100" b="0" i="0" u="none" strike="noStrike" cap="none">
                <a:solidFill>
                  <a:srgbClr val="12FEB6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356918005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/>
          <p:nvPr/>
        </p:nvSpPr>
        <p:spPr>
          <a:xfrm>
            <a:off x="1" y="1"/>
            <a:ext cx="10972800" cy="617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0"/>
          <p:cNvSpPr txBox="1">
            <a:spLocks noGrp="1"/>
          </p:cNvSpPr>
          <p:nvPr>
            <p:ph type="title"/>
          </p:nvPr>
        </p:nvSpPr>
        <p:spPr>
          <a:xfrm>
            <a:off x="498347" y="661227"/>
            <a:ext cx="9976200" cy="5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275" tIns="82275" rIns="82275" bIns="82275" anchor="b" anchorCtr="0"/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rebuchet MS"/>
              <a:buNone/>
              <a:defRPr sz="3600" b="1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111" name="Google Shape;111;p20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30818" y="5785420"/>
            <a:ext cx="580800" cy="206401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0"/>
          <p:cNvSpPr txBox="1"/>
          <p:nvPr/>
        </p:nvSpPr>
        <p:spPr>
          <a:xfrm>
            <a:off x="9762253" y="5831285"/>
            <a:ext cx="321000" cy="16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"/>
              <a:buFont typeface="Trebuchet MS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r>
              <a:rPr lang="en-US" sz="1100" b="0" i="0" u="none" strike="noStrike" cap="none">
                <a:solidFill>
                  <a:srgbClr val="12FEB6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82026000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o" type="titleOnly" preserve="1">
  <p:cSld name="Video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/>
          <p:nvPr/>
        </p:nvSpPr>
        <p:spPr>
          <a:xfrm>
            <a:off x="1" y="1"/>
            <a:ext cx="10972799" cy="572193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1"/>
          <p:cNvSpPr txBox="1">
            <a:spLocks noGrp="1"/>
          </p:cNvSpPr>
          <p:nvPr>
            <p:ph type="title"/>
          </p:nvPr>
        </p:nvSpPr>
        <p:spPr>
          <a:xfrm>
            <a:off x="1553496" y="5352632"/>
            <a:ext cx="7866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275" tIns="82275" rIns="82275" bIns="82275" anchor="b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None/>
              <a:defRPr sz="2000" b="1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116" name="Google Shape;116;p21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13271" y="5142126"/>
            <a:ext cx="7546260" cy="10408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0891170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preserve="1">
  <p:cSld name="Agenda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/>
          <p:nvPr/>
        </p:nvSpPr>
        <p:spPr>
          <a:xfrm>
            <a:off x="1" y="1"/>
            <a:ext cx="10972800" cy="617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p22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30818" y="5785420"/>
            <a:ext cx="580800" cy="206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2"/>
          <p:cNvSpPr txBox="1"/>
          <p:nvPr/>
        </p:nvSpPr>
        <p:spPr>
          <a:xfrm>
            <a:off x="9762253" y="5831285"/>
            <a:ext cx="321000" cy="16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"/>
              <a:buFont typeface="Trebuchet MS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r>
              <a:rPr lang="en-US" sz="1100" b="0" i="0" u="none" strike="noStrike" cap="none">
                <a:solidFill>
                  <a:srgbClr val="12FEB6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159869183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MO Placeholder" preserve="1">
  <p:cSld name="DEMO Placeholder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/>
          <p:nvPr/>
        </p:nvSpPr>
        <p:spPr>
          <a:xfrm>
            <a:off x="1" y="1"/>
            <a:ext cx="10972799" cy="617219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3"/>
          <p:cNvSpPr txBox="1">
            <a:spLocks noGrp="1"/>
          </p:cNvSpPr>
          <p:nvPr>
            <p:ph type="title"/>
          </p:nvPr>
        </p:nvSpPr>
        <p:spPr>
          <a:xfrm>
            <a:off x="498347" y="5169474"/>
            <a:ext cx="99762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275" tIns="82275" rIns="82275" bIns="82275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rebuchet MS"/>
              <a:buNone/>
              <a:defRPr sz="32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2665806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and Segue" preserve="1">
  <p:cSld name="Quote and Segue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/>
          <p:nvPr/>
        </p:nvSpPr>
        <p:spPr>
          <a:xfrm>
            <a:off x="1" y="1"/>
            <a:ext cx="10972800" cy="6172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6" name="Google Shape;126;p24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2675" b="-5541"/>
          <a:stretch/>
        </p:blipFill>
        <p:spPr>
          <a:xfrm rot="10800000" flipH="1">
            <a:off x="1" y="2"/>
            <a:ext cx="10972799" cy="6172198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4"/>
          <p:cNvSpPr/>
          <p:nvPr/>
        </p:nvSpPr>
        <p:spPr>
          <a:xfrm>
            <a:off x="1" y="1"/>
            <a:ext cx="10972800" cy="6172200"/>
          </a:xfrm>
          <a:prstGeom prst="rect">
            <a:avLst/>
          </a:prstGeom>
          <a:gradFill>
            <a:gsLst>
              <a:gs pos="0">
                <a:schemeClr val="lt2"/>
              </a:gs>
              <a:gs pos="40000">
                <a:schemeClr val="lt2"/>
              </a:gs>
              <a:gs pos="100000">
                <a:srgbClr val="76B900">
                  <a:alpha val="0"/>
                </a:srgbClr>
              </a:gs>
            </a:gsLst>
            <a:lin ang="300012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4"/>
          <p:cNvSpPr/>
          <p:nvPr/>
        </p:nvSpPr>
        <p:spPr>
          <a:xfrm>
            <a:off x="1" y="1"/>
            <a:ext cx="10972800" cy="617220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rgbClr val="76B900">
                  <a:alpha val="29411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7273303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Quote and Segue" preserve="1">
  <p:cSld name="1_Quote and Segue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/>
          <p:nvPr/>
        </p:nvSpPr>
        <p:spPr>
          <a:xfrm>
            <a:off x="1" y="1"/>
            <a:ext cx="10972800" cy="617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25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6069" b="-11668"/>
          <a:stretch/>
        </p:blipFill>
        <p:spPr>
          <a:xfrm flipH="1">
            <a:off x="1" y="1"/>
            <a:ext cx="10972799" cy="617219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5"/>
          <p:cNvSpPr/>
          <p:nvPr/>
        </p:nvSpPr>
        <p:spPr>
          <a:xfrm rot="10800000">
            <a:off x="0" y="0"/>
            <a:ext cx="10972800" cy="6172200"/>
          </a:xfrm>
          <a:prstGeom prst="rect">
            <a:avLst/>
          </a:prstGeom>
          <a:gradFill>
            <a:gsLst>
              <a:gs pos="0">
                <a:schemeClr val="lt1"/>
              </a:gs>
              <a:gs pos="40000">
                <a:schemeClr val="lt1"/>
              </a:gs>
              <a:gs pos="100000">
                <a:srgbClr val="FFFFFF">
                  <a:alpha val="0"/>
                </a:srgbClr>
              </a:gs>
            </a:gsLst>
            <a:lin ang="300012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5"/>
          <p:cNvSpPr/>
          <p:nvPr/>
        </p:nvSpPr>
        <p:spPr>
          <a:xfrm rot="10800000">
            <a:off x="0" y="0"/>
            <a:ext cx="10972800" cy="61722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FFFFFF">
                  <a:alpha val="29411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03771436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 preserve="1">
  <p:cSld name="Title and Content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>
            <a:spLocks noGrp="1"/>
          </p:cNvSpPr>
          <p:nvPr>
            <p:ph type="title"/>
          </p:nvPr>
        </p:nvSpPr>
        <p:spPr>
          <a:xfrm>
            <a:off x="499744" y="653531"/>
            <a:ext cx="9973200" cy="5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275" tIns="82275" rIns="82275" bIns="82275" anchor="b" anchorCtr="0"/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16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16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16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16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16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16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16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1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6" name="Google Shape;136;p26"/>
          <p:cNvSpPr txBox="1">
            <a:spLocks noGrp="1"/>
          </p:cNvSpPr>
          <p:nvPr>
            <p:ph type="body" idx="1"/>
          </p:nvPr>
        </p:nvSpPr>
        <p:spPr>
          <a:xfrm>
            <a:off x="517403" y="2002367"/>
            <a:ext cx="9948900" cy="39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275" tIns="82275" rIns="82275" bIns="82275" anchor="t" anchorCtr="0"/>
          <a:lstStyle>
            <a:lvl1pPr marL="45720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1pPr>
            <a:lvl2pPr marL="914400" lvl="1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marL="1828800" lvl="3" indent="-3302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–"/>
              <a:defRPr/>
            </a:lvl4pPr>
            <a:lvl5pPr marL="2286000" lvl="4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»"/>
              <a:defRPr/>
            </a:lvl5pPr>
            <a:lvl6pPr marL="2743200" lvl="5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»"/>
              <a:defRPr/>
            </a:lvl6pPr>
            <a:lvl7pPr marL="3200400" lvl="6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»"/>
              <a:defRPr/>
            </a:lvl7pPr>
            <a:lvl8pPr marL="3657600" lvl="7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»"/>
              <a:defRPr/>
            </a:lvl8pPr>
            <a:lvl9pPr marL="4114800" lvl="8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7" name="Google Shape;137;p26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2700000" cy="2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275" tIns="41125" rIns="82275" bIns="411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8" name="Google Shape;138;p26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2700000" cy="2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275" tIns="41125" rIns="82275" bIns="411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9" name="Google Shape;139;p26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2700000" cy="2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275" tIns="41125" rIns="82275" bIns="41125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088977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_Title Slide - Images" preserve="1">
  <p:cSld name="12_Title Slide - Images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2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1753" b="-229"/>
          <a:stretch/>
        </p:blipFill>
        <p:spPr>
          <a:xfrm>
            <a:off x="0" y="0"/>
            <a:ext cx="10972800" cy="5942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"/>
          <p:cNvSpPr/>
          <p:nvPr/>
        </p:nvSpPr>
        <p:spPr>
          <a:xfrm rot="10800000" flipH="1">
            <a:off x="0" y="0"/>
            <a:ext cx="10972800" cy="6172200"/>
          </a:xfrm>
          <a:prstGeom prst="rect">
            <a:avLst/>
          </a:prstGeom>
          <a:gradFill>
            <a:gsLst>
              <a:gs pos="0">
                <a:schemeClr val="lt1"/>
              </a:gs>
              <a:gs pos="34000">
                <a:schemeClr val="lt1"/>
              </a:gs>
              <a:gs pos="100000">
                <a:srgbClr val="FFFFFF">
                  <a:alpha val="34509"/>
                </a:srgbClr>
              </a:gs>
            </a:gsLst>
            <a:lin ang="3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490973" y="4612301"/>
            <a:ext cx="605713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2000" b="0" i="0" u="none" strike="noStrike" cap="none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18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16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–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title"/>
          </p:nvPr>
        </p:nvSpPr>
        <p:spPr>
          <a:xfrm>
            <a:off x="490973" y="3434608"/>
            <a:ext cx="6057133" cy="982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1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cxnSp>
        <p:nvCxnSpPr>
          <p:cNvPr id="18" name="Google Shape;18;p2"/>
          <p:cNvCxnSpPr/>
          <p:nvPr/>
        </p:nvCxnSpPr>
        <p:spPr>
          <a:xfrm>
            <a:off x="583337" y="4490990"/>
            <a:ext cx="5456769" cy="0"/>
          </a:xfrm>
          <a:prstGeom prst="straightConnector1">
            <a:avLst/>
          </a:prstGeom>
          <a:noFill/>
          <a:ln w="9525" cap="rnd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9" name="Google Shape;19;p2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3337" y="483260"/>
            <a:ext cx="2284591" cy="80048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3504276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 - Green" preserve="1">
  <p:cSld name="Transition - Green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" name="Google Shape;23;p3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2680" b="-5537"/>
          <a:stretch/>
        </p:blipFill>
        <p:spPr>
          <a:xfrm rot="10800000" flipH="1">
            <a:off x="0" y="0"/>
            <a:ext cx="10972800" cy="617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/>
          <p:nvPr/>
        </p:nvSpPr>
        <p:spPr>
          <a:xfrm>
            <a:off x="0" y="0"/>
            <a:ext cx="10972800" cy="6172200"/>
          </a:xfrm>
          <a:prstGeom prst="rect">
            <a:avLst/>
          </a:prstGeom>
          <a:gradFill>
            <a:gsLst>
              <a:gs pos="0">
                <a:schemeClr val="lt2"/>
              </a:gs>
              <a:gs pos="40000">
                <a:schemeClr val="lt2"/>
              </a:gs>
              <a:gs pos="100000">
                <a:srgbClr val="76B900">
                  <a:alpha val="0"/>
                </a:srgbClr>
              </a:gs>
            </a:gsLst>
            <a:lin ang="3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0" y="0"/>
            <a:ext cx="10972800" cy="617220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rgbClr val="76B900">
                  <a:alpha val="29411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3"/>
          <p:cNvSpPr txBox="1">
            <a:spLocks noGrp="1"/>
          </p:cNvSpPr>
          <p:nvPr>
            <p:ph type="title"/>
          </p:nvPr>
        </p:nvSpPr>
        <p:spPr>
          <a:xfrm>
            <a:off x="498348" y="2790635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80372298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, and Content" preserve="1">
  <p:cSld name="Title, Subtitle, and Conten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498348" y="661226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1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body" idx="1"/>
          </p:nvPr>
        </p:nvSpPr>
        <p:spPr>
          <a:xfrm>
            <a:off x="516750" y="2103035"/>
            <a:ext cx="9948672" cy="371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55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Char char="—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—"/>
              <a:defRPr sz="18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Char char="—"/>
              <a:defRPr sz="16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▪"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Char char="▪"/>
              <a:defRPr sz="2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2"/>
          </p:nvPr>
        </p:nvSpPr>
        <p:spPr>
          <a:xfrm>
            <a:off x="498348" y="1183333"/>
            <a:ext cx="9976104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ct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24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2921778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, and Content - NO LOGO &amp; PAGE NUMBER" preserve="1">
  <p:cSld name="Title, Subtitle, and Content - NO LOGO &amp; PAGE NUMB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/>
          <p:nvPr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5"/>
          <p:cNvSpPr txBox="1">
            <a:spLocks noGrp="1"/>
          </p:cNvSpPr>
          <p:nvPr>
            <p:ph type="title"/>
          </p:nvPr>
        </p:nvSpPr>
        <p:spPr>
          <a:xfrm>
            <a:off x="498348" y="661226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1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1"/>
          </p:nvPr>
        </p:nvSpPr>
        <p:spPr>
          <a:xfrm>
            <a:off x="512064" y="2103035"/>
            <a:ext cx="9948672" cy="3693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18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18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▪"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Char char="▪"/>
              <a:defRPr sz="2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2"/>
          </p:nvPr>
        </p:nvSpPr>
        <p:spPr>
          <a:xfrm>
            <a:off x="498348" y="1183333"/>
            <a:ext cx="9976104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ct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24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Google Shape;78;p14">
            <a:extLst>
              <a:ext uri="{FF2B5EF4-FFF2-40B4-BE49-F238E27FC236}">
                <a16:creationId xmlns:a16="http://schemas.microsoft.com/office/drawing/2014/main" id="{496D5249-0994-491D-81F3-2799C9D8E20D}"/>
              </a:ext>
            </a:extLst>
          </p:cNvPr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30817" y="5785420"/>
            <a:ext cx="580686" cy="20632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79;p14">
            <a:extLst>
              <a:ext uri="{FF2B5EF4-FFF2-40B4-BE49-F238E27FC236}">
                <a16:creationId xmlns:a16="http://schemas.microsoft.com/office/drawing/2014/main" id="{F2A57630-6538-4213-B46C-9640641493D0}"/>
              </a:ext>
            </a:extLst>
          </p:cNvPr>
          <p:cNvSpPr txBox="1"/>
          <p:nvPr/>
        </p:nvSpPr>
        <p:spPr>
          <a:xfrm>
            <a:off x="9762253" y="5831285"/>
            <a:ext cx="321000" cy="16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"/>
              <a:buFont typeface="Trebuchet MS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r>
              <a:rPr lang="en-US" sz="1100" b="0" i="0" u="none" strike="noStrike" cap="none" dirty="0">
                <a:solidFill>
                  <a:srgbClr val="12FEB6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endParaRPr sz="1300" dirty="0"/>
          </a:p>
        </p:txBody>
      </p:sp>
    </p:spTree>
    <p:extLst>
      <p:ext uri="{BB962C8B-B14F-4D97-AF65-F5344CB8AC3E}">
        <p14:creationId xmlns:p14="http://schemas.microsoft.com/office/powerpoint/2010/main" val="3462894332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 Slide" preserve="1">
  <p:cSld name="Closing Slide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6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1753" b="-229"/>
          <a:stretch/>
        </p:blipFill>
        <p:spPr>
          <a:xfrm>
            <a:off x="0" y="0"/>
            <a:ext cx="10972800" cy="5942501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6"/>
          <p:cNvSpPr/>
          <p:nvPr/>
        </p:nvSpPr>
        <p:spPr>
          <a:xfrm rot="10800000" flipH="1">
            <a:off x="0" y="0"/>
            <a:ext cx="10972800" cy="6172200"/>
          </a:xfrm>
          <a:prstGeom prst="rect">
            <a:avLst/>
          </a:prstGeom>
          <a:gradFill>
            <a:gsLst>
              <a:gs pos="0">
                <a:schemeClr val="lt1"/>
              </a:gs>
              <a:gs pos="34000">
                <a:schemeClr val="lt1"/>
              </a:gs>
              <a:gs pos="100000">
                <a:srgbClr val="FFFFFF">
                  <a:alpha val="34509"/>
                </a:srgbClr>
              </a:gs>
            </a:gsLst>
            <a:lin ang="3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" name="Google Shape;42;p6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3337" y="3902417"/>
            <a:ext cx="3232858" cy="1132744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6"/>
          <p:cNvSpPr txBox="1"/>
          <p:nvPr/>
        </p:nvSpPr>
        <p:spPr>
          <a:xfrm>
            <a:off x="481651" y="5158600"/>
            <a:ext cx="2742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www.nvidia.com/dli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62572188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, and Content with CONFIDENTIAL" preserve="1">
  <p:cSld name="Title, Subtitle, and Content with CONFIDENTIAL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498348" y="661226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1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1"/>
          </p:nvPr>
        </p:nvSpPr>
        <p:spPr>
          <a:xfrm>
            <a:off x="516750" y="2103035"/>
            <a:ext cx="9948672" cy="371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18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16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▪"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Char char="▪"/>
              <a:defRPr sz="2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2"/>
          </p:nvPr>
        </p:nvSpPr>
        <p:spPr>
          <a:xfrm>
            <a:off x="498348" y="1183333"/>
            <a:ext cx="9976104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ct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24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Google Shape;49;p7"/>
          <p:cNvSpPr/>
          <p:nvPr/>
        </p:nvSpPr>
        <p:spPr>
          <a:xfrm>
            <a:off x="7049729" y="5781717"/>
            <a:ext cx="2762866" cy="248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Trebuchet MS"/>
              <a:buNone/>
            </a:pPr>
            <a:r>
              <a:rPr lang="en-US" sz="800" b="1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NVIDIA CONFIDENTIAL. DO NOT DISTRIBUTE.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55656100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, and Two Content" preserve="1">
  <p:cSld name="Title, Subtitle, and Two Conten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>
            <a:spLocks noGrp="1"/>
          </p:cNvSpPr>
          <p:nvPr>
            <p:ph type="title"/>
          </p:nvPr>
        </p:nvSpPr>
        <p:spPr>
          <a:xfrm>
            <a:off x="498348" y="654352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1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body" idx="1"/>
          </p:nvPr>
        </p:nvSpPr>
        <p:spPr>
          <a:xfrm>
            <a:off x="498348" y="2111661"/>
            <a:ext cx="4945063" cy="3693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810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Char char="•"/>
              <a:defRPr sz="24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Char char="•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•"/>
              <a:defRPr sz="18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rebuchet MS"/>
              <a:buChar char="▪"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rebuchet MS"/>
              <a:buChar char="▪"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Char char="»"/>
              <a:defRPr sz="18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Char char="»"/>
              <a:defRPr sz="18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Char char="»"/>
              <a:defRPr sz="18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Char char="»"/>
              <a:defRPr sz="18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Google Shape;54;p8"/>
          <p:cNvSpPr txBox="1">
            <a:spLocks noGrp="1"/>
          </p:cNvSpPr>
          <p:nvPr>
            <p:ph type="body" idx="2"/>
          </p:nvPr>
        </p:nvSpPr>
        <p:spPr>
          <a:xfrm>
            <a:off x="5529390" y="2111661"/>
            <a:ext cx="4945062" cy="3693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810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Char char="•"/>
              <a:defRPr sz="24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Char char="•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•"/>
              <a:defRPr sz="18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rebuchet MS"/>
              <a:buChar char="▪"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rebuchet MS"/>
              <a:buChar char="▪"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Char char="»"/>
              <a:defRPr sz="18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Char char="»"/>
              <a:defRPr sz="18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Char char="»"/>
              <a:defRPr sz="18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Char char="»"/>
              <a:defRPr sz="18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Google Shape;55;p8"/>
          <p:cNvSpPr txBox="1">
            <a:spLocks noGrp="1"/>
          </p:cNvSpPr>
          <p:nvPr>
            <p:ph type="body" idx="3"/>
          </p:nvPr>
        </p:nvSpPr>
        <p:spPr>
          <a:xfrm>
            <a:off x="498348" y="1180568"/>
            <a:ext cx="9976104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ct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24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10268141" y="5699821"/>
            <a:ext cx="658500" cy="47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5710688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o" type="titleOnly" preserve="1">
  <p:cSld name="Video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/>
          <p:nvPr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1553497" y="5352631"/>
            <a:ext cx="78658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60" name="Google Shape;60;p9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13271" y="5142126"/>
            <a:ext cx="7546258" cy="104086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78;p14">
            <a:extLst>
              <a:ext uri="{FF2B5EF4-FFF2-40B4-BE49-F238E27FC236}">
                <a16:creationId xmlns:a16="http://schemas.microsoft.com/office/drawing/2014/main" id="{722B69C8-508F-4D8D-A772-E096FC74E731}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30817" y="5785420"/>
            <a:ext cx="580686" cy="20632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9;p14">
            <a:extLst>
              <a:ext uri="{FF2B5EF4-FFF2-40B4-BE49-F238E27FC236}">
                <a16:creationId xmlns:a16="http://schemas.microsoft.com/office/drawing/2014/main" id="{94999CF4-3895-49ED-9ED5-9C70F89C59C6}"/>
              </a:ext>
            </a:extLst>
          </p:cNvPr>
          <p:cNvSpPr txBox="1"/>
          <p:nvPr/>
        </p:nvSpPr>
        <p:spPr>
          <a:xfrm>
            <a:off x="9762253" y="5831285"/>
            <a:ext cx="321000" cy="16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"/>
              <a:buFont typeface="Trebuchet MS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r>
              <a:rPr lang="en-US" sz="1100" b="0" i="0" u="none" strike="noStrike" cap="none" dirty="0">
                <a:solidFill>
                  <a:srgbClr val="12FEB6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endParaRPr sz="1300" dirty="0"/>
          </a:p>
        </p:txBody>
      </p:sp>
    </p:spTree>
    <p:extLst>
      <p:ext uri="{BB962C8B-B14F-4D97-AF65-F5344CB8AC3E}">
        <p14:creationId xmlns:p14="http://schemas.microsoft.com/office/powerpoint/2010/main" val="2925203159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MO Placeholder" preserve="1">
  <p:cSld name="DEMO Placeholder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/>
          <p:nvPr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0"/>
          <p:cNvSpPr txBox="1">
            <a:spLocks noGrp="1"/>
          </p:cNvSpPr>
          <p:nvPr>
            <p:ph type="title"/>
          </p:nvPr>
        </p:nvSpPr>
        <p:spPr>
          <a:xfrm>
            <a:off x="498348" y="5169473"/>
            <a:ext cx="9976104" cy="535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5" name="Google Shape;78;p14">
            <a:extLst>
              <a:ext uri="{FF2B5EF4-FFF2-40B4-BE49-F238E27FC236}">
                <a16:creationId xmlns:a16="http://schemas.microsoft.com/office/drawing/2014/main" id="{07B80B36-1082-4A2B-AC98-80CA016F3CEB}"/>
              </a:ext>
            </a:extLst>
          </p:cNvPr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30817" y="5785420"/>
            <a:ext cx="580686" cy="20632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79;p14">
            <a:extLst>
              <a:ext uri="{FF2B5EF4-FFF2-40B4-BE49-F238E27FC236}">
                <a16:creationId xmlns:a16="http://schemas.microsoft.com/office/drawing/2014/main" id="{313C6A65-4A4B-45E1-BBB3-7538FF56FC82}"/>
              </a:ext>
            </a:extLst>
          </p:cNvPr>
          <p:cNvSpPr txBox="1"/>
          <p:nvPr/>
        </p:nvSpPr>
        <p:spPr>
          <a:xfrm>
            <a:off x="9762253" y="5831285"/>
            <a:ext cx="321000" cy="16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"/>
              <a:buFont typeface="Trebuchet MS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r>
              <a:rPr lang="en-US" sz="1100" b="0" i="0" u="none" strike="noStrike" cap="none" dirty="0">
                <a:solidFill>
                  <a:srgbClr val="12FEB6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endParaRPr sz="1300" dirty="0"/>
          </a:p>
        </p:txBody>
      </p:sp>
    </p:spTree>
    <p:extLst>
      <p:ext uri="{BB962C8B-B14F-4D97-AF65-F5344CB8AC3E}">
        <p14:creationId xmlns:p14="http://schemas.microsoft.com/office/powerpoint/2010/main" val="3880372934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preserve="1">
  <p:cSld name="Agenda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/>
          <p:nvPr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Google Shape;78;p14">
            <a:extLst>
              <a:ext uri="{FF2B5EF4-FFF2-40B4-BE49-F238E27FC236}">
                <a16:creationId xmlns:a16="http://schemas.microsoft.com/office/drawing/2014/main" id="{BB4B2EC2-0304-4EEE-993C-3406A0DDC2C7}"/>
              </a:ext>
            </a:extLst>
          </p:cNvPr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30817" y="5785420"/>
            <a:ext cx="580686" cy="20632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79;p14">
            <a:extLst>
              <a:ext uri="{FF2B5EF4-FFF2-40B4-BE49-F238E27FC236}">
                <a16:creationId xmlns:a16="http://schemas.microsoft.com/office/drawing/2014/main" id="{321A5EDB-35FE-4B84-881B-48331D08B2A9}"/>
              </a:ext>
            </a:extLst>
          </p:cNvPr>
          <p:cNvSpPr txBox="1"/>
          <p:nvPr/>
        </p:nvSpPr>
        <p:spPr>
          <a:xfrm>
            <a:off x="9762253" y="5831285"/>
            <a:ext cx="321000" cy="16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"/>
              <a:buFont typeface="Trebuchet MS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r>
              <a:rPr lang="en-US" sz="1100" b="0" i="0" u="none" strike="noStrike" cap="none" dirty="0">
                <a:solidFill>
                  <a:srgbClr val="12FEB6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endParaRPr sz="1300" dirty="0"/>
          </a:p>
        </p:txBody>
      </p:sp>
    </p:spTree>
    <p:extLst>
      <p:ext uri="{BB962C8B-B14F-4D97-AF65-F5344CB8AC3E}">
        <p14:creationId xmlns:p14="http://schemas.microsoft.com/office/powerpoint/2010/main" val="94077346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, Content - NO LOGO &amp; PAGE NUMBER" preserve="1">
  <p:cSld name="Title, Subtitle, Content - NO LOGO &amp; PAGE NUMB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498348" y="737426"/>
            <a:ext cx="9976200" cy="5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>
            <a:off x="512064" y="2103035"/>
            <a:ext cx="9948600" cy="36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rebuchet MS"/>
              <a:buNone/>
              <a:defRPr sz="1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rebuchet MS"/>
              <a:buNone/>
              <a:defRPr sz="1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▪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▪"/>
              <a:defRPr sz="20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Google Shape;71;p12"/>
          <p:cNvSpPr txBox="1">
            <a:spLocks noGrp="1"/>
          </p:cNvSpPr>
          <p:nvPr>
            <p:ph type="body" idx="2"/>
          </p:nvPr>
        </p:nvSpPr>
        <p:spPr>
          <a:xfrm>
            <a:off x="498348" y="1259533"/>
            <a:ext cx="9976200" cy="5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ct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24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20818944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llet_Title only" preserve="1">
  <p:cSld name="Bullet_Title only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>
            <a:spLocks noGrp="1"/>
          </p:cNvSpPr>
          <p:nvPr>
            <p:ph type="title"/>
          </p:nvPr>
        </p:nvSpPr>
        <p:spPr>
          <a:xfrm>
            <a:off x="525319" y="409580"/>
            <a:ext cx="10014600" cy="8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/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1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84084284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A28B2A9-89D6-4CF3-BBAF-1CA0E88E14C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0972800" cy="6172200"/>
          </a:xfrm>
          <a:prstGeom prst="rect">
            <a:avLst/>
          </a:prstGeom>
        </p:spPr>
      </p:pic>
      <p:pic>
        <p:nvPicPr>
          <p:cNvPr id="10" name="Picture 9" descr="A picture containing text  Description automatically generated">
            <a:extLst>
              <a:ext uri="{FF2B5EF4-FFF2-40B4-BE49-F238E27FC236}">
                <a16:creationId xmlns:a16="http://schemas.microsoft.com/office/drawing/2014/main" id="{9E96A302-1F38-4275-8241-37FF3CB49A0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7449" y="1896465"/>
            <a:ext cx="1601595" cy="1298628"/>
          </a:xfrm>
          <a:prstGeom prst="rect">
            <a:avLst/>
          </a:prstGeom>
        </p:spPr>
      </p:pic>
      <p:sp>
        <p:nvSpPr>
          <p:cNvPr id="11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85800" y="4974336"/>
            <a:ext cx="5815584" cy="286232"/>
          </a:xfrm>
        </p:spPr>
        <p:txBody>
          <a:bodyPr wrap="square" anchor="t">
            <a:noAutofit/>
          </a:bodyPr>
          <a:lstStyle>
            <a:lvl1pPr marL="0" indent="0" algn="l">
              <a:lnSpc>
                <a:spcPct val="9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400" b="0">
                <a:solidFill>
                  <a:schemeClr val="tx2"/>
                </a:solidFill>
                <a:latin typeface="Trebuchet MS" pitchFamily="34" charset="0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305" name="Title 304"/>
          <p:cNvSpPr>
            <a:spLocks noGrp="1"/>
          </p:cNvSpPr>
          <p:nvPr>
            <p:ph type="title" hasCustomPrompt="1"/>
          </p:nvPr>
        </p:nvSpPr>
        <p:spPr>
          <a:xfrm>
            <a:off x="685800" y="4023360"/>
            <a:ext cx="5815584" cy="982855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sz="3600" b="1" cap="all" baseline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87DABAD-3709-40C3-9EFD-BF1A6B6A20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0401" r="-3502"/>
          <a:stretch/>
        </p:blipFill>
        <p:spPr>
          <a:xfrm>
            <a:off x="1996931" y="1981572"/>
            <a:ext cx="2011680" cy="110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745815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lose up of a spider  Description automatically generated">
            <a:extLst>
              <a:ext uri="{FF2B5EF4-FFF2-40B4-BE49-F238E27FC236}">
                <a16:creationId xmlns:a16="http://schemas.microsoft.com/office/drawing/2014/main" id="{312387AB-4080-4B69-BFCF-F134EF12C77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0972800" cy="6172200"/>
          </a:xfrm>
          <a:prstGeom prst="rect">
            <a:avLst/>
          </a:prstGeom>
        </p:spPr>
      </p:pic>
      <p:pic>
        <p:nvPicPr>
          <p:cNvPr id="10" name="Picture 9" descr="A picture containing text  Description automatically generated">
            <a:extLst>
              <a:ext uri="{FF2B5EF4-FFF2-40B4-BE49-F238E27FC236}">
                <a16:creationId xmlns:a16="http://schemas.microsoft.com/office/drawing/2014/main" id="{B8805453-93BD-4B24-A658-29DCC011299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59525" y="4416800"/>
            <a:ext cx="1601595" cy="1298628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1FDA9BB0-5ECC-460A-9E7D-23BD2DACDBB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0401" r="-3502"/>
          <a:stretch/>
        </p:blipFill>
        <p:spPr>
          <a:xfrm>
            <a:off x="8732027" y="4513850"/>
            <a:ext cx="2011680" cy="110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80979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348" y="521208"/>
            <a:ext cx="9976104" cy="590931"/>
          </a:xfrm>
        </p:spPr>
        <p:txBody>
          <a:bodyPr/>
          <a:lstStyle>
            <a:lvl1pPr algn="ctr">
              <a:defRPr sz="28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6750" y="2103035"/>
            <a:ext cx="9948672" cy="3718925"/>
          </a:xfrm>
        </p:spPr>
        <p:txBody>
          <a:bodyPr/>
          <a:lstStyle>
            <a:lvl1pPr marL="0" indent="0">
              <a:buClr>
                <a:schemeClr val="bg2"/>
              </a:buClr>
              <a:buSzPct val="100000"/>
              <a:buFontTx/>
              <a:buNone/>
              <a:defRPr sz="1400">
                <a:solidFill>
                  <a:schemeClr val="accent4"/>
                </a:solidFill>
              </a:defRPr>
            </a:lvl1pPr>
            <a:lvl2pPr marL="571500" indent="0">
              <a:buClr>
                <a:schemeClr val="bg2"/>
              </a:buClr>
              <a:buSzPct val="100000"/>
              <a:buFontTx/>
              <a:buNone/>
              <a:defRPr sz="1200">
                <a:solidFill>
                  <a:schemeClr val="accent4"/>
                </a:solidFill>
              </a:defRPr>
            </a:lvl2pPr>
            <a:lvl3pPr marL="1089025" indent="0">
              <a:buClr>
                <a:schemeClr val="bg2"/>
              </a:buClr>
              <a:buSzPct val="100000"/>
              <a:buFontTx/>
              <a:buNone/>
              <a:defRPr sz="1100">
                <a:solidFill>
                  <a:schemeClr val="accent4"/>
                </a:solidFill>
              </a:defRPr>
            </a:lvl3pPr>
            <a:lvl4pPr marL="1774825" indent="-228600">
              <a:buClr>
                <a:schemeClr val="bg2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4pPr>
            <a:lvl5pPr marL="2117725" indent="-228600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98348" y="1088136"/>
            <a:ext cx="9976104" cy="525463"/>
          </a:xfrm>
        </p:spPr>
        <p:txBody>
          <a:bodyPr/>
          <a:lstStyle>
            <a:lvl1pPr marL="0" indent="0" algn="ctr">
              <a:buFontTx/>
              <a:buNone/>
              <a:defRPr sz="18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571500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0890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5462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18891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34345483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_ICON_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348" y="521208"/>
            <a:ext cx="9976104" cy="590931"/>
          </a:xfrm>
        </p:spPr>
        <p:txBody>
          <a:bodyPr/>
          <a:lstStyle>
            <a:lvl1pPr algn="ctr">
              <a:defRPr sz="28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6750" y="2103035"/>
            <a:ext cx="9948672" cy="3718925"/>
          </a:xfrm>
        </p:spPr>
        <p:txBody>
          <a:bodyPr/>
          <a:lstStyle>
            <a:lvl1pPr marL="230188" indent="-230188">
              <a:buClr>
                <a:schemeClr val="bg2"/>
              </a:buClr>
              <a:buSzPct val="75000"/>
              <a:buFontTx/>
              <a:buBlip>
                <a:blip r:embed="rId2"/>
              </a:buBlip>
              <a:defRPr sz="1400">
                <a:solidFill>
                  <a:schemeClr val="accent4"/>
                </a:solidFill>
              </a:defRPr>
            </a:lvl1pPr>
            <a:lvl2pPr marL="800100" indent="-228600">
              <a:buClr>
                <a:schemeClr val="bg2"/>
              </a:buClr>
              <a:buSzPct val="75000"/>
              <a:buFontTx/>
              <a:buBlip>
                <a:blip r:embed="rId2"/>
              </a:buBlip>
              <a:defRPr sz="1200">
                <a:solidFill>
                  <a:schemeClr val="accent4"/>
                </a:solidFill>
              </a:defRPr>
            </a:lvl2pPr>
            <a:lvl3pPr marL="1258888" indent="-169863">
              <a:buClr>
                <a:schemeClr val="bg2"/>
              </a:buClr>
              <a:buSzPct val="75000"/>
              <a:buFontTx/>
              <a:buBlip>
                <a:blip r:embed="rId2"/>
              </a:buBlip>
              <a:defRPr sz="1100">
                <a:solidFill>
                  <a:schemeClr val="accent4"/>
                </a:solidFill>
              </a:defRPr>
            </a:lvl3pPr>
            <a:lvl4pPr marL="1774825" indent="-228600">
              <a:buClr>
                <a:schemeClr val="bg2"/>
              </a:buClr>
              <a:buSzPct val="75000"/>
              <a:buFontTx/>
              <a:buBlip>
                <a:blip r:embed="rId2"/>
              </a:buBlip>
              <a:defRPr sz="1000">
                <a:solidFill>
                  <a:schemeClr val="accent4"/>
                </a:solidFill>
                <a:latin typeface="Trebuchet MS" panose="020B0603020202020204" pitchFamily="34" charset="0"/>
              </a:defRPr>
            </a:lvl4pPr>
            <a:lvl5pPr marL="2117725" indent="-228600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98348" y="1088136"/>
            <a:ext cx="9976104" cy="525463"/>
          </a:xfrm>
        </p:spPr>
        <p:txBody>
          <a:bodyPr/>
          <a:lstStyle>
            <a:lvl1pPr marL="0" indent="0" algn="ctr">
              <a:buFontTx/>
              <a:buNone/>
              <a:defRPr sz="18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571500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0890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5462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18891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9041451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FIDENT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348" y="521208"/>
            <a:ext cx="9976104" cy="590931"/>
          </a:xfrm>
        </p:spPr>
        <p:txBody>
          <a:bodyPr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6750" y="2103035"/>
            <a:ext cx="9948672" cy="3718925"/>
          </a:xfrm>
        </p:spPr>
        <p:txBody>
          <a:bodyPr/>
          <a:lstStyle>
            <a:lvl1pPr marL="0" indent="0">
              <a:buClr>
                <a:schemeClr val="bg2"/>
              </a:buClr>
              <a:buSzPct val="100000"/>
              <a:buFontTx/>
              <a:buNone/>
              <a:defRPr sz="1400">
                <a:solidFill>
                  <a:schemeClr val="accent4"/>
                </a:solidFill>
              </a:defRPr>
            </a:lvl1pPr>
            <a:lvl2pPr marL="571500" indent="0">
              <a:buClr>
                <a:schemeClr val="bg2"/>
              </a:buClr>
              <a:buSzPct val="100000"/>
              <a:buFontTx/>
              <a:buNone/>
              <a:defRPr sz="1200">
                <a:solidFill>
                  <a:schemeClr val="accent4"/>
                </a:solidFill>
              </a:defRPr>
            </a:lvl2pPr>
            <a:lvl3pPr marL="1089025" indent="0">
              <a:buClr>
                <a:schemeClr val="bg2"/>
              </a:buClr>
              <a:buSzPct val="100000"/>
              <a:buFontTx/>
              <a:buNone/>
              <a:defRPr sz="1100">
                <a:solidFill>
                  <a:schemeClr val="accent4"/>
                </a:solidFill>
              </a:defRPr>
            </a:lvl3pPr>
            <a:lvl4pPr marL="1774825" indent="-228600">
              <a:buClr>
                <a:schemeClr val="bg2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4pPr>
            <a:lvl5pPr marL="2117725" indent="-228600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98348" y="1088136"/>
            <a:ext cx="9976104" cy="525463"/>
          </a:xfrm>
        </p:spPr>
        <p:txBody>
          <a:bodyPr/>
          <a:lstStyle>
            <a:lvl1pPr marL="0" indent="0" algn="ctr">
              <a:buFontTx/>
              <a:buNone/>
              <a:defRPr sz="18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571500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0890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5462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18891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68283" y="5775855"/>
            <a:ext cx="2762866" cy="248142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b"/>
          <a:lstStyle/>
          <a:p>
            <a:pPr marL="0" marR="0" lvl="0" indent="0" algn="l" defTabSz="4572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b="1" i="0" kern="0" dirty="0">
                <a:solidFill>
                  <a:schemeClr val="bg1"/>
                </a:solidFill>
                <a:latin typeface="Trebuchet MS"/>
              </a:rPr>
              <a:t>NVIDIA CONFIDENTIAL. DO NOT DISTRIBUTE.</a:t>
            </a:r>
          </a:p>
        </p:txBody>
      </p:sp>
    </p:spTree>
    <p:extLst>
      <p:ext uri="{BB962C8B-B14F-4D97-AF65-F5344CB8AC3E}">
        <p14:creationId xmlns:p14="http://schemas.microsoft.com/office/powerpoint/2010/main" val="3900112641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Content - NO LOGO &amp; PAGE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348" y="521208"/>
            <a:ext cx="9976104" cy="590931"/>
          </a:xfrm>
        </p:spPr>
        <p:txBody>
          <a:bodyPr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64" y="2103035"/>
            <a:ext cx="9962388" cy="3547957"/>
          </a:xfrm>
        </p:spPr>
        <p:txBody>
          <a:bodyPr/>
          <a:lstStyle>
            <a:lvl1pPr marL="0" indent="0">
              <a:buClr>
                <a:schemeClr val="bg2"/>
              </a:buClr>
              <a:buSzPct val="100000"/>
              <a:buFontTx/>
              <a:buNone/>
              <a:defRPr sz="1400">
                <a:solidFill>
                  <a:schemeClr val="accent4"/>
                </a:solidFill>
              </a:defRPr>
            </a:lvl1pPr>
            <a:lvl2pPr marL="571500" indent="0">
              <a:buClr>
                <a:schemeClr val="bg2"/>
              </a:buClr>
              <a:buSzPct val="100000"/>
              <a:buFontTx/>
              <a:buNone/>
              <a:defRPr sz="1200">
                <a:solidFill>
                  <a:schemeClr val="accent4"/>
                </a:solidFill>
              </a:defRPr>
            </a:lvl2pPr>
            <a:lvl3pPr marL="1089025" indent="0">
              <a:buClr>
                <a:schemeClr val="bg2"/>
              </a:buClr>
              <a:buSzPct val="100000"/>
              <a:buFontTx/>
              <a:buNone/>
              <a:defRPr sz="1200">
                <a:solidFill>
                  <a:schemeClr val="accent4"/>
                </a:solidFill>
              </a:defRPr>
            </a:lvl3pPr>
            <a:lvl4pPr marL="1774825" indent="-228600">
              <a:buClr>
                <a:schemeClr val="bg2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4pPr>
            <a:lvl5pPr marL="2117725" indent="-228600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98348" y="1088136"/>
            <a:ext cx="9976104" cy="525463"/>
          </a:xfrm>
        </p:spPr>
        <p:txBody>
          <a:bodyPr/>
          <a:lstStyle>
            <a:lvl1pPr marL="0" indent="0" algn="ctr">
              <a:buFontTx/>
              <a:buNone/>
              <a:defRPr sz="18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571500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0890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5462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18891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5258727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hoto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9232" y="1798590"/>
            <a:ext cx="4204402" cy="618631"/>
          </a:xfrm>
        </p:spPr>
        <p:txBody>
          <a:bodyPr/>
          <a:lstStyle>
            <a:lvl1pPr algn="l"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9231" y="3071579"/>
            <a:ext cx="4192841" cy="2517089"/>
          </a:xfrm>
        </p:spPr>
        <p:txBody>
          <a:bodyPr/>
          <a:lstStyle>
            <a:lvl1pPr marL="0" indent="0"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SzPct val="100000"/>
              <a:buFontTx/>
              <a:buNone/>
              <a:defRPr sz="1200">
                <a:solidFill>
                  <a:schemeClr val="accent4"/>
                </a:solidFill>
              </a:defRPr>
            </a:lvl1pPr>
            <a:lvl2pPr marL="571500" indent="0"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SzPct val="100000"/>
              <a:buFontTx/>
              <a:buNone/>
              <a:defRPr sz="1100">
                <a:solidFill>
                  <a:schemeClr val="accent4"/>
                </a:solidFill>
              </a:defRPr>
            </a:lvl2pPr>
            <a:lvl3pPr marL="1089025" indent="0"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SzPct val="100000"/>
              <a:buFontTx/>
              <a:buNone/>
              <a:defRPr sz="1100">
                <a:solidFill>
                  <a:schemeClr val="accent4"/>
                </a:solidFill>
              </a:defRPr>
            </a:lvl3pPr>
            <a:lvl4pPr marL="1774825" indent="-228600">
              <a:buClr>
                <a:schemeClr val="bg2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4pPr>
            <a:lvl5pPr marL="2117725" indent="-228600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519232" y="2348397"/>
            <a:ext cx="4204402" cy="525463"/>
          </a:xfrm>
        </p:spPr>
        <p:txBody>
          <a:bodyPr/>
          <a:lstStyle>
            <a:lvl1pPr marL="0" indent="0" algn="l">
              <a:buFontTx/>
              <a:buNone/>
              <a:defRPr sz="18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571500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0890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5462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18891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19924771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ternat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3480" y="1798590"/>
            <a:ext cx="5440680" cy="618631"/>
          </a:xfrm>
        </p:spPr>
        <p:txBody>
          <a:bodyPr/>
          <a:lstStyle>
            <a:lvl1pPr algn="l"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3480" y="2916936"/>
            <a:ext cx="5431536" cy="2517089"/>
          </a:xfrm>
        </p:spPr>
        <p:txBody>
          <a:bodyPr/>
          <a:lstStyle>
            <a:lvl1pPr marL="0" indent="0"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SzPct val="100000"/>
              <a:buFontTx/>
              <a:buNone/>
              <a:defRPr sz="1200">
                <a:solidFill>
                  <a:schemeClr val="accent4"/>
                </a:solidFill>
              </a:defRPr>
            </a:lvl1pPr>
            <a:lvl2pPr marL="571500" indent="0"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SzPct val="100000"/>
              <a:buFontTx/>
              <a:buNone/>
              <a:defRPr sz="1100">
                <a:solidFill>
                  <a:schemeClr val="accent4"/>
                </a:solidFill>
              </a:defRPr>
            </a:lvl2pPr>
            <a:lvl3pPr marL="1089025" indent="0"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SzPct val="100000"/>
              <a:buFontTx/>
              <a:buNone/>
              <a:defRPr sz="1100">
                <a:solidFill>
                  <a:schemeClr val="accent4"/>
                </a:solidFill>
              </a:defRPr>
            </a:lvl3pPr>
            <a:lvl4pPr marL="1774825" indent="-228600">
              <a:buClr>
                <a:schemeClr val="bg2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4pPr>
            <a:lvl5pPr marL="2117725" indent="-228600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983480" y="2368296"/>
            <a:ext cx="5440680" cy="525463"/>
          </a:xfrm>
        </p:spPr>
        <p:txBody>
          <a:bodyPr/>
          <a:lstStyle>
            <a:lvl1pPr marL="0" indent="0" algn="l">
              <a:buFontTx/>
              <a:buNone/>
              <a:defRPr sz="18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571500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0890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5462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18891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9064523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logo  Description automatically generated">
            <a:extLst>
              <a:ext uri="{FF2B5EF4-FFF2-40B4-BE49-F238E27FC236}">
                <a16:creationId xmlns:a16="http://schemas.microsoft.com/office/drawing/2014/main" id="{6302B7CA-37AE-4D42-BAAD-C239CA228AB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0972800" cy="617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44071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CC9D3D8-33FC-4EE7-AE65-7535FEAB06AA}"/>
              </a:ext>
            </a:extLst>
          </p:cNvPr>
          <p:cNvSpPr/>
          <p:nvPr/>
        </p:nvSpPr>
        <p:spPr>
          <a:xfrm>
            <a:off x="0" y="0"/>
            <a:ext cx="10727473" cy="56509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348" y="521208"/>
            <a:ext cx="9976104" cy="590931"/>
          </a:xfrm>
        </p:spPr>
        <p:txBody>
          <a:bodyPr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07402963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ansition / 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F3AE616-A526-467A-9354-356237D56F8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0972800" cy="61722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74336" y="4224528"/>
            <a:ext cx="5376672" cy="1373939"/>
          </a:xfrm>
        </p:spPr>
        <p:txBody>
          <a:bodyPr anchor="b"/>
          <a:lstStyle>
            <a:lvl1pPr algn="ctr">
              <a:defRPr sz="3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06180605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bargo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5E518B9-8953-4D61-86EB-BF726D7CE198}"/>
              </a:ext>
            </a:extLst>
          </p:cNvPr>
          <p:cNvGrpSpPr/>
          <p:nvPr/>
        </p:nvGrpSpPr>
        <p:grpSpPr>
          <a:xfrm>
            <a:off x="-1327308" y="-404866"/>
            <a:ext cx="13626669" cy="6983326"/>
            <a:chOff x="-1327308" y="-404866"/>
            <a:chExt cx="13626669" cy="698332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486AA18-85AA-4ECF-BC7C-6CDDDFA8AED1}"/>
                </a:ext>
              </a:extLst>
            </p:cNvPr>
            <p:cNvSpPr/>
            <p:nvPr userDrawn="1"/>
          </p:nvSpPr>
          <p:spPr>
            <a:xfrm>
              <a:off x="0" y="0"/>
              <a:ext cx="10972800" cy="6172200"/>
            </a:xfrm>
            <a:prstGeom prst="rect">
              <a:avLst/>
            </a:prstGeom>
            <a:solidFill>
              <a:srgbClr val="9A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Freeform 16">
              <a:extLst>
                <a:ext uri="{FF2B5EF4-FFF2-40B4-BE49-F238E27FC236}">
                  <a16:creationId xmlns:a16="http://schemas.microsoft.com/office/drawing/2014/main" id="{779DBA0E-78FD-499D-B7C5-9610ED16A5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62695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6">
              <a:extLst>
                <a:ext uri="{FF2B5EF4-FFF2-40B4-BE49-F238E27FC236}">
                  <a16:creationId xmlns:a16="http://schemas.microsoft.com/office/drawing/2014/main" id="{4856087B-5738-47BA-B257-0AE16578FE0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16601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6">
              <a:extLst>
                <a:ext uri="{FF2B5EF4-FFF2-40B4-BE49-F238E27FC236}">
                  <a16:creationId xmlns:a16="http://schemas.microsoft.com/office/drawing/2014/main" id="{30EA3BC0-CA75-4A9F-844C-9DF7651395F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70507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16">
              <a:extLst>
                <a:ext uri="{FF2B5EF4-FFF2-40B4-BE49-F238E27FC236}">
                  <a16:creationId xmlns:a16="http://schemas.microsoft.com/office/drawing/2014/main" id="{09D9D0DC-416F-4D02-AE51-DC94179FE30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324413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16">
              <a:extLst>
                <a:ext uri="{FF2B5EF4-FFF2-40B4-BE49-F238E27FC236}">
                  <a16:creationId xmlns:a16="http://schemas.microsoft.com/office/drawing/2014/main" id="{B3F11494-DD54-4DA3-999D-60884617ABD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678319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16">
              <a:extLst>
                <a:ext uri="{FF2B5EF4-FFF2-40B4-BE49-F238E27FC236}">
                  <a16:creationId xmlns:a16="http://schemas.microsoft.com/office/drawing/2014/main" id="{B8DA5A4A-C129-4A6A-8590-D776A55A56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32225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AA72853C-EBAC-4426-B8F7-4D7FF7CE76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6131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AA148D7-A843-4289-9E59-D4B56EBE96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40037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3DFDAB2E-4FBE-4EA1-9068-98D2A1969CA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093943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6">
              <a:extLst>
                <a:ext uri="{FF2B5EF4-FFF2-40B4-BE49-F238E27FC236}">
                  <a16:creationId xmlns:a16="http://schemas.microsoft.com/office/drawing/2014/main" id="{1CB7337C-1F1B-4024-8C1B-11452904101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47849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6">
              <a:extLst>
                <a:ext uri="{FF2B5EF4-FFF2-40B4-BE49-F238E27FC236}">
                  <a16:creationId xmlns:a16="http://schemas.microsoft.com/office/drawing/2014/main" id="{3AC71E65-025E-4CD8-9C62-5C672876AB2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801755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6">
              <a:extLst>
                <a:ext uri="{FF2B5EF4-FFF2-40B4-BE49-F238E27FC236}">
                  <a16:creationId xmlns:a16="http://schemas.microsoft.com/office/drawing/2014/main" id="{CC69994B-2A96-4E6B-90E0-7C6012E4388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55661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95DA46AF-2C01-438F-ABE1-131B508F707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509567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6">
              <a:extLst>
                <a:ext uri="{FF2B5EF4-FFF2-40B4-BE49-F238E27FC236}">
                  <a16:creationId xmlns:a16="http://schemas.microsoft.com/office/drawing/2014/main" id="{AD1F7F7D-46C6-41FC-9A05-60CDDDABC9B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863473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6">
              <a:extLst>
                <a:ext uri="{FF2B5EF4-FFF2-40B4-BE49-F238E27FC236}">
                  <a16:creationId xmlns:a16="http://schemas.microsoft.com/office/drawing/2014/main" id="{E6044945-DD35-4A1F-B666-67B79DB3B9E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217379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16">
              <a:extLst>
                <a:ext uri="{FF2B5EF4-FFF2-40B4-BE49-F238E27FC236}">
                  <a16:creationId xmlns:a16="http://schemas.microsoft.com/office/drawing/2014/main" id="{B6707B12-7E15-44BA-A75C-D231A0BD9DD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571285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6">
              <a:extLst>
                <a:ext uri="{FF2B5EF4-FFF2-40B4-BE49-F238E27FC236}">
                  <a16:creationId xmlns:a16="http://schemas.microsoft.com/office/drawing/2014/main" id="{C9CA6F74-E612-4E07-826D-3714EA654BE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25191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6">
              <a:extLst>
                <a:ext uri="{FF2B5EF4-FFF2-40B4-BE49-F238E27FC236}">
                  <a16:creationId xmlns:a16="http://schemas.microsoft.com/office/drawing/2014/main" id="{9C232950-AF88-4D8C-98A2-58E2906C02B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279097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6">
              <a:extLst>
                <a:ext uri="{FF2B5EF4-FFF2-40B4-BE49-F238E27FC236}">
                  <a16:creationId xmlns:a16="http://schemas.microsoft.com/office/drawing/2014/main" id="{577A18B0-195A-44F8-8045-DEE9F4805CF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33003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16">
              <a:extLst>
                <a:ext uri="{FF2B5EF4-FFF2-40B4-BE49-F238E27FC236}">
                  <a16:creationId xmlns:a16="http://schemas.microsoft.com/office/drawing/2014/main" id="{C57DA582-5E40-4087-915C-A8AFB763CE7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86909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16">
              <a:extLst>
                <a:ext uri="{FF2B5EF4-FFF2-40B4-BE49-F238E27FC236}">
                  <a16:creationId xmlns:a16="http://schemas.microsoft.com/office/drawing/2014/main" id="{6B9446B2-AA95-41F1-8CE9-9C293FF2FFB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40815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16">
              <a:extLst>
                <a:ext uri="{FF2B5EF4-FFF2-40B4-BE49-F238E27FC236}">
                  <a16:creationId xmlns:a16="http://schemas.microsoft.com/office/drawing/2014/main" id="{09C2F6DB-63BE-4BEF-BD50-8E85A06AF3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721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16">
              <a:extLst>
                <a:ext uri="{FF2B5EF4-FFF2-40B4-BE49-F238E27FC236}">
                  <a16:creationId xmlns:a16="http://schemas.microsoft.com/office/drawing/2014/main" id="{AB269B44-FFE3-44F5-9547-2D665691637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048627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16">
              <a:extLst>
                <a:ext uri="{FF2B5EF4-FFF2-40B4-BE49-F238E27FC236}">
                  <a16:creationId xmlns:a16="http://schemas.microsoft.com/office/drawing/2014/main" id="{D7B33E0B-D54D-4AD0-93EB-2D85D95AA70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402533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16">
              <a:extLst>
                <a:ext uri="{FF2B5EF4-FFF2-40B4-BE49-F238E27FC236}">
                  <a16:creationId xmlns:a16="http://schemas.microsoft.com/office/drawing/2014/main" id="{C82CDED5-DC3C-4291-8FB5-4FBECACC093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756439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16">
              <a:extLst>
                <a:ext uri="{FF2B5EF4-FFF2-40B4-BE49-F238E27FC236}">
                  <a16:creationId xmlns:a16="http://schemas.microsoft.com/office/drawing/2014/main" id="{38B0CFAC-4CC8-4BD7-9602-D3F62B41114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110345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16">
              <a:extLst>
                <a:ext uri="{FF2B5EF4-FFF2-40B4-BE49-F238E27FC236}">
                  <a16:creationId xmlns:a16="http://schemas.microsoft.com/office/drawing/2014/main" id="{9D7BB7E2-49CE-405B-BBC3-0D3235E735E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464251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16">
              <a:extLst>
                <a:ext uri="{FF2B5EF4-FFF2-40B4-BE49-F238E27FC236}">
                  <a16:creationId xmlns:a16="http://schemas.microsoft.com/office/drawing/2014/main" id="{D724979D-D321-46A4-8BFB-4BE56A78EDC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818157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16">
              <a:extLst>
                <a:ext uri="{FF2B5EF4-FFF2-40B4-BE49-F238E27FC236}">
                  <a16:creationId xmlns:a16="http://schemas.microsoft.com/office/drawing/2014/main" id="{A90ECEE1-1C0E-48A4-8212-4FDF80E340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72063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16">
              <a:extLst>
                <a:ext uri="{FF2B5EF4-FFF2-40B4-BE49-F238E27FC236}">
                  <a16:creationId xmlns:a16="http://schemas.microsoft.com/office/drawing/2014/main" id="{6A4F312E-AC0E-438F-85DE-734894B59F5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525969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16">
              <a:extLst>
                <a:ext uri="{FF2B5EF4-FFF2-40B4-BE49-F238E27FC236}">
                  <a16:creationId xmlns:a16="http://schemas.microsoft.com/office/drawing/2014/main" id="{1143C46B-BB0E-42E1-91DB-CF7866DEF0A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879862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16">
              <a:extLst>
                <a:ext uri="{FF2B5EF4-FFF2-40B4-BE49-F238E27FC236}">
                  <a16:creationId xmlns:a16="http://schemas.microsoft.com/office/drawing/2014/main" id="{8789D5ED-08F4-45B7-96D5-9DB37E826F7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-91211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C71D4383-262D-49BE-8F2A-35EABE4CA51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62695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16">
              <a:extLst>
                <a:ext uri="{FF2B5EF4-FFF2-40B4-BE49-F238E27FC236}">
                  <a16:creationId xmlns:a16="http://schemas.microsoft.com/office/drawing/2014/main" id="{B2D051A4-B41D-49C5-BCBA-B200CE92746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16601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EA204CAE-8CAD-4182-AFDF-6D71A5318AF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70507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16">
              <a:extLst>
                <a:ext uri="{FF2B5EF4-FFF2-40B4-BE49-F238E27FC236}">
                  <a16:creationId xmlns:a16="http://schemas.microsoft.com/office/drawing/2014/main" id="{F2D419D0-1198-497F-8FCB-0E4E01ABEB5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324413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16">
              <a:extLst>
                <a:ext uri="{FF2B5EF4-FFF2-40B4-BE49-F238E27FC236}">
                  <a16:creationId xmlns:a16="http://schemas.microsoft.com/office/drawing/2014/main" id="{42DA3B58-E508-46A3-B351-BFD7A44A34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678319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16">
              <a:extLst>
                <a:ext uri="{FF2B5EF4-FFF2-40B4-BE49-F238E27FC236}">
                  <a16:creationId xmlns:a16="http://schemas.microsoft.com/office/drawing/2014/main" id="{E56F4597-4576-4F1D-9E8B-57D61B7AF97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32225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16">
              <a:extLst>
                <a:ext uri="{FF2B5EF4-FFF2-40B4-BE49-F238E27FC236}">
                  <a16:creationId xmlns:a16="http://schemas.microsoft.com/office/drawing/2014/main" id="{C16A7CB5-E8F5-43EC-B4DA-8367563CBA2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6131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16">
              <a:extLst>
                <a:ext uri="{FF2B5EF4-FFF2-40B4-BE49-F238E27FC236}">
                  <a16:creationId xmlns:a16="http://schemas.microsoft.com/office/drawing/2014/main" id="{B63EEF7E-F8C7-40A7-9EC5-7A2377B3E9A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40037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16">
              <a:extLst>
                <a:ext uri="{FF2B5EF4-FFF2-40B4-BE49-F238E27FC236}">
                  <a16:creationId xmlns:a16="http://schemas.microsoft.com/office/drawing/2014/main" id="{18561612-6FBC-464D-9063-754B5DF158D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093943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16">
              <a:extLst>
                <a:ext uri="{FF2B5EF4-FFF2-40B4-BE49-F238E27FC236}">
                  <a16:creationId xmlns:a16="http://schemas.microsoft.com/office/drawing/2014/main" id="{9FB80B49-CDD0-491F-B397-AF746CB7451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47849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16">
              <a:extLst>
                <a:ext uri="{FF2B5EF4-FFF2-40B4-BE49-F238E27FC236}">
                  <a16:creationId xmlns:a16="http://schemas.microsoft.com/office/drawing/2014/main" id="{F04631F3-C493-4A64-AAFD-4686A560F6A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801755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16">
              <a:extLst>
                <a:ext uri="{FF2B5EF4-FFF2-40B4-BE49-F238E27FC236}">
                  <a16:creationId xmlns:a16="http://schemas.microsoft.com/office/drawing/2014/main" id="{A457E3A0-7D3B-4D8D-909F-FA0F06B944B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55661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16">
              <a:extLst>
                <a:ext uri="{FF2B5EF4-FFF2-40B4-BE49-F238E27FC236}">
                  <a16:creationId xmlns:a16="http://schemas.microsoft.com/office/drawing/2014/main" id="{D8E8EADD-8531-47CC-A9F2-A5B20F7DA15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509567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16">
              <a:extLst>
                <a:ext uri="{FF2B5EF4-FFF2-40B4-BE49-F238E27FC236}">
                  <a16:creationId xmlns:a16="http://schemas.microsoft.com/office/drawing/2014/main" id="{24D2EADF-B7B9-4986-AEDB-A2D41F636C1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863473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16">
              <a:extLst>
                <a:ext uri="{FF2B5EF4-FFF2-40B4-BE49-F238E27FC236}">
                  <a16:creationId xmlns:a16="http://schemas.microsoft.com/office/drawing/2014/main" id="{0683D26A-EB07-4380-8914-B6AECFE4BF3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217379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16">
              <a:extLst>
                <a:ext uri="{FF2B5EF4-FFF2-40B4-BE49-F238E27FC236}">
                  <a16:creationId xmlns:a16="http://schemas.microsoft.com/office/drawing/2014/main" id="{78C3AD2F-A184-4332-ADCE-E7FEDE7BA62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571285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16">
              <a:extLst>
                <a:ext uri="{FF2B5EF4-FFF2-40B4-BE49-F238E27FC236}">
                  <a16:creationId xmlns:a16="http://schemas.microsoft.com/office/drawing/2014/main" id="{01ACBB54-13C8-4052-B203-3996848511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25191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16">
              <a:extLst>
                <a:ext uri="{FF2B5EF4-FFF2-40B4-BE49-F238E27FC236}">
                  <a16:creationId xmlns:a16="http://schemas.microsoft.com/office/drawing/2014/main" id="{892B4C18-A783-475D-8EEF-F11FBA1A327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279097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16">
              <a:extLst>
                <a:ext uri="{FF2B5EF4-FFF2-40B4-BE49-F238E27FC236}">
                  <a16:creationId xmlns:a16="http://schemas.microsoft.com/office/drawing/2014/main" id="{A62353FE-8604-486E-9560-78C474AC8F4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33003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16">
              <a:extLst>
                <a:ext uri="{FF2B5EF4-FFF2-40B4-BE49-F238E27FC236}">
                  <a16:creationId xmlns:a16="http://schemas.microsoft.com/office/drawing/2014/main" id="{4A5FC7DA-BB86-43EB-AC23-48D1752A6A6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86909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16">
              <a:extLst>
                <a:ext uri="{FF2B5EF4-FFF2-40B4-BE49-F238E27FC236}">
                  <a16:creationId xmlns:a16="http://schemas.microsoft.com/office/drawing/2014/main" id="{57B12D9F-3BBD-4FAF-A8AB-5C326803292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40815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16">
              <a:extLst>
                <a:ext uri="{FF2B5EF4-FFF2-40B4-BE49-F238E27FC236}">
                  <a16:creationId xmlns:a16="http://schemas.microsoft.com/office/drawing/2014/main" id="{B7B50CA6-941B-4F77-891D-BA2C28D0CA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721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16">
              <a:extLst>
                <a:ext uri="{FF2B5EF4-FFF2-40B4-BE49-F238E27FC236}">
                  <a16:creationId xmlns:a16="http://schemas.microsoft.com/office/drawing/2014/main" id="{0194FC04-B2A1-4C52-B275-3D32DD41DDB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048627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16">
              <a:extLst>
                <a:ext uri="{FF2B5EF4-FFF2-40B4-BE49-F238E27FC236}">
                  <a16:creationId xmlns:a16="http://schemas.microsoft.com/office/drawing/2014/main" id="{3055B924-F529-4C4C-A7F1-F0D1B50A73A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402533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16">
              <a:extLst>
                <a:ext uri="{FF2B5EF4-FFF2-40B4-BE49-F238E27FC236}">
                  <a16:creationId xmlns:a16="http://schemas.microsoft.com/office/drawing/2014/main" id="{1DCBE022-831C-4DEF-8567-F73AB476C6E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756439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16">
              <a:extLst>
                <a:ext uri="{FF2B5EF4-FFF2-40B4-BE49-F238E27FC236}">
                  <a16:creationId xmlns:a16="http://schemas.microsoft.com/office/drawing/2014/main" id="{4677A0E0-1BE9-4AD9-8081-3970B6DE761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110345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Freeform 16">
              <a:extLst>
                <a:ext uri="{FF2B5EF4-FFF2-40B4-BE49-F238E27FC236}">
                  <a16:creationId xmlns:a16="http://schemas.microsoft.com/office/drawing/2014/main" id="{5056D7AA-7E9E-4019-92DE-9258C7BADCA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464251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16">
              <a:extLst>
                <a:ext uri="{FF2B5EF4-FFF2-40B4-BE49-F238E27FC236}">
                  <a16:creationId xmlns:a16="http://schemas.microsoft.com/office/drawing/2014/main" id="{B52F2FF3-8B1D-4A44-8280-D43163EC0C7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818157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16">
              <a:extLst>
                <a:ext uri="{FF2B5EF4-FFF2-40B4-BE49-F238E27FC236}">
                  <a16:creationId xmlns:a16="http://schemas.microsoft.com/office/drawing/2014/main" id="{8B2B15A4-341E-44E2-AA50-1BF44E93879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72063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16">
              <a:extLst>
                <a:ext uri="{FF2B5EF4-FFF2-40B4-BE49-F238E27FC236}">
                  <a16:creationId xmlns:a16="http://schemas.microsoft.com/office/drawing/2014/main" id="{ACC84E38-6617-4E04-B995-881604F99C4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525969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16">
              <a:extLst>
                <a:ext uri="{FF2B5EF4-FFF2-40B4-BE49-F238E27FC236}">
                  <a16:creationId xmlns:a16="http://schemas.microsoft.com/office/drawing/2014/main" id="{C6B285A5-12A2-48AF-893D-5983016613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879862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16">
              <a:extLst>
                <a:ext uri="{FF2B5EF4-FFF2-40B4-BE49-F238E27FC236}">
                  <a16:creationId xmlns:a16="http://schemas.microsoft.com/office/drawing/2014/main" id="{47084835-C1A6-434A-A2AB-3E7DA4267BA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-91211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16">
              <a:extLst>
                <a:ext uri="{FF2B5EF4-FFF2-40B4-BE49-F238E27FC236}">
                  <a16:creationId xmlns:a16="http://schemas.microsoft.com/office/drawing/2014/main" id="{82D26294-EE4F-4381-8B0F-4CE7F3A1A32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62695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16">
              <a:extLst>
                <a:ext uri="{FF2B5EF4-FFF2-40B4-BE49-F238E27FC236}">
                  <a16:creationId xmlns:a16="http://schemas.microsoft.com/office/drawing/2014/main" id="{B1EE9A53-A80E-4B20-9E04-100060C781A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16601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Freeform 16">
              <a:extLst>
                <a:ext uri="{FF2B5EF4-FFF2-40B4-BE49-F238E27FC236}">
                  <a16:creationId xmlns:a16="http://schemas.microsoft.com/office/drawing/2014/main" id="{C3C136FE-F981-49F6-8875-8AD586CA852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70507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Freeform 16">
              <a:extLst>
                <a:ext uri="{FF2B5EF4-FFF2-40B4-BE49-F238E27FC236}">
                  <a16:creationId xmlns:a16="http://schemas.microsoft.com/office/drawing/2014/main" id="{FC84C1D9-DA95-4BF6-A71F-86DC6A2FA96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324413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Freeform 16">
              <a:extLst>
                <a:ext uri="{FF2B5EF4-FFF2-40B4-BE49-F238E27FC236}">
                  <a16:creationId xmlns:a16="http://schemas.microsoft.com/office/drawing/2014/main" id="{EC336BD7-D0E5-4907-BEDB-AA01C56DDA7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678319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Freeform 16">
              <a:extLst>
                <a:ext uri="{FF2B5EF4-FFF2-40B4-BE49-F238E27FC236}">
                  <a16:creationId xmlns:a16="http://schemas.microsoft.com/office/drawing/2014/main" id="{BAAF41C9-7EAA-475D-83F2-1253B7055B2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32225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Freeform 16">
              <a:extLst>
                <a:ext uri="{FF2B5EF4-FFF2-40B4-BE49-F238E27FC236}">
                  <a16:creationId xmlns:a16="http://schemas.microsoft.com/office/drawing/2014/main" id="{C4C84E12-C6BC-4AF0-9151-76A20D031CF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6131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Freeform 16">
              <a:extLst>
                <a:ext uri="{FF2B5EF4-FFF2-40B4-BE49-F238E27FC236}">
                  <a16:creationId xmlns:a16="http://schemas.microsoft.com/office/drawing/2014/main" id="{98FB1073-101D-401C-B499-E80B2DCCDB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40037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Freeform 16">
              <a:extLst>
                <a:ext uri="{FF2B5EF4-FFF2-40B4-BE49-F238E27FC236}">
                  <a16:creationId xmlns:a16="http://schemas.microsoft.com/office/drawing/2014/main" id="{3E52FE15-A88E-4B8E-B23B-7E810753124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093943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Freeform 16">
              <a:extLst>
                <a:ext uri="{FF2B5EF4-FFF2-40B4-BE49-F238E27FC236}">
                  <a16:creationId xmlns:a16="http://schemas.microsoft.com/office/drawing/2014/main" id="{E83FECA9-6276-4B79-96AD-84BED6F80D9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47849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Freeform 16">
              <a:extLst>
                <a:ext uri="{FF2B5EF4-FFF2-40B4-BE49-F238E27FC236}">
                  <a16:creationId xmlns:a16="http://schemas.microsoft.com/office/drawing/2014/main" id="{B18137A3-C9B0-4C35-8A20-53EC5864E5B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801755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Freeform 16">
              <a:extLst>
                <a:ext uri="{FF2B5EF4-FFF2-40B4-BE49-F238E27FC236}">
                  <a16:creationId xmlns:a16="http://schemas.microsoft.com/office/drawing/2014/main" id="{52DE848A-E413-47C4-8173-DB2CA8EEA35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55661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" name="Freeform 16">
              <a:extLst>
                <a:ext uri="{FF2B5EF4-FFF2-40B4-BE49-F238E27FC236}">
                  <a16:creationId xmlns:a16="http://schemas.microsoft.com/office/drawing/2014/main" id="{14D3DEFF-25FB-44EA-876C-8BD7E213C17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509567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" name="Freeform 16">
              <a:extLst>
                <a:ext uri="{FF2B5EF4-FFF2-40B4-BE49-F238E27FC236}">
                  <a16:creationId xmlns:a16="http://schemas.microsoft.com/office/drawing/2014/main" id="{F8DD5E7B-8D6A-46DF-B7B8-0A96095CA77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863473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" name="Freeform 16">
              <a:extLst>
                <a:ext uri="{FF2B5EF4-FFF2-40B4-BE49-F238E27FC236}">
                  <a16:creationId xmlns:a16="http://schemas.microsoft.com/office/drawing/2014/main" id="{140EA7A3-E20E-49A8-B7DF-746F09BE226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217379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" name="Freeform 16">
              <a:extLst>
                <a:ext uri="{FF2B5EF4-FFF2-40B4-BE49-F238E27FC236}">
                  <a16:creationId xmlns:a16="http://schemas.microsoft.com/office/drawing/2014/main" id="{A30FB1C7-E929-4CCD-BEC9-3D5F967B88F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571285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" name="Freeform 16">
              <a:extLst>
                <a:ext uri="{FF2B5EF4-FFF2-40B4-BE49-F238E27FC236}">
                  <a16:creationId xmlns:a16="http://schemas.microsoft.com/office/drawing/2014/main" id="{106589F0-5AFE-476A-B71B-0A4F474828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25191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" name="Freeform 16">
              <a:extLst>
                <a:ext uri="{FF2B5EF4-FFF2-40B4-BE49-F238E27FC236}">
                  <a16:creationId xmlns:a16="http://schemas.microsoft.com/office/drawing/2014/main" id="{852272BE-007F-4591-87D4-4C058623A4E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279097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" name="Freeform 16">
              <a:extLst>
                <a:ext uri="{FF2B5EF4-FFF2-40B4-BE49-F238E27FC236}">
                  <a16:creationId xmlns:a16="http://schemas.microsoft.com/office/drawing/2014/main" id="{2D5A05AC-D4E7-4583-9D07-33F99E8EE14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33003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3" name="Freeform 16">
              <a:extLst>
                <a:ext uri="{FF2B5EF4-FFF2-40B4-BE49-F238E27FC236}">
                  <a16:creationId xmlns:a16="http://schemas.microsoft.com/office/drawing/2014/main" id="{FA87D9B9-82A6-4511-B55E-096518071AE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86909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4" name="Freeform 16">
              <a:extLst>
                <a:ext uri="{FF2B5EF4-FFF2-40B4-BE49-F238E27FC236}">
                  <a16:creationId xmlns:a16="http://schemas.microsoft.com/office/drawing/2014/main" id="{82686F07-3802-48D8-BD5E-CF63B4EBB3C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40815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" name="Freeform 16">
              <a:extLst>
                <a:ext uri="{FF2B5EF4-FFF2-40B4-BE49-F238E27FC236}">
                  <a16:creationId xmlns:a16="http://schemas.microsoft.com/office/drawing/2014/main" id="{F1444EAF-3866-48AD-95F7-91B593B7953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721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6" name="Freeform 16">
              <a:extLst>
                <a:ext uri="{FF2B5EF4-FFF2-40B4-BE49-F238E27FC236}">
                  <a16:creationId xmlns:a16="http://schemas.microsoft.com/office/drawing/2014/main" id="{938A681C-25A3-449B-A881-F76613FC964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048627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7" name="Freeform 16">
              <a:extLst>
                <a:ext uri="{FF2B5EF4-FFF2-40B4-BE49-F238E27FC236}">
                  <a16:creationId xmlns:a16="http://schemas.microsoft.com/office/drawing/2014/main" id="{98089678-D463-4C4A-9D1A-1FC1390E4B1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402533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8" name="Freeform 16">
              <a:extLst>
                <a:ext uri="{FF2B5EF4-FFF2-40B4-BE49-F238E27FC236}">
                  <a16:creationId xmlns:a16="http://schemas.microsoft.com/office/drawing/2014/main" id="{045CD8C6-72C7-424E-8145-FCCA8DA1245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756439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9" name="Freeform 16">
              <a:extLst>
                <a:ext uri="{FF2B5EF4-FFF2-40B4-BE49-F238E27FC236}">
                  <a16:creationId xmlns:a16="http://schemas.microsoft.com/office/drawing/2014/main" id="{BCBD54C4-E64F-46E5-B0A1-0FBF34779AA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110345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0" name="Freeform 16">
              <a:extLst>
                <a:ext uri="{FF2B5EF4-FFF2-40B4-BE49-F238E27FC236}">
                  <a16:creationId xmlns:a16="http://schemas.microsoft.com/office/drawing/2014/main" id="{B158F302-8B95-435F-8FB0-83556B22F47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464251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1" name="Freeform 16">
              <a:extLst>
                <a:ext uri="{FF2B5EF4-FFF2-40B4-BE49-F238E27FC236}">
                  <a16:creationId xmlns:a16="http://schemas.microsoft.com/office/drawing/2014/main" id="{169E18F6-73D6-442E-8CB4-23C90D727B1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818157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" name="Freeform 16">
              <a:extLst>
                <a:ext uri="{FF2B5EF4-FFF2-40B4-BE49-F238E27FC236}">
                  <a16:creationId xmlns:a16="http://schemas.microsoft.com/office/drawing/2014/main" id="{ABAC07F3-4764-4532-A67C-B8DDA82C53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72063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" name="Freeform 16">
              <a:extLst>
                <a:ext uri="{FF2B5EF4-FFF2-40B4-BE49-F238E27FC236}">
                  <a16:creationId xmlns:a16="http://schemas.microsoft.com/office/drawing/2014/main" id="{3EE3A1D8-3AAF-4FAE-91BD-EE716E1E52E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525969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" name="Freeform 16">
              <a:extLst>
                <a:ext uri="{FF2B5EF4-FFF2-40B4-BE49-F238E27FC236}">
                  <a16:creationId xmlns:a16="http://schemas.microsoft.com/office/drawing/2014/main" id="{78F80FF2-18C9-4DE9-8D2D-648C6F95705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879862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" name="Freeform 16">
              <a:extLst>
                <a:ext uri="{FF2B5EF4-FFF2-40B4-BE49-F238E27FC236}">
                  <a16:creationId xmlns:a16="http://schemas.microsoft.com/office/drawing/2014/main" id="{E9B1FC89-6E1D-463F-B7E4-4F62397C509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-91211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" name="Freeform 16">
              <a:extLst>
                <a:ext uri="{FF2B5EF4-FFF2-40B4-BE49-F238E27FC236}">
                  <a16:creationId xmlns:a16="http://schemas.microsoft.com/office/drawing/2014/main" id="{1504CF42-A3AD-43AF-BC77-F4293F78215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62695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" name="Freeform 16">
              <a:extLst>
                <a:ext uri="{FF2B5EF4-FFF2-40B4-BE49-F238E27FC236}">
                  <a16:creationId xmlns:a16="http://schemas.microsoft.com/office/drawing/2014/main" id="{F0742A4B-B722-474E-833A-AF064D3CD9E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16601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" name="Freeform 16">
              <a:extLst>
                <a:ext uri="{FF2B5EF4-FFF2-40B4-BE49-F238E27FC236}">
                  <a16:creationId xmlns:a16="http://schemas.microsoft.com/office/drawing/2014/main" id="{56AB6434-0B69-41B7-841E-1A9ECDA5F2E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70507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" name="Freeform 16">
              <a:extLst>
                <a:ext uri="{FF2B5EF4-FFF2-40B4-BE49-F238E27FC236}">
                  <a16:creationId xmlns:a16="http://schemas.microsoft.com/office/drawing/2014/main" id="{409BE632-16FF-4B4D-93DE-08E52DEE5AC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324413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" name="Freeform 16">
              <a:extLst>
                <a:ext uri="{FF2B5EF4-FFF2-40B4-BE49-F238E27FC236}">
                  <a16:creationId xmlns:a16="http://schemas.microsoft.com/office/drawing/2014/main" id="{F6D1D24A-DEFB-4B95-9E28-5334F985B97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678319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" name="Freeform 16">
              <a:extLst>
                <a:ext uri="{FF2B5EF4-FFF2-40B4-BE49-F238E27FC236}">
                  <a16:creationId xmlns:a16="http://schemas.microsoft.com/office/drawing/2014/main" id="{4D490E6F-B375-40F3-B24C-E712E32AFAF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32225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2" name="Freeform 16">
              <a:extLst>
                <a:ext uri="{FF2B5EF4-FFF2-40B4-BE49-F238E27FC236}">
                  <a16:creationId xmlns:a16="http://schemas.microsoft.com/office/drawing/2014/main" id="{B1156AD0-A975-4D2C-B96A-5C2D1D5006E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6131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" name="Freeform 16">
              <a:extLst>
                <a:ext uri="{FF2B5EF4-FFF2-40B4-BE49-F238E27FC236}">
                  <a16:creationId xmlns:a16="http://schemas.microsoft.com/office/drawing/2014/main" id="{8C5C7092-27B9-46A8-A5CB-88DDD889D6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40037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4" name="Freeform 16">
              <a:extLst>
                <a:ext uri="{FF2B5EF4-FFF2-40B4-BE49-F238E27FC236}">
                  <a16:creationId xmlns:a16="http://schemas.microsoft.com/office/drawing/2014/main" id="{BF4DD3C7-5444-4AE1-8656-CFEA1F9643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093943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5" name="Freeform 16">
              <a:extLst>
                <a:ext uri="{FF2B5EF4-FFF2-40B4-BE49-F238E27FC236}">
                  <a16:creationId xmlns:a16="http://schemas.microsoft.com/office/drawing/2014/main" id="{D467BF95-5ED3-4FD4-83F5-8070D7EE77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47849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6" name="Freeform 16">
              <a:extLst>
                <a:ext uri="{FF2B5EF4-FFF2-40B4-BE49-F238E27FC236}">
                  <a16:creationId xmlns:a16="http://schemas.microsoft.com/office/drawing/2014/main" id="{CDB313B9-C607-49FC-BC0F-4BDDB157AFF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801755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" name="Freeform 16">
              <a:extLst>
                <a:ext uri="{FF2B5EF4-FFF2-40B4-BE49-F238E27FC236}">
                  <a16:creationId xmlns:a16="http://schemas.microsoft.com/office/drawing/2014/main" id="{23871273-FB35-489A-824B-B8913F9CC45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55661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8" name="Freeform 16">
              <a:extLst>
                <a:ext uri="{FF2B5EF4-FFF2-40B4-BE49-F238E27FC236}">
                  <a16:creationId xmlns:a16="http://schemas.microsoft.com/office/drawing/2014/main" id="{6C17C940-E405-42C7-95FF-4654386A896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509567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9" name="Freeform 16">
              <a:extLst>
                <a:ext uri="{FF2B5EF4-FFF2-40B4-BE49-F238E27FC236}">
                  <a16:creationId xmlns:a16="http://schemas.microsoft.com/office/drawing/2014/main" id="{F26C33C6-2F43-40B4-BB2D-1DD906A2280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863473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0" name="Freeform 16">
              <a:extLst>
                <a:ext uri="{FF2B5EF4-FFF2-40B4-BE49-F238E27FC236}">
                  <a16:creationId xmlns:a16="http://schemas.microsoft.com/office/drawing/2014/main" id="{4AF169A6-6482-40AF-85D0-0743C46622D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217379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1" name="Freeform 16">
              <a:extLst>
                <a:ext uri="{FF2B5EF4-FFF2-40B4-BE49-F238E27FC236}">
                  <a16:creationId xmlns:a16="http://schemas.microsoft.com/office/drawing/2014/main" id="{E0513C84-01AF-4A9C-9822-98303318D0F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571285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" name="Freeform 16">
              <a:extLst>
                <a:ext uri="{FF2B5EF4-FFF2-40B4-BE49-F238E27FC236}">
                  <a16:creationId xmlns:a16="http://schemas.microsoft.com/office/drawing/2014/main" id="{BC2CD672-1D59-47B2-8BA3-8F1F5D7E660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25191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3" name="Freeform 16">
              <a:extLst>
                <a:ext uri="{FF2B5EF4-FFF2-40B4-BE49-F238E27FC236}">
                  <a16:creationId xmlns:a16="http://schemas.microsoft.com/office/drawing/2014/main" id="{5CF49A84-7902-40A6-A48F-B657DB995EB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279097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4" name="Freeform 16">
              <a:extLst>
                <a:ext uri="{FF2B5EF4-FFF2-40B4-BE49-F238E27FC236}">
                  <a16:creationId xmlns:a16="http://schemas.microsoft.com/office/drawing/2014/main" id="{0413E21A-6735-49F7-84A0-262341ED43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33003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5" name="Freeform 16">
              <a:extLst>
                <a:ext uri="{FF2B5EF4-FFF2-40B4-BE49-F238E27FC236}">
                  <a16:creationId xmlns:a16="http://schemas.microsoft.com/office/drawing/2014/main" id="{B3515FD2-D67D-4964-A1C7-366A2381E29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86909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6" name="Freeform 16">
              <a:extLst>
                <a:ext uri="{FF2B5EF4-FFF2-40B4-BE49-F238E27FC236}">
                  <a16:creationId xmlns:a16="http://schemas.microsoft.com/office/drawing/2014/main" id="{988F666F-A0C2-4684-BAAE-BF79FEBCB15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40815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7" name="Freeform 16">
              <a:extLst>
                <a:ext uri="{FF2B5EF4-FFF2-40B4-BE49-F238E27FC236}">
                  <a16:creationId xmlns:a16="http://schemas.microsoft.com/office/drawing/2014/main" id="{D64D2D99-CFE5-40EB-81E4-E2910535999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721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" name="Freeform 16">
              <a:extLst>
                <a:ext uri="{FF2B5EF4-FFF2-40B4-BE49-F238E27FC236}">
                  <a16:creationId xmlns:a16="http://schemas.microsoft.com/office/drawing/2014/main" id="{6F1D8EC0-2F8B-4B55-829F-5D11897D2E6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048627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9" name="Freeform 16">
              <a:extLst>
                <a:ext uri="{FF2B5EF4-FFF2-40B4-BE49-F238E27FC236}">
                  <a16:creationId xmlns:a16="http://schemas.microsoft.com/office/drawing/2014/main" id="{7612A0CC-BF09-49BF-BA72-D8A71623783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402533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0" name="Freeform 16">
              <a:extLst>
                <a:ext uri="{FF2B5EF4-FFF2-40B4-BE49-F238E27FC236}">
                  <a16:creationId xmlns:a16="http://schemas.microsoft.com/office/drawing/2014/main" id="{5834C3D7-D7F3-46F0-95B2-22E7990457B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756439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1" name="Freeform 16">
              <a:extLst>
                <a:ext uri="{FF2B5EF4-FFF2-40B4-BE49-F238E27FC236}">
                  <a16:creationId xmlns:a16="http://schemas.microsoft.com/office/drawing/2014/main" id="{FD9ABA39-4B6C-4C7A-BFF6-C9192C33F51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110345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2" name="Freeform 16">
              <a:extLst>
                <a:ext uri="{FF2B5EF4-FFF2-40B4-BE49-F238E27FC236}">
                  <a16:creationId xmlns:a16="http://schemas.microsoft.com/office/drawing/2014/main" id="{7A304270-705C-435B-A170-7613148DB7A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464251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3" name="Freeform 16">
              <a:extLst>
                <a:ext uri="{FF2B5EF4-FFF2-40B4-BE49-F238E27FC236}">
                  <a16:creationId xmlns:a16="http://schemas.microsoft.com/office/drawing/2014/main" id="{78BD2E8E-0F2A-497D-A0F8-D0D05765BA6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818157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4" name="Freeform 16">
              <a:extLst>
                <a:ext uri="{FF2B5EF4-FFF2-40B4-BE49-F238E27FC236}">
                  <a16:creationId xmlns:a16="http://schemas.microsoft.com/office/drawing/2014/main" id="{F8691056-2A9C-4EAE-898B-E8C145A3A0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72063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5" name="Freeform 16">
              <a:extLst>
                <a:ext uri="{FF2B5EF4-FFF2-40B4-BE49-F238E27FC236}">
                  <a16:creationId xmlns:a16="http://schemas.microsoft.com/office/drawing/2014/main" id="{7644BFA6-53D3-4200-97D5-A0826C91221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525969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6" name="Freeform 16">
              <a:extLst>
                <a:ext uri="{FF2B5EF4-FFF2-40B4-BE49-F238E27FC236}">
                  <a16:creationId xmlns:a16="http://schemas.microsoft.com/office/drawing/2014/main" id="{31DD1366-4AF2-4675-8C09-B16FF18F4AF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879862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7" name="Freeform 16">
              <a:extLst>
                <a:ext uri="{FF2B5EF4-FFF2-40B4-BE49-F238E27FC236}">
                  <a16:creationId xmlns:a16="http://schemas.microsoft.com/office/drawing/2014/main" id="{05FAFC32-B238-4EC6-9F94-250901C580A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-91211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8" name="Freeform 16">
              <a:extLst>
                <a:ext uri="{FF2B5EF4-FFF2-40B4-BE49-F238E27FC236}">
                  <a16:creationId xmlns:a16="http://schemas.microsoft.com/office/drawing/2014/main" id="{94EDFDD1-CC0F-4CE9-A5E1-6F34763C59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62695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9" name="Freeform 16">
              <a:extLst>
                <a:ext uri="{FF2B5EF4-FFF2-40B4-BE49-F238E27FC236}">
                  <a16:creationId xmlns:a16="http://schemas.microsoft.com/office/drawing/2014/main" id="{89391791-3406-405C-A52A-325E0ACEF0E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16601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0" name="Freeform 16">
              <a:extLst>
                <a:ext uri="{FF2B5EF4-FFF2-40B4-BE49-F238E27FC236}">
                  <a16:creationId xmlns:a16="http://schemas.microsoft.com/office/drawing/2014/main" id="{C45408BD-5A4C-4B71-9A10-180FFAA3CF6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70507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" name="Freeform 16">
              <a:extLst>
                <a:ext uri="{FF2B5EF4-FFF2-40B4-BE49-F238E27FC236}">
                  <a16:creationId xmlns:a16="http://schemas.microsoft.com/office/drawing/2014/main" id="{262DA3C5-1F52-431A-AA77-2EBDF5CD4D0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324413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2" name="Freeform 16">
              <a:extLst>
                <a:ext uri="{FF2B5EF4-FFF2-40B4-BE49-F238E27FC236}">
                  <a16:creationId xmlns:a16="http://schemas.microsoft.com/office/drawing/2014/main" id="{158567EE-7ECE-4308-AF7E-DEA507E8E4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678319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3" name="Freeform 16">
              <a:extLst>
                <a:ext uri="{FF2B5EF4-FFF2-40B4-BE49-F238E27FC236}">
                  <a16:creationId xmlns:a16="http://schemas.microsoft.com/office/drawing/2014/main" id="{D2894DDF-45DE-4178-BFC7-4F0B8D8EF9D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32225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4" name="Freeform 16">
              <a:extLst>
                <a:ext uri="{FF2B5EF4-FFF2-40B4-BE49-F238E27FC236}">
                  <a16:creationId xmlns:a16="http://schemas.microsoft.com/office/drawing/2014/main" id="{36B1E453-1287-45A9-9339-730E3914F14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6131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5" name="Freeform 16">
              <a:extLst>
                <a:ext uri="{FF2B5EF4-FFF2-40B4-BE49-F238E27FC236}">
                  <a16:creationId xmlns:a16="http://schemas.microsoft.com/office/drawing/2014/main" id="{4D1CFF21-2793-4E1D-A631-989F34A2CB2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40037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6" name="Freeform 16">
              <a:extLst>
                <a:ext uri="{FF2B5EF4-FFF2-40B4-BE49-F238E27FC236}">
                  <a16:creationId xmlns:a16="http://schemas.microsoft.com/office/drawing/2014/main" id="{FFFFE495-6317-4046-8780-509B3F7DE40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093943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7" name="Freeform 16">
              <a:extLst>
                <a:ext uri="{FF2B5EF4-FFF2-40B4-BE49-F238E27FC236}">
                  <a16:creationId xmlns:a16="http://schemas.microsoft.com/office/drawing/2014/main" id="{07F2B335-6843-4188-BE58-F99705AE73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47849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8" name="Freeform 16">
              <a:extLst>
                <a:ext uri="{FF2B5EF4-FFF2-40B4-BE49-F238E27FC236}">
                  <a16:creationId xmlns:a16="http://schemas.microsoft.com/office/drawing/2014/main" id="{6A1AA564-0530-4B23-B215-595CC54E23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801755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9" name="Freeform 16">
              <a:extLst>
                <a:ext uri="{FF2B5EF4-FFF2-40B4-BE49-F238E27FC236}">
                  <a16:creationId xmlns:a16="http://schemas.microsoft.com/office/drawing/2014/main" id="{4876FBCA-0D51-4B33-9375-D3F71918F7F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55661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0" name="Freeform 16">
              <a:extLst>
                <a:ext uri="{FF2B5EF4-FFF2-40B4-BE49-F238E27FC236}">
                  <a16:creationId xmlns:a16="http://schemas.microsoft.com/office/drawing/2014/main" id="{B025D520-F3BC-4D3B-BF86-05B537F2482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509567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1" name="Freeform 16">
              <a:extLst>
                <a:ext uri="{FF2B5EF4-FFF2-40B4-BE49-F238E27FC236}">
                  <a16:creationId xmlns:a16="http://schemas.microsoft.com/office/drawing/2014/main" id="{24765AAF-1343-40B6-9F77-11BC4F9E47D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863473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2" name="Freeform 16">
              <a:extLst>
                <a:ext uri="{FF2B5EF4-FFF2-40B4-BE49-F238E27FC236}">
                  <a16:creationId xmlns:a16="http://schemas.microsoft.com/office/drawing/2014/main" id="{CAE5A3F7-0924-495D-8844-A0BFFEA3F5A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217379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3" name="Freeform 16">
              <a:extLst>
                <a:ext uri="{FF2B5EF4-FFF2-40B4-BE49-F238E27FC236}">
                  <a16:creationId xmlns:a16="http://schemas.microsoft.com/office/drawing/2014/main" id="{CFDA1116-035D-4E54-AFBB-4D27A956C25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571285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4" name="Freeform 16">
              <a:extLst>
                <a:ext uri="{FF2B5EF4-FFF2-40B4-BE49-F238E27FC236}">
                  <a16:creationId xmlns:a16="http://schemas.microsoft.com/office/drawing/2014/main" id="{5F363A19-6283-48F8-85FA-6B7CCCB5184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25191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5" name="Freeform 16">
              <a:extLst>
                <a:ext uri="{FF2B5EF4-FFF2-40B4-BE49-F238E27FC236}">
                  <a16:creationId xmlns:a16="http://schemas.microsoft.com/office/drawing/2014/main" id="{2A698C8C-4D32-4D3F-9F80-BEC6A13B84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279097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6" name="Freeform 16">
              <a:extLst>
                <a:ext uri="{FF2B5EF4-FFF2-40B4-BE49-F238E27FC236}">
                  <a16:creationId xmlns:a16="http://schemas.microsoft.com/office/drawing/2014/main" id="{4570646F-A2EF-470F-BE69-65F48D8F63F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33003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7" name="Freeform 16">
              <a:extLst>
                <a:ext uri="{FF2B5EF4-FFF2-40B4-BE49-F238E27FC236}">
                  <a16:creationId xmlns:a16="http://schemas.microsoft.com/office/drawing/2014/main" id="{6076E36D-73D2-4127-BE4A-21CD4864C9D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86909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8" name="Freeform 16">
              <a:extLst>
                <a:ext uri="{FF2B5EF4-FFF2-40B4-BE49-F238E27FC236}">
                  <a16:creationId xmlns:a16="http://schemas.microsoft.com/office/drawing/2014/main" id="{7C8BE7DC-9C93-4AE4-849A-1438EF43DAD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40815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9" name="Freeform 16">
              <a:extLst>
                <a:ext uri="{FF2B5EF4-FFF2-40B4-BE49-F238E27FC236}">
                  <a16:creationId xmlns:a16="http://schemas.microsoft.com/office/drawing/2014/main" id="{7A7E7F5E-396F-402D-87C2-4ECEE23A833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721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0" name="Freeform 16">
              <a:extLst>
                <a:ext uri="{FF2B5EF4-FFF2-40B4-BE49-F238E27FC236}">
                  <a16:creationId xmlns:a16="http://schemas.microsoft.com/office/drawing/2014/main" id="{97EC6D43-68CC-4F32-BFB8-1B15CFBD592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048627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1" name="Freeform 16">
              <a:extLst>
                <a:ext uri="{FF2B5EF4-FFF2-40B4-BE49-F238E27FC236}">
                  <a16:creationId xmlns:a16="http://schemas.microsoft.com/office/drawing/2014/main" id="{AA1D0C14-2069-4DE9-A088-6C76A61F20B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402533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2" name="Freeform 16">
              <a:extLst>
                <a:ext uri="{FF2B5EF4-FFF2-40B4-BE49-F238E27FC236}">
                  <a16:creationId xmlns:a16="http://schemas.microsoft.com/office/drawing/2014/main" id="{72C3829D-1796-4F37-B8F1-5C9A26E28C9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756439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3" name="Freeform 16">
              <a:extLst>
                <a:ext uri="{FF2B5EF4-FFF2-40B4-BE49-F238E27FC236}">
                  <a16:creationId xmlns:a16="http://schemas.microsoft.com/office/drawing/2014/main" id="{F74CEB28-F72C-46BF-955A-1DFBE9110A1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110345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4" name="Freeform 16">
              <a:extLst>
                <a:ext uri="{FF2B5EF4-FFF2-40B4-BE49-F238E27FC236}">
                  <a16:creationId xmlns:a16="http://schemas.microsoft.com/office/drawing/2014/main" id="{7052B90E-88FE-46F1-B64B-F574689D491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464251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5" name="Freeform 16">
              <a:extLst>
                <a:ext uri="{FF2B5EF4-FFF2-40B4-BE49-F238E27FC236}">
                  <a16:creationId xmlns:a16="http://schemas.microsoft.com/office/drawing/2014/main" id="{F8F128E0-3AD1-4260-A7E5-19E87510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818157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6" name="Freeform 16">
              <a:extLst>
                <a:ext uri="{FF2B5EF4-FFF2-40B4-BE49-F238E27FC236}">
                  <a16:creationId xmlns:a16="http://schemas.microsoft.com/office/drawing/2014/main" id="{969B39FA-8605-4E46-98D4-7C699D24F4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72063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7" name="Freeform 16">
              <a:extLst>
                <a:ext uri="{FF2B5EF4-FFF2-40B4-BE49-F238E27FC236}">
                  <a16:creationId xmlns:a16="http://schemas.microsoft.com/office/drawing/2014/main" id="{DD141AA4-FDDD-4DF1-A51F-34017775CB1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525969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" name="Freeform 16">
              <a:extLst>
                <a:ext uri="{FF2B5EF4-FFF2-40B4-BE49-F238E27FC236}">
                  <a16:creationId xmlns:a16="http://schemas.microsoft.com/office/drawing/2014/main" id="{855CBA53-E52B-4687-96C6-EBA404B23D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879862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" name="Freeform 16">
              <a:extLst>
                <a:ext uri="{FF2B5EF4-FFF2-40B4-BE49-F238E27FC236}">
                  <a16:creationId xmlns:a16="http://schemas.microsoft.com/office/drawing/2014/main" id="{BA45AD96-F5AF-4075-86DE-27366EF2792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-91211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0" name="Freeform 16">
              <a:extLst>
                <a:ext uri="{FF2B5EF4-FFF2-40B4-BE49-F238E27FC236}">
                  <a16:creationId xmlns:a16="http://schemas.microsoft.com/office/drawing/2014/main" id="{BB34F054-D296-4BA7-A495-E174D9BE84D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62695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1" name="Freeform 16">
              <a:extLst>
                <a:ext uri="{FF2B5EF4-FFF2-40B4-BE49-F238E27FC236}">
                  <a16:creationId xmlns:a16="http://schemas.microsoft.com/office/drawing/2014/main" id="{F429DE27-C226-4AA5-9816-E6376A4E2A9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16601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2" name="Freeform 16">
              <a:extLst>
                <a:ext uri="{FF2B5EF4-FFF2-40B4-BE49-F238E27FC236}">
                  <a16:creationId xmlns:a16="http://schemas.microsoft.com/office/drawing/2014/main" id="{EE6506CD-9CC1-4BC6-BC32-DFD6FB136AF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70507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3" name="Freeform 16">
              <a:extLst>
                <a:ext uri="{FF2B5EF4-FFF2-40B4-BE49-F238E27FC236}">
                  <a16:creationId xmlns:a16="http://schemas.microsoft.com/office/drawing/2014/main" id="{B3A7E91D-34EB-4744-A1A0-13EC637748C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324413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4" name="Freeform 16">
              <a:extLst>
                <a:ext uri="{FF2B5EF4-FFF2-40B4-BE49-F238E27FC236}">
                  <a16:creationId xmlns:a16="http://schemas.microsoft.com/office/drawing/2014/main" id="{65A23728-E731-4707-AC6B-35FB937AE7A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678319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5" name="Freeform 16">
              <a:extLst>
                <a:ext uri="{FF2B5EF4-FFF2-40B4-BE49-F238E27FC236}">
                  <a16:creationId xmlns:a16="http://schemas.microsoft.com/office/drawing/2014/main" id="{D8983A2E-8721-4A78-B55C-FD0940B28E9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32225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6" name="Freeform 16">
              <a:extLst>
                <a:ext uri="{FF2B5EF4-FFF2-40B4-BE49-F238E27FC236}">
                  <a16:creationId xmlns:a16="http://schemas.microsoft.com/office/drawing/2014/main" id="{FD4BBBB1-537D-4BF3-9BCC-DB166F1B91E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6131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7" name="Freeform 16">
              <a:extLst>
                <a:ext uri="{FF2B5EF4-FFF2-40B4-BE49-F238E27FC236}">
                  <a16:creationId xmlns:a16="http://schemas.microsoft.com/office/drawing/2014/main" id="{AB55ADFF-1418-463B-9F69-0448C6BC559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40037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8" name="Freeform 16">
              <a:extLst>
                <a:ext uri="{FF2B5EF4-FFF2-40B4-BE49-F238E27FC236}">
                  <a16:creationId xmlns:a16="http://schemas.microsoft.com/office/drawing/2014/main" id="{7DB31205-26C8-4B40-84B2-A21E042869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093943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9" name="Freeform 16">
              <a:extLst>
                <a:ext uri="{FF2B5EF4-FFF2-40B4-BE49-F238E27FC236}">
                  <a16:creationId xmlns:a16="http://schemas.microsoft.com/office/drawing/2014/main" id="{A55615A4-EA9A-41B6-9F9B-5608693927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47849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0" name="Freeform 16">
              <a:extLst>
                <a:ext uri="{FF2B5EF4-FFF2-40B4-BE49-F238E27FC236}">
                  <a16:creationId xmlns:a16="http://schemas.microsoft.com/office/drawing/2014/main" id="{A66AFF9B-47A8-431E-A764-E6AFD677715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801755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1" name="Freeform 16">
              <a:extLst>
                <a:ext uri="{FF2B5EF4-FFF2-40B4-BE49-F238E27FC236}">
                  <a16:creationId xmlns:a16="http://schemas.microsoft.com/office/drawing/2014/main" id="{BB50F388-4C4F-4B03-AD18-01111D1C59A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55661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2" name="Freeform 16">
              <a:extLst>
                <a:ext uri="{FF2B5EF4-FFF2-40B4-BE49-F238E27FC236}">
                  <a16:creationId xmlns:a16="http://schemas.microsoft.com/office/drawing/2014/main" id="{CF3FB584-0B0E-423F-925C-1180324EBD3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509567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3" name="Freeform 16">
              <a:extLst>
                <a:ext uri="{FF2B5EF4-FFF2-40B4-BE49-F238E27FC236}">
                  <a16:creationId xmlns:a16="http://schemas.microsoft.com/office/drawing/2014/main" id="{ED4EC88C-3F33-4DC1-85B0-07C4415BBD4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863473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4" name="Freeform 16">
              <a:extLst>
                <a:ext uri="{FF2B5EF4-FFF2-40B4-BE49-F238E27FC236}">
                  <a16:creationId xmlns:a16="http://schemas.microsoft.com/office/drawing/2014/main" id="{1C4B329A-FB4F-44FB-B230-B1047E59B3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217379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5" name="Freeform 16">
              <a:extLst>
                <a:ext uri="{FF2B5EF4-FFF2-40B4-BE49-F238E27FC236}">
                  <a16:creationId xmlns:a16="http://schemas.microsoft.com/office/drawing/2014/main" id="{BE396084-F429-410A-AF78-35CDD96AF6B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571285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6" name="Freeform 16">
              <a:extLst>
                <a:ext uri="{FF2B5EF4-FFF2-40B4-BE49-F238E27FC236}">
                  <a16:creationId xmlns:a16="http://schemas.microsoft.com/office/drawing/2014/main" id="{6F0A9973-4361-4CB5-876A-37B001931E1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25191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7" name="Freeform 16">
              <a:extLst>
                <a:ext uri="{FF2B5EF4-FFF2-40B4-BE49-F238E27FC236}">
                  <a16:creationId xmlns:a16="http://schemas.microsoft.com/office/drawing/2014/main" id="{1F716BE4-ED9D-4AFC-8882-00791784384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279097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8" name="Freeform 16">
              <a:extLst>
                <a:ext uri="{FF2B5EF4-FFF2-40B4-BE49-F238E27FC236}">
                  <a16:creationId xmlns:a16="http://schemas.microsoft.com/office/drawing/2014/main" id="{A3188B9A-07AD-4D67-9017-92061B138A3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33003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9" name="Freeform 16">
              <a:extLst>
                <a:ext uri="{FF2B5EF4-FFF2-40B4-BE49-F238E27FC236}">
                  <a16:creationId xmlns:a16="http://schemas.microsoft.com/office/drawing/2014/main" id="{DE8AD78A-ABB9-4B8E-A0F9-F7CCA2E2EF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86909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0" name="Freeform 16">
              <a:extLst>
                <a:ext uri="{FF2B5EF4-FFF2-40B4-BE49-F238E27FC236}">
                  <a16:creationId xmlns:a16="http://schemas.microsoft.com/office/drawing/2014/main" id="{02865DC5-04F0-4328-8C93-50994C40E46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40815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1" name="Freeform 16">
              <a:extLst>
                <a:ext uri="{FF2B5EF4-FFF2-40B4-BE49-F238E27FC236}">
                  <a16:creationId xmlns:a16="http://schemas.microsoft.com/office/drawing/2014/main" id="{541DB8F0-C031-42C1-A57D-729DA2CFF35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721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2" name="Freeform 16">
              <a:extLst>
                <a:ext uri="{FF2B5EF4-FFF2-40B4-BE49-F238E27FC236}">
                  <a16:creationId xmlns:a16="http://schemas.microsoft.com/office/drawing/2014/main" id="{E74F6813-CEDF-4C90-9515-18F2D2808D8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048627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3" name="Freeform 16">
              <a:extLst>
                <a:ext uri="{FF2B5EF4-FFF2-40B4-BE49-F238E27FC236}">
                  <a16:creationId xmlns:a16="http://schemas.microsoft.com/office/drawing/2014/main" id="{178439D5-98F9-4547-AA18-8F0D15FA503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402533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4" name="Freeform 16">
              <a:extLst>
                <a:ext uri="{FF2B5EF4-FFF2-40B4-BE49-F238E27FC236}">
                  <a16:creationId xmlns:a16="http://schemas.microsoft.com/office/drawing/2014/main" id="{FF65ACCA-B29A-4B23-99DF-9E8988FE776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756439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5" name="Freeform 16">
              <a:extLst>
                <a:ext uri="{FF2B5EF4-FFF2-40B4-BE49-F238E27FC236}">
                  <a16:creationId xmlns:a16="http://schemas.microsoft.com/office/drawing/2014/main" id="{08202144-2699-405E-B70E-10ACB625045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110345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6" name="Freeform 16">
              <a:extLst>
                <a:ext uri="{FF2B5EF4-FFF2-40B4-BE49-F238E27FC236}">
                  <a16:creationId xmlns:a16="http://schemas.microsoft.com/office/drawing/2014/main" id="{8F59B94B-2422-4834-BD86-CFE3D8A53F9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464251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7" name="Freeform 16">
              <a:extLst>
                <a:ext uri="{FF2B5EF4-FFF2-40B4-BE49-F238E27FC236}">
                  <a16:creationId xmlns:a16="http://schemas.microsoft.com/office/drawing/2014/main" id="{C5893D12-2CAA-4072-80FB-D3E99710056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818157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8" name="Freeform 16">
              <a:extLst>
                <a:ext uri="{FF2B5EF4-FFF2-40B4-BE49-F238E27FC236}">
                  <a16:creationId xmlns:a16="http://schemas.microsoft.com/office/drawing/2014/main" id="{C5D33650-F7DF-4640-8624-E4A406586BE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72063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9" name="Freeform 16">
              <a:extLst>
                <a:ext uri="{FF2B5EF4-FFF2-40B4-BE49-F238E27FC236}">
                  <a16:creationId xmlns:a16="http://schemas.microsoft.com/office/drawing/2014/main" id="{D8E569D6-7F89-4731-A6B8-6AFEB4544E1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525969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0" name="Freeform 16">
              <a:extLst>
                <a:ext uri="{FF2B5EF4-FFF2-40B4-BE49-F238E27FC236}">
                  <a16:creationId xmlns:a16="http://schemas.microsoft.com/office/drawing/2014/main" id="{80CEE136-CAF7-4993-84B3-67A0917C53F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879862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1" name="Freeform 16">
              <a:extLst>
                <a:ext uri="{FF2B5EF4-FFF2-40B4-BE49-F238E27FC236}">
                  <a16:creationId xmlns:a16="http://schemas.microsoft.com/office/drawing/2014/main" id="{FFDB2B08-42EF-46F1-9397-9A855C1A24C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-91211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2" name="Freeform 16">
              <a:extLst>
                <a:ext uri="{FF2B5EF4-FFF2-40B4-BE49-F238E27FC236}">
                  <a16:creationId xmlns:a16="http://schemas.microsoft.com/office/drawing/2014/main" id="{AB77A349-A09C-4B90-9A2C-EA856A8D86D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62695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3" name="Freeform 16">
              <a:extLst>
                <a:ext uri="{FF2B5EF4-FFF2-40B4-BE49-F238E27FC236}">
                  <a16:creationId xmlns:a16="http://schemas.microsoft.com/office/drawing/2014/main" id="{48608721-EE4A-426A-91C2-C463004F970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16601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4" name="Freeform 16">
              <a:extLst>
                <a:ext uri="{FF2B5EF4-FFF2-40B4-BE49-F238E27FC236}">
                  <a16:creationId xmlns:a16="http://schemas.microsoft.com/office/drawing/2014/main" id="{B927CE31-5623-45C2-9E5E-6EF01453653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70507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5" name="Freeform 16">
              <a:extLst>
                <a:ext uri="{FF2B5EF4-FFF2-40B4-BE49-F238E27FC236}">
                  <a16:creationId xmlns:a16="http://schemas.microsoft.com/office/drawing/2014/main" id="{664A9588-E7C2-4376-869E-12661D073AD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324413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" name="Freeform 16">
              <a:extLst>
                <a:ext uri="{FF2B5EF4-FFF2-40B4-BE49-F238E27FC236}">
                  <a16:creationId xmlns:a16="http://schemas.microsoft.com/office/drawing/2014/main" id="{C07EBDA9-99B9-4FEA-8E61-CF7766C803D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678319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7" name="Freeform 16">
              <a:extLst>
                <a:ext uri="{FF2B5EF4-FFF2-40B4-BE49-F238E27FC236}">
                  <a16:creationId xmlns:a16="http://schemas.microsoft.com/office/drawing/2014/main" id="{E44A3FF9-F9CA-4868-B495-9C7AAE9DDF9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32225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8" name="Freeform 16">
              <a:extLst>
                <a:ext uri="{FF2B5EF4-FFF2-40B4-BE49-F238E27FC236}">
                  <a16:creationId xmlns:a16="http://schemas.microsoft.com/office/drawing/2014/main" id="{CCF5D671-0529-4209-8A7C-1149C280118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6131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9" name="Freeform 16">
              <a:extLst>
                <a:ext uri="{FF2B5EF4-FFF2-40B4-BE49-F238E27FC236}">
                  <a16:creationId xmlns:a16="http://schemas.microsoft.com/office/drawing/2014/main" id="{DCA290DC-6B1F-40EB-A9F0-F96F5851B39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40037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0" name="Freeform 16">
              <a:extLst>
                <a:ext uri="{FF2B5EF4-FFF2-40B4-BE49-F238E27FC236}">
                  <a16:creationId xmlns:a16="http://schemas.microsoft.com/office/drawing/2014/main" id="{36C813C9-8C14-4372-801A-DBB3E037EEF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093943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1" name="Freeform 16">
              <a:extLst>
                <a:ext uri="{FF2B5EF4-FFF2-40B4-BE49-F238E27FC236}">
                  <a16:creationId xmlns:a16="http://schemas.microsoft.com/office/drawing/2014/main" id="{F253EC72-B338-4BBF-9042-C191E60067E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47849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2" name="Freeform 16">
              <a:extLst>
                <a:ext uri="{FF2B5EF4-FFF2-40B4-BE49-F238E27FC236}">
                  <a16:creationId xmlns:a16="http://schemas.microsoft.com/office/drawing/2014/main" id="{7B28B5DF-2DA6-4E8F-817A-C1902DCD455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801755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3" name="Freeform 16">
              <a:extLst>
                <a:ext uri="{FF2B5EF4-FFF2-40B4-BE49-F238E27FC236}">
                  <a16:creationId xmlns:a16="http://schemas.microsoft.com/office/drawing/2014/main" id="{09D7394F-F75D-4FED-8923-575F140FA2B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55661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4" name="Freeform 16">
              <a:extLst>
                <a:ext uri="{FF2B5EF4-FFF2-40B4-BE49-F238E27FC236}">
                  <a16:creationId xmlns:a16="http://schemas.microsoft.com/office/drawing/2014/main" id="{F172134A-6C32-4752-97D8-E661E6A263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509567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5" name="Freeform 16">
              <a:extLst>
                <a:ext uri="{FF2B5EF4-FFF2-40B4-BE49-F238E27FC236}">
                  <a16:creationId xmlns:a16="http://schemas.microsoft.com/office/drawing/2014/main" id="{6CAB8EBC-D1A2-4B27-9297-ADFA1B5C1AF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863473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6" name="Freeform 16">
              <a:extLst>
                <a:ext uri="{FF2B5EF4-FFF2-40B4-BE49-F238E27FC236}">
                  <a16:creationId xmlns:a16="http://schemas.microsoft.com/office/drawing/2014/main" id="{6E5A44D5-4DED-4075-8C18-C4EE1E61AB3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217379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7" name="Freeform 16">
              <a:extLst>
                <a:ext uri="{FF2B5EF4-FFF2-40B4-BE49-F238E27FC236}">
                  <a16:creationId xmlns:a16="http://schemas.microsoft.com/office/drawing/2014/main" id="{47E67357-8F43-4716-AF36-C4D3FAD5776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571285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8" name="Freeform 16">
              <a:extLst>
                <a:ext uri="{FF2B5EF4-FFF2-40B4-BE49-F238E27FC236}">
                  <a16:creationId xmlns:a16="http://schemas.microsoft.com/office/drawing/2014/main" id="{CDB9D3D1-A9FF-4CC6-B6AD-51D73FCAE1D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25191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9" name="Freeform 16">
              <a:extLst>
                <a:ext uri="{FF2B5EF4-FFF2-40B4-BE49-F238E27FC236}">
                  <a16:creationId xmlns:a16="http://schemas.microsoft.com/office/drawing/2014/main" id="{B1C55A0F-DE6D-4BE9-B90E-68577017107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279097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0" name="Freeform 16">
              <a:extLst>
                <a:ext uri="{FF2B5EF4-FFF2-40B4-BE49-F238E27FC236}">
                  <a16:creationId xmlns:a16="http://schemas.microsoft.com/office/drawing/2014/main" id="{6627EE65-8BCE-41D8-BE30-34A95B94247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33003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1" name="Freeform 16">
              <a:extLst>
                <a:ext uri="{FF2B5EF4-FFF2-40B4-BE49-F238E27FC236}">
                  <a16:creationId xmlns:a16="http://schemas.microsoft.com/office/drawing/2014/main" id="{FA999AE1-300A-4580-A684-3752E1FB0EF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86909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2" name="Freeform 16">
              <a:extLst>
                <a:ext uri="{FF2B5EF4-FFF2-40B4-BE49-F238E27FC236}">
                  <a16:creationId xmlns:a16="http://schemas.microsoft.com/office/drawing/2014/main" id="{9BB492A4-E274-4551-A97A-AD8A2538EB6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40815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3" name="Freeform 16">
              <a:extLst>
                <a:ext uri="{FF2B5EF4-FFF2-40B4-BE49-F238E27FC236}">
                  <a16:creationId xmlns:a16="http://schemas.microsoft.com/office/drawing/2014/main" id="{CBF53111-DF01-47C3-8596-B57862E0C31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721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4" name="Freeform 16">
              <a:extLst>
                <a:ext uri="{FF2B5EF4-FFF2-40B4-BE49-F238E27FC236}">
                  <a16:creationId xmlns:a16="http://schemas.microsoft.com/office/drawing/2014/main" id="{C53F7DDB-439E-47C6-90BD-B22EA9B7CDF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048627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5" name="Freeform 16">
              <a:extLst>
                <a:ext uri="{FF2B5EF4-FFF2-40B4-BE49-F238E27FC236}">
                  <a16:creationId xmlns:a16="http://schemas.microsoft.com/office/drawing/2014/main" id="{81E7F6E6-2542-47E1-AE43-9B182D37582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402533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6" name="Freeform 16">
              <a:extLst>
                <a:ext uri="{FF2B5EF4-FFF2-40B4-BE49-F238E27FC236}">
                  <a16:creationId xmlns:a16="http://schemas.microsoft.com/office/drawing/2014/main" id="{E777532A-71A5-494B-820C-48C05EC74CA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756439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7" name="Freeform 16">
              <a:extLst>
                <a:ext uri="{FF2B5EF4-FFF2-40B4-BE49-F238E27FC236}">
                  <a16:creationId xmlns:a16="http://schemas.microsoft.com/office/drawing/2014/main" id="{70329985-9DF6-417E-8BE0-9292329455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110345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8" name="Freeform 16">
              <a:extLst>
                <a:ext uri="{FF2B5EF4-FFF2-40B4-BE49-F238E27FC236}">
                  <a16:creationId xmlns:a16="http://schemas.microsoft.com/office/drawing/2014/main" id="{00252936-908A-4F1A-B1D6-E291EDBA6E0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464251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9" name="Freeform 16">
              <a:extLst>
                <a:ext uri="{FF2B5EF4-FFF2-40B4-BE49-F238E27FC236}">
                  <a16:creationId xmlns:a16="http://schemas.microsoft.com/office/drawing/2014/main" id="{1614E059-CFCA-409A-8521-5A7B0CD0E42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818157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0" name="Freeform 16">
              <a:extLst>
                <a:ext uri="{FF2B5EF4-FFF2-40B4-BE49-F238E27FC236}">
                  <a16:creationId xmlns:a16="http://schemas.microsoft.com/office/drawing/2014/main" id="{D67A4711-AC1A-4F94-B614-DDA70F4AB3E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72063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1" name="Freeform 16">
              <a:extLst>
                <a:ext uri="{FF2B5EF4-FFF2-40B4-BE49-F238E27FC236}">
                  <a16:creationId xmlns:a16="http://schemas.microsoft.com/office/drawing/2014/main" id="{7AC93D6D-B965-4CFB-82B3-C2F8189DD77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525969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2" name="Freeform 16">
              <a:extLst>
                <a:ext uri="{FF2B5EF4-FFF2-40B4-BE49-F238E27FC236}">
                  <a16:creationId xmlns:a16="http://schemas.microsoft.com/office/drawing/2014/main" id="{00CA144B-A572-487C-B67D-E0784F6971C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879862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3" name="Freeform 16">
              <a:extLst>
                <a:ext uri="{FF2B5EF4-FFF2-40B4-BE49-F238E27FC236}">
                  <a16:creationId xmlns:a16="http://schemas.microsoft.com/office/drawing/2014/main" id="{E1487B58-3826-42D4-A325-3E4E04785B1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-91211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4" name="Freeform 16">
              <a:extLst>
                <a:ext uri="{FF2B5EF4-FFF2-40B4-BE49-F238E27FC236}">
                  <a16:creationId xmlns:a16="http://schemas.microsoft.com/office/drawing/2014/main" id="{3C65D50D-4B63-4F19-93C9-926E0DA6253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62695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5" name="Freeform 16">
              <a:extLst>
                <a:ext uri="{FF2B5EF4-FFF2-40B4-BE49-F238E27FC236}">
                  <a16:creationId xmlns:a16="http://schemas.microsoft.com/office/drawing/2014/main" id="{91A9FD33-BBFB-4EB4-B633-06A023CB608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16601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6" name="Freeform 16">
              <a:extLst>
                <a:ext uri="{FF2B5EF4-FFF2-40B4-BE49-F238E27FC236}">
                  <a16:creationId xmlns:a16="http://schemas.microsoft.com/office/drawing/2014/main" id="{8A25449F-C96E-43A9-BE7E-8415CB8CA95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70507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7" name="Freeform 16">
              <a:extLst>
                <a:ext uri="{FF2B5EF4-FFF2-40B4-BE49-F238E27FC236}">
                  <a16:creationId xmlns:a16="http://schemas.microsoft.com/office/drawing/2014/main" id="{E852D294-5AE3-4C12-AE2F-1361C06DF29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324413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8" name="Freeform 16">
              <a:extLst>
                <a:ext uri="{FF2B5EF4-FFF2-40B4-BE49-F238E27FC236}">
                  <a16:creationId xmlns:a16="http://schemas.microsoft.com/office/drawing/2014/main" id="{D75B22CF-07E7-4A6F-B17D-758BBE55384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678319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9" name="Freeform 16">
              <a:extLst>
                <a:ext uri="{FF2B5EF4-FFF2-40B4-BE49-F238E27FC236}">
                  <a16:creationId xmlns:a16="http://schemas.microsoft.com/office/drawing/2014/main" id="{45BB4DE2-44BF-43BF-9C16-259FA345031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32225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0" name="Freeform 16">
              <a:extLst>
                <a:ext uri="{FF2B5EF4-FFF2-40B4-BE49-F238E27FC236}">
                  <a16:creationId xmlns:a16="http://schemas.microsoft.com/office/drawing/2014/main" id="{9082519B-328F-4D85-9648-AA99F35AF42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6131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1" name="Freeform 16">
              <a:extLst>
                <a:ext uri="{FF2B5EF4-FFF2-40B4-BE49-F238E27FC236}">
                  <a16:creationId xmlns:a16="http://schemas.microsoft.com/office/drawing/2014/main" id="{D9C1B58C-398E-452F-88B1-1E2D056BC3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40037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2" name="Freeform 16">
              <a:extLst>
                <a:ext uri="{FF2B5EF4-FFF2-40B4-BE49-F238E27FC236}">
                  <a16:creationId xmlns:a16="http://schemas.microsoft.com/office/drawing/2014/main" id="{1215C438-62B6-48E8-93BD-2400CE7DCBC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093943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3" name="Freeform 16">
              <a:extLst>
                <a:ext uri="{FF2B5EF4-FFF2-40B4-BE49-F238E27FC236}">
                  <a16:creationId xmlns:a16="http://schemas.microsoft.com/office/drawing/2014/main" id="{74287A1C-61DC-4764-AD91-0D8AE5D32F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47849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4" name="Freeform 16">
              <a:extLst>
                <a:ext uri="{FF2B5EF4-FFF2-40B4-BE49-F238E27FC236}">
                  <a16:creationId xmlns:a16="http://schemas.microsoft.com/office/drawing/2014/main" id="{935F5F69-3B06-47EE-8A58-9EFC1B83EC6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801755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5" name="Freeform 16">
              <a:extLst>
                <a:ext uri="{FF2B5EF4-FFF2-40B4-BE49-F238E27FC236}">
                  <a16:creationId xmlns:a16="http://schemas.microsoft.com/office/drawing/2014/main" id="{1101FFF9-CF37-4721-8186-544775DE501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55661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" name="Freeform 16">
              <a:extLst>
                <a:ext uri="{FF2B5EF4-FFF2-40B4-BE49-F238E27FC236}">
                  <a16:creationId xmlns:a16="http://schemas.microsoft.com/office/drawing/2014/main" id="{DA07B02B-AB92-4E6D-BE68-38C0C55A70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509567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7" name="Freeform 16">
              <a:extLst>
                <a:ext uri="{FF2B5EF4-FFF2-40B4-BE49-F238E27FC236}">
                  <a16:creationId xmlns:a16="http://schemas.microsoft.com/office/drawing/2014/main" id="{5C7F6697-9CF8-4C52-8134-856F37E69B5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863473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8" name="Freeform 16">
              <a:extLst>
                <a:ext uri="{FF2B5EF4-FFF2-40B4-BE49-F238E27FC236}">
                  <a16:creationId xmlns:a16="http://schemas.microsoft.com/office/drawing/2014/main" id="{71AE8640-CA8D-45ED-B293-E41C04107BB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217379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9" name="Freeform 16">
              <a:extLst>
                <a:ext uri="{FF2B5EF4-FFF2-40B4-BE49-F238E27FC236}">
                  <a16:creationId xmlns:a16="http://schemas.microsoft.com/office/drawing/2014/main" id="{63C196AF-4D4C-4362-BDBF-EC89D3AF7E1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571285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0" name="Freeform 16">
              <a:extLst>
                <a:ext uri="{FF2B5EF4-FFF2-40B4-BE49-F238E27FC236}">
                  <a16:creationId xmlns:a16="http://schemas.microsoft.com/office/drawing/2014/main" id="{ACA5D87D-1923-4B8B-9B95-C833F20B3FC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25191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1" name="Freeform 16">
              <a:extLst>
                <a:ext uri="{FF2B5EF4-FFF2-40B4-BE49-F238E27FC236}">
                  <a16:creationId xmlns:a16="http://schemas.microsoft.com/office/drawing/2014/main" id="{5168EF6E-C030-46F7-940B-B2259B19D5D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279097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2" name="Freeform 16">
              <a:extLst>
                <a:ext uri="{FF2B5EF4-FFF2-40B4-BE49-F238E27FC236}">
                  <a16:creationId xmlns:a16="http://schemas.microsoft.com/office/drawing/2014/main" id="{A141EFDE-9FF6-4BED-B3E7-F887DDD9603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33003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3" name="Freeform 16">
              <a:extLst>
                <a:ext uri="{FF2B5EF4-FFF2-40B4-BE49-F238E27FC236}">
                  <a16:creationId xmlns:a16="http://schemas.microsoft.com/office/drawing/2014/main" id="{F1BD7350-6598-41F6-9255-7CC3E313887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86909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4" name="Freeform 16">
              <a:extLst>
                <a:ext uri="{FF2B5EF4-FFF2-40B4-BE49-F238E27FC236}">
                  <a16:creationId xmlns:a16="http://schemas.microsoft.com/office/drawing/2014/main" id="{22AC9D57-87D8-4EB4-9431-D6A909D9B34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40815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5" name="Freeform 16">
              <a:extLst>
                <a:ext uri="{FF2B5EF4-FFF2-40B4-BE49-F238E27FC236}">
                  <a16:creationId xmlns:a16="http://schemas.microsoft.com/office/drawing/2014/main" id="{5E5F28C9-581C-4582-AFD5-64DAF5C058C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721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6" name="Freeform 16">
              <a:extLst>
                <a:ext uri="{FF2B5EF4-FFF2-40B4-BE49-F238E27FC236}">
                  <a16:creationId xmlns:a16="http://schemas.microsoft.com/office/drawing/2014/main" id="{A3946BBE-EEEB-45AB-8953-28E740687DE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048627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7" name="Freeform 16">
              <a:extLst>
                <a:ext uri="{FF2B5EF4-FFF2-40B4-BE49-F238E27FC236}">
                  <a16:creationId xmlns:a16="http://schemas.microsoft.com/office/drawing/2014/main" id="{6CBC4E02-AAC1-4F30-A6A1-640557D976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402533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8" name="Freeform 16">
              <a:extLst>
                <a:ext uri="{FF2B5EF4-FFF2-40B4-BE49-F238E27FC236}">
                  <a16:creationId xmlns:a16="http://schemas.microsoft.com/office/drawing/2014/main" id="{B048D2CD-AC09-4285-A6D5-6EA03B39036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756439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9" name="Freeform 16">
              <a:extLst>
                <a:ext uri="{FF2B5EF4-FFF2-40B4-BE49-F238E27FC236}">
                  <a16:creationId xmlns:a16="http://schemas.microsoft.com/office/drawing/2014/main" id="{15EF59CC-EAE4-472E-9711-C258CA65622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110345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0" name="Freeform 16">
              <a:extLst>
                <a:ext uri="{FF2B5EF4-FFF2-40B4-BE49-F238E27FC236}">
                  <a16:creationId xmlns:a16="http://schemas.microsoft.com/office/drawing/2014/main" id="{0C37583E-F9BD-44A9-BE2D-5885FBF11A0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464251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1" name="Freeform 16">
              <a:extLst>
                <a:ext uri="{FF2B5EF4-FFF2-40B4-BE49-F238E27FC236}">
                  <a16:creationId xmlns:a16="http://schemas.microsoft.com/office/drawing/2014/main" id="{C8F816AA-7759-4D40-8B9F-93CE389699B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818157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2" name="Freeform 16">
              <a:extLst>
                <a:ext uri="{FF2B5EF4-FFF2-40B4-BE49-F238E27FC236}">
                  <a16:creationId xmlns:a16="http://schemas.microsoft.com/office/drawing/2014/main" id="{B65B9489-7839-490A-B77D-E0E3DFA52E4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72063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3" name="Freeform 16">
              <a:extLst>
                <a:ext uri="{FF2B5EF4-FFF2-40B4-BE49-F238E27FC236}">
                  <a16:creationId xmlns:a16="http://schemas.microsoft.com/office/drawing/2014/main" id="{BECB7B9E-23EE-46B4-90EA-B68B9533FE1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525969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4" name="Freeform 16">
              <a:extLst>
                <a:ext uri="{FF2B5EF4-FFF2-40B4-BE49-F238E27FC236}">
                  <a16:creationId xmlns:a16="http://schemas.microsoft.com/office/drawing/2014/main" id="{37F81689-425B-4586-BA28-A52EA6461BD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879862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5" name="Freeform 16">
              <a:extLst>
                <a:ext uri="{FF2B5EF4-FFF2-40B4-BE49-F238E27FC236}">
                  <a16:creationId xmlns:a16="http://schemas.microsoft.com/office/drawing/2014/main" id="{F4E46C55-E55C-4DB9-84CB-12BA4E8360B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-91211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6" name="AutoShape 3">
              <a:extLst>
                <a:ext uri="{FF2B5EF4-FFF2-40B4-BE49-F238E27FC236}">
                  <a16:creationId xmlns:a16="http://schemas.microsoft.com/office/drawing/2014/main" id="{9F7F7C91-FA75-4191-AB66-8DE3A6C2C917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9912350" y="127000"/>
              <a:ext cx="400050" cy="4278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267" name="Group 266">
              <a:extLst>
                <a:ext uri="{FF2B5EF4-FFF2-40B4-BE49-F238E27FC236}">
                  <a16:creationId xmlns:a16="http://schemas.microsoft.com/office/drawing/2014/main" id="{B79D6001-5C23-4D4D-89FC-00A862D67E58}"/>
                </a:ext>
              </a:extLst>
            </p:cNvPr>
            <p:cNvGrpSpPr/>
            <p:nvPr userDrawn="1"/>
          </p:nvGrpSpPr>
          <p:grpSpPr>
            <a:xfrm>
              <a:off x="-664463" y="1060450"/>
              <a:ext cx="2884436" cy="4051302"/>
              <a:chOff x="-831850" y="581026"/>
              <a:chExt cx="3567113" cy="5010150"/>
            </a:xfrm>
          </p:grpSpPr>
          <p:sp>
            <p:nvSpPr>
              <p:cNvPr id="272" name="Freeform 10">
                <a:extLst>
                  <a:ext uri="{FF2B5EF4-FFF2-40B4-BE49-F238E27FC236}">
                    <a16:creationId xmlns:a16="http://schemas.microsoft.com/office/drawing/2014/main" id="{93E9F37A-6F37-4C9E-8DC1-2BE2587463E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-831850" y="2471738"/>
                <a:ext cx="3567113" cy="3119438"/>
              </a:xfrm>
              <a:custGeom>
                <a:avLst/>
                <a:gdLst>
                  <a:gd name="T0" fmla="*/ 434 w 464"/>
                  <a:gd name="T1" fmla="*/ 406 h 406"/>
                  <a:gd name="T2" fmla="*/ 30 w 464"/>
                  <a:gd name="T3" fmla="*/ 406 h 406"/>
                  <a:gd name="T4" fmla="*/ 0 w 464"/>
                  <a:gd name="T5" fmla="*/ 376 h 406"/>
                  <a:gd name="T6" fmla="*/ 0 w 464"/>
                  <a:gd name="T7" fmla="*/ 30 h 406"/>
                  <a:gd name="T8" fmla="*/ 30 w 464"/>
                  <a:gd name="T9" fmla="*/ 0 h 406"/>
                  <a:gd name="T10" fmla="*/ 434 w 464"/>
                  <a:gd name="T11" fmla="*/ 0 h 406"/>
                  <a:gd name="T12" fmla="*/ 464 w 464"/>
                  <a:gd name="T13" fmla="*/ 30 h 406"/>
                  <a:gd name="T14" fmla="*/ 464 w 464"/>
                  <a:gd name="T15" fmla="*/ 376 h 406"/>
                  <a:gd name="T16" fmla="*/ 434 w 464"/>
                  <a:gd name="T17" fmla="*/ 406 h 4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4" h="406">
                    <a:moveTo>
                      <a:pt x="434" y="406"/>
                    </a:moveTo>
                    <a:cubicBezTo>
                      <a:pt x="30" y="406"/>
                      <a:pt x="30" y="406"/>
                      <a:pt x="30" y="406"/>
                    </a:cubicBezTo>
                    <a:cubicBezTo>
                      <a:pt x="13" y="406"/>
                      <a:pt x="0" y="393"/>
                      <a:pt x="0" y="376"/>
                    </a:cubicBezTo>
                    <a:cubicBezTo>
                      <a:pt x="0" y="30"/>
                      <a:pt x="0" y="30"/>
                      <a:pt x="0" y="30"/>
                    </a:cubicBezTo>
                    <a:cubicBezTo>
                      <a:pt x="0" y="14"/>
                      <a:pt x="13" y="0"/>
                      <a:pt x="30" y="0"/>
                    </a:cubicBezTo>
                    <a:cubicBezTo>
                      <a:pt x="434" y="0"/>
                      <a:pt x="434" y="0"/>
                      <a:pt x="434" y="0"/>
                    </a:cubicBezTo>
                    <a:cubicBezTo>
                      <a:pt x="450" y="0"/>
                      <a:pt x="464" y="14"/>
                      <a:pt x="464" y="30"/>
                    </a:cubicBezTo>
                    <a:cubicBezTo>
                      <a:pt x="464" y="376"/>
                      <a:pt x="464" y="376"/>
                      <a:pt x="464" y="376"/>
                    </a:cubicBezTo>
                    <a:cubicBezTo>
                      <a:pt x="464" y="393"/>
                      <a:pt x="450" y="406"/>
                      <a:pt x="434" y="406"/>
                    </a:cubicBezTo>
                    <a:close/>
                  </a:path>
                </a:pathLst>
              </a:custGeom>
              <a:noFill/>
              <a:ln w="184150" cap="flat">
                <a:solidFill>
                  <a:srgbClr val="C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3" name="Freeform 11">
                <a:extLst>
                  <a:ext uri="{FF2B5EF4-FFF2-40B4-BE49-F238E27FC236}">
                    <a16:creationId xmlns:a16="http://schemas.microsoft.com/office/drawing/2014/main" id="{9622CA32-E887-4015-BE52-CE59C58A50BC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90538" y="3262313"/>
                <a:ext cx="914400" cy="1590675"/>
              </a:xfrm>
              <a:custGeom>
                <a:avLst/>
                <a:gdLst>
                  <a:gd name="T0" fmla="*/ 119 w 119"/>
                  <a:gd name="T1" fmla="*/ 60 h 207"/>
                  <a:gd name="T2" fmla="*/ 60 w 119"/>
                  <a:gd name="T3" fmla="*/ 0 h 207"/>
                  <a:gd name="T4" fmla="*/ 0 w 119"/>
                  <a:gd name="T5" fmla="*/ 60 h 207"/>
                  <a:gd name="T6" fmla="*/ 30 w 119"/>
                  <a:gd name="T7" fmla="*/ 112 h 207"/>
                  <a:gd name="T8" fmla="*/ 11 w 119"/>
                  <a:gd name="T9" fmla="*/ 207 h 207"/>
                  <a:gd name="T10" fmla="*/ 108 w 119"/>
                  <a:gd name="T11" fmla="*/ 207 h 207"/>
                  <a:gd name="T12" fmla="*/ 89 w 119"/>
                  <a:gd name="T13" fmla="*/ 112 h 207"/>
                  <a:gd name="T14" fmla="*/ 119 w 119"/>
                  <a:gd name="T15" fmla="*/ 60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19" h="207">
                    <a:moveTo>
                      <a:pt x="119" y="60"/>
                    </a:moveTo>
                    <a:cubicBezTo>
                      <a:pt x="119" y="27"/>
                      <a:pt x="93" y="0"/>
                      <a:pt x="60" y="0"/>
                    </a:cubicBezTo>
                    <a:cubicBezTo>
                      <a:pt x="27" y="0"/>
                      <a:pt x="0" y="27"/>
                      <a:pt x="0" y="60"/>
                    </a:cubicBezTo>
                    <a:cubicBezTo>
                      <a:pt x="0" y="82"/>
                      <a:pt x="12" y="102"/>
                      <a:pt x="30" y="112"/>
                    </a:cubicBezTo>
                    <a:cubicBezTo>
                      <a:pt x="11" y="207"/>
                      <a:pt x="11" y="207"/>
                      <a:pt x="11" y="207"/>
                    </a:cubicBezTo>
                    <a:cubicBezTo>
                      <a:pt x="108" y="207"/>
                      <a:pt x="108" y="207"/>
                      <a:pt x="108" y="207"/>
                    </a:cubicBezTo>
                    <a:cubicBezTo>
                      <a:pt x="89" y="112"/>
                      <a:pt x="89" y="112"/>
                      <a:pt x="89" y="112"/>
                    </a:cubicBezTo>
                    <a:cubicBezTo>
                      <a:pt x="107" y="102"/>
                      <a:pt x="119" y="82"/>
                      <a:pt x="119" y="60"/>
                    </a:cubicBezTo>
                    <a:close/>
                  </a:path>
                </a:pathLst>
              </a:custGeom>
              <a:solidFill>
                <a:srgbClr val="920000"/>
              </a:solidFill>
              <a:ln w="184150" cap="flat">
                <a:solidFill>
                  <a:srgbClr val="C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4" name="Freeform 12">
                <a:extLst>
                  <a:ext uri="{FF2B5EF4-FFF2-40B4-BE49-F238E27FC236}">
                    <a16:creationId xmlns:a16="http://schemas.microsoft.com/office/drawing/2014/main" id="{15857072-129D-4B83-AEDA-E98AD3A5AEF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-239713" y="581026"/>
                <a:ext cx="2382838" cy="1958975"/>
              </a:xfrm>
              <a:custGeom>
                <a:avLst/>
                <a:gdLst>
                  <a:gd name="T0" fmla="*/ 0 w 310"/>
                  <a:gd name="T1" fmla="*/ 253 h 255"/>
                  <a:gd name="T2" fmla="*/ 0 w 310"/>
                  <a:gd name="T3" fmla="*/ 155 h 255"/>
                  <a:gd name="T4" fmla="*/ 155 w 310"/>
                  <a:gd name="T5" fmla="*/ 0 h 255"/>
                  <a:gd name="T6" fmla="*/ 310 w 310"/>
                  <a:gd name="T7" fmla="*/ 155 h 255"/>
                  <a:gd name="T8" fmla="*/ 310 w 310"/>
                  <a:gd name="T9" fmla="*/ 255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0" h="255">
                    <a:moveTo>
                      <a:pt x="0" y="253"/>
                    </a:moveTo>
                    <a:cubicBezTo>
                      <a:pt x="0" y="155"/>
                      <a:pt x="0" y="155"/>
                      <a:pt x="0" y="155"/>
                    </a:cubicBezTo>
                    <a:cubicBezTo>
                      <a:pt x="0" y="69"/>
                      <a:pt x="69" y="0"/>
                      <a:pt x="155" y="0"/>
                    </a:cubicBezTo>
                    <a:cubicBezTo>
                      <a:pt x="240" y="0"/>
                      <a:pt x="310" y="69"/>
                      <a:pt x="310" y="155"/>
                    </a:cubicBezTo>
                    <a:cubicBezTo>
                      <a:pt x="310" y="255"/>
                      <a:pt x="310" y="255"/>
                      <a:pt x="310" y="255"/>
                    </a:cubicBezTo>
                  </a:path>
                </a:pathLst>
              </a:custGeom>
              <a:noFill/>
              <a:ln w="184150" cap="flat">
                <a:solidFill>
                  <a:srgbClr val="C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268" name="Rectangle 267">
              <a:extLst>
                <a:ext uri="{FF2B5EF4-FFF2-40B4-BE49-F238E27FC236}">
                  <a16:creationId xmlns:a16="http://schemas.microsoft.com/office/drawing/2014/main" id="{395FD607-A9EB-4369-8C8B-71A1A9564207}"/>
                </a:ext>
              </a:extLst>
            </p:cNvPr>
            <p:cNvSpPr/>
            <p:nvPr userDrawn="1"/>
          </p:nvSpPr>
          <p:spPr>
            <a:xfrm>
              <a:off x="-1327308" y="-152400"/>
              <a:ext cx="1325690" cy="65278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9" name="Rectangle 268">
              <a:extLst>
                <a:ext uri="{FF2B5EF4-FFF2-40B4-BE49-F238E27FC236}">
                  <a16:creationId xmlns:a16="http://schemas.microsoft.com/office/drawing/2014/main" id="{5CCAC69A-2B74-4981-825D-C3244AD95072}"/>
                </a:ext>
              </a:extLst>
            </p:cNvPr>
            <p:cNvSpPr/>
            <p:nvPr userDrawn="1"/>
          </p:nvSpPr>
          <p:spPr>
            <a:xfrm>
              <a:off x="10973671" y="-152400"/>
              <a:ext cx="1325690" cy="65278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0" name="Rectangle 269">
              <a:extLst>
                <a:ext uri="{FF2B5EF4-FFF2-40B4-BE49-F238E27FC236}">
                  <a16:creationId xmlns:a16="http://schemas.microsoft.com/office/drawing/2014/main" id="{660DB5A1-D3C7-4B82-A883-81AAAD318502}"/>
                </a:ext>
              </a:extLst>
            </p:cNvPr>
            <p:cNvSpPr/>
            <p:nvPr userDrawn="1"/>
          </p:nvSpPr>
          <p:spPr>
            <a:xfrm rot="16200000">
              <a:off x="5129275" y="-5934192"/>
              <a:ext cx="405411" cy="1146406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1" name="Rectangle 270">
              <a:extLst>
                <a:ext uri="{FF2B5EF4-FFF2-40B4-BE49-F238E27FC236}">
                  <a16:creationId xmlns:a16="http://schemas.microsoft.com/office/drawing/2014/main" id="{02F05F0F-A34E-4FE9-AFF6-B23AF6C59A1F}"/>
                </a:ext>
              </a:extLst>
            </p:cNvPr>
            <p:cNvSpPr/>
            <p:nvPr userDrawn="1"/>
          </p:nvSpPr>
          <p:spPr>
            <a:xfrm rot="16200000">
              <a:off x="5129270" y="643723"/>
              <a:ext cx="405411" cy="1146406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62072" y="3767328"/>
            <a:ext cx="7461504" cy="590931"/>
          </a:xfrm>
        </p:spPr>
        <p:txBody>
          <a:bodyPr/>
          <a:lstStyle>
            <a:lvl1pPr algn="l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62072" y="4361688"/>
            <a:ext cx="7461504" cy="525463"/>
          </a:xfrm>
        </p:spPr>
        <p:txBody>
          <a:bodyPr/>
          <a:lstStyle>
            <a:lvl1pPr marL="0" indent="0" algn="l">
              <a:buFontTx/>
              <a:buNone/>
              <a:defRPr sz="2400" b="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571500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0890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5462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18891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00341446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7144437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0972800" cy="559791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635393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MO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0972800" cy="570500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348" y="5169473"/>
            <a:ext cx="9976104" cy="535531"/>
          </a:xfrm>
        </p:spPr>
        <p:txBody>
          <a:bodyPr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3947183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n object  Description automatically generated">
            <a:extLst>
              <a:ext uri="{FF2B5EF4-FFF2-40B4-BE49-F238E27FC236}">
                <a16:creationId xmlns:a16="http://schemas.microsoft.com/office/drawing/2014/main" id="{DB5BC97F-BE1C-4CC1-A0F8-EF37ABD2FDB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0972800" cy="617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165594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, and Content">
  <p:cSld name="1_Title, Subtitle, and Conten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498348" y="661226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1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body" idx="1"/>
          </p:nvPr>
        </p:nvSpPr>
        <p:spPr>
          <a:xfrm>
            <a:off x="516750" y="2103036"/>
            <a:ext cx="9976104" cy="3596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55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Char char="—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—"/>
              <a:defRPr sz="18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Char char="—"/>
              <a:defRPr sz="16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▪"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Char char="▪"/>
              <a:defRPr sz="2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2"/>
          </p:nvPr>
        </p:nvSpPr>
        <p:spPr>
          <a:xfrm>
            <a:off x="498348" y="1183333"/>
            <a:ext cx="9976104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ct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24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10268141" y="5699821"/>
            <a:ext cx="658500" cy="47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9382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image" Target="../media/image10.jp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51.xml"/><Relationship Id="rId1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41.xml"/><Relationship Id="rId21" Type="http://schemas.openxmlformats.org/officeDocument/2006/relationships/image" Target="../media/image11.png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5.xml"/><Relationship Id="rId2" Type="http://schemas.openxmlformats.org/officeDocument/2006/relationships/slideLayout" Target="../slideLayouts/slideLayout40.xml"/><Relationship Id="rId16" Type="http://schemas.openxmlformats.org/officeDocument/2006/relationships/slideLayout" Target="../slideLayouts/slideLayout54.xml"/><Relationship Id="rId20" Type="http://schemas.openxmlformats.org/officeDocument/2006/relationships/theme" Target="../theme/theme4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48.xml"/><Relationship Id="rId19" Type="http://schemas.openxmlformats.org/officeDocument/2006/relationships/slideLayout" Target="../slideLayouts/slideLayout57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5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13" Type="http://schemas.openxmlformats.org/officeDocument/2006/relationships/image" Target="../media/image11.png"/><Relationship Id="rId3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4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6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71.xml"/><Relationship Id="rId7" Type="http://schemas.openxmlformats.org/officeDocument/2006/relationships/slideLayout" Target="../slideLayouts/slideLayout75.xml"/><Relationship Id="rId12" Type="http://schemas.openxmlformats.org/officeDocument/2006/relationships/slideLayout" Target="../slideLayouts/slideLayout80.xml"/><Relationship Id="rId2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11" Type="http://schemas.openxmlformats.org/officeDocument/2006/relationships/slideLayout" Target="../slideLayouts/slideLayout79.xml"/><Relationship Id="rId5" Type="http://schemas.openxmlformats.org/officeDocument/2006/relationships/slideLayout" Target="../slideLayouts/slideLayout73.xml"/><Relationship Id="rId10" Type="http://schemas.openxmlformats.org/officeDocument/2006/relationships/slideLayout" Target="../slideLayouts/slideLayout78.xml"/><Relationship Id="rId4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7.xml"/><Relationship Id="rId14" Type="http://schemas.openxmlformats.org/officeDocument/2006/relationships/image" Target="../media/image11.pn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8.xml"/><Relationship Id="rId13" Type="http://schemas.openxmlformats.org/officeDocument/2006/relationships/slideLayout" Target="../slideLayouts/slideLayout93.xml"/><Relationship Id="rId18" Type="http://schemas.openxmlformats.org/officeDocument/2006/relationships/theme" Target="../theme/theme7.xml"/><Relationship Id="rId3" Type="http://schemas.openxmlformats.org/officeDocument/2006/relationships/slideLayout" Target="../slideLayouts/slideLayout83.xml"/><Relationship Id="rId7" Type="http://schemas.openxmlformats.org/officeDocument/2006/relationships/slideLayout" Target="../slideLayouts/slideLayout87.xml"/><Relationship Id="rId12" Type="http://schemas.openxmlformats.org/officeDocument/2006/relationships/slideLayout" Target="../slideLayouts/slideLayout92.xml"/><Relationship Id="rId17" Type="http://schemas.openxmlformats.org/officeDocument/2006/relationships/slideLayout" Target="../slideLayouts/slideLayout97.xml"/><Relationship Id="rId2" Type="http://schemas.openxmlformats.org/officeDocument/2006/relationships/slideLayout" Target="../slideLayouts/slideLayout82.xml"/><Relationship Id="rId16" Type="http://schemas.openxmlformats.org/officeDocument/2006/relationships/slideLayout" Target="../slideLayouts/slideLayout96.xml"/><Relationship Id="rId1" Type="http://schemas.openxmlformats.org/officeDocument/2006/relationships/slideLayout" Target="../slideLayouts/slideLayout81.xml"/><Relationship Id="rId6" Type="http://schemas.openxmlformats.org/officeDocument/2006/relationships/slideLayout" Target="../slideLayouts/slideLayout86.xml"/><Relationship Id="rId11" Type="http://schemas.openxmlformats.org/officeDocument/2006/relationships/slideLayout" Target="../slideLayouts/slideLayout91.xml"/><Relationship Id="rId5" Type="http://schemas.openxmlformats.org/officeDocument/2006/relationships/slideLayout" Target="../slideLayouts/slideLayout85.xml"/><Relationship Id="rId15" Type="http://schemas.openxmlformats.org/officeDocument/2006/relationships/slideLayout" Target="../slideLayouts/slideLayout95.xml"/><Relationship Id="rId10" Type="http://schemas.openxmlformats.org/officeDocument/2006/relationships/slideLayout" Target="../slideLayouts/slideLayout90.xml"/><Relationship Id="rId19" Type="http://schemas.openxmlformats.org/officeDocument/2006/relationships/image" Target="../media/image11.png"/><Relationship Id="rId4" Type="http://schemas.openxmlformats.org/officeDocument/2006/relationships/slideLayout" Target="../slideLayouts/slideLayout84.xml"/><Relationship Id="rId9" Type="http://schemas.openxmlformats.org/officeDocument/2006/relationships/slideLayout" Target="../slideLayouts/slideLayout89.xml"/><Relationship Id="rId14" Type="http://schemas.openxmlformats.org/officeDocument/2006/relationships/slideLayout" Target="../slideLayouts/slideLayout9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99743" y="653532"/>
            <a:ext cx="9973315" cy="5909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/>
              <a:t>마스터 제목 스타일을 편집하려면 클릭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17402" y="2002367"/>
            <a:ext cx="9948931" cy="3908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마스터 텍스트 스타일을 편집하려면 클릭</a:t>
            </a:r>
          </a:p>
          <a:p>
            <a:pPr lvl="1"/>
            <a:r>
              <a:rPr lang="en-US"/>
              <a:t>레벨 2</a:t>
            </a:r>
          </a:p>
          <a:p>
            <a:pPr lvl="2"/>
            <a:r>
              <a:rPr lang="en-US"/>
              <a:t>레벨 3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D69214B-99AB-46ED-9864-662329C3618F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30818" y="5785419"/>
            <a:ext cx="580688" cy="206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690729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980" r:id="rId1"/>
    <p:sldLayoutId id="2147483981" r:id="rId2"/>
    <p:sldLayoutId id="2147483896" r:id="rId3"/>
    <p:sldLayoutId id="2147483971" r:id="rId4"/>
    <p:sldLayoutId id="2147483917" r:id="rId5"/>
    <p:sldLayoutId id="2147483969" r:id="rId6"/>
    <p:sldLayoutId id="2147483919" r:id="rId7"/>
    <p:sldLayoutId id="2147483954" r:id="rId8"/>
    <p:sldLayoutId id="2147483897" r:id="rId9"/>
    <p:sldLayoutId id="2147483898" r:id="rId10"/>
    <p:sldLayoutId id="2147483926" r:id="rId11"/>
    <p:sldLayoutId id="2147483899" r:id="rId12"/>
    <p:sldLayoutId id="2147483901" r:id="rId13"/>
  </p:sldLayoutIdLst>
  <p:hf hdr="0" ftr="0" dt="0"/>
  <p:txStyles>
    <p:titleStyle>
      <a:lvl1pPr algn="ctr" rtl="0" fontAlgn="base">
        <a:lnSpc>
          <a:spcPct val="90000"/>
        </a:lnSpc>
        <a:spcBef>
          <a:spcPct val="0"/>
        </a:spcBef>
        <a:spcAft>
          <a:spcPct val="0"/>
        </a:spcAft>
        <a:defRPr sz="3600" b="1" cap="all" baseline="0">
          <a:solidFill>
            <a:schemeClr val="bg1"/>
          </a:solidFill>
          <a:latin typeface="Trebuchet MS" panose="020B0603020202020204" pitchFamily="34" charset="0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9pPr>
    </p:titleStyle>
    <p:bodyStyle>
      <a:lvl1pPr marL="0" indent="0" algn="l" rtl="0" fontAlgn="base">
        <a:lnSpc>
          <a:spcPct val="90000"/>
        </a:lnSpc>
        <a:spcBef>
          <a:spcPts val="900"/>
        </a:spcBef>
        <a:spcAft>
          <a:spcPts val="900"/>
        </a:spcAft>
        <a:buClr>
          <a:schemeClr val="bg2"/>
        </a:buClr>
        <a:buSzPct val="100000"/>
        <a:buFontTx/>
        <a:buNone/>
        <a:defRPr sz="2000" b="0">
          <a:solidFill>
            <a:schemeClr val="bg1"/>
          </a:solidFill>
          <a:latin typeface="Trebuchet MS" pitchFamily="34" charset="0"/>
          <a:ea typeface="+mn-ea"/>
          <a:cs typeface="+mn-cs"/>
        </a:defRPr>
      </a:lvl1pPr>
      <a:lvl2pPr marL="571500" indent="0" algn="l" rtl="0" fontAlgn="base">
        <a:lnSpc>
          <a:spcPct val="90000"/>
        </a:lnSpc>
        <a:spcBef>
          <a:spcPts val="900"/>
        </a:spcBef>
        <a:spcAft>
          <a:spcPts val="900"/>
        </a:spcAft>
        <a:buClr>
          <a:schemeClr val="bg2"/>
        </a:buClr>
        <a:buSzPct val="100000"/>
        <a:buFontTx/>
        <a:buNone/>
        <a:defRPr sz="1800" b="0">
          <a:solidFill>
            <a:schemeClr val="bg1"/>
          </a:solidFill>
          <a:latin typeface="Trebuchet MS" pitchFamily="34" charset="0"/>
        </a:defRPr>
      </a:lvl2pPr>
      <a:lvl3pPr marL="1089025" indent="0" algn="l" rtl="0" fontAlgn="base">
        <a:lnSpc>
          <a:spcPct val="90000"/>
        </a:lnSpc>
        <a:spcBef>
          <a:spcPts val="900"/>
        </a:spcBef>
        <a:spcAft>
          <a:spcPts val="900"/>
        </a:spcAft>
        <a:buClr>
          <a:schemeClr val="bg2"/>
        </a:buClr>
        <a:buSzPct val="100000"/>
        <a:buFontTx/>
        <a:buNone/>
        <a:defRPr sz="1600" b="0">
          <a:solidFill>
            <a:schemeClr val="bg1"/>
          </a:solidFill>
          <a:latin typeface="Trebuchet MS" pitchFamily="34" charset="0"/>
        </a:defRPr>
      </a:lvl3pPr>
      <a:lvl4pPr marL="1774825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</a:defRPr>
      </a:lvl4pPr>
      <a:lvl5pPr marL="2117725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5pPr>
      <a:lvl6pPr marL="2574925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6pPr>
      <a:lvl7pPr marL="3032125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7pPr>
      <a:lvl8pPr marL="3489325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8pPr>
      <a:lvl9pPr marL="3946525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99743" y="653532"/>
            <a:ext cx="9973315" cy="5909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/>
              <a:t>마스터 제목 스타일을 편집하려면 클릭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17402" y="2002367"/>
            <a:ext cx="9948931" cy="3908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마스터 텍스트 스타일을 편집하려면 클릭</a:t>
            </a:r>
          </a:p>
          <a:p>
            <a:pPr lvl="1"/>
            <a:r>
              <a:rPr lang="en-US"/>
              <a:t>레벨 2</a:t>
            </a:r>
          </a:p>
          <a:p>
            <a:pPr lvl="2"/>
            <a:r>
              <a:rPr lang="en-US"/>
              <a:t>레벨 3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9762254" y="5831286"/>
            <a:ext cx="321027" cy="16158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algn="ctr">
              <a:defRPr sz="4400" cap="all">
                <a:solidFill>
                  <a:schemeClr val="bg1"/>
                </a:solidFill>
                <a:latin typeface="Century Gothic" pitchFamily="34" charset="0"/>
              </a:defRPr>
            </a:lvl1pPr>
          </a:lstStyle>
          <a:p>
            <a:pPr algn="r"/>
            <a:fld id="{9EF62655-870B-4C06-BC3D-C67D37BAE36D}" type="slidenum">
              <a:rPr lang="en-US" sz="850" kern="1200" smtClean="0">
                <a:solidFill>
                  <a:schemeClr val="accent4"/>
                </a:solidFill>
                <a:latin typeface="Trebuchet MS" panose="020B0603020202020204" pitchFamily="34" charset="0"/>
                <a:ea typeface="MS PGothic" pitchFamily="34" charset="-128"/>
                <a:cs typeface="+mn-cs"/>
              </a:rPr>
              <a:pPr algn="r"/>
              <a:t>‹#›</a:t>
            </a:fld>
            <a:r>
              <a:rPr lang="en-US" sz="1050" cap="none" baseline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endParaRPr lang="en-US" sz="1050" cap="none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5" name="Group 4"/>
          <p:cNvGrpSpPr/>
          <p:nvPr userDrawn="1"/>
        </p:nvGrpSpPr>
        <p:grpSpPr>
          <a:xfrm>
            <a:off x="10153706" y="5866413"/>
            <a:ext cx="583502" cy="107781"/>
            <a:chOff x="677492" y="-1417931"/>
            <a:chExt cx="3154606" cy="582700"/>
          </a:xfrm>
        </p:grpSpPr>
        <p:sp>
          <p:nvSpPr>
            <p:cNvPr id="6" name="Freeform 5"/>
            <p:cNvSpPr>
              <a:spLocks noEditPoints="1"/>
            </p:cNvSpPr>
            <p:nvPr userDrawn="1"/>
          </p:nvSpPr>
          <p:spPr bwMode="auto">
            <a:xfrm>
              <a:off x="3761772" y="-980905"/>
              <a:ext cx="70326" cy="68652"/>
            </a:xfrm>
            <a:custGeom>
              <a:avLst/>
              <a:gdLst>
                <a:gd name="T0" fmla="*/ 36 w 87"/>
                <a:gd name="T1" fmla="*/ 37 h 83"/>
                <a:gd name="T2" fmla="*/ 36 w 87"/>
                <a:gd name="T3" fmla="*/ 26 h 83"/>
                <a:gd name="T4" fmla="*/ 43 w 87"/>
                <a:gd name="T5" fmla="*/ 26 h 83"/>
                <a:gd name="T6" fmla="*/ 52 w 87"/>
                <a:gd name="T7" fmla="*/ 31 h 83"/>
                <a:gd name="T8" fmla="*/ 45 w 87"/>
                <a:gd name="T9" fmla="*/ 37 h 83"/>
                <a:gd name="T10" fmla="*/ 36 w 87"/>
                <a:gd name="T11" fmla="*/ 37 h 83"/>
                <a:gd name="T12" fmla="*/ 36 w 87"/>
                <a:gd name="T13" fmla="*/ 45 h 83"/>
                <a:gd name="T14" fmla="*/ 41 w 87"/>
                <a:gd name="T15" fmla="*/ 45 h 83"/>
                <a:gd name="T16" fmla="*/ 52 w 87"/>
                <a:gd name="T17" fmla="*/ 63 h 83"/>
                <a:gd name="T18" fmla="*/ 63 w 87"/>
                <a:gd name="T19" fmla="*/ 63 h 83"/>
                <a:gd name="T20" fmla="*/ 52 w 87"/>
                <a:gd name="T21" fmla="*/ 44 h 83"/>
                <a:gd name="T22" fmla="*/ 63 w 87"/>
                <a:gd name="T23" fmla="*/ 32 h 83"/>
                <a:gd name="T24" fmla="*/ 44 w 87"/>
                <a:gd name="T25" fmla="*/ 19 h 83"/>
                <a:gd name="T26" fmla="*/ 26 w 87"/>
                <a:gd name="T27" fmla="*/ 19 h 83"/>
                <a:gd name="T28" fmla="*/ 26 w 87"/>
                <a:gd name="T29" fmla="*/ 63 h 83"/>
                <a:gd name="T30" fmla="*/ 36 w 87"/>
                <a:gd name="T31" fmla="*/ 63 h 83"/>
                <a:gd name="T32" fmla="*/ 36 w 87"/>
                <a:gd name="T33" fmla="*/ 45 h 83"/>
                <a:gd name="T34" fmla="*/ 87 w 87"/>
                <a:gd name="T35" fmla="*/ 41 h 83"/>
                <a:gd name="T36" fmla="*/ 44 w 87"/>
                <a:gd name="T37" fmla="*/ 0 h 83"/>
                <a:gd name="T38" fmla="*/ 0 w 87"/>
                <a:gd name="T39" fmla="*/ 41 h 83"/>
                <a:gd name="T40" fmla="*/ 44 w 87"/>
                <a:gd name="T41" fmla="*/ 83 h 83"/>
                <a:gd name="T42" fmla="*/ 87 w 87"/>
                <a:gd name="T43" fmla="*/ 41 h 83"/>
                <a:gd name="T44" fmla="*/ 74 w 87"/>
                <a:gd name="T45" fmla="*/ 41 h 83"/>
                <a:gd name="T46" fmla="*/ 44 w 87"/>
                <a:gd name="T47" fmla="*/ 73 h 83"/>
                <a:gd name="T48" fmla="*/ 44 w 87"/>
                <a:gd name="T49" fmla="*/ 73 h 83"/>
                <a:gd name="T50" fmla="*/ 13 w 87"/>
                <a:gd name="T51" fmla="*/ 41 h 83"/>
                <a:gd name="T52" fmla="*/ 44 w 87"/>
                <a:gd name="T53" fmla="*/ 9 h 83"/>
                <a:gd name="T54" fmla="*/ 74 w 87"/>
                <a:gd name="T55" fmla="*/ 4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7" h="83">
                  <a:moveTo>
                    <a:pt x="36" y="37"/>
                  </a:moveTo>
                  <a:cubicBezTo>
                    <a:pt x="36" y="26"/>
                    <a:pt x="36" y="26"/>
                    <a:pt x="36" y="26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7" y="26"/>
                    <a:pt x="52" y="27"/>
                    <a:pt x="52" y="31"/>
                  </a:cubicBezTo>
                  <a:cubicBezTo>
                    <a:pt x="52" y="36"/>
                    <a:pt x="50" y="37"/>
                    <a:pt x="45" y="37"/>
                  </a:cubicBezTo>
                  <a:cubicBezTo>
                    <a:pt x="36" y="37"/>
                    <a:pt x="36" y="37"/>
                    <a:pt x="36" y="37"/>
                  </a:cubicBezTo>
                  <a:moveTo>
                    <a:pt x="36" y="45"/>
                  </a:moveTo>
                  <a:cubicBezTo>
                    <a:pt x="41" y="45"/>
                    <a:pt x="41" y="45"/>
                    <a:pt x="41" y="45"/>
                  </a:cubicBezTo>
                  <a:cubicBezTo>
                    <a:pt x="52" y="63"/>
                    <a:pt x="52" y="63"/>
                    <a:pt x="52" y="63"/>
                  </a:cubicBezTo>
                  <a:cubicBezTo>
                    <a:pt x="63" y="63"/>
                    <a:pt x="63" y="63"/>
                    <a:pt x="63" y="63"/>
                  </a:cubicBezTo>
                  <a:cubicBezTo>
                    <a:pt x="52" y="44"/>
                    <a:pt x="52" y="44"/>
                    <a:pt x="52" y="44"/>
                  </a:cubicBezTo>
                  <a:cubicBezTo>
                    <a:pt x="58" y="43"/>
                    <a:pt x="63" y="41"/>
                    <a:pt x="63" y="32"/>
                  </a:cubicBezTo>
                  <a:cubicBezTo>
                    <a:pt x="63" y="22"/>
                    <a:pt x="56" y="19"/>
                    <a:pt x="44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36" y="63"/>
                    <a:pt x="36" y="63"/>
                    <a:pt x="36" y="63"/>
                  </a:cubicBezTo>
                  <a:cubicBezTo>
                    <a:pt x="36" y="45"/>
                    <a:pt x="36" y="45"/>
                    <a:pt x="36" y="45"/>
                  </a:cubicBezTo>
                  <a:moveTo>
                    <a:pt x="87" y="41"/>
                  </a:moveTo>
                  <a:cubicBezTo>
                    <a:pt x="87" y="15"/>
                    <a:pt x="66" y="0"/>
                    <a:pt x="44" y="0"/>
                  </a:cubicBezTo>
                  <a:cubicBezTo>
                    <a:pt x="21" y="0"/>
                    <a:pt x="0" y="15"/>
                    <a:pt x="0" y="41"/>
                  </a:cubicBezTo>
                  <a:cubicBezTo>
                    <a:pt x="0" y="67"/>
                    <a:pt x="21" y="83"/>
                    <a:pt x="44" y="83"/>
                  </a:cubicBezTo>
                  <a:cubicBezTo>
                    <a:pt x="66" y="83"/>
                    <a:pt x="87" y="67"/>
                    <a:pt x="87" y="41"/>
                  </a:cubicBezTo>
                  <a:moveTo>
                    <a:pt x="74" y="41"/>
                  </a:moveTo>
                  <a:cubicBezTo>
                    <a:pt x="74" y="60"/>
                    <a:pt x="60" y="73"/>
                    <a:pt x="44" y="73"/>
                  </a:cubicBezTo>
                  <a:cubicBezTo>
                    <a:pt x="44" y="73"/>
                    <a:pt x="44" y="73"/>
                    <a:pt x="44" y="73"/>
                  </a:cubicBezTo>
                  <a:cubicBezTo>
                    <a:pt x="26" y="73"/>
                    <a:pt x="13" y="60"/>
                    <a:pt x="13" y="41"/>
                  </a:cubicBezTo>
                  <a:cubicBezTo>
                    <a:pt x="13" y="22"/>
                    <a:pt x="26" y="9"/>
                    <a:pt x="44" y="9"/>
                  </a:cubicBezTo>
                  <a:cubicBezTo>
                    <a:pt x="60" y="9"/>
                    <a:pt x="74" y="22"/>
                    <a:pt x="74" y="4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6"/>
            <p:cNvSpPr>
              <a:spLocks noEditPoints="1"/>
            </p:cNvSpPr>
            <p:nvPr userDrawn="1"/>
          </p:nvSpPr>
          <p:spPr bwMode="auto">
            <a:xfrm>
              <a:off x="1700563" y="-1309093"/>
              <a:ext cx="2039443" cy="385118"/>
            </a:xfrm>
            <a:custGeom>
              <a:avLst/>
              <a:gdLst>
                <a:gd name="T0" fmla="*/ 1048 w 2520"/>
                <a:gd name="T1" fmla="*/ 0 h 472"/>
                <a:gd name="T2" fmla="*/ 1048 w 2520"/>
                <a:gd name="T3" fmla="*/ 472 h 472"/>
                <a:gd name="T4" fmla="*/ 1181 w 2520"/>
                <a:gd name="T5" fmla="*/ 472 h 472"/>
                <a:gd name="T6" fmla="*/ 1181 w 2520"/>
                <a:gd name="T7" fmla="*/ 0 h 472"/>
                <a:gd name="T8" fmla="*/ 1048 w 2520"/>
                <a:gd name="T9" fmla="*/ 0 h 472"/>
                <a:gd name="T10" fmla="*/ 0 w 2520"/>
                <a:gd name="T11" fmla="*/ 0 h 472"/>
                <a:gd name="T12" fmla="*/ 0 w 2520"/>
                <a:gd name="T13" fmla="*/ 472 h 472"/>
                <a:gd name="T14" fmla="*/ 134 w 2520"/>
                <a:gd name="T15" fmla="*/ 472 h 472"/>
                <a:gd name="T16" fmla="*/ 134 w 2520"/>
                <a:gd name="T17" fmla="*/ 105 h 472"/>
                <a:gd name="T18" fmla="*/ 239 w 2520"/>
                <a:gd name="T19" fmla="*/ 106 h 472"/>
                <a:gd name="T20" fmla="*/ 314 w 2520"/>
                <a:gd name="T21" fmla="*/ 132 h 472"/>
                <a:gd name="T22" fmla="*/ 344 w 2520"/>
                <a:gd name="T23" fmla="*/ 257 h 472"/>
                <a:gd name="T24" fmla="*/ 344 w 2520"/>
                <a:gd name="T25" fmla="*/ 472 h 472"/>
                <a:gd name="T26" fmla="*/ 474 w 2520"/>
                <a:gd name="T27" fmla="*/ 472 h 472"/>
                <a:gd name="T28" fmla="*/ 474 w 2520"/>
                <a:gd name="T29" fmla="*/ 211 h 472"/>
                <a:gd name="T30" fmla="*/ 239 w 2520"/>
                <a:gd name="T31" fmla="*/ 0 h 472"/>
                <a:gd name="T32" fmla="*/ 0 w 2520"/>
                <a:gd name="T33" fmla="*/ 0 h 472"/>
                <a:gd name="T34" fmla="*/ 1262 w 2520"/>
                <a:gd name="T35" fmla="*/ 0 h 472"/>
                <a:gd name="T36" fmla="*/ 1262 w 2520"/>
                <a:gd name="T37" fmla="*/ 472 h 472"/>
                <a:gd name="T38" fmla="*/ 1479 w 2520"/>
                <a:gd name="T39" fmla="*/ 472 h 472"/>
                <a:gd name="T40" fmla="*/ 1672 w 2520"/>
                <a:gd name="T41" fmla="*/ 410 h 472"/>
                <a:gd name="T42" fmla="*/ 1719 w 2520"/>
                <a:gd name="T43" fmla="*/ 242 h 472"/>
                <a:gd name="T44" fmla="*/ 1676 w 2520"/>
                <a:gd name="T45" fmla="*/ 79 h 472"/>
                <a:gd name="T46" fmla="*/ 1449 w 2520"/>
                <a:gd name="T47" fmla="*/ 0 h 472"/>
                <a:gd name="T48" fmla="*/ 1262 w 2520"/>
                <a:gd name="T49" fmla="*/ 0 h 472"/>
                <a:gd name="T50" fmla="*/ 1395 w 2520"/>
                <a:gd name="T51" fmla="*/ 103 h 472"/>
                <a:gd name="T52" fmla="*/ 1452 w 2520"/>
                <a:gd name="T53" fmla="*/ 103 h 472"/>
                <a:gd name="T54" fmla="*/ 1589 w 2520"/>
                <a:gd name="T55" fmla="*/ 237 h 472"/>
                <a:gd name="T56" fmla="*/ 1452 w 2520"/>
                <a:gd name="T57" fmla="*/ 372 h 472"/>
                <a:gd name="T58" fmla="*/ 1395 w 2520"/>
                <a:gd name="T59" fmla="*/ 372 h 472"/>
                <a:gd name="T60" fmla="*/ 1395 w 2520"/>
                <a:gd name="T61" fmla="*/ 103 h 472"/>
                <a:gd name="T62" fmla="*/ 856 w 2520"/>
                <a:gd name="T63" fmla="*/ 0 h 472"/>
                <a:gd name="T64" fmla="*/ 745 w 2520"/>
                <a:gd name="T65" fmla="*/ 374 h 472"/>
                <a:gd name="T66" fmla="*/ 638 w 2520"/>
                <a:gd name="T67" fmla="*/ 0 h 472"/>
                <a:gd name="T68" fmla="*/ 494 w 2520"/>
                <a:gd name="T69" fmla="*/ 0 h 472"/>
                <a:gd name="T70" fmla="*/ 646 w 2520"/>
                <a:gd name="T71" fmla="*/ 472 h 472"/>
                <a:gd name="T72" fmla="*/ 838 w 2520"/>
                <a:gd name="T73" fmla="*/ 472 h 472"/>
                <a:gd name="T74" fmla="*/ 992 w 2520"/>
                <a:gd name="T75" fmla="*/ 0 h 472"/>
                <a:gd name="T76" fmla="*/ 856 w 2520"/>
                <a:gd name="T77" fmla="*/ 0 h 472"/>
                <a:gd name="T78" fmla="*/ 1781 w 2520"/>
                <a:gd name="T79" fmla="*/ 472 h 472"/>
                <a:gd name="T80" fmla="*/ 1915 w 2520"/>
                <a:gd name="T81" fmla="*/ 472 h 472"/>
                <a:gd name="T82" fmla="*/ 1915 w 2520"/>
                <a:gd name="T83" fmla="*/ 0 h 472"/>
                <a:gd name="T84" fmla="*/ 1781 w 2520"/>
                <a:gd name="T85" fmla="*/ 0 h 472"/>
                <a:gd name="T86" fmla="*/ 1781 w 2520"/>
                <a:gd name="T87" fmla="*/ 472 h 472"/>
                <a:gd name="T88" fmla="*/ 2155 w 2520"/>
                <a:gd name="T89" fmla="*/ 1 h 472"/>
                <a:gd name="T90" fmla="*/ 1969 w 2520"/>
                <a:gd name="T91" fmla="*/ 472 h 472"/>
                <a:gd name="T92" fmla="*/ 2100 w 2520"/>
                <a:gd name="T93" fmla="*/ 472 h 472"/>
                <a:gd name="T94" fmla="*/ 2130 w 2520"/>
                <a:gd name="T95" fmla="*/ 389 h 472"/>
                <a:gd name="T96" fmla="*/ 2350 w 2520"/>
                <a:gd name="T97" fmla="*/ 389 h 472"/>
                <a:gd name="T98" fmla="*/ 2378 w 2520"/>
                <a:gd name="T99" fmla="*/ 472 h 472"/>
                <a:gd name="T100" fmla="*/ 2520 w 2520"/>
                <a:gd name="T101" fmla="*/ 472 h 472"/>
                <a:gd name="T102" fmla="*/ 2333 w 2520"/>
                <a:gd name="T103" fmla="*/ 1 h 472"/>
                <a:gd name="T104" fmla="*/ 2155 w 2520"/>
                <a:gd name="T105" fmla="*/ 1 h 472"/>
                <a:gd name="T106" fmla="*/ 2241 w 2520"/>
                <a:gd name="T107" fmla="*/ 87 h 472"/>
                <a:gd name="T108" fmla="*/ 2322 w 2520"/>
                <a:gd name="T109" fmla="*/ 307 h 472"/>
                <a:gd name="T110" fmla="*/ 2158 w 2520"/>
                <a:gd name="T111" fmla="*/ 307 h 472"/>
                <a:gd name="T112" fmla="*/ 2241 w 2520"/>
                <a:gd name="T113" fmla="*/ 87 h 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520" h="472">
                  <a:moveTo>
                    <a:pt x="1048" y="0"/>
                  </a:moveTo>
                  <a:cubicBezTo>
                    <a:pt x="1048" y="472"/>
                    <a:pt x="1048" y="472"/>
                    <a:pt x="1048" y="472"/>
                  </a:cubicBezTo>
                  <a:cubicBezTo>
                    <a:pt x="1181" y="472"/>
                    <a:pt x="1181" y="472"/>
                    <a:pt x="1181" y="472"/>
                  </a:cubicBezTo>
                  <a:cubicBezTo>
                    <a:pt x="1181" y="0"/>
                    <a:pt x="1181" y="0"/>
                    <a:pt x="1181" y="0"/>
                  </a:cubicBezTo>
                  <a:lnTo>
                    <a:pt x="1048" y="0"/>
                  </a:lnTo>
                  <a:close/>
                  <a:moveTo>
                    <a:pt x="0" y="0"/>
                  </a:moveTo>
                  <a:cubicBezTo>
                    <a:pt x="0" y="472"/>
                    <a:pt x="0" y="472"/>
                    <a:pt x="0" y="472"/>
                  </a:cubicBezTo>
                  <a:cubicBezTo>
                    <a:pt x="134" y="472"/>
                    <a:pt x="134" y="472"/>
                    <a:pt x="134" y="472"/>
                  </a:cubicBezTo>
                  <a:cubicBezTo>
                    <a:pt x="134" y="105"/>
                    <a:pt x="134" y="105"/>
                    <a:pt x="134" y="105"/>
                  </a:cubicBezTo>
                  <a:cubicBezTo>
                    <a:pt x="239" y="106"/>
                    <a:pt x="239" y="106"/>
                    <a:pt x="239" y="106"/>
                  </a:cubicBezTo>
                  <a:cubicBezTo>
                    <a:pt x="273" y="106"/>
                    <a:pt x="297" y="114"/>
                    <a:pt x="314" y="132"/>
                  </a:cubicBezTo>
                  <a:cubicBezTo>
                    <a:pt x="335" y="154"/>
                    <a:pt x="344" y="191"/>
                    <a:pt x="344" y="257"/>
                  </a:cubicBezTo>
                  <a:cubicBezTo>
                    <a:pt x="344" y="472"/>
                    <a:pt x="344" y="472"/>
                    <a:pt x="344" y="472"/>
                  </a:cubicBezTo>
                  <a:cubicBezTo>
                    <a:pt x="474" y="472"/>
                    <a:pt x="474" y="472"/>
                    <a:pt x="474" y="472"/>
                  </a:cubicBezTo>
                  <a:cubicBezTo>
                    <a:pt x="474" y="211"/>
                    <a:pt x="474" y="211"/>
                    <a:pt x="474" y="211"/>
                  </a:cubicBezTo>
                  <a:cubicBezTo>
                    <a:pt x="474" y="25"/>
                    <a:pt x="355" y="0"/>
                    <a:pt x="239" y="0"/>
                  </a:cubicBezTo>
                  <a:lnTo>
                    <a:pt x="0" y="0"/>
                  </a:lnTo>
                  <a:close/>
                  <a:moveTo>
                    <a:pt x="1262" y="0"/>
                  </a:moveTo>
                  <a:cubicBezTo>
                    <a:pt x="1262" y="472"/>
                    <a:pt x="1262" y="472"/>
                    <a:pt x="1262" y="472"/>
                  </a:cubicBezTo>
                  <a:cubicBezTo>
                    <a:pt x="1479" y="472"/>
                    <a:pt x="1479" y="472"/>
                    <a:pt x="1479" y="472"/>
                  </a:cubicBezTo>
                  <a:cubicBezTo>
                    <a:pt x="1594" y="472"/>
                    <a:pt x="1631" y="453"/>
                    <a:pt x="1672" y="410"/>
                  </a:cubicBezTo>
                  <a:cubicBezTo>
                    <a:pt x="1701" y="380"/>
                    <a:pt x="1719" y="314"/>
                    <a:pt x="1719" y="242"/>
                  </a:cubicBezTo>
                  <a:cubicBezTo>
                    <a:pt x="1719" y="175"/>
                    <a:pt x="1704" y="116"/>
                    <a:pt x="1676" y="79"/>
                  </a:cubicBezTo>
                  <a:cubicBezTo>
                    <a:pt x="1627" y="13"/>
                    <a:pt x="1556" y="0"/>
                    <a:pt x="1449" y="0"/>
                  </a:cubicBezTo>
                  <a:lnTo>
                    <a:pt x="1262" y="0"/>
                  </a:lnTo>
                  <a:close/>
                  <a:moveTo>
                    <a:pt x="1395" y="103"/>
                  </a:moveTo>
                  <a:cubicBezTo>
                    <a:pt x="1452" y="103"/>
                    <a:pt x="1452" y="103"/>
                    <a:pt x="1452" y="103"/>
                  </a:cubicBezTo>
                  <a:cubicBezTo>
                    <a:pt x="1535" y="103"/>
                    <a:pt x="1589" y="140"/>
                    <a:pt x="1589" y="237"/>
                  </a:cubicBezTo>
                  <a:cubicBezTo>
                    <a:pt x="1589" y="334"/>
                    <a:pt x="1535" y="372"/>
                    <a:pt x="1452" y="372"/>
                  </a:cubicBezTo>
                  <a:cubicBezTo>
                    <a:pt x="1395" y="372"/>
                    <a:pt x="1395" y="372"/>
                    <a:pt x="1395" y="372"/>
                  </a:cubicBezTo>
                  <a:lnTo>
                    <a:pt x="1395" y="103"/>
                  </a:lnTo>
                  <a:close/>
                  <a:moveTo>
                    <a:pt x="856" y="0"/>
                  </a:moveTo>
                  <a:cubicBezTo>
                    <a:pt x="745" y="374"/>
                    <a:pt x="745" y="374"/>
                    <a:pt x="745" y="374"/>
                  </a:cubicBezTo>
                  <a:cubicBezTo>
                    <a:pt x="638" y="0"/>
                    <a:pt x="638" y="0"/>
                    <a:pt x="638" y="0"/>
                  </a:cubicBezTo>
                  <a:cubicBezTo>
                    <a:pt x="494" y="0"/>
                    <a:pt x="494" y="0"/>
                    <a:pt x="494" y="0"/>
                  </a:cubicBezTo>
                  <a:cubicBezTo>
                    <a:pt x="646" y="472"/>
                    <a:pt x="646" y="472"/>
                    <a:pt x="646" y="472"/>
                  </a:cubicBezTo>
                  <a:cubicBezTo>
                    <a:pt x="838" y="472"/>
                    <a:pt x="838" y="472"/>
                    <a:pt x="838" y="472"/>
                  </a:cubicBezTo>
                  <a:cubicBezTo>
                    <a:pt x="992" y="0"/>
                    <a:pt x="992" y="0"/>
                    <a:pt x="992" y="0"/>
                  </a:cubicBezTo>
                  <a:lnTo>
                    <a:pt x="856" y="0"/>
                  </a:lnTo>
                  <a:close/>
                  <a:moveTo>
                    <a:pt x="1781" y="472"/>
                  </a:moveTo>
                  <a:cubicBezTo>
                    <a:pt x="1915" y="472"/>
                    <a:pt x="1915" y="472"/>
                    <a:pt x="1915" y="472"/>
                  </a:cubicBezTo>
                  <a:cubicBezTo>
                    <a:pt x="1915" y="0"/>
                    <a:pt x="1915" y="0"/>
                    <a:pt x="1915" y="0"/>
                  </a:cubicBezTo>
                  <a:cubicBezTo>
                    <a:pt x="1781" y="0"/>
                    <a:pt x="1781" y="0"/>
                    <a:pt x="1781" y="0"/>
                  </a:cubicBezTo>
                  <a:lnTo>
                    <a:pt x="1781" y="472"/>
                  </a:lnTo>
                  <a:close/>
                  <a:moveTo>
                    <a:pt x="2155" y="1"/>
                  </a:moveTo>
                  <a:cubicBezTo>
                    <a:pt x="1969" y="472"/>
                    <a:pt x="1969" y="472"/>
                    <a:pt x="1969" y="472"/>
                  </a:cubicBezTo>
                  <a:cubicBezTo>
                    <a:pt x="2100" y="472"/>
                    <a:pt x="2100" y="472"/>
                    <a:pt x="2100" y="472"/>
                  </a:cubicBezTo>
                  <a:cubicBezTo>
                    <a:pt x="2130" y="389"/>
                    <a:pt x="2130" y="389"/>
                    <a:pt x="2130" y="389"/>
                  </a:cubicBezTo>
                  <a:cubicBezTo>
                    <a:pt x="2350" y="389"/>
                    <a:pt x="2350" y="389"/>
                    <a:pt x="2350" y="389"/>
                  </a:cubicBezTo>
                  <a:cubicBezTo>
                    <a:pt x="2378" y="472"/>
                    <a:pt x="2378" y="472"/>
                    <a:pt x="2378" y="472"/>
                  </a:cubicBezTo>
                  <a:cubicBezTo>
                    <a:pt x="2520" y="472"/>
                    <a:pt x="2520" y="472"/>
                    <a:pt x="2520" y="472"/>
                  </a:cubicBezTo>
                  <a:cubicBezTo>
                    <a:pt x="2333" y="1"/>
                    <a:pt x="2333" y="1"/>
                    <a:pt x="2333" y="1"/>
                  </a:cubicBezTo>
                  <a:lnTo>
                    <a:pt x="2155" y="1"/>
                  </a:lnTo>
                  <a:close/>
                  <a:moveTo>
                    <a:pt x="2241" y="87"/>
                  </a:moveTo>
                  <a:cubicBezTo>
                    <a:pt x="2322" y="307"/>
                    <a:pt x="2322" y="307"/>
                    <a:pt x="2322" y="307"/>
                  </a:cubicBezTo>
                  <a:cubicBezTo>
                    <a:pt x="2158" y="307"/>
                    <a:pt x="2158" y="307"/>
                    <a:pt x="2158" y="307"/>
                  </a:cubicBezTo>
                  <a:lnTo>
                    <a:pt x="2241" y="8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7"/>
            <p:cNvSpPr>
              <a:spLocks noEditPoints="1"/>
            </p:cNvSpPr>
            <p:nvPr userDrawn="1"/>
          </p:nvSpPr>
          <p:spPr bwMode="auto">
            <a:xfrm>
              <a:off x="677492" y="-1417931"/>
              <a:ext cx="877396" cy="582700"/>
            </a:xfrm>
            <a:custGeom>
              <a:avLst/>
              <a:gdLst>
                <a:gd name="T0" fmla="*/ 405 w 1086"/>
                <a:gd name="T1" fmla="*/ 214 h 718"/>
                <a:gd name="T2" fmla="*/ 405 w 1086"/>
                <a:gd name="T3" fmla="*/ 149 h 718"/>
                <a:gd name="T4" fmla="*/ 424 w 1086"/>
                <a:gd name="T5" fmla="*/ 148 h 718"/>
                <a:gd name="T6" fmla="*/ 719 w 1086"/>
                <a:gd name="T7" fmla="*/ 301 h 718"/>
                <a:gd name="T8" fmla="*/ 458 w 1086"/>
                <a:gd name="T9" fmla="*/ 476 h 718"/>
                <a:gd name="T10" fmla="*/ 405 w 1086"/>
                <a:gd name="T11" fmla="*/ 467 h 718"/>
                <a:gd name="T12" fmla="*/ 405 w 1086"/>
                <a:gd name="T13" fmla="*/ 270 h 718"/>
                <a:gd name="T14" fmla="*/ 530 w 1086"/>
                <a:gd name="T15" fmla="*/ 378 h 718"/>
                <a:gd name="T16" fmla="*/ 622 w 1086"/>
                <a:gd name="T17" fmla="*/ 300 h 718"/>
                <a:gd name="T18" fmla="*/ 441 w 1086"/>
                <a:gd name="T19" fmla="*/ 212 h 718"/>
                <a:gd name="T20" fmla="*/ 405 w 1086"/>
                <a:gd name="T21" fmla="*/ 214 h 718"/>
                <a:gd name="T22" fmla="*/ 405 w 1086"/>
                <a:gd name="T23" fmla="*/ 0 h 718"/>
                <a:gd name="T24" fmla="*/ 405 w 1086"/>
                <a:gd name="T25" fmla="*/ 97 h 718"/>
                <a:gd name="T26" fmla="*/ 424 w 1086"/>
                <a:gd name="T27" fmla="*/ 95 h 718"/>
                <a:gd name="T28" fmla="*/ 832 w 1086"/>
                <a:gd name="T29" fmla="*/ 298 h 718"/>
                <a:gd name="T30" fmla="*/ 455 w 1086"/>
                <a:gd name="T31" fmla="*/ 523 h 718"/>
                <a:gd name="T32" fmla="*/ 405 w 1086"/>
                <a:gd name="T33" fmla="*/ 518 h 718"/>
                <a:gd name="T34" fmla="*/ 405 w 1086"/>
                <a:gd name="T35" fmla="*/ 578 h 718"/>
                <a:gd name="T36" fmla="*/ 447 w 1086"/>
                <a:gd name="T37" fmla="*/ 581 h 718"/>
                <a:gd name="T38" fmla="*/ 881 w 1086"/>
                <a:gd name="T39" fmla="*/ 381 h 718"/>
                <a:gd name="T40" fmla="*/ 1004 w 1086"/>
                <a:gd name="T41" fmla="*/ 456 h 718"/>
                <a:gd name="T42" fmla="*/ 449 w 1086"/>
                <a:gd name="T43" fmla="*/ 636 h 718"/>
                <a:gd name="T44" fmla="*/ 405 w 1086"/>
                <a:gd name="T45" fmla="*/ 634 h 718"/>
                <a:gd name="T46" fmla="*/ 405 w 1086"/>
                <a:gd name="T47" fmla="*/ 718 h 718"/>
                <a:gd name="T48" fmla="*/ 1086 w 1086"/>
                <a:gd name="T49" fmla="*/ 718 h 718"/>
                <a:gd name="T50" fmla="*/ 1086 w 1086"/>
                <a:gd name="T51" fmla="*/ 0 h 718"/>
                <a:gd name="T52" fmla="*/ 405 w 1086"/>
                <a:gd name="T53" fmla="*/ 0 h 718"/>
                <a:gd name="T54" fmla="*/ 405 w 1086"/>
                <a:gd name="T55" fmla="*/ 467 h 718"/>
                <a:gd name="T56" fmla="*/ 405 w 1086"/>
                <a:gd name="T57" fmla="*/ 518 h 718"/>
                <a:gd name="T58" fmla="*/ 194 w 1086"/>
                <a:gd name="T59" fmla="*/ 317 h 718"/>
                <a:gd name="T60" fmla="*/ 405 w 1086"/>
                <a:gd name="T61" fmla="*/ 214 h 718"/>
                <a:gd name="T62" fmla="*/ 405 w 1086"/>
                <a:gd name="T63" fmla="*/ 270 h 718"/>
                <a:gd name="T64" fmla="*/ 405 w 1086"/>
                <a:gd name="T65" fmla="*/ 270 h 718"/>
                <a:gd name="T66" fmla="*/ 281 w 1086"/>
                <a:gd name="T67" fmla="*/ 327 h 718"/>
                <a:gd name="T68" fmla="*/ 405 w 1086"/>
                <a:gd name="T69" fmla="*/ 467 h 718"/>
                <a:gd name="T70" fmla="*/ 111 w 1086"/>
                <a:gd name="T71" fmla="*/ 309 h 718"/>
                <a:gd name="T72" fmla="*/ 405 w 1086"/>
                <a:gd name="T73" fmla="*/ 149 h 718"/>
                <a:gd name="T74" fmla="*/ 405 w 1086"/>
                <a:gd name="T75" fmla="*/ 97 h 718"/>
                <a:gd name="T76" fmla="*/ 0 w 1086"/>
                <a:gd name="T77" fmla="*/ 298 h 718"/>
                <a:gd name="T78" fmla="*/ 405 w 1086"/>
                <a:gd name="T79" fmla="*/ 634 h 718"/>
                <a:gd name="T80" fmla="*/ 405 w 1086"/>
                <a:gd name="T81" fmla="*/ 578 h 718"/>
                <a:gd name="T82" fmla="*/ 111 w 1086"/>
                <a:gd name="T83" fmla="*/ 309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086" h="718">
                  <a:moveTo>
                    <a:pt x="405" y="214"/>
                  </a:moveTo>
                  <a:cubicBezTo>
                    <a:pt x="405" y="149"/>
                    <a:pt x="405" y="149"/>
                    <a:pt x="405" y="149"/>
                  </a:cubicBezTo>
                  <a:cubicBezTo>
                    <a:pt x="412" y="149"/>
                    <a:pt x="418" y="148"/>
                    <a:pt x="424" y="148"/>
                  </a:cubicBezTo>
                  <a:cubicBezTo>
                    <a:pt x="602" y="143"/>
                    <a:pt x="719" y="301"/>
                    <a:pt x="719" y="301"/>
                  </a:cubicBezTo>
                  <a:cubicBezTo>
                    <a:pt x="719" y="301"/>
                    <a:pt x="593" y="476"/>
                    <a:pt x="458" y="476"/>
                  </a:cubicBezTo>
                  <a:cubicBezTo>
                    <a:pt x="438" y="476"/>
                    <a:pt x="421" y="472"/>
                    <a:pt x="405" y="467"/>
                  </a:cubicBezTo>
                  <a:cubicBezTo>
                    <a:pt x="405" y="270"/>
                    <a:pt x="405" y="270"/>
                    <a:pt x="405" y="270"/>
                  </a:cubicBezTo>
                  <a:cubicBezTo>
                    <a:pt x="474" y="279"/>
                    <a:pt x="488" y="309"/>
                    <a:pt x="530" y="378"/>
                  </a:cubicBezTo>
                  <a:cubicBezTo>
                    <a:pt x="622" y="300"/>
                    <a:pt x="622" y="300"/>
                    <a:pt x="622" y="300"/>
                  </a:cubicBezTo>
                  <a:cubicBezTo>
                    <a:pt x="622" y="300"/>
                    <a:pt x="555" y="212"/>
                    <a:pt x="441" y="212"/>
                  </a:cubicBezTo>
                  <a:cubicBezTo>
                    <a:pt x="429" y="212"/>
                    <a:pt x="417" y="213"/>
                    <a:pt x="405" y="214"/>
                  </a:cubicBezTo>
                  <a:moveTo>
                    <a:pt x="405" y="0"/>
                  </a:moveTo>
                  <a:cubicBezTo>
                    <a:pt x="405" y="97"/>
                    <a:pt x="405" y="97"/>
                    <a:pt x="405" y="97"/>
                  </a:cubicBezTo>
                  <a:cubicBezTo>
                    <a:pt x="412" y="96"/>
                    <a:pt x="418" y="96"/>
                    <a:pt x="424" y="95"/>
                  </a:cubicBezTo>
                  <a:cubicBezTo>
                    <a:pt x="671" y="87"/>
                    <a:pt x="832" y="298"/>
                    <a:pt x="832" y="298"/>
                  </a:cubicBezTo>
                  <a:cubicBezTo>
                    <a:pt x="832" y="298"/>
                    <a:pt x="647" y="523"/>
                    <a:pt x="455" y="523"/>
                  </a:cubicBezTo>
                  <a:cubicBezTo>
                    <a:pt x="437" y="523"/>
                    <a:pt x="421" y="521"/>
                    <a:pt x="405" y="518"/>
                  </a:cubicBezTo>
                  <a:cubicBezTo>
                    <a:pt x="405" y="578"/>
                    <a:pt x="405" y="578"/>
                    <a:pt x="405" y="578"/>
                  </a:cubicBezTo>
                  <a:cubicBezTo>
                    <a:pt x="419" y="580"/>
                    <a:pt x="432" y="581"/>
                    <a:pt x="447" y="581"/>
                  </a:cubicBezTo>
                  <a:cubicBezTo>
                    <a:pt x="626" y="581"/>
                    <a:pt x="755" y="489"/>
                    <a:pt x="881" y="381"/>
                  </a:cubicBezTo>
                  <a:cubicBezTo>
                    <a:pt x="902" y="398"/>
                    <a:pt x="987" y="438"/>
                    <a:pt x="1004" y="456"/>
                  </a:cubicBezTo>
                  <a:cubicBezTo>
                    <a:pt x="885" y="556"/>
                    <a:pt x="607" y="636"/>
                    <a:pt x="449" y="636"/>
                  </a:cubicBezTo>
                  <a:cubicBezTo>
                    <a:pt x="434" y="636"/>
                    <a:pt x="420" y="636"/>
                    <a:pt x="405" y="634"/>
                  </a:cubicBezTo>
                  <a:cubicBezTo>
                    <a:pt x="405" y="718"/>
                    <a:pt x="405" y="718"/>
                    <a:pt x="405" y="718"/>
                  </a:cubicBezTo>
                  <a:cubicBezTo>
                    <a:pt x="1086" y="718"/>
                    <a:pt x="1086" y="718"/>
                    <a:pt x="1086" y="718"/>
                  </a:cubicBezTo>
                  <a:cubicBezTo>
                    <a:pt x="1086" y="0"/>
                    <a:pt x="1086" y="0"/>
                    <a:pt x="1086" y="0"/>
                  </a:cubicBezTo>
                  <a:lnTo>
                    <a:pt x="405" y="0"/>
                  </a:lnTo>
                  <a:close/>
                  <a:moveTo>
                    <a:pt x="405" y="467"/>
                  </a:moveTo>
                  <a:cubicBezTo>
                    <a:pt x="405" y="518"/>
                    <a:pt x="405" y="518"/>
                    <a:pt x="405" y="518"/>
                  </a:cubicBezTo>
                  <a:cubicBezTo>
                    <a:pt x="240" y="489"/>
                    <a:pt x="194" y="317"/>
                    <a:pt x="194" y="317"/>
                  </a:cubicBezTo>
                  <a:cubicBezTo>
                    <a:pt x="194" y="317"/>
                    <a:pt x="273" y="228"/>
                    <a:pt x="405" y="214"/>
                  </a:cubicBezTo>
                  <a:cubicBezTo>
                    <a:pt x="405" y="270"/>
                    <a:pt x="405" y="270"/>
                    <a:pt x="405" y="270"/>
                  </a:cubicBezTo>
                  <a:cubicBezTo>
                    <a:pt x="405" y="270"/>
                    <a:pt x="405" y="270"/>
                    <a:pt x="405" y="270"/>
                  </a:cubicBezTo>
                  <a:cubicBezTo>
                    <a:pt x="336" y="262"/>
                    <a:pt x="281" y="327"/>
                    <a:pt x="281" y="327"/>
                  </a:cubicBezTo>
                  <a:cubicBezTo>
                    <a:pt x="281" y="327"/>
                    <a:pt x="312" y="436"/>
                    <a:pt x="405" y="467"/>
                  </a:cubicBezTo>
                  <a:moveTo>
                    <a:pt x="111" y="309"/>
                  </a:moveTo>
                  <a:cubicBezTo>
                    <a:pt x="111" y="309"/>
                    <a:pt x="209" y="164"/>
                    <a:pt x="405" y="149"/>
                  </a:cubicBezTo>
                  <a:cubicBezTo>
                    <a:pt x="405" y="97"/>
                    <a:pt x="405" y="97"/>
                    <a:pt x="405" y="97"/>
                  </a:cubicBezTo>
                  <a:cubicBezTo>
                    <a:pt x="188" y="114"/>
                    <a:pt x="0" y="298"/>
                    <a:pt x="0" y="298"/>
                  </a:cubicBezTo>
                  <a:cubicBezTo>
                    <a:pt x="0" y="298"/>
                    <a:pt x="106" y="606"/>
                    <a:pt x="405" y="634"/>
                  </a:cubicBezTo>
                  <a:cubicBezTo>
                    <a:pt x="405" y="578"/>
                    <a:pt x="405" y="578"/>
                    <a:pt x="405" y="578"/>
                  </a:cubicBezTo>
                  <a:cubicBezTo>
                    <a:pt x="186" y="551"/>
                    <a:pt x="111" y="309"/>
                    <a:pt x="111" y="3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23453847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983" r:id="rId1"/>
    <p:sldLayoutId id="2147483984" r:id="rId2"/>
    <p:sldLayoutId id="2147483985" r:id="rId3"/>
    <p:sldLayoutId id="2147483986" r:id="rId4"/>
    <p:sldLayoutId id="2147483987" r:id="rId5"/>
    <p:sldLayoutId id="2147483988" r:id="rId6"/>
    <p:sldLayoutId id="2147483989" r:id="rId7"/>
    <p:sldLayoutId id="2147483990" r:id="rId8"/>
    <p:sldLayoutId id="2147483991" r:id="rId9"/>
    <p:sldLayoutId id="2147483992" r:id="rId10"/>
    <p:sldLayoutId id="2147483993" r:id="rId11"/>
    <p:sldLayoutId id="2147483994" r:id="rId12"/>
    <p:sldLayoutId id="2147483995" r:id="rId13"/>
  </p:sldLayoutIdLst>
  <p:hf hdr="0" ftr="0" dt="0"/>
  <p:txStyles>
    <p:titleStyle>
      <a:lvl1pPr algn="ctr" rtl="0" fontAlgn="base">
        <a:lnSpc>
          <a:spcPct val="90000"/>
        </a:lnSpc>
        <a:spcBef>
          <a:spcPct val="0"/>
        </a:spcBef>
        <a:spcAft>
          <a:spcPct val="0"/>
        </a:spcAft>
        <a:defRPr sz="3600" b="1" cap="all" baseline="0">
          <a:solidFill>
            <a:schemeClr val="bg1"/>
          </a:solidFill>
          <a:latin typeface="Trebuchet MS" panose="020B0603020202020204" pitchFamily="34" charset="0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9pPr>
    </p:titleStyle>
    <p:bodyStyle>
      <a:lvl1pPr marL="0" indent="0" algn="l" rtl="0" fontAlgn="base">
        <a:lnSpc>
          <a:spcPct val="90000"/>
        </a:lnSpc>
        <a:spcBef>
          <a:spcPts val="900"/>
        </a:spcBef>
        <a:spcAft>
          <a:spcPts val="900"/>
        </a:spcAft>
        <a:buClr>
          <a:schemeClr val="bg2"/>
        </a:buClr>
        <a:buSzPct val="100000"/>
        <a:buFontTx/>
        <a:buNone/>
        <a:defRPr sz="2000" b="0">
          <a:solidFill>
            <a:schemeClr val="bg1"/>
          </a:solidFill>
          <a:latin typeface="Trebuchet MS" pitchFamily="34" charset="0"/>
          <a:ea typeface="+mn-ea"/>
          <a:cs typeface="+mn-cs"/>
        </a:defRPr>
      </a:lvl1pPr>
      <a:lvl2pPr marL="571500" indent="0" algn="l" rtl="0" fontAlgn="base">
        <a:lnSpc>
          <a:spcPct val="90000"/>
        </a:lnSpc>
        <a:spcBef>
          <a:spcPts val="900"/>
        </a:spcBef>
        <a:spcAft>
          <a:spcPts val="900"/>
        </a:spcAft>
        <a:buClr>
          <a:schemeClr val="bg2"/>
        </a:buClr>
        <a:buSzPct val="100000"/>
        <a:buFontTx/>
        <a:buNone/>
        <a:defRPr sz="1800" b="0">
          <a:solidFill>
            <a:schemeClr val="bg1"/>
          </a:solidFill>
          <a:latin typeface="Trebuchet MS" pitchFamily="34" charset="0"/>
        </a:defRPr>
      </a:lvl2pPr>
      <a:lvl3pPr marL="1089025" indent="0" algn="l" rtl="0" fontAlgn="base">
        <a:lnSpc>
          <a:spcPct val="90000"/>
        </a:lnSpc>
        <a:spcBef>
          <a:spcPts val="900"/>
        </a:spcBef>
        <a:spcAft>
          <a:spcPts val="900"/>
        </a:spcAft>
        <a:buClr>
          <a:schemeClr val="bg2"/>
        </a:buClr>
        <a:buSzPct val="100000"/>
        <a:buFontTx/>
        <a:buNone/>
        <a:defRPr sz="1600" b="0">
          <a:solidFill>
            <a:schemeClr val="bg1"/>
          </a:solidFill>
          <a:latin typeface="Trebuchet MS" pitchFamily="34" charset="0"/>
        </a:defRPr>
      </a:lvl3pPr>
      <a:lvl4pPr marL="1774825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</a:defRPr>
      </a:lvl4pPr>
      <a:lvl5pPr marL="2117725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5pPr>
      <a:lvl6pPr marL="2574925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6pPr>
      <a:lvl7pPr marL="3032125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7pPr>
      <a:lvl8pPr marL="3489325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8pPr>
      <a:lvl9pPr marL="3946525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1817529"/>
            <a:ext cx="10972800" cy="3695347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5513832"/>
            <a:ext cx="10972800" cy="668655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06421" y="724067"/>
            <a:ext cx="8642948" cy="9443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마스터 제목 스타일을 편집하려면 클릭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6421" y="1814159"/>
            <a:ext cx="8642948" cy="31055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마스터 텍스트 스타일을 편집하려면 클릭</a:t>
            </a:r>
          </a:p>
          <a:p>
            <a:pPr lvl="1"/>
            <a:r>
              <a:rPr lang="en-US"/>
              <a:t>레벨 2</a:t>
            </a:r>
          </a:p>
          <a:p>
            <a:pPr lvl="2"/>
            <a:r>
              <a:rPr lang="en-US"/>
              <a:t>레벨 3</a:t>
            </a:r>
          </a:p>
          <a:p>
            <a:pPr lvl="3"/>
            <a:r>
              <a:rPr lang="en-US"/>
              <a:t>레벨 4</a:t>
            </a:r>
          </a:p>
          <a:p>
            <a:pPr lvl="4"/>
            <a:r>
              <a:rPr lang="en-US"/>
              <a:t>레벨 5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8724" y="297333"/>
            <a:ext cx="3150644" cy="2782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4/10/2021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06421" y="296377"/>
            <a:ext cx="5344952" cy="2782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2055" y="719076"/>
            <a:ext cx="729917" cy="45322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52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5515572"/>
            <a:ext cx="109728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823A6700-3A26-40EC-BA5C-71EB32A31744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30818" y="5785419"/>
            <a:ext cx="580688" cy="206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72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7" r:id="rId1"/>
    <p:sldLayoutId id="2147483998" r:id="rId2"/>
    <p:sldLayoutId id="2147483999" r:id="rId3"/>
    <p:sldLayoutId id="2147484000" r:id="rId4"/>
    <p:sldLayoutId id="2147484001" r:id="rId5"/>
    <p:sldLayoutId id="2147484002" r:id="rId6"/>
    <p:sldLayoutId id="2147484003" r:id="rId7"/>
    <p:sldLayoutId id="2147484004" r:id="rId8"/>
    <p:sldLayoutId id="2147484005" r:id="rId9"/>
    <p:sldLayoutId id="2147484006" r:id="rId10"/>
    <p:sldLayoutId id="2147484007" r:id="rId11"/>
    <p:sldLayoutId id="2147484008" r:id="rId12"/>
  </p:sldLayoutIdLst>
  <p:hf hdr="0" ftr="0" dt="0"/>
  <p:txStyles>
    <p:titleStyle>
      <a:lvl1pPr algn="l" defTabSz="822960" rtl="0" eaLnBrk="1" latinLnBrk="0" hangingPunct="1">
        <a:lnSpc>
          <a:spcPct val="90000"/>
        </a:lnSpc>
        <a:spcBef>
          <a:spcPct val="0"/>
        </a:spcBef>
        <a:buNone/>
        <a:defRPr sz="288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05740" indent="-205740" algn="l" defTabSz="822960" rtl="0" eaLnBrk="1" latinLnBrk="0" hangingPunct="1">
        <a:lnSpc>
          <a:spcPct val="120000"/>
        </a:lnSpc>
        <a:spcBef>
          <a:spcPts val="9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17220" indent="-205740" algn="l" defTabSz="822960" rtl="0" eaLnBrk="1" latinLnBrk="0" hangingPunct="1">
        <a:lnSpc>
          <a:spcPct val="120000"/>
        </a:lnSpc>
        <a:spcBef>
          <a:spcPts val="4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2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028700" indent="-205740" algn="l" defTabSz="822960" rtl="0" eaLnBrk="1" latinLnBrk="0" hangingPunct="1">
        <a:lnSpc>
          <a:spcPct val="120000"/>
        </a:lnSpc>
        <a:spcBef>
          <a:spcPts val="4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4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440180" indent="-205740" algn="l" defTabSz="822960" rtl="0" eaLnBrk="1" latinLnBrk="0" hangingPunct="1">
        <a:lnSpc>
          <a:spcPct val="120000"/>
        </a:lnSpc>
        <a:spcBef>
          <a:spcPts val="4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6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851660" indent="-205740" algn="l" defTabSz="822960" rtl="0" eaLnBrk="1" latinLnBrk="0" hangingPunct="1">
        <a:lnSpc>
          <a:spcPct val="120000"/>
        </a:lnSpc>
        <a:spcBef>
          <a:spcPts val="4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08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263140" indent="-205740" algn="l" defTabSz="822960" rtl="0" eaLnBrk="1" latinLnBrk="0" hangingPunct="1">
        <a:lnSpc>
          <a:spcPct val="120000"/>
        </a:lnSpc>
        <a:spcBef>
          <a:spcPts val="4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08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674620" indent="-205740" algn="l" defTabSz="822960" rtl="0" eaLnBrk="1" latinLnBrk="0" hangingPunct="1">
        <a:lnSpc>
          <a:spcPct val="120000"/>
        </a:lnSpc>
        <a:spcBef>
          <a:spcPts val="4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08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086100" indent="-205740" algn="l" defTabSz="822960" rtl="0" eaLnBrk="1" latinLnBrk="0" hangingPunct="1">
        <a:lnSpc>
          <a:spcPct val="120000"/>
        </a:lnSpc>
        <a:spcBef>
          <a:spcPts val="4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08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497580" indent="-205740" algn="l" defTabSz="822960" rtl="0" eaLnBrk="1" latinLnBrk="0" hangingPunct="1">
        <a:lnSpc>
          <a:spcPct val="120000"/>
        </a:lnSpc>
        <a:spcBef>
          <a:spcPts val="4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08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8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99743" y="521208"/>
            <a:ext cx="9973315" cy="5909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/>
              <a:t>마스터 제목 스타일을 편집하려면 클릭</a:t>
            </a:r>
            <a:endParaRPr lang="en-US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17402" y="2002368"/>
            <a:ext cx="9948931" cy="37342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마스터 텍스트 스타일을 편집하려면 클릭</a:t>
            </a:r>
          </a:p>
          <a:p>
            <a:pPr lvl="1"/>
            <a:r>
              <a:rPr lang="en-US" dirty="0"/>
              <a:t>레벨 2</a:t>
            </a:r>
          </a:p>
        </p:txBody>
      </p:sp>
      <p:pic>
        <p:nvPicPr>
          <p:cNvPr id="6" name="Google Shape;78;p14">
            <a:extLst>
              <a:ext uri="{FF2B5EF4-FFF2-40B4-BE49-F238E27FC236}">
                <a16:creationId xmlns:a16="http://schemas.microsoft.com/office/drawing/2014/main" id="{314CEB40-1739-4D24-83DA-0CE9763BE5FC}"/>
              </a:ext>
            </a:extLst>
          </p:cNvPr>
          <p:cNvPicPr preferRelativeResize="0"/>
          <p:nvPr userDrawn="1"/>
        </p:nvPicPr>
        <p:blipFill rotWithShape="1">
          <a:blip r:embed="rId21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30817" y="5785420"/>
            <a:ext cx="580686" cy="20632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9;p14">
            <a:extLst>
              <a:ext uri="{FF2B5EF4-FFF2-40B4-BE49-F238E27FC236}">
                <a16:creationId xmlns:a16="http://schemas.microsoft.com/office/drawing/2014/main" id="{6BDE7C07-CEF7-436D-9B76-D06FF957C348}"/>
              </a:ext>
            </a:extLst>
          </p:cNvPr>
          <p:cNvSpPr txBox="1"/>
          <p:nvPr userDrawn="1"/>
        </p:nvSpPr>
        <p:spPr>
          <a:xfrm>
            <a:off x="9762253" y="5831285"/>
            <a:ext cx="321000" cy="16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"/>
              <a:buFont typeface="Trebuchet MS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r>
              <a:rPr lang="en-US" sz="1100" b="0" i="0" u="none" strike="noStrike" cap="none" dirty="0">
                <a:solidFill>
                  <a:srgbClr val="12FEB6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endParaRPr sz="1300" dirty="0"/>
          </a:p>
        </p:txBody>
      </p:sp>
    </p:spTree>
    <p:extLst>
      <p:ext uri="{BB962C8B-B14F-4D97-AF65-F5344CB8AC3E}">
        <p14:creationId xmlns:p14="http://schemas.microsoft.com/office/powerpoint/2010/main" val="3548739337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4010" r:id="rId1"/>
    <p:sldLayoutId id="2147484011" r:id="rId2"/>
    <p:sldLayoutId id="2147484012" r:id="rId3"/>
    <p:sldLayoutId id="2147484013" r:id="rId4"/>
    <p:sldLayoutId id="2147484014" r:id="rId5"/>
    <p:sldLayoutId id="2147484015" r:id="rId6"/>
    <p:sldLayoutId id="2147484016" r:id="rId7"/>
    <p:sldLayoutId id="2147484017" r:id="rId8"/>
    <p:sldLayoutId id="2147484018" r:id="rId9"/>
    <p:sldLayoutId id="2147484019" r:id="rId10"/>
    <p:sldLayoutId id="2147484020" r:id="rId11"/>
    <p:sldLayoutId id="2147484021" r:id="rId12"/>
    <p:sldLayoutId id="2147484022" r:id="rId13"/>
    <p:sldLayoutId id="2147484023" r:id="rId14"/>
    <p:sldLayoutId id="2147484024" r:id="rId15"/>
    <p:sldLayoutId id="2147484025" r:id="rId16"/>
    <p:sldLayoutId id="2147484026" r:id="rId17"/>
    <p:sldLayoutId id="2147484027" r:id="rId18"/>
    <p:sldLayoutId id="2147484028" r:id="rId19"/>
  </p:sldLayoutIdLst>
  <p:hf hdr="0" ftr="0" dt="0"/>
  <p:txStyles>
    <p:titleStyle>
      <a:lvl1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0" cap="all" baseline="0">
          <a:solidFill>
            <a:schemeClr val="bg1"/>
          </a:solidFill>
          <a:latin typeface="Trebuchet MS" panose="020B0603020202020204" pitchFamily="34" charset="0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9pPr>
    </p:titleStyle>
    <p:bodyStyle>
      <a:lvl1pPr marL="0" indent="0" algn="l" rtl="0" eaLnBrk="1" fontAlgn="base" hangingPunct="1">
        <a:lnSpc>
          <a:spcPct val="90000"/>
        </a:lnSpc>
        <a:spcBef>
          <a:spcPts val="900"/>
        </a:spcBef>
        <a:spcAft>
          <a:spcPts val="900"/>
        </a:spcAft>
        <a:buClr>
          <a:schemeClr val="bg2"/>
        </a:buClr>
        <a:buSzPct val="100000"/>
        <a:buFontTx/>
        <a:buNone/>
        <a:defRPr sz="1400" b="0">
          <a:solidFill>
            <a:schemeClr val="accent4"/>
          </a:solidFill>
          <a:latin typeface="Trebuchet MS" pitchFamily="34" charset="0"/>
          <a:ea typeface="+mn-ea"/>
          <a:cs typeface="+mn-cs"/>
        </a:defRPr>
      </a:lvl1pPr>
      <a:lvl2pPr marL="571500" indent="0" algn="l" rtl="0" eaLnBrk="1" fontAlgn="base" hangingPunct="1">
        <a:lnSpc>
          <a:spcPct val="90000"/>
        </a:lnSpc>
        <a:spcBef>
          <a:spcPts val="900"/>
        </a:spcBef>
        <a:spcAft>
          <a:spcPts val="900"/>
        </a:spcAft>
        <a:buClr>
          <a:schemeClr val="bg2"/>
        </a:buClr>
        <a:buSzPct val="100000"/>
        <a:buFontTx/>
        <a:buNone/>
        <a:defRPr sz="1200" b="0">
          <a:solidFill>
            <a:schemeClr val="accent4"/>
          </a:solidFill>
          <a:latin typeface="Trebuchet MS" pitchFamily="34" charset="0"/>
        </a:defRPr>
      </a:lvl2pPr>
      <a:lvl3pPr marL="1089025" indent="0" algn="l" rtl="0" eaLnBrk="1" fontAlgn="base" hangingPunct="1">
        <a:lnSpc>
          <a:spcPct val="90000"/>
        </a:lnSpc>
        <a:spcBef>
          <a:spcPts val="900"/>
        </a:spcBef>
        <a:spcAft>
          <a:spcPts val="900"/>
        </a:spcAft>
        <a:buClr>
          <a:schemeClr val="bg2"/>
        </a:buClr>
        <a:buSzPct val="100000"/>
        <a:buFontTx/>
        <a:buNone/>
        <a:defRPr sz="1100" b="0">
          <a:solidFill>
            <a:schemeClr val="accent4"/>
          </a:solidFill>
          <a:latin typeface="Trebuchet MS" pitchFamily="34" charset="0"/>
        </a:defRPr>
      </a:lvl3pPr>
      <a:lvl4pPr marL="1774825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</a:defRPr>
      </a:lvl4pPr>
      <a:lvl5pPr marL="2117725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5pPr>
      <a:lvl6pPr marL="2574925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6pPr>
      <a:lvl7pPr marL="3032125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7pPr>
      <a:lvl8pPr marL="3489325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8pPr>
      <a:lvl9pPr marL="3946525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>
            <a:spLocks noGrp="1"/>
          </p:cNvSpPr>
          <p:nvPr>
            <p:ph type="title"/>
          </p:nvPr>
        </p:nvSpPr>
        <p:spPr>
          <a:xfrm>
            <a:off x="499744" y="653531"/>
            <a:ext cx="9973200" cy="5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275" tIns="82275" rIns="82275" bIns="82275" anchor="b" anchorCtr="0"/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rebuchet MS"/>
              <a:buNone/>
              <a:defRPr sz="3200" b="1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2900"/>
              <a:buFont typeface="Arial"/>
              <a:buNone/>
              <a:defRPr sz="29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2900"/>
              <a:buFont typeface="Arial"/>
              <a:buNone/>
              <a:defRPr sz="29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2900"/>
              <a:buFont typeface="Arial"/>
              <a:buNone/>
              <a:defRPr sz="29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2900"/>
              <a:buFont typeface="Arial"/>
              <a:buNone/>
              <a:defRPr sz="29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2900"/>
              <a:buFont typeface="Arial"/>
              <a:buNone/>
              <a:defRPr sz="29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2900"/>
              <a:buFont typeface="Arial"/>
              <a:buNone/>
              <a:defRPr sz="29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2900"/>
              <a:buFont typeface="Arial"/>
              <a:buNone/>
              <a:defRPr sz="29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2900"/>
              <a:buFont typeface="Arial"/>
              <a:buNone/>
              <a:defRPr sz="29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" name="Google Shape;77;p14"/>
          <p:cNvSpPr txBox="1">
            <a:spLocks noGrp="1"/>
          </p:cNvSpPr>
          <p:nvPr>
            <p:ph type="body" idx="1"/>
          </p:nvPr>
        </p:nvSpPr>
        <p:spPr>
          <a:xfrm>
            <a:off x="517403" y="2002367"/>
            <a:ext cx="9948900" cy="39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275" tIns="82275" rIns="82275" bIns="82275" anchor="t" anchorCtr="0"/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None/>
              <a:defRPr sz="16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14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Char char="–"/>
              <a:defRPr sz="18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Char char="»"/>
              <a:defRPr sz="18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Char char="»"/>
              <a:defRPr sz="18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Char char="»"/>
              <a:defRPr sz="18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Char char="»"/>
              <a:defRPr sz="18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Char char="»"/>
              <a:defRPr sz="18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pic>
        <p:nvPicPr>
          <p:cNvPr id="78" name="Google Shape;78;p14"/>
          <p:cNvPicPr preferRelativeResize="0"/>
          <p:nvPr/>
        </p:nvPicPr>
        <p:blipFill rotWithShape="1">
          <a:blip r:embed="rId1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30817" y="5785420"/>
            <a:ext cx="580686" cy="20632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4"/>
          <p:cNvSpPr txBox="1"/>
          <p:nvPr/>
        </p:nvSpPr>
        <p:spPr>
          <a:xfrm>
            <a:off x="9762253" y="5831285"/>
            <a:ext cx="321000" cy="16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"/>
              <a:buFont typeface="Trebuchet MS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r>
              <a:rPr lang="en-US" sz="1100" b="0" i="0" u="none" strike="noStrike" cap="none" dirty="0">
                <a:solidFill>
                  <a:srgbClr val="12FEB6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endParaRPr sz="1300" dirty="0"/>
          </a:p>
        </p:txBody>
      </p:sp>
    </p:spTree>
    <p:extLst>
      <p:ext uri="{BB962C8B-B14F-4D97-AF65-F5344CB8AC3E}">
        <p14:creationId xmlns:p14="http://schemas.microsoft.com/office/powerpoint/2010/main" val="1563261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4030" r:id="rId1"/>
    <p:sldLayoutId id="2147484031" r:id="rId2"/>
    <p:sldLayoutId id="2147484032" r:id="rId3"/>
    <p:sldLayoutId id="2147484033" r:id="rId4"/>
    <p:sldLayoutId id="2147484034" r:id="rId5"/>
    <p:sldLayoutId id="2147484035" r:id="rId6"/>
    <p:sldLayoutId id="2147484036" r:id="rId7"/>
    <p:sldLayoutId id="2147484037" r:id="rId8"/>
    <p:sldLayoutId id="2147484038" r:id="rId9"/>
    <p:sldLayoutId id="2147484039" r:id="rId10"/>
    <p:sldLayoutId id="2147484040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1"/>
          <p:cNvSpPr txBox="1">
            <a:spLocks noGrp="1"/>
          </p:cNvSpPr>
          <p:nvPr>
            <p:ph type="title"/>
          </p:nvPr>
        </p:nvSpPr>
        <p:spPr>
          <a:xfrm>
            <a:off x="499743" y="653532"/>
            <a:ext cx="9973315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1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body" idx="1"/>
          </p:nvPr>
        </p:nvSpPr>
        <p:spPr>
          <a:xfrm>
            <a:off x="517402" y="2002367"/>
            <a:ext cx="9973315" cy="3783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18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16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–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 dirty="0"/>
          </a:p>
        </p:txBody>
      </p:sp>
      <p:pic>
        <p:nvPicPr>
          <p:cNvPr id="6" name="Google Shape;78;p14">
            <a:extLst>
              <a:ext uri="{FF2B5EF4-FFF2-40B4-BE49-F238E27FC236}">
                <a16:creationId xmlns:a16="http://schemas.microsoft.com/office/drawing/2014/main" id="{54E5A79A-7329-4470-AC57-FD1DA4ED8914}"/>
              </a:ext>
            </a:extLst>
          </p:cNvPr>
          <p:cNvPicPr preferRelativeResize="0"/>
          <p:nvPr/>
        </p:nvPicPr>
        <p:blipFill rotWithShape="1">
          <a:blip r:embed="rId1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30817" y="5785420"/>
            <a:ext cx="580686" cy="20632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9;p14">
            <a:extLst>
              <a:ext uri="{FF2B5EF4-FFF2-40B4-BE49-F238E27FC236}">
                <a16:creationId xmlns:a16="http://schemas.microsoft.com/office/drawing/2014/main" id="{C0B4E493-6730-43BA-BF09-20E413B78119}"/>
              </a:ext>
            </a:extLst>
          </p:cNvPr>
          <p:cNvSpPr txBox="1"/>
          <p:nvPr/>
        </p:nvSpPr>
        <p:spPr>
          <a:xfrm>
            <a:off x="9762253" y="5831285"/>
            <a:ext cx="321000" cy="16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"/>
              <a:buFont typeface="Trebuchet MS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r>
              <a:rPr lang="en-US" sz="1100" b="0" i="0" u="none" strike="noStrike" cap="none" dirty="0">
                <a:solidFill>
                  <a:srgbClr val="12FEB6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endParaRPr sz="1300" dirty="0"/>
          </a:p>
        </p:txBody>
      </p:sp>
    </p:spTree>
    <p:extLst>
      <p:ext uri="{BB962C8B-B14F-4D97-AF65-F5344CB8AC3E}">
        <p14:creationId xmlns:p14="http://schemas.microsoft.com/office/powerpoint/2010/main" val="392627320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4042" r:id="rId1"/>
    <p:sldLayoutId id="2147484043" r:id="rId2"/>
    <p:sldLayoutId id="2147484044" r:id="rId3"/>
    <p:sldLayoutId id="2147484045" r:id="rId4"/>
    <p:sldLayoutId id="2147484046" r:id="rId5"/>
    <p:sldLayoutId id="2147484047" r:id="rId6"/>
    <p:sldLayoutId id="2147484048" r:id="rId7"/>
    <p:sldLayoutId id="2147484049" r:id="rId8"/>
    <p:sldLayoutId id="2147484050" r:id="rId9"/>
    <p:sldLayoutId id="2147484051" r:id="rId10"/>
    <p:sldLayoutId id="2147484052" r:id="rId11"/>
    <p:sldLayoutId id="2147484053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99743" y="521208"/>
            <a:ext cx="9973315" cy="5909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 dirty="0"/>
              <a:t>마스터 제목 스타일을 편집하려면 클릭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17402" y="2002368"/>
            <a:ext cx="9948931" cy="37342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마스터 텍스트 스타일을 편집하려면 클릭</a:t>
            </a:r>
          </a:p>
          <a:p>
            <a:pPr lvl="1"/>
            <a:r>
              <a:rPr lang="en-US" dirty="0"/>
              <a:t>레벨 2</a:t>
            </a:r>
          </a:p>
        </p:txBody>
      </p:sp>
      <p:pic>
        <p:nvPicPr>
          <p:cNvPr id="6" name="Google Shape;78;p14">
            <a:extLst>
              <a:ext uri="{FF2B5EF4-FFF2-40B4-BE49-F238E27FC236}">
                <a16:creationId xmlns:a16="http://schemas.microsoft.com/office/drawing/2014/main" id="{314CEB40-1739-4D24-83DA-0CE9763BE5FC}"/>
              </a:ext>
            </a:extLst>
          </p:cNvPr>
          <p:cNvPicPr preferRelativeResize="0"/>
          <p:nvPr/>
        </p:nvPicPr>
        <p:blipFill rotWithShape="1">
          <a:blip r:embed="rId19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30817" y="5785420"/>
            <a:ext cx="580686" cy="20632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9;p14">
            <a:extLst>
              <a:ext uri="{FF2B5EF4-FFF2-40B4-BE49-F238E27FC236}">
                <a16:creationId xmlns:a16="http://schemas.microsoft.com/office/drawing/2014/main" id="{6BDE7C07-CEF7-436D-9B76-D06FF957C348}"/>
              </a:ext>
            </a:extLst>
          </p:cNvPr>
          <p:cNvSpPr txBox="1"/>
          <p:nvPr/>
        </p:nvSpPr>
        <p:spPr>
          <a:xfrm>
            <a:off x="9762253" y="5831285"/>
            <a:ext cx="321000" cy="16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"/>
              <a:buFont typeface="Trebuchet MS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r>
              <a:rPr lang="en-US" sz="1100" b="0" i="0" u="none" strike="noStrike" cap="none" dirty="0">
                <a:solidFill>
                  <a:srgbClr val="12FEB6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endParaRPr sz="1300" dirty="0"/>
          </a:p>
        </p:txBody>
      </p:sp>
    </p:spTree>
    <p:extLst>
      <p:ext uri="{BB962C8B-B14F-4D97-AF65-F5344CB8AC3E}">
        <p14:creationId xmlns:p14="http://schemas.microsoft.com/office/powerpoint/2010/main" val="2482719225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4055" r:id="rId1"/>
    <p:sldLayoutId id="2147484056" r:id="rId2"/>
    <p:sldLayoutId id="2147484057" r:id="rId3"/>
    <p:sldLayoutId id="2147484058" r:id="rId4"/>
    <p:sldLayoutId id="2147484059" r:id="rId5"/>
    <p:sldLayoutId id="2147484060" r:id="rId6"/>
    <p:sldLayoutId id="2147484061" r:id="rId7"/>
    <p:sldLayoutId id="2147484062" r:id="rId8"/>
    <p:sldLayoutId id="2147484063" r:id="rId9"/>
    <p:sldLayoutId id="2147484064" r:id="rId10"/>
    <p:sldLayoutId id="2147484065" r:id="rId11"/>
    <p:sldLayoutId id="2147484066" r:id="rId12"/>
    <p:sldLayoutId id="2147484067" r:id="rId13"/>
    <p:sldLayoutId id="2147484068" r:id="rId14"/>
    <p:sldLayoutId id="2147484069" r:id="rId15"/>
    <p:sldLayoutId id="2147484070" r:id="rId16"/>
    <p:sldLayoutId id="2147484071" r:id="rId17"/>
  </p:sldLayoutIdLst>
  <p:hf hdr="0" ftr="0" dt="0"/>
  <p:txStyles>
    <p:titleStyle>
      <a:lvl1pPr algn="ctr" rtl="0" fontAlgn="base">
        <a:lnSpc>
          <a:spcPct val="90000"/>
        </a:lnSpc>
        <a:spcBef>
          <a:spcPct val="0"/>
        </a:spcBef>
        <a:spcAft>
          <a:spcPct val="0"/>
        </a:spcAft>
        <a:defRPr sz="3600" b="0" cap="all" baseline="0">
          <a:solidFill>
            <a:schemeClr val="bg1"/>
          </a:solidFill>
          <a:latin typeface="Trebuchet MS" panose="020B0603020202020204" pitchFamily="34" charset="0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9pPr>
    </p:titleStyle>
    <p:bodyStyle>
      <a:lvl1pPr marL="0" indent="0" algn="l" rtl="0" fontAlgn="base">
        <a:lnSpc>
          <a:spcPct val="90000"/>
        </a:lnSpc>
        <a:spcBef>
          <a:spcPts val="900"/>
        </a:spcBef>
        <a:spcAft>
          <a:spcPts val="900"/>
        </a:spcAft>
        <a:buClr>
          <a:schemeClr val="bg2"/>
        </a:buClr>
        <a:buSzPct val="100000"/>
        <a:buFontTx/>
        <a:buNone/>
        <a:defRPr sz="1400" b="0">
          <a:solidFill>
            <a:schemeClr val="accent4"/>
          </a:solidFill>
          <a:latin typeface="Trebuchet MS" pitchFamily="34" charset="0"/>
          <a:ea typeface="+mn-ea"/>
          <a:cs typeface="+mn-cs"/>
        </a:defRPr>
      </a:lvl1pPr>
      <a:lvl2pPr marL="571500" indent="0" algn="l" rtl="0" fontAlgn="base">
        <a:lnSpc>
          <a:spcPct val="90000"/>
        </a:lnSpc>
        <a:spcBef>
          <a:spcPts val="900"/>
        </a:spcBef>
        <a:spcAft>
          <a:spcPts val="900"/>
        </a:spcAft>
        <a:buClr>
          <a:schemeClr val="bg2"/>
        </a:buClr>
        <a:buSzPct val="100000"/>
        <a:buFontTx/>
        <a:buNone/>
        <a:defRPr sz="1200" b="0">
          <a:solidFill>
            <a:schemeClr val="accent4"/>
          </a:solidFill>
          <a:latin typeface="Trebuchet MS" pitchFamily="34" charset="0"/>
        </a:defRPr>
      </a:lvl2pPr>
      <a:lvl3pPr marL="1089025" indent="0" algn="l" rtl="0" fontAlgn="base">
        <a:lnSpc>
          <a:spcPct val="90000"/>
        </a:lnSpc>
        <a:spcBef>
          <a:spcPts val="900"/>
        </a:spcBef>
        <a:spcAft>
          <a:spcPts val="900"/>
        </a:spcAft>
        <a:buClr>
          <a:schemeClr val="bg2"/>
        </a:buClr>
        <a:buSzPct val="100000"/>
        <a:buFontTx/>
        <a:buNone/>
        <a:defRPr sz="1100" b="0">
          <a:solidFill>
            <a:schemeClr val="accent4"/>
          </a:solidFill>
          <a:latin typeface="Trebuchet MS" pitchFamily="34" charset="0"/>
        </a:defRPr>
      </a:lvl3pPr>
      <a:lvl4pPr marL="1774825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</a:defRPr>
      </a:lvl4pPr>
      <a:lvl5pPr marL="2117725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5pPr>
      <a:lvl6pPr marL="2574925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6pPr>
      <a:lvl7pPr marL="3032125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7pPr>
      <a:lvl8pPr marL="3489325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8pPr>
      <a:lvl9pPr marL="3946525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9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0.jp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3.jpe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1.xml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9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jpeg"/><Relationship Id="rId3" Type="http://schemas.openxmlformats.org/officeDocument/2006/relationships/image" Target="../media/image34.jpeg"/><Relationship Id="rId7" Type="http://schemas.openxmlformats.org/officeDocument/2006/relationships/image" Target="../media/image38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1.xml"/><Relationship Id="rId6" Type="http://schemas.openxmlformats.org/officeDocument/2006/relationships/image" Target="../media/image37.png"/><Relationship Id="rId5" Type="http://schemas.openxmlformats.org/officeDocument/2006/relationships/image" Target="../media/image36.svg"/><Relationship Id="rId4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1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 1">
            <a:extLst>
              <a:ext uri="{FF2B5EF4-FFF2-40B4-BE49-F238E27FC236}">
                <a16:creationId xmlns:a16="http://schemas.microsoft.com/office/drawing/2014/main" id="{8003D091-971C-456E-83B9-984609C20C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4974336"/>
            <a:ext cx="5815584" cy="286232"/>
          </a:xfrm>
        </p:spPr>
        <p:txBody>
          <a:bodyPr/>
          <a:lstStyle/>
          <a:p>
            <a:r>
              <a:rPr lang="en-US" sz="2000" dirty="0"/>
              <a:t>5부: 사전 트레이닝된 모델</a:t>
            </a:r>
          </a:p>
        </p:txBody>
      </p:sp>
      <p:sp>
        <p:nvSpPr>
          <p:cNvPr id="5" name="Title 10"/>
          <p:cNvSpPr>
            <a:spLocks noGrp="1"/>
          </p:cNvSpPr>
          <p:nvPr>
            <p:ph type="title"/>
          </p:nvPr>
        </p:nvSpPr>
        <p:spPr>
          <a:xfrm>
            <a:off x="685800" y="3477846"/>
            <a:ext cx="5815584" cy="1528369"/>
          </a:xfrm>
        </p:spPr>
        <p:txBody>
          <a:bodyPr wrap="square" anchor="b">
            <a:normAutofit/>
          </a:bodyPr>
          <a:lstStyle/>
          <a:p>
            <a:r>
              <a:rPr lang="en-GB" dirty="0"/>
              <a:t>딥러닝의 </a:t>
            </a:r>
            <a:br>
              <a:rPr lang="en-GB" dirty="0"/>
            </a:br>
            <a:r>
              <a:rPr lang="en-GB" dirty="0"/>
              <a:t>기초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6770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7424F32-2789-4FF9-8E8A-1252284BF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17528"/>
            <a:ext cx="10972800" cy="3695347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708C46E-BB60-4B97-8327-D3A475C00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5513832"/>
            <a:ext cx="10972800" cy="668655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042755C-F24C-4D08-8E4C-E646382C3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515571"/>
            <a:ext cx="109728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3E94A00-1A92-47F4-9E2D-E51DFF901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08506" y="1662379"/>
            <a:ext cx="864677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0972526" cy="6172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17528"/>
            <a:ext cx="10972800" cy="3695347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DDE902-0C6D-8D45-962E-302ABDE4F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421" y="2072742"/>
            <a:ext cx="2944883" cy="240677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/>
            <a:r>
              <a:rPr lang="ko-KR" altLang="en-US" sz="3200" dirty="0">
                <a:solidFill>
                  <a:schemeClr val="tx1"/>
                </a:solidFill>
              </a:rPr>
              <a:t>목차</a:t>
            </a:r>
            <a:endParaRPr lang="en-US" sz="3200" dirty="0">
              <a:solidFill>
                <a:schemeClr val="tx1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06421" y="1931887"/>
            <a:ext cx="294488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3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6422" y="2810246"/>
            <a:ext cx="3177141" cy="94431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all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j-ea"/>
              <a:cs typeface="+mj-cs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5513832"/>
            <a:ext cx="10972800" cy="668655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515571"/>
            <a:ext cx="109728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ADF2817-7EA3-4ADB-9415-6817F45B688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627721" y="722947"/>
          <a:ext cx="5322094" cy="41733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911217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66">
            <a:extLst>
              <a:ext uri="{FF2B5EF4-FFF2-40B4-BE49-F238E27FC236}">
                <a16:creationId xmlns:a16="http://schemas.microsoft.com/office/drawing/2014/main" id="{23522FE7-5A29-4EF6-B1EF-2CA55748A7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17528"/>
            <a:ext cx="10972800" cy="3695347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C2192E09-EBC7-416C-B887-DFF915D7F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5513832"/>
            <a:ext cx="10972800" cy="668655"/>
          </a:xfrm>
          <a:prstGeom prst="rect">
            <a:avLst/>
          </a:prstGeom>
        </p:spPr>
      </p:pic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2924498D-E084-44BE-A196-CFCE35564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515571"/>
            <a:ext cx="109728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14C12901-9FCC-461E-A64A-89B4791235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08506" y="1662379"/>
            <a:ext cx="864677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FD6EDB49-211E-499D-9A08-6C5FF3D06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0972526" cy="6172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8F9F37E-D3CF-4F3D-96C2-25307819DF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17528"/>
            <a:ext cx="10972800" cy="3695347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C5FFF17D-767C-40E7-8C89-962F1F54BC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8997" y="574657"/>
            <a:ext cx="9814806" cy="4359095"/>
          </a:xfrm>
          <a:prstGeom prst="rect">
            <a:avLst/>
          </a:prstGeom>
          <a:gradFill>
            <a:gsLst>
              <a:gs pos="0">
                <a:srgbClr val="000001"/>
              </a:gs>
              <a:gs pos="100000">
                <a:srgbClr val="191919"/>
              </a:gs>
            </a:gsLst>
          </a:gradFill>
          <a:ln w="76200" cmpd="sng">
            <a:noFill/>
            <a:miter lim="800000"/>
          </a:ln>
          <a:effectLst>
            <a:outerShdw blurRad="127000" dist="228600" dir="4740000" sx="98000" sy="98000" algn="tl" rotWithShape="0">
              <a:srgbClr val="000000">
                <a:alpha val="34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E69F39E1-619D-4D9E-8823-8BD8CC320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183" y="779100"/>
            <a:ext cx="9406433" cy="3950208"/>
          </a:xfrm>
          <a:prstGeom prst="rect">
            <a:avLst/>
          </a:prstGeom>
          <a:ln w="50800" cmpd="sng">
            <a:solidFill>
              <a:srgbClr val="191919"/>
            </a:solidFill>
            <a:miter lim="800000"/>
          </a:ln>
          <a:effectLst>
            <a:innerShdw blurRad="63500" dist="88900" dir="14100000">
              <a:srgbClr val="000000">
                <a:alpha val="30000"/>
              </a:srgbClr>
            </a:inn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1002">
            <a:schemeClr val="dk2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C8C53F47-DF50-454F-A5A6-6B969748D9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1316" y="927233"/>
            <a:ext cx="9110167" cy="3653942"/>
          </a:xfrm>
          <a:prstGeom prst="rect">
            <a:avLst/>
          </a:prstGeom>
          <a:noFill/>
          <a:ln>
            <a:solidFill>
              <a:srgbClr val="DFD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DDE902-0C6D-8D45-962E-302ABDE4F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421" y="1238447"/>
            <a:ext cx="8465302" cy="90269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/>
            <a:r>
              <a:rPr lang="ko-KR" altLang="en-US" sz="3200" dirty="0">
                <a:solidFill>
                  <a:srgbClr val="FFFFFF"/>
                </a:solidFill>
              </a:rPr>
              <a:t>목차</a:t>
            </a:r>
            <a:r>
              <a:rPr lang="en-US" sz="3200" b="0" i="0" kern="1200" cap="all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 – 5부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9C6C09-1E64-CA4F-8494-490CAA3DF3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6421" y="2218491"/>
            <a:ext cx="8465302" cy="216321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228600" defTabSz="914400">
              <a:lnSpc>
                <a:spcPct val="11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FFFFFF"/>
                </a:solidFill>
              </a:rPr>
              <a:t>복습</a:t>
            </a:r>
            <a:endParaRPr lang="en-US" sz="1400" dirty="0">
              <a:solidFill>
                <a:srgbClr val="FFFFFF"/>
              </a:solidFill>
            </a:endParaRPr>
          </a:p>
          <a:p>
            <a:pPr marL="457200" indent="-228600" defTabSz="914400">
              <a:lnSpc>
                <a:spcPct val="11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사전 트레이닝된 모델</a:t>
            </a:r>
          </a:p>
          <a:p>
            <a:pPr marL="457200" indent="-228600" defTabSz="914400">
              <a:lnSpc>
                <a:spcPct val="11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전이 학습(Transfer Learning)</a:t>
            </a:r>
          </a:p>
          <a:p>
            <a:pPr marL="457200" indent="-228600" defTabSz="914400">
              <a:lnSpc>
                <a:spcPct val="11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</a:endParaRPr>
          </a:p>
          <a:p>
            <a:pPr marL="457200" indent="-228600" defTabSz="914400">
              <a:lnSpc>
                <a:spcPct val="11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</a:endParaRPr>
          </a:p>
          <a:p>
            <a:pPr marL="457200" indent="-228600" defTabSz="914400">
              <a:lnSpc>
                <a:spcPct val="11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</a:endParaRPr>
          </a:p>
        </p:txBody>
      </p:sp>
      <p:pic>
        <p:nvPicPr>
          <p:cNvPr id="85" name="Picture 84">
            <a:extLst>
              <a:ext uri="{FF2B5EF4-FFF2-40B4-BE49-F238E27FC236}">
                <a16:creationId xmlns:a16="http://schemas.microsoft.com/office/drawing/2014/main" id="{6A26901A-BC62-4A3A-A07A-65E1F3DDD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5513832"/>
            <a:ext cx="10972800" cy="668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053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974336" y="4224528"/>
            <a:ext cx="5376672" cy="1373939"/>
          </a:xfrm>
        </p:spPr>
        <p:txBody>
          <a:bodyPr wrap="square" anchor="b">
            <a:normAutofit/>
          </a:bodyPr>
          <a:lstStyle/>
          <a:p>
            <a:r>
              <a:rPr lang="ko-KR" altLang="en-US" dirty="0"/>
              <a:t>복습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502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DE902-0C6D-8D45-962E-302ABDE4F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200" b="1" dirty="0"/>
              <a:t>복습</a:t>
            </a:r>
            <a:endParaRPr lang="en-US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9C6C09-1E64-CA4F-8494-490CAA3DF3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2959" y="1792049"/>
            <a:ext cx="3914466" cy="3718925"/>
          </a:xfrm>
        </p:spPr>
        <p:txBody>
          <a:bodyPr/>
          <a:lstStyle/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600" dirty="0"/>
              <a:t>Learning Rate</a:t>
            </a:r>
          </a:p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600" dirty="0"/>
              <a:t>Number of Layers</a:t>
            </a:r>
          </a:p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600" dirty="0"/>
              <a:t>Neurons per Layer</a:t>
            </a:r>
          </a:p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600" dirty="0"/>
              <a:t>Activation Functions</a:t>
            </a:r>
          </a:p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600" dirty="0"/>
              <a:t>Dropout</a:t>
            </a:r>
          </a:p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600" dirty="0"/>
              <a:t>Data</a:t>
            </a:r>
          </a:p>
        </p:txBody>
      </p:sp>
      <p:pic>
        <p:nvPicPr>
          <p:cNvPr id="12" name="Picture 11" descr="A desk with technical drawings, pencil and tools">
            <a:extLst>
              <a:ext uri="{FF2B5EF4-FFF2-40B4-BE49-F238E27FC236}">
                <a16:creationId xmlns:a16="http://schemas.microsoft.com/office/drawing/2014/main" id="{01043BF4-B57F-4777-807B-7E0FDFBD25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730" y="1792049"/>
            <a:ext cx="5113157" cy="3407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9729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974336" y="4224528"/>
            <a:ext cx="5376672" cy="1373939"/>
          </a:xfrm>
        </p:spPr>
        <p:txBody>
          <a:bodyPr wrap="square" anchor="b">
            <a:normAutofit/>
          </a:bodyPr>
          <a:lstStyle/>
          <a:p>
            <a:r>
              <a:rPr lang="en-GB" dirty="0" err="1"/>
              <a:t>사전</a:t>
            </a:r>
            <a:r>
              <a:rPr lang="en-GB" dirty="0"/>
              <a:t> </a:t>
            </a:r>
            <a:r>
              <a:rPr lang="en-GB" dirty="0" err="1"/>
              <a:t>트레이닝된</a:t>
            </a:r>
            <a:r>
              <a:rPr lang="en-GB" dirty="0"/>
              <a:t> </a:t>
            </a:r>
            <a:r>
              <a:rPr lang="en-GB" dirty="0" err="1"/>
              <a:t>모델</a:t>
            </a:r>
            <a:br>
              <a:rPr lang="en-GB" dirty="0"/>
            </a:br>
            <a:r>
              <a:rPr lang="en-GB" dirty="0"/>
              <a:t>Pre-Trained Models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954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DE902-0C6D-8D45-962E-302ABDE4F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err="1"/>
              <a:t>사전</a:t>
            </a:r>
            <a:r>
              <a:rPr lang="en-US" sz="3200" b="1" dirty="0"/>
              <a:t> </a:t>
            </a:r>
            <a:r>
              <a:rPr lang="en-US" sz="3200" b="1" dirty="0" err="1"/>
              <a:t>트레이닝된</a:t>
            </a:r>
            <a:r>
              <a:rPr lang="en-US" sz="3200" b="1" dirty="0"/>
              <a:t> </a:t>
            </a:r>
            <a:r>
              <a:rPr lang="en-US" sz="3200" b="1" dirty="0" err="1"/>
              <a:t>모델</a:t>
            </a:r>
            <a:r>
              <a:rPr lang="en-US" sz="3200" b="1" dirty="0"/>
              <a:t> (Pre-Trained Models)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CD028EF-8F0D-4066-84FE-FECA5F8590C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76743" y="3817099"/>
            <a:ext cx="4472609" cy="117281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CD09E46-1E4A-4B23-B01B-8AFB471BC3B2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94986" y="1835670"/>
            <a:ext cx="3772196" cy="116594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EDF5A1D-BFD4-4341-B86B-A30CBEDBF537}"/>
              </a:ext>
            </a:extLst>
          </p:cNvPr>
          <p:cNvSpPr txBox="1"/>
          <p:nvPr/>
        </p:nvSpPr>
        <p:spPr>
          <a:xfrm flipH="1">
            <a:off x="6506153" y="3401696"/>
            <a:ext cx="3911520" cy="2003625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US" sz="6000" b="0" i="0" cap="all">
                <a:effectLst/>
                <a:latin typeface="Trebuchet MS"/>
              </a:rPr>
              <a:t>PYTORCH</a:t>
            </a:r>
            <a:br>
              <a:rPr lang="en-US" sz="6000" b="0" i="0" cap="all">
                <a:solidFill>
                  <a:srgbClr val="212529"/>
                </a:solidFill>
                <a:effectLst/>
                <a:latin typeface="Trebuchet MS"/>
              </a:rPr>
            </a:br>
            <a:r>
              <a:rPr lang="en-US" sz="6000" b="0" i="0" cap="all">
                <a:effectLst/>
                <a:latin typeface="Trebuchet MS"/>
              </a:rPr>
              <a:t>HUB</a:t>
            </a:r>
          </a:p>
          <a:p>
            <a:pPr>
              <a:lnSpc>
                <a:spcPct val="90000"/>
              </a:lnSpc>
            </a:pPr>
            <a:endParaRPr lang="en-US">
              <a:solidFill>
                <a:schemeClr val="bg1"/>
              </a:solidFill>
            </a:endParaRPr>
          </a:p>
        </p:txBody>
      </p:sp>
      <p:pic>
        <p:nvPicPr>
          <p:cNvPr id="1026" name="Picture 2" descr="TensorFlow Hub">
            <a:extLst>
              <a:ext uri="{FF2B5EF4-FFF2-40B4-BE49-F238E27FC236}">
                <a16:creationId xmlns:a16="http://schemas.microsoft.com/office/drawing/2014/main" id="{9032C1F3-6332-43F3-9571-42B7911D6D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110" y="1026427"/>
            <a:ext cx="5363876" cy="3016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4472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DE902-0C6D-8D45-962E-302ABDE4F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err="1"/>
              <a:t>사전</a:t>
            </a:r>
            <a:r>
              <a:rPr lang="en-US" sz="3200" b="1" dirty="0"/>
              <a:t> </a:t>
            </a:r>
            <a:r>
              <a:rPr lang="en-US" sz="3200" b="1" dirty="0" err="1"/>
              <a:t>트레이닝된</a:t>
            </a:r>
            <a:r>
              <a:rPr lang="en-US" sz="3200" b="1" dirty="0"/>
              <a:t> </a:t>
            </a:r>
            <a:r>
              <a:rPr lang="en-US" sz="3200" b="1" dirty="0" err="1"/>
              <a:t>모델</a:t>
            </a:r>
            <a:r>
              <a:rPr lang="en-US" sz="3200" b="1" dirty="0"/>
              <a:t> (Pre-Trained Models)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A9F3235-EF85-4466-8847-FAC8E9ACDEB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252" t="29469" r="35186" b="48309"/>
          <a:stretch/>
        </p:blipFill>
        <p:spPr>
          <a:xfrm>
            <a:off x="2554357" y="1801818"/>
            <a:ext cx="6033052" cy="2007704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1E42FBEF-DC91-4253-853E-892EA847A2B1}"/>
              </a:ext>
            </a:extLst>
          </p:cNvPr>
          <p:cNvGrpSpPr/>
          <p:nvPr/>
        </p:nvGrpSpPr>
        <p:grpSpPr>
          <a:xfrm>
            <a:off x="3149061" y="3914609"/>
            <a:ext cx="4674678" cy="1089529"/>
            <a:chOff x="3149061" y="3667871"/>
            <a:chExt cx="4674678" cy="108952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823A7D8-AFB2-4641-A9B1-67E74D83B075}"/>
                </a:ext>
              </a:extLst>
            </p:cNvPr>
            <p:cNvSpPr txBox="1"/>
            <p:nvPr/>
          </p:nvSpPr>
          <p:spPr>
            <a:xfrm>
              <a:off x="3149061" y="3667871"/>
              <a:ext cx="4674678" cy="1089529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7200">
                  <a:solidFill>
                    <a:schemeClr val="bg1"/>
                  </a:solidFill>
                </a:rPr>
                <a:t>IM</a:t>
              </a:r>
              <a:r>
                <a:rPr lang="en-US" sz="6000">
                  <a:solidFill>
                    <a:schemeClr val="bg1"/>
                  </a:solidFill>
                </a:rPr>
                <a:t>   </a:t>
              </a:r>
              <a:r>
                <a:rPr lang="en-US" sz="7200">
                  <a:solidFill>
                    <a:schemeClr val="bg1"/>
                  </a:solidFill>
                </a:rPr>
                <a:t>GE</a:t>
              </a:r>
              <a:r>
                <a:rPr lang="en-US" sz="7200">
                  <a:solidFill>
                    <a:schemeClr val="bg2">
                      <a:lumMod val="75000"/>
                    </a:schemeClr>
                  </a:solidFill>
                </a:rPr>
                <a:t>NET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B6165E11-DCAC-4AA4-9617-9E3EBF26CC1C}"/>
                </a:ext>
              </a:extLst>
            </p:cNvPr>
            <p:cNvGrpSpPr/>
            <p:nvPr/>
          </p:nvGrpSpPr>
          <p:grpSpPr>
            <a:xfrm>
              <a:off x="4288124" y="3821200"/>
              <a:ext cx="647370" cy="670955"/>
              <a:chOff x="572468" y="3269673"/>
              <a:chExt cx="752756" cy="780180"/>
            </a:xfrm>
          </p:grpSpPr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D2CABDAB-4830-491D-90D0-A2EAFAA68210}"/>
                  </a:ext>
                </a:extLst>
              </p:cNvPr>
              <p:cNvCxnSpPr/>
              <p:nvPr/>
            </p:nvCxnSpPr>
            <p:spPr>
              <a:xfrm flipH="1">
                <a:off x="718457" y="3410857"/>
                <a:ext cx="232229" cy="442686"/>
              </a:xfrm>
              <a:prstGeom prst="line">
                <a:avLst/>
              </a:prstGeom>
              <a:ln w="57150"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496985E8-1225-435B-A26F-199ABE72B0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4689" y="3410857"/>
                <a:ext cx="232229" cy="442686"/>
              </a:xfrm>
              <a:prstGeom prst="line">
                <a:avLst/>
              </a:prstGeom>
              <a:ln w="57150"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EC1504A8-30E0-4F85-AF2D-76AFD532ADA5}"/>
                  </a:ext>
                </a:extLst>
              </p:cNvPr>
              <p:cNvSpPr/>
              <p:nvPr/>
            </p:nvSpPr>
            <p:spPr>
              <a:xfrm>
                <a:off x="809547" y="3269673"/>
                <a:ext cx="278597" cy="278597"/>
              </a:xfrm>
              <a:prstGeom prst="roundRect">
                <a:avLst/>
              </a:prstGeom>
              <a:solidFill>
                <a:srgbClr val="34B8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01694EBF-0BA9-4354-9D89-E8D92184C66B}"/>
                  </a:ext>
                </a:extLst>
              </p:cNvPr>
              <p:cNvSpPr/>
              <p:nvPr/>
            </p:nvSpPr>
            <p:spPr>
              <a:xfrm>
                <a:off x="572468" y="3771256"/>
                <a:ext cx="278597" cy="278597"/>
              </a:xfrm>
              <a:prstGeom prst="roundRect">
                <a:avLst/>
              </a:prstGeom>
              <a:solidFill>
                <a:srgbClr val="F97F0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77C125EB-278E-46A8-8C39-75E9F5B56DC1}"/>
                  </a:ext>
                </a:extLst>
              </p:cNvPr>
              <p:cNvSpPr/>
              <p:nvPr/>
            </p:nvSpPr>
            <p:spPr>
              <a:xfrm>
                <a:off x="1046627" y="3771256"/>
                <a:ext cx="278597" cy="278597"/>
              </a:xfrm>
              <a:prstGeom prst="roundRect">
                <a:avLst/>
              </a:prstGeom>
              <a:solidFill>
                <a:srgbClr val="C8101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312673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DE902-0C6D-8D45-962E-302ABDE4F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err="1"/>
              <a:t>다음</a:t>
            </a:r>
            <a:r>
              <a:rPr lang="en-US" sz="3200" b="1" dirty="0"/>
              <a:t> </a:t>
            </a:r>
            <a:r>
              <a:rPr lang="en-US" sz="3200" b="1" dirty="0" err="1"/>
              <a:t>과제</a:t>
            </a:r>
            <a:endParaRPr lang="en-US" sz="3200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3E2FB5-8D51-E146-842B-7E7CC771C4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sz="2800" dirty="0"/>
              <a:t>강아지 분류</a:t>
            </a:r>
            <a:endParaRPr lang="en-US" sz="2800" dirty="0"/>
          </a:p>
        </p:txBody>
      </p:sp>
      <p:pic>
        <p:nvPicPr>
          <p:cNvPr id="10" name="Picture 9" descr="Tiger on a rock">
            <a:extLst>
              <a:ext uri="{FF2B5EF4-FFF2-40B4-BE49-F238E27FC236}">
                <a16:creationId xmlns:a16="http://schemas.microsoft.com/office/drawing/2014/main" id="{A28F786F-B488-48AE-AD73-9BC380F2402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2667" t="22222" r="1323" b="10713"/>
          <a:stretch/>
        </p:blipFill>
        <p:spPr>
          <a:xfrm>
            <a:off x="6271594" y="2117035"/>
            <a:ext cx="3786532" cy="2479538"/>
          </a:xfrm>
          <a:prstGeom prst="rect">
            <a:avLst/>
          </a:prstGeom>
        </p:spPr>
      </p:pic>
      <p:pic>
        <p:nvPicPr>
          <p:cNvPr id="12" name="Picture 11" descr="A dog lying on green grass  Description automatically generated">
            <a:extLst>
              <a:ext uri="{FF2B5EF4-FFF2-40B4-BE49-F238E27FC236}">
                <a16:creationId xmlns:a16="http://schemas.microsoft.com/office/drawing/2014/main" id="{D600826B-26F9-4D3B-9BFA-ED3A9EFDDF8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4806" b="4806"/>
          <a:stretch/>
        </p:blipFill>
        <p:spPr>
          <a:xfrm>
            <a:off x="1138858" y="2117034"/>
            <a:ext cx="3562350" cy="2479539"/>
          </a:xfrm>
          <a:prstGeom prst="rect">
            <a:avLst/>
          </a:prstGeom>
        </p:spPr>
      </p:pic>
      <p:pic>
        <p:nvPicPr>
          <p:cNvPr id="14" name="Graphic 13" descr="Checkmark">
            <a:extLst>
              <a:ext uri="{FF2B5EF4-FFF2-40B4-BE49-F238E27FC236}">
                <a16:creationId xmlns:a16="http://schemas.microsoft.com/office/drawing/2014/main" id="{6A4C8A25-B591-43A0-B409-A960B7B791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62833" y="4835386"/>
            <a:ext cx="914400" cy="914400"/>
          </a:xfrm>
          <a:prstGeom prst="rect">
            <a:avLst/>
          </a:prstGeom>
        </p:spPr>
      </p:pic>
      <p:pic>
        <p:nvPicPr>
          <p:cNvPr id="16" name="Graphic 15" descr="Close">
            <a:extLst>
              <a:ext uri="{FF2B5EF4-FFF2-40B4-BE49-F238E27FC236}">
                <a16:creationId xmlns:a16="http://schemas.microsoft.com/office/drawing/2014/main" id="{107DA2C7-8FE5-4599-B9A9-8339DB7742F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07660" y="483538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7504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974336" y="4224528"/>
            <a:ext cx="5376672" cy="1373939"/>
          </a:xfrm>
        </p:spPr>
        <p:txBody>
          <a:bodyPr wrap="square" anchor="b">
            <a:normAutofit/>
          </a:bodyPr>
          <a:lstStyle/>
          <a:p>
            <a:r>
              <a:rPr lang="en-GB" dirty="0" err="1"/>
              <a:t>전이</a:t>
            </a:r>
            <a:r>
              <a:rPr lang="en-GB" dirty="0"/>
              <a:t> </a:t>
            </a:r>
            <a:r>
              <a:rPr lang="en-GB" dirty="0" err="1"/>
              <a:t>학습</a:t>
            </a:r>
            <a:br>
              <a:rPr lang="en-GB" dirty="0"/>
            </a:br>
            <a:r>
              <a:rPr lang="en-GB" dirty="0"/>
              <a:t>Transfer Learning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1689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DE902-0C6D-8D45-962E-302ABDE4F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err="1"/>
              <a:t>후속</a:t>
            </a:r>
            <a:r>
              <a:rPr lang="en-US" sz="3200" b="1" dirty="0"/>
              <a:t> </a:t>
            </a:r>
            <a:r>
              <a:rPr lang="en-US" sz="3200" b="1" dirty="0" err="1"/>
              <a:t>과제</a:t>
            </a:r>
            <a:endParaRPr lang="en-US" sz="3200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3E2FB5-8D51-E146-842B-7E7CC771C4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2800" dirty="0" err="1"/>
              <a:t>대통령</a:t>
            </a:r>
            <a:r>
              <a:rPr lang="en-US" sz="2800" dirty="0"/>
              <a:t> </a:t>
            </a:r>
            <a:r>
              <a:rPr lang="en-US" sz="2800" dirty="0" err="1"/>
              <a:t>사저의</a:t>
            </a:r>
            <a:r>
              <a:rPr lang="en-US" sz="2800" dirty="0"/>
              <a:t> </a:t>
            </a:r>
            <a:r>
              <a:rPr lang="ko-KR" altLang="en-US" sz="2800" dirty="0"/>
              <a:t>강아지 분류기</a:t>
            </a:r>
            <a:endParaRPr lang="en-US" sz="2800" dirty="0"/>
          </a:p>
        </p:txBody>
      </p:sp>
      <p:pic>
        <p:nvPicPr>
          <p:cNvPr id="12" name="Picture 11" descr="A dog lying on green grass  Description automatically generated">
            <a:extLst>
              <a:ext uri="{FF2B5EF4-FFF2-40B4-BE49-F238E27FC236}">
                <a16:creationId xmlns:a16="http://schemas.microsoft.com/office/drawing/2014/main" id="{D600826B-26F9-4D3B-9BFA-ED3A9EFDDF8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806" b="4806"/>
          <a:stretch/>
        </p:blipFill>
        <p:spPr>
          <a:xfrm>
            <a:off x="6383685" y="2230903"/>
            <a:ext cx="3562350" cy="2479539"/>
          </a:xfrm>
          <a:prstGeom prst="rect">
            <a:avLst/>
          </a:prstGeom>
        </p:spPr>
      </p:pic>
      <p:pic>
        <p:nvPicPr>
          <p:cNvPr id="14" name="Graphic 13" descr="Checkmark">
            <a:extLst>
              <a:ext uri="{FF2B5EF4-FFF2-40B4-BE49-F238E27FC236}">
                <a16:creationId xmlns:a16="http://schemas.microsoft.com/office/drawing/2014/main" id="{6A4C8A25-B591-43A0-B409-A960B7B791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62833" y="4835386"/>
            <a:ext cx="914400" cy="914400"/>
          </a:xfrm>
          <a:prstGeom prst="rect">
            <a:avLst/>
          </a:prstGeom>
        </p:spPr>
      </p:pic>
      <p:pic>
        <p:nvPicPr>
          <p:cNvPr id="16" name="Graphic 15" descr="Close">
            <a:extLst>
              <a:ext uri="{FF2B5EF4-FFF2-40B4-BE49-F238E27FC236}">
                <a16:creationId xmlns:a16="http://schemas.microsoft.com/office/drawing/2014/main" id="{107DA2C7-8FE5-4599-B9A9-8339DB7742F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07660" y="4835386"/>
            <a:ext cx="914400" cy="914400"/>
          </a:xfrm>
          <a:prstGeom prst="rect">
            <a:avLst/>
          </a:prstGeom>
        </p:spPr>
      </p:pic>
      <p:pic>
        <p:nvPicPr>
          <p:cNvPr id="5" name="Picture 4" descr="A dog standing on grass  Description automatically generated">
            <a:extLst>
              <a:ext uri="{FF2B5EF4-FFF2-40B4-BE49-F238E27FC236}">
                <a16:creationId xmlns:a16="http://schemas.microsoft.com/office/drawing/2014/main" id="{D9612A1E-F888-4908-81CC-5DC178DC203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73045" y="1921522"/>
            <a:ext cx="2093976" cy="278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0449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DE902-0C6D-8D45-962E-302ABDE4F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b">
            <a:normAutofit/>
          </a:bodyPr>
          <a:lstStyle/>
          <a:p>
            <a:r>
              <a:rPr lang="en-US" sz="3200" b="1"/>
              <a:t>전이 학습(Transfer Learning)</a:t>
            </a:r>
          </a:p>
        </p:txBody>
      </p:sp>
      <p:pic>
        <p:nvPicPr>
          <p:cNvPr id="7" name="Content Placeholder 6" descr="Scan of a human brain in a neurology clinic">
            <a:extLst>
              <a:ext uri="{FF2B5EF4-FFF2-40B4-BE49-F238E27FC236}">
                <a16:creationId xmlns:a16="http://schemas.microsoft.com/office/drawing/2014/main" id="{E1F94552-4485-4DDC-9163-A95993A1F9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47" t="41553" r="-47" b="8606"/>
          <a:stretch/>
        </p:blipFill>
        <p:spPr>
          <a:xfrm>
            <a:off x="525780" y="1695531"/>
            <a:ext cx="9948672" cy="3718925"/>
          </a:xfrm>
          <a:noFill/>
        </p:spPr>
      </p:pic>
    </p:spTree>
    <p:extLst>
      <p:ext uri="{BB962C8B-B14F-4D97-AF65-F5344CB8AC3E}">
        <p14:creationId xmlns:p14="http://schemas.microsoft.com/office/powerpoint/2010/main" val="2216148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DE902-0C6D-8D45-962E-302ABDE4F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b">
            <a:normAutofit/>
          </a:bodyPr>
          <a:lstStyle/>
          <a:p>
            <a:r>
              <a:rPr lang="en-US" sz="3200" b="1"/>
              <a:t>전이 학습(Transfer Learning)</a:t>
            </a:r>
          </a:p>
        </p:txBody>
      </p: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71F3CB06-28D1-4982-BBE4-6E9686FBCDE5}"/>
              </a:ext>
            </a:extLst>
          </p:cNvPr>
          <p:cNvCxnSpPr>
            <a:cxnSpLocks/>
          </p:cNvCxnSpPr>
          <p:nvPr/>
        </p:nvCxnSpPr>
        <p:spPr>
          <a:xfrm>
            <a:off x="5775689" y="3477143"/>
            <a:ext cx="1457772" cy="1016709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4" name="Picture 113">
            <a:extLst>
              <a:ext uri="{FF2B5EF4-FFF2-40B4-BE49-F238E27FC236}">
                <a16:creationId xmlns:a16="http://schemas.microsoft.com/office/drawing/2014/main" id="{61A1116B-BA9E-414E-8B86-1873CAFB7A7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3949" t="46563" r="48253" b="22257"/>
          <a:stretch/>
        </p:blipFill>
        <p:spPr>
          <a:xfrm>
            <a:off x="668449" y="1828800"/>
            <a:ext cx="1560945" cy="2637608"/>
          </a:xfrm>
          <a:prstGeom prst="rect">
            <a:avLst/>
          </a:prstGeom>
          <a:scene3d>
            <a:camera prst="isometricRightUp"/>
            <a:lightRig rig="threePt" dir="t"/>
          </a:scene3d>
        </p:spPr>
      </p:pic>
      <p:sp>
        <p:nvSpPr>
          <p:cNvPr id="115" name="TextBox 114">
            <a:extLst>
              <a:ext uri="{FF2B5EF4-FFF2-40B4-BE49-F238E27FC236}">
                <a16:creationId xmlns:a16="http://schemas.microsoft.com/office/drawing/2014/main" id="{8B412B5A-A9C3-4BEE-812A-1AF08C718A4B}"/>
              </a:ext>
            </a:extLst>
          </p:cNvPr>
          <p:cNvSpPr txBox="1"/>
          <p:nvPr/>
        </p:nvSpPr>
        <p:spPr>
          <a:xfrm>
            <a:off x="834449" y="4909795"/>
            <a:ext cx="1135246" cy="480131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marL="0" marR="0" lvl="0" indent="0" algn="ctr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(28, 28,1)</a:t>
            </a:r>
          </a:p>
          <a:p>
            <a:pPr marL="0" marR="0" lvl="0" indent="0" algn="ctr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이미지 입력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36D0DE8-F56F-4B96-9D40-91638DBB733F}"/>
              </a:ext>
            </a:extLst>
          </p:cNvPr>
          <p:cNvSpPr txBox="1"/>
          <p:nvPr/>
        </p:nvSpPr>
        <p:spPr>
          <a:xfrm>
            <a:off x="2212437" y="4530700"/>
            <a:ext cx="1055097" cy="480131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marL="0" marR="0" lvl="0" indent="0" algn="ctr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(3, 3, 1, 2)</a:t>
            </a:r>
          </a:p>
          <a:p>
            <a:pPr marL="0" marR="0" lvl="0" indent="0" algn="ctr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커널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749CE1DC-6E45-409F-B041-4AFCE17056F5}"/>
              </a:ext>
            </a:extLst>
          </p:cNvPr>
          <p:cNvSpPr txBox="1"/>
          <p:nvPr/>
        </p:nvSpPr>
        <p:spPr>
          <a:xfrm>
            <a:off x="3034711" y="3883360"/>
            <a:ext cx="1418978" cy="480131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marL="0" marR="0" lvl="0" indent="0" algn="ctr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(28, 28, 2)</a:t>
            </a:r>
          </a:p>
          <a:p>
            <a:pPr marL="0" marR="0" lvl="0" indent="0" algn="ctr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스택된 이미지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3862D85E-51E2-40AD-8314-B39F55BDA768}"/>
              </a:ext>
            </a:extLst>
          </p:cNvPr>
          <p:cNvSpPr txBox="1"/>
          <p:nvPr/>
        </p:nvSpPr>
        <p:spPr>
          <a:xfrm>
            <a:off x="4394161" y="4530699"/>
            <a:ext cx="1055097" cy="480131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marL="0" marR="0" lvl="0" indent="0" algn="ctr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(3, 3, 2, 2)</a:t>
            </a:r>
          </a:p>
          <a:p>
            <a:pPr marL="0" marR="0" lvl="0" indent="0" algn="ctr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커널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55261EC9-22A8-4BB9-90FF-010BD2F53080}"/>
              </a:ext>
            </a:extLst>
          </p:cNvPr>
          <p:cNvSpPr txBox="1"/>
          <p:nvPr/>
        </p:nvSpPr>
        <p:spPr>
          <a:xfrm>
            <a:off x="5371036" y="3893793"/>
            <a:ext cx="1418978" cy="480131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marL="0" marR="0" lvl="0" indent="0" algn="ctr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(28, 28, 2)</a:t>
            </a:r>
          </a:p>
          <a:p>
            <a:pPr marL="0" marR="0" lvl="0" indent="0" algn="ctr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스택된 이미지</a:t>
            </a:r>
          </a:p>
        </p:txBody>
      </p:sp>
      <p:graphicFrame>
        <p:nvGraphicFramePr>
          <p:cNvPr id="120" name="Table 173">
            <a:extLst>
              <a:ext uri="{FF2B5EF4-FFF2-40B4-BE49-F238E27FC236}">
                <a16:creationId xmlns:a16="http://schemas.microsoft.com/office/drawing/2014/main" id="{77A51AC8-11E8-43B7-87BC-C2FB1D2EA7E8}"/>
              </a:ext>
            </a:extLst>
          </p:cNvPr>
          <p:cNvGraphicFramePr>
            <a:graphicFrameLocks noGrp="1"/>
          </p:cNvGraphicFramePr>
          <p:nvPr/>
        </p:nvGraphicFramePr>
        <p:xfrm>
          <a:off x="7206671" y="1555750"/>
          <a:ext cx="280336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336">
                  <a:extLst>
                    <a:ext uri="{9D8B030D-6E8A-4147-A177-3AD203B41FA5}">
                      <a16:colId xmlns:a16="http://schemas.microsoft.com/office/drawing/2014/main" val="37729958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080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664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9143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0048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59420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8100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6839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5072629"/>
                  </a:ext>
                </a:extLst>
              </a:tr>
            </a:tbl>
          </a:graphicData>
        </a:graphic>
      </p:graphicFrame>
      <p:sp>
        <p:nvSpPr>
          <p:cNvPr id="121" name="TextBox 120">
            <a:extLst>
              <a:ext uri="{FF2B5EF4-FFF2-40B4-BE49-F238E27FC236}">
                <a16:creationId xmlns:a16="http://schemas.microsoft.com/office/drawing/2014/main" id="{7C61F61D-C2C0-40D0-A84A-D4CE579581FD}"/>
              </a:ext>
            </a:extLst>
          </p:cNvPr>
          <p:cNvSpPr txBox="1"/>
          <p:nvPr/>
        </p:nvSpPr>
        <p:spPr>
          <a:xfrm>
            <a:off x="6575885" y="4909795"/>
            <a:ext cx="1495922" cy="674031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marL="0" marR="0" lvl="0" indent="0" algn="ctr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(1568)</a:t>
            </a:r>
          </a:p>
          <a:p>
            <a:pPr marL="0" marR="0" lvl="0" indent="0" algn="ctr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평탄화된 이미지</a:t>
            </a:r>
          </a:p>
          <a:p>
            <a:pPr marL="0" marR="0" lvl="0" indent="0" algn="ctr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벡터</a:t>
            </a:r>
          </a:p>
        </p:txBody>
      </p:sp>
      <p:sp>
        <p:nvSpPr>
          <p:cNvPr id="122" name="Google Shape;219;p33">
            <a:extLst>
              <a:ext uri="{FF2B5EF4-FFF2-40B4-BE49-F238E27FC236}">
                <a16:creationId xmlns:a16="http://schemas.microsoft.com/office/drawing/2014/main" id="{E40DAE5B-567A-4378-A9CB-CEBCA43DBD4A}"/>
              </a:ext>
            </a:extLst>
          </p:cNvPr>
          <p:cNvSpPr/>
          <p:nvPr/>
        </p:nvSpPr>
        <p:spPr>
          <a:xfrm>
            <a:off x="8071514" y="1661195"/>
            <a:ext cx="187420" cy="18627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219;p33">
            <a:extLst>
              <a:ext uri="{FF2B5EF4-FFF2-40B4-BE49-F238E27FC236}">
                <a16:creationId xmlns:a16="http://schemas.microsoft.com/office/drawing/2014/main" id="{349F5775-C2CA-46D0-A29D-CF023933295E}"/>
              </a:ext>
            </a:extLst>
          </p:cNvPr>
          <p:cNvSpPr/>
          <p:nvPr/>
        </p:nvSpPr>
        <p:spPr>
          <a:xfrm>
            <a:off x="8068810" y="4032430"/>
            <a:ext cx="187420" cy="18627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219;p33">
            <a:extLst>
              <a:ext uri="{FF2B5EF4-FFF2-40B4-BE49-F238E27FC236}">
                <a16:creationId xmlns:a16="http://schemas.microsoft.com/office/drawing/2014/main" id="{DCD4F841-C67A-4A47-B31F-10A02C8ECF44}"/>
              </a:ext>
            </a:extLst>
          </p:cNvPr>
          <p:cNvSpPr/>
          <p:nvPr/>
        </p:nvSpPr>
        <p:spPr>
          <a:xfrm>
            <a:off x="8068810" y="4257211"/>
            <a:ext cx="187420" cy="18627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219;p33">
            <a:extLst>
              <a:ext uri="{FF2B5EF4-FFF2-40B4-BE49-F238E27FC236}">
                <a16:creationId xmlns:a16="http://schemas.microsoft.com/office/drawing/2014/main" id="{7945E2BA-37AB-4F9D-942D-A658315D3D33}"/>
              </a:ext>
            </a:extLst>
          </p:cNvPr>
          <p:cNvSpPr/>
          <p:nvPr/>
        </p:nvSpPr>
        <p:spPr>
          <a:xfrm>
            <a:off x="8713976" y="1661195"/>
            <a:ext cx="187420" cy="18627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219;p33">
            <a:extLst>
              <a:ext uri="{FF2B5EF4-FFF2-40B4-BE49-F238E27FC236}">
                <a16:creationId xmlns:a16="http://schemas.microsoft.com/office/drawing/2014/main" id="{70E85242-69F8-41FB-8DA3-35F19F19AAD5}"/>
              </a:ext>
            </a:extLst>
          </p:cNvPr>
          <p:cNvSpPr/>
          <p:nvPr/>
        </p:nvSpPr>
        <p:spPr>
          <a:xfrm>
            <a:off x="8711273" y="4032430"/>
            <a:ext cx="187420" cy="18627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219;p33">
            <a:extLst>
              <a:ext uri="{FF2B5EF4-FFF2-40B4-BE49-F238E27FC236}">
                <a16:creationId xmlns:a16="http://schemas.microsoft.com/office/drawing/2014/main" id="{B6A50606-B49E-46DC-84AD-5601A6962510}"/>
              </a:ext>
            </a:extLst>
          </p:cNvPr>
          <p:cNvSpPr/>
          <p:nvPr/>
        </p:nvSpPr>
        <p:spPr>
          <a:xfrm>
            <a:off x="8711273" y="4257211"/>
            <a:ext cx="187420" cy="18627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219;p33">
            <a:extLst>
              <a:ext uri="{FF2B5EF4-FFF2-40B4-BE49-F238E27FC236}">
                <a16:creationId xmlns:a16="http://schemas.microsoft.com/office/drawing/2014/main" id="{4561B1AC-4E2B-4637-8C01-9E93968E44A9}"/>
              </a:ext>
            </a:extLst>
          </p:cNvPr>
          <p:cNvSpPr/>
          <p:nvPr/>
        </p:nvSpPr>
        <p:spPr>
          <a:xfrm>
            <a:off x="9517236" y="4532666"/>
            <a:ext cx="187420" cy="18627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DADDA3EC-A440-4748-885C-F010ADD52743}"/>
              </a:ext>
            </a:extLst>
          </p:cNvPr>
          <p:cNvGrpSpPr/>
          <p:nvPr/>
        </p:nvGrpSpPr>
        <p:grpSpPr>
          <a:xfrm>
            <a:off x="8262865" y="1754333"/>
            <a:ext cx="451112" cy="2596017"/>
            <a:chOff x="8430069" y="1754333"/>
            <a:chExt cx="283908" cy="2596017"/>
          </a:xfrm>
        </p:grpSpPr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5A2F9EC9-2D4B-435C-ADB9-0B4AA8AA8578}"/>
                </a:ext>
              </a:extLst>
            </p:cNvPr>
            <p:cNvCxnSpPr>
              <a:cxnSpLocks/>
              <a:endCxn id="125" idx="2"/>
            </p:cNvCxnSpPr>
            <p:nvPr/>
          </p:nvCxnSpPr>
          <p:spPr>
            <a:xfrm rot="16200000">
              <a:off x="7274015" y="2910388"/>
              <a:ext cx="2596016" cy="283908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A4F8FBFF-765E-4F1A-BB55-140728F085CE}"/>
                </a:ext>
              </a:extLst>
            </p:cNvPr>
            <p:cNvCxnSpPr>
              <a:cxnSpLocks/>
              <a:endCxn id="126" idx="2"/>
            </p:cNvCxnSpPr>
            <p:nvPr/>
          </p:nvCxnSpPr>
          <p:spPr>
            <a:xfrm rot="16200000">
              <a:off x="8458280" y="4097357"/>
              <a:ext cx="224781" cy="281204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7CBC8365-3408-46E2-87C0-AA469E91FF48}"/>
                </a:ext>
              </a:extLst>
            </p:cNvPr>
            <p:cNvCxnSpPr>
              <a:cxnSpLocks/>
              <a:endCxn id="127" idx="2"/>
            </p:cNvCxnSpPr>
            <p:nvPr/>
          </p:nvCxnSpPr>
          <p:spPr>
            <a:xfrm rot="16200000">
              <a:off x="8570671" y="4209748"/>
              <a:ext cx="0" cy="281204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593EF1B7-5B13-4E1A-A168-9345FE8D91F6}"/>
                </a:ext>
              </a:extLst>
            </p:cNvPr>
            <p:cNvCxnSpPr>
              <a:cxnSpLocks/>
              <a:endCxn id="125" idx="2"/>
            </p:cNvCxnSpPr>
            <p:nvPr/>
          </p:nvCxnSpPr>
          <p:spPr>
            <a:xfrm rot="16200000">
              <a:off x="8573375" y="1613732"/>
              <a:ext cx="0" cy="281204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221094F5-782F-46CA-8D89-F54ECA62BDB5}"/>
                </a:ext>
              </a:extLst>
            </p:cNvPr>
            <p:cNvCxnSpPr>
              <a:cxnSpLocks/>
              <a:endCxn id="126" idx="2"/>
            </p:cNvCxnSpPr>
            <p:nvPr/>
          </p:nvCxnSpPr>
          <p:spPr>
            <a:xfrm rot="16200000" flipH="1">
              <a:off x="7386405" y="2800701"/>
              <a:ext cx="2371235" cy="278500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EEE2AE1C-A868-4D2A-95CB-88B35A907ADE}"/>
                </a:ext>
              </a:extLst>
            </p:cNvPr>
            <p:cNvCxnSpPr>
              <a:cxnSpLocks/>
              <a:endCxn id="127" idx="2"/>
            </p:cNvCxnSpPr>
            <p:nvPr/>
          </p:nvCxnSpPr>
          <p:spPr>
            <a:xfrm rot="16200000" flipH="1">
              <a:off x="7274015" y="2913092"/>
              <a:ext cx="2596016" cy="278500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80D94920-88C7-4637-A1CF-59358EA56901}"/>
                </a:ext>
              </a:extLst>
            </p:cNvPr>
            <p:cNvCxnSpPr>
              <a:cxnSpLocks/>
              <a:endCxn id="125" idx="2"/>
            </p:cNvCxnSpPr>
            <p:nvPr/>
          </p:nvCxnSpPr>
          <p:spPr>
            <a:xfrm rot="16200000">
              <a:off x="7386405" y="2797997"/>
              <a:ext cx="2371235" cy="283908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A79EA914-34D5-452F-B9EA-1194E3A405A7}"/>
                </a:ext>
              </a:extLst>
            </p:cNvPr>
            <p:cNvCxnSpPr>
              <a:cxnSpLocks/>
              <a:endCxn id="126" idx="2"/>
            </p:cNvCxnSpPr>
            <p:nvPr/>
          </p:nvCxnSpPr>
          <p:spPr>
            <a:xfrm rot="16200000">
              <a:off x="8570671" y="3984967"/>
              <a:ext cx="0" cy="281204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22DE20E5-DE71-4476-A729-055A78DEF705}"/>
                </a:ext>
              </a:extLst>
            </p:cNvPr>
            <p:cNvCxnSpPr>
              <a:cxnSpLocks/>
              <a:endCxn id="127" idx="2"/>
            </p:cNvCxnSpPr>
            <p:nvPr/>
          </p:nvCxnSpPr>
          <p:spPr>
            <a:xfrm rot="16200000" flipH="1">
              <a:off x="8458280" y="4097357"/>
              <a:ext cx="224781" cy="281204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9" name="Google Shape;219;p33">
            <a:extLst>
              <a:ext uri="{FF2B5EF4-FFF2-40B4-BE49-F238E27FC236}">
                <a16:creationId xmlns:a16="http://schemas.microsoft.com/office/drawing/2014/main" id="{24C14261-0F2E-404B-B773-7586D35E887F}"/>
              </a:ext>
            </a:extLst>
          </p:cNvPr>
          <p:cNvSpPr/>
          <p:nvPr/>
        </p:nvSpPr>
        <p:spPr>
          <a:xfrm>
            <a:off x="9514576" y="4174453"/>
            <a:ext cx="187420" cy="18627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219;p33">
            <a:extLst>
              <a:ext uri="{FF2B5EF4-FFF2-40B4-BE49-F238E27FC236}">
                <a16:creationId xmlns:a16="http://schemas.microsoft.com/office/drawing/2014/main" id="{0761DE14-4C35-46DE-A514-B6DD4B763E63}"/>
              </a:ext>
            </a:extLst>
          </p:cNvPr>
          <p:cNvSpPr/>
          <p:nvPr/>
        </p:nvSpPr>
        <p:spPr>
          <a:xfrm>
            <a:off x="9517236" y="3814915"/>
            <a:ext cx="187420" cy="18627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219;p33">
            <a:extLst>
              <a:ext uri="{FF2B5EF4-FFF2-40B4-BE49-F238E27FC236}">
                <a16:creationId xmlns:a16="http://schemas.microsoft.com/office/drawing/2014/main" id="{0F1FF457-DCDD-4815-856E-1420D1371604}"/>
              </a:ext>
            </a:extLst>
          </p:cNvPr>
          <p:cNvSpPr/>
          <p:nvPr/>
        </p:nvSpPr>
        <p:spPr>
          <a:xfrm>
            <a:off x="9514576" y="3456702"/>
            <a:ext cx="187420" cy="18627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219;p33">
            <a:extLst>
              <a:ext uri="{FF2B5EF4-FFF2-40B4-BE49-F238E27FC236}">
                <a16:creationId xmlns:a16="http://schemas.microsoft.com/office/drawing/2014/main" id="{15FC9B08-163C-4922-BAEC-4D1222A72672}"/>
              </a:ext>
            </a:extLst>
          </p:cNvPr>
          <p:cNvSpPr/>
          <p:nvPr/>
        </p:nvSpPr>
        <p:spPr>
          <a:xfrm>
            <a:off x="9517236" y="3082242"/>
            <a:ext cx="187420" cy="18627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219;p33">
            <a:extLst>
              <a:ext uri="{FF2B5EF4-FFF2-40B4-BE49-F238E27FC236}">
                <a16:creationId xmlns:a16="http://schemas.microsoft.com/office/drawing/2014/main" id="{86D02E02-2895-4CF3-86F0-700F7A5C2468}"/>
              </a:ext>
            </a:extLst>
          </p:cNvPr>
          <p:cNvSpPr/>
          <p:nvPr/>
        </p:nvSpPr>
        <p:spPr>
          <a:xfrm>
            <a:off x="9514576" y="2724029"/>
            <a:ext cx="187420" cy="18627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219;p33">
            <a:extLst>
              <a:ext uri="{FF2B5EF4-FFF2-40B4-BE49-F238E27FC236}">
                <a16:creationId xmlns:a16="http://schemas.microsoft.com/office/drawing/2014/main" id="{758F858C-8013-445C-81FA-761E64FE9A6D}"/>
              </a:ext>
            </a:extLst>
          </p:cNvPr>
          <p:cNvSpPr/>
          <p:nvPr/>
        </p:nvSpPr>
        <p:spPr>
          <a:xfrm>
            <a:off x="9522129" y="2366398"/>
            <a:ext cx="187420" cy="18627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219;p33">
            <a:extLst>
              <a:ext uri="{FF2B5EF4-FFF2-40B4-BE49-F238E27FC236}">
                <a16:creationId xmlns:a16="http://schemas.microsoft.com/office/drawing/2014/main" id="{0B5B3428-FBDB-4FD2-99DD-FA713E5915B1}"/>
              </a:ext>
            </a:extLst>
          </p:cNvPr>
          <p:cNvSpPr/>
          <p:nvPr/>
        </p:nvSpPr>
        <p:spPr>
          <a:xfrm>
            <a:off x="9519469" y="2008184"/>
            <a:ext cx="187420" cy="18627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219;p33">
            <a:extLst>
              <a:ext uri="{FF2B5EF4-FFF2-40B4-BE49-F238E27FC236}">
                <a16:creationId xmlns:a16="http://schemas.microsoft.com/office/drawing/2014/main" id="{9521CA52-2051-464E-AA9E-D38313118F3A}"/>
              </a:ext>
            </a:extLst>
          </p:cNvPr>
          <p:cNvSpPr/>
          <p:nvPr/>
        </p:nvSpPr>
        <p:spPr>
          <a:xfrm>
            <a:off x="9517236" y="1650553"/>
            <a:ext cx="187420" cy="18627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219;p33">
            <a:extLst>
              <a:ext uri="{FF2B5EF4-FFF2-40B4-BE49-F238E27FC236}">
                <a16:creationId xmlns:a16="http://schemas.microsoft.com/office/drawing/2014/main" id="{14459919-505A-4040-BA58-7A5B92948F65}"/>
              </a:ext>
            </a:extLst>
          </p:cNvPr>
          <p:cNvSpPr/>
          <p:nvPr/>
        </p:nvSpPr>
        <p:spPr>
          <a:xfrm>
            <a:off x="9514576" y="1292340"/>
            <a:ext cx="187420" cy="18627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2B1938EA-5E8A-4E43-AF0E-6841242FEDFD}"/>
              </a:ext>
            </a:extLst>
          </p:cNvPr>
          <p:cNvGrpSpPr/>
          <p:nvPr/>
        </p:nvGrpSpPr>
        <p:grpSpPr>
          <a:xfrm>
            <a:off x="8898349" y="1385478"/>
            <a:ext cx="623780" cy="3240327"/>
            <a:chOff x="9127523" y="1385478"/>
            <a:chExt cx="394606" cy="3240327"/>
          </a:xfrm>
        </p:grpSpPr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41B895DE-7E03-49C9-A22C-97245D1FD2E5}"/>
                </a:ext>
              </a:extLst>
            </p:cNvPr>
            <p:cNvCxnSpPr>
              <a:cxnSpLocks/>
              <a:endCxn id="128" idx="2"/>
            </p:cNvCxnSpPr>
            <p:nvPr/>
          </p:nvCxnSpPr>
          <p:spPr>
            <a:xfrm rot="16200000" flipH="1">
              <a:off x="7893772" y="3002340"/>
              <a:ext cx="2859920" cy="387009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0B0AE4AE-8328-4F30-A162-4A7A2F7C03E5}"/>
                </a:ext>
              </a:extLst>
            </p:cNvPr>
            <p:cNvCxnSpPr>
              <a:cxnSpLocks/>
              <a:endCxn id="128" idx="2"/>
            </p:cNvCxnSpPr>
            <p:nvPr/>
          </p:nvCxnSpPr>
          <p:spPr>
            <a:xfrm rot="16200000" flipH="1">
              <a:off x="9078037" y="4186606"/>
              <a:ext cx="488685" cy="389713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2024A2A4-FA95-480B-A8CC-8B8B30AA0D20}"/>
                </a:ext>
              </a:extLst>
            </p:cNvPr>
            <p:cNvCxnSpPr>
              <a:cxnSpLocks/>
              <a:endCxn id="128" idx="2"/>
            </p:cNvCxnSpPr>
            <p:nvPr/>
          </p:nvCxnSpPr>
          <p:spPr>
            <a:xfrm rot="16200000" flipH="1">
              <a:off x="9190428" y="4298996"/>
              <a:ext cx="263904" cy="389713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3A41D6FA-65F6-418D-AB63-47F1849C86E0}"/>
                </a:ext>
              </a:extLst>
            </p:cNvPr>
            <p:cNvCxnSpPr>
              <a:cxnSpLocks/>
              <a:endCxn id="139" idx="2"/>
            </p:cNvCxnSpPr>
            <p:nvPr/>
          </p:nvCxnSpPr>
          <p:spPr>
            <a:xfrm rot="16200000">
              <a:off x="9273895" y="4121219"/>
              <a:ext cx="94309" cy="387053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01F86276-B77A-401F-8128-01C01068119D}"/>
                </a:ext>
              </a:extLst>
            </p:cNvPr>
            <p:cNvCxnSpPr>
              <a:cxnSpLocks/>
              <a:endCxn id="139" idx="2"/>
            </p:cNvCxnSpPr>
            <p:nvPr/>
          </p:nvCxnSpPr>
          <p:spPr>
            <a:xfrm rot="16200000" flipH="1">
              <a:off x="9255814" y="4008829"/>
              <a:ext cx="130472" cy="387053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7ABE067C-9BC2-46CB-8759-3A15CB196273}"/>
                </a:ext>
              </a:extLst>
            </p:cNvPr>
            <p:cNvCxnSpPr>
              <a:cxnSpLocks/>
              <a:endCxn id="139" idx="2"/>
            </p:cNvCxnSpPr>
            <p:nvPr/>
          </p:nvCxnSpPr>
          <p:spPr>
            <a:xfrm rot="16200000" flipH="1">
              <a:off x="8071549" y="2824563"/>
              <a:ext cx="2501706" cy="384349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AC93CFF2-9B34-4E6F-9659-CDD238BC309D}"/>
                </a:ext>
              </a:extLst>
            </p:cNvPr>
            <p:cNvCxnSpPr>
              <a:cxnSpLocks/>
              <a:endCxn id="140" idx="2"/>
            </p:cNvCxnSpPr>
            <p:nvPr/>
          </p:nvCxnSpPr>
          <p:spPr>
            <a:xfrm rot="16200000">
              <a:off x="9207847" y="3827730"/>
              <a:ext cx="229066" cy="389713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038AE610-BF28-481B-99E1-D33544C4E484}"/>
                </a:ext>
              </a:extLst>
            </p:cNvPr>
            <p:cNvCxnSpPr>
              <a:cxnSpLocks/>
              <a:endCxn id="140" idx="2"/>
            </p:cNvCxnSpPr>
            <p:nvPr/>
          </p:nvCxnSpPr>
          <p:spPr>
            <a:xfrm rot="16200000">
              <a:off x="9095456" y="3940121"/>
              <a:ext cx="453847" cy="389713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F4F1FEEC-D38C-4CB9-9338-37580B0D70A4}"/>
                </a:ext>
              </a:extLst>
            </p:cNvPr>
            <p:cNvCxnSpPr>
              <a:cxnSpLocks/>
              <a:endCxn id="140" idx="2"/>
            </p:cNvCxnSpPr>
            <p:nvPr/>
          </p:nvCxnSpPr>
          <p:spPr>
            <a:xfrm rot="16200000" flipH="1">
              <a:off x="8252647" y="2643465"/>
              <a:ext cx="2142169" cy="387009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227985F7-68B6-4BAB-BC6B-A015AAC1AE28}"/>
                </a:ext>
              </a:extLst>
            </p:cNvPr>
            <p:cNvCxnSpPr>
              <a:cxnSpLocks/>
              <a:endCxn id="141" idx="2"/>
            </p:cNvCxnSpPr>
            <p:nvPr/>
          </p:nvCxnSpPr>
          <p:spPr>
            <a:xfrm rot="16200000">
              <a:off x="8915020" y="3762344"/>
              <a:ext cx="812060" cy="387053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FEB7C744-D1CA-44B9-9D8A-45034D997717}"/>
                </a:ext>
              </a:extLst>
            </p:cNvPr>
            <p:cNvCxnSpPr>
              <a:cxnSpLocks/>
              <a:endCxn id="141" idx="2"/>
            </p:cNvCxnSpPr>
            <p:nvPr/>
          </p:nvCxnSpPr>
          <p:spPr>
            <a:xfrm rot="16200000">
              <a:off x="9027410" y="3649953"/>
              <a:ext cx="587279" cy="387053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212B99B5-4015-42CF-ACD1-5B82EAA047C7}"/>
                </a:ext>
              </a:extLst>
            </p:cNvPr>
            <p:cNvCxnSpPr>
              <a:cxnSpLocks/>
              <a:endCxn id="141" idx="2"/>
            </p:cNvCxnSpPr>
            <p:nvPr/>
          </p:nvCxnSpPr>
          <p:spPr>
            <a:xfrm rot="16200000" flipH="1">
              <a:off x="8430424" y="2465688"/>
              <a:ext cx="1783955" cy="384349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12E379E7-EEF5-420E-9300-5CB7BBA122B2}"/>
                </a:ext>
              </a:extLst>
            </p:cNvPr>
            <p:cNvCxnSpPr>
              <a:cxnSpLocks/>
              <a:endCxn id="142" idx="2"/>
            </p:cNvCxnSpPr>
            <p:nvPr/>
          </p:nvCxnSpPr>
          <p:spPr>
            <a:xfrm rot="16200000">
              <a:off x="8729120" y="3573784"/>
              <a:ext cx="1186519" cy="389713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97F4E73C-C393-4300-B74D-B359BA9732B2}"/>
                </a:ext>
              </a:extLst>
            </p:cNvPr>
            <p:cNvCxnSpPr>
              <a:cxnSpLocks/>
              <a:endCxn id="142" idx="2"/>
            </p:cNvCxnSpPr>
            <p:nvPr/>
          </p:nvCxnSpPr>
          <p:spPr>
            <a:xfrm rot="16200000">
              <a:off x="8841510" y="3461394"/>
              <a:ext cx="961739" cy="389713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FF7D68A5-7264-4FC6-96CF-91CD83ED232C}"/>
                </a:ext>
              </a:extLst>
            </p:cNvPr>
            <p:cNvCxnSpPr>
              <a:cxnSpLocks/>
              <a:endCxn id="142" idx="2"/>
            </p:cNvCxnSpPr>
            <p:nvPr/>
          </p:nvCxnSpPr>
          <p:spPr>
            <a:xfrm rot="16200000" flipH="1">
              <a:off x="8618984" y="2277129"/>
              <a:ext cx="1409496" cy="387009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43395CDD-6186-4283-9813-DC39B500D448}"/>
                </a:ext>
              </a:extLst>
            </p:cNvPr>
            <p:cNvCxnSpPr>
              <a:cxnSpLocks/>
              <a:endCxn id="143" idx="2"/>
            </p:cNvCxnSpPr>
            <p:nvPr/>
          </p:nvCxnSpPr>
          <p:spPr>
            <a:xfrm rot="16200000">
              <a:off x="8661074" y="3283617"/>
              <a:ext cx="1319952" cy="387053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1174DDF6-4EB2-4511-8E97-4F459FEBEE8F}"/>
                </a:ext>
              </a:extLst>
            </p:cNvPr>
            <p:cNvCxnSpPr>
              <a:cxnSpLocks/>
              <a:endCxn id="143" idx="2"/>
            </p:cNvCxnSpPr>
            <p:nvPr/>
          </p:nvCxnSpPr>
          <p:spPr>
            <a:xfrm rot="16200000">
              <a:off x="8548684" y="3396007"/>
              <a:ext cx="1544733" cy="387053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9F2CF110-C28B-4F24-870C-8F50C8D095A9}"/>
                </a:ext>
              </a:extLst>
            </p:cNvPr>
            <p:cNvCxnSpPr>
              <a:cxnSpLocks/>
              <a:endCxn id="143" idx="2"/>
            </p:cNvCxnSpPr>
            <p:nvPr/>
          </p:nvCxnSpPr>
          <p:spPr>
            <a:xfrm rot="16200000" flipH="1">
              <a:off x="8796760" y="2099352"/>
              <a:ext cx="1051283" cy="384349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50EEC18D-906E-4481-8896-FB5CC6E640BE}"/>
                </a:ext>
              </a:extLst>
            </p:cNvPr>
            <p:cNvCxnSpPr>
              <a:cxnSpLocks/>
              <a:endCxn id="144" idx="2"/>
            </p:cNvCxnSpPr>
            <p:nvPr/>
          </p:nvCxnSpPr>
          <p:spPr>
            <a:xfrm rot="16200000">
              <a:off x="8373644" y="3213416"/>
              <a:ext cx="1902364" cy="394605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FF27C86D-73C5-4C31-B897-23195863430D}"/>
                </a:ext>
              </a:extLst>
            </p:cNvPr>
            <p:cNvCxnSpPr>
              <a:cxnSpLocks/>
              <a:endCxn id="144" idx="2"/>
            </p:cNvCxnSpPr>
            <p:nvPr/>
          </p:nvCxnSpPr>
          <p:spPr>
            <a:xfrm rot="16200000">
              <a:off x="8486034" y="3101025"/>
              <a:ext cx="1677583" cy="394605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001D6E4B-484D-4C0E-9676-1B55A0219AD2}"/>
                </a:ext>
              </a:extLst>
            </p:cNvPr>
            <p:cNvCxnSpPr>
              <a:cxnSpLocks/>
              <a:endCxn id="144" idx="2"/>
            </p:cNvCxnSpPr>
            <p:nvPr/>
          </p:nvCxnSpPr>
          <p:spPr>
            <a:xfrm rot="16200000" flipH="1">
              <a:off x="8979352" y="1916760"/>
              <a:ext cx="693651" cy="391902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38F5DA5F-D85A-409C-BA04-FE4990D80978}"/>
                </a:ext>
              </a:extLst>
            </p:cNvPr>
            <p:cNvCxnSpPr>
              <a:cxnSpLocks/>
              <a:endCxn id="145" idx="2"/>
            </p:cNvCxnSpPr>
            <p:nvPr/>
          </p:nvCxnSpPr>
          <p:spPr>
            <a:xfrm rot="16200000">
              <a:off x="8193208" y="3035639"/>
              <a:ext cx="2260577" cy="391946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1DE12AB1-4C2F-48D9-9490-D1C443FC07A9}"/>
                </a:ext>
              </a:extLst>
            </p:cNvPr>
            <p:cNvCxnSpPr>
              <a:cxnSpLocks/>
              <a:endCxn id="145" idx="2"/>
            </p:cNvCxnSpPr>
            <p:nvPr/>
          </p:nvCxnSpPr>
          <p:spPr>
            <a:xfrm rot="16200000">
              <a:off x="8305598" y="2923248"/>
              <a:ext cx="2035797" cy="391946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E824AAED-F504-4718-A539-9D8496A35210}"/>
                </a:ext>
              </a:extLst>
            </p:cNvPr>
            <p:cNvCxnSpPr>
              <a:cxnSpLocks/>
              <a:endCxn id="145" idx="2"/>
            </p:cNvCxnSpPr>
            <p:nvPr/>
          </p:nvCxnSpPr>
          <p:spPr>
            <a:xfrm rot="16200000" flipH="1">
              <a:off x="9157129" y="1738983"/>
              <a:ext cx="335438" cy="389242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4EF50304-9BA1-45EA-9A79-3230C40DAE52}"/>
                </a:ext>
              </a:extLst>
            </p:cNvPr>
            <p:cNvCxnSpPr>
              <a:cxnSpLocks/>
              <a:endCxn id="146" idx="2"/>
            </p:cNvCxnSpPr>
            <p:nvPr/>
          </p:nvCxnSpPr>
          <p:spPr>
            <a:xfrm rot="16200000">
              <a:off x="8013275" y="2857940"/>
              <a:ext cx="2618209" cy="389713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28E1EC88-57C7-4E08-AB03-687799BBBA80}"/>
                </a:ext>
              </a:extLst>
            </p:cNvPr>
            <p:cNvCxnSpPr>
              <a:cxnSpLocks/>
              <a:endCxn id="146" idx="2"/>
            </p:cNvCxnSpPr>
            <p:nvPr/>
          </p:nvCxnSpPr>
          <p:spPr>
            <a:xfrm rot="16200000">
              <a:off x="8125666" y="2745549"/>
              <a:ext cx="2393428" cy="389713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C2BFD77A-0B89-44F3-AA01-205010704F3C}"/>
                </a:ext>
              </a:extLst>
            </p:cNvPr>
            <p:cNvCxnSpPr>
              <a:cxnSpLocks/>
              <a:endCxn id="146" idx="2"/>
            </p:cNvCxnSpPr>
            <p:nvPr/>
          </p:nvCxnSpPr>
          <p:spPr>
            <a:xfrm rot="16200000">
              <a:off x="9312635" y="1561284"/>
              <a:ext cx="22193" cy="387009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EF8E0547-F5A6-4726-B6EB-8E3687C4EDE3}"/>
                </a:ext>
              </a:extLst>
            </p:cNvPr>
            <p:cNvCxnSpPr>
              <a:cxnSpLocks/>
              <a:endCxn id="147" idx="2"/>
            </p:cNvCxnSpPr>
            <p:nvPr/>
          </p:nvCxnSpPr>
          <p:spPr>
            <a:xfrm rot="16200000">
              <a:off x="7832839" y="2680163"/>
              <a:ext cx="2976422" cy="387053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EBAEAA-99A0-4B38-8042-B35365B7E3D8}"/>
                </a:ext>
              </a:extLst>
            </p:cNvPr>
            <p:cNvCxnSpPr>
              <a:cxnSpLocks/>
              <a:endCxn id="147" idx="2"/>
            </p:cNvCxnSpPr>
            <p:nvPr/>
          </p:nvCxnSpPr>
          <p:spPr>
            <a:xfrm rot="16200000">
              <a:off x="7945229" y="2567772"/>
              <a:ext cx="2751641" cy="387053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F6FB9315-4961-45A5-9632-302C76E19AC2}"/>
                </a:ext>
              </a:extLst>
            </p:cNvPr>
            <p:cNvCxnSpPr>
              <a:cxnSpLocks/>
              <a:endCxn id="147" idx="2"/>
            </p:cNvCxnSpPr>
            <p:nvPr/>
          </p:nvCxnSpPr>
          <p:spPr>
            <a:xfrm rot="16200000">
              <a:off x="9132199" y="1383507"/>
              <a:ext cx="380407" cy="384349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3DDA4C7B-4A09-445C-9C58-062193CDCCF2}"/>
              </a:ext>
            </a:extLst>
          </p:cNvPr>
          <p:cNvCxnSpPr>
            <a:cxnSpLocks/>
            <a:endCxn id="124" idx="2"/>
          </p:cNvCxnSpPr>
          <p:nvPr/>
        </p:nvCxnSpPr>
        <p:spPr>
          <a:xfrm rot="16200000" flipH="1">
            <a:off x="7284567" y="3566107"/>
            <a:ext cx="1093381" cy="47510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42E9F990-8026-48DD-B86E-77B0BEEAB59C}"/>
              </a:ext>
            </a:extLst>
          </p:cNvPr>
          <p:cNvCxnSpPr>
            <a:cxnSpLocks/>
            <a:endCxn id="123" idx="2"/>
          </p:cNvCxnSpPr>
          <p:nvPr/>
        </p:nvCxnSpPr>
        <p:spPr>
          <a:xfrm rot="16200000" flipH="1">
            <a:off x="7396957" y="3453716"/>
            <a:ext cx="868601" cy="47510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019EED39-A61D-40CF-BE4E-B4ED7C6319B8}"/>
              </a:ext>
            </a:extLst>
          </p:cNvPr>
          <p:cNvCxnSpPr>
            <a:cxnSpLocks/>
            <a:endCxn id="122" idx="2"/>
          </p:cNvCxnSpPr>
          <p:nvPr/>
        </p:nvCxnSpPr>
        <p:spPr>
          <a:xfrm rot="16200000">
            <a:off x="7081292" y="2266747"/>
            <a:ext cx="1502635" cy="477808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TextBox 181">
            <a:extLst>
              <a:ext uri="{FF2B5EF4-FFF2-40B4-BE49-F238E27FC236}">
                <a16:creationId xmlns:a16="http://schemas.microsoft.com/office/drawing/2014/main" id="{702EC7C5-2D6B-404C-AD53-4DD4AC020B57}"/>
              </a:ext>
            </a:extLst>
          </p:cNvPr>
          <p:cNvSpPr txBox="1"/>
          <p:nvPr/>
        </p:nvSpPr>
        <p:spPr>
          <a:xfrm rot="16200000">
            <a:off x="7685622" y="2741436"/>
            <a:ext cx="2195042" cy="39703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marL="0" marR="0" lvl="0" indent="0" algn="ctr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…                 …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453279F9-7C56-424A-A176-C4FC306D943F}"/>
              </a:ext>
            </a:extLst>
          </p:cNvPr>
          <p:cNvSpPr txBox="1"/>
          <p:nvPr/>
        </p:nvSpPr>
        <p:spPr>
          <a:xfrm rot="16200000">
            <a:off x="7026531" y="2741436"/>
            <a:ext cx="2195042" cy="39703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marL="0" marR="0" lvl="0" indent="0" algn="ctr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…                 …</a:t>
            </a:r>
          </a:p>
        </p:txBody>
      </p: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8269F18F-DDF7-4C0A-BE75-A753E419B159}"/>
              </a:ext>
            </a:extLst>
          </p:cNvPr>
          <p:cNvCxnSpPr>
            <a:cxnSpLocks/>
            <a:endCxn id="124" idx="2"/>
          </p:cNvCxnSpPr>
          <p:nvPr/>
        </p:nvCxnSpPr>
        <p:spPr>
          <a:xfrm rot="16200000" flipH="1">
            <a:off x="7196246" y="3477785"/>
            <a:ext cx="1274617" cy="470512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1A6569D4-69CC-4185-A88E-093CA86C7FC9}"/>
              </a:ext>
            </a:extLst>
          </p:cNvPr>
          <p:cNvCxnSpPr>
            <a:cxnSpLocks/>
            <a:endCxn id="123" idx="2"/>
          </p:cNvCxnSpPr>
          <p:nvPr/>
        </p:nvCxnSpPr>
        <p:spPr>
          <a:xfrm rot="16200000" flipH="1">
            <a:off x="7306115" y="3362874"/>
            <a:ext cx="1054878" cy="470512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9C907053-4506-4653-9FA8-4F849C0A83A2}"/>
              </a:ext>
            </a:extLst>
          </p:cNvPr>
          <p:cNvCxnSpPr>
            <a:cxnSpLocks/>
            <a:endCxn id="122" idx="2"/>
          </p:cNvCxnSpPr>
          <p:nvPr/>
        </p:nvCxnSpPr>
        <p:spPr>
          <a:xfrm rot="16200000">
            <a:off x="7174206" y="2178425"/>
            <a:ext cx="1321399" cy="473216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C454994A-B758-40E2-BD74-875E1BEAB148}"/>
              </a:ext>
            </a:extLst>
          </p:cNvPr>
          <p:cNvCxnSpPr>
            <a:cxnSpLocks/>
            <a:endCxn id="124" idx="2"/>
          </p:cNvCxnSpPr>
          <p:nvPr/>
        </p:nvCxnSpPr>
        <p:spPr>
          <a:xfrm rot="16200000" flipH="1">
            <a:off x="6976922" y="3258461"/>
            <a:ext cx="1713265" cy="470512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DEDD410D-6A51-4F14-A1AF-FF2C543075BF}"/>
              </a:ext>
            </a:extLst>
          </p:cNvPr>
          <p:cNvCxnSpPr>
            <a:cxnSpLocks/>
            <a:endCxn id="123" idx="2"/>
          </p:cNvCxnSpPr>
          <p:nvPr/>
        </p:nvCxnSpPr>
        <p:spPr>
          <a:xfrm rot="16200000" flipH="1">
            <a:off x="7089312" y="3146070"/>
            <a:ext cx="1488484" cy="470512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94B1E33E-9632-4B50-9183-036446385666}"/>
              </a:ext>
            </a:extLst>
          </p:cNvPr>
          <p:cNvCxnSpPr>
            <a:cxnSpLocks/>
            <a:endCxn id="122" idx="2"/>
          </p:cNvCxnSpPr>
          <p:nvPr/>
        </p:nvCxnSpPr>
        <p:spPr>
          <a:xfrm rot="16200000">
            <a:off x="7393530" y="1959101"/>
            <a:ext cx="882751" cy="473216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TextBox 189">
            <a:extLst>
              <a:ext uri="{FF2B5EF4-FFF2-40B4-BE49-F238E27FC236}">
                <a16:creationId xmlns:a16="http://schemas.microsoft.com/office/drawing/2014/main" id="{C51F0761-96AE-4448-873D-B03BCDB6D4B9}"/>
              </a:ext>
            </a:extLst>
          </p:cNvPr>
          <p:cNvSpPr txBox="1"/>
          <p:nvPr/>
        </p:nvSpPr>
        <p:spPr>
          <a:xfrm>
            <a:off x="8811163" y="5024189"/>
            <a:ext cx="1609351" cy="480131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marL="0" marR="0" lvl="0" indent="0" algn="ctr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(10)</a:t>
            </a:r>
          </a:p>
          <a:p>
            <a:pPr marL="0" marR="0" lvl="0" indent="0" algn="ctr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출력 예측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2D22830D-332D-45B5-A036-D8AA04F68AB7}"/>
              </a:ext>
            </a:extLst>
          </p:cNvPr>
          <p:cNvSpPr txBox="1"/>
          <p:nvPr/>
        </p:nvSpPr>
        <p:spPr>
          <a:xfrm>
            <a:off x="7782549" y="4477547"/>
            <a:ext cx="660758" cy="480131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marL="0" marR="0" lvl="0" indent="0" algn="ctr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(512)</a:t>
            </a:r>
          </a:p>
          <a:p>
            <a:pPr marL="0" marR="0" lvl="0" indent="0" algn="ctr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밀집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07BC5419-F01E-4AF5-8CA5-A33478372150}"/>
              </a:ext>
            </a:extLst>
          </p:cNvPr>
          <p:cNvSpPr txBox="1"/>
          <p:nvPr/>
        </p:nvSpPr>
        <p:spPr>
          <a:xfrm>
            <a:off x="8496234" y="4484879"/>
            <a:ext cx="660758" cy="480131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marL="0" marR="0" lvl="0" indent="0" algn="ctr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(512)</a:t>
            </a:r>
          </a:p>
          <a:p>
            <a:pPr marL="0" marR="0" lvl="0" indent="0" algn="ctr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밀집</a:t>
            </a:r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ABF06AD4-E56B-4A2C-8789-53B82EA1AFC9}"/>
              </a:ext>
            </a:extLst>
          </p:cNvPr>
          <p:cNvSpPr/>
          <p:nvPr/>
        </p:nvSpPr>
        <p:spPr>
          <a:xfrm>
            <a:off x="955305" y="2405526"/>
            <a:ext cx="406279" cy="291141"/>
          </a:xfrm>
          <a:prstGeom prst="rect">
            <a:avLst/>
          </a:prstGeom>
          <a:noFill/>
          <a:ln>
            <a:solidFill>
              <a:schemeClr val="accent3"/>
            </a:solidFill>
          </a:ln>
          <a:scene3d>
            <a:camera prst="isometricRightU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9AFCF762-5BAA-4A44-8EE8-E5769A2F6D18}"/>
              </a:ext>
            </a:extLst>
          </p:cNvPr>
          <p:cNvCxnSpPr/>
          <p:nvPr/>
        </p:nvCxnSpPr>
        <p:spPr>
          <a:xfrm flipV="1">
            <a:off x="1158444" y="2195709"/>
            <a:ext cx="1624282" cy="345416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5" name="Picture 194">
            <a:extLst>
              <a:ext uri="{FF2B5EF4-FFF2-40B4-BE49-F238E27FC236}">
                <a16:creationId xmlns:a16="http://schemas.microsoft.com/office/drawing/2014/main" id="{7BC14E22-F16A-4008-8E98-B52AA7756F7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8018" t="46330" r="44192" b="39913"/>
          <a:stretch/>
        </p:blipFill>
        <p:spPr>
          <a:xfrm>
            <a:off x="2317031" y="1759554"/>
            <a:ext cx="854829" cy="849160"/>
          </a:xfrm>
          <a:prstGeom prst="rect">
            <a:avLst/>
          </a:prstGeom>
          <a:scene3d>
            <a:camera prst="isometricRightUp"/>
            <a:lightRig rig="threePt" dir="t"/>
          </a:scene3d>
        </p:spPr>
      </p:pic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B081DB41-9103-4A35-BF64-944DB2ADC28F}"/>
              </a:ext>
            </a:extLst>
          </p:cNvPr>
          <p:cNvCxnSpPr>
            <a:cxnSpLocks/>
          </p:cNvCxnSpPr>
          <p:nvPr/>
        </p:nvCxnSpPr>
        <p:spPr>
          <a:xfrm>
            <a:off x="1168869" y="2544940"/>
            <a:ext cx="1592966" cy="67904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7" name="Picture 196">
            <a:extLst>
              <a:ext uri="{FF2B5EF4-FFF2-40B4-BE49-F238E27FC236}">
                <a16:creationId xmlns:a16="http://schemas.microsoft.com/office/drawing/2014/main" id="{C558F13A-271A-473E-9C72-7945AC48BF0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3839" t="46366" r="58553" b="39877"/>
          <a:stretch/>
        </p:blipFill>
        <p:spPr>
          <a:xfrm>
            <a:off x="2365340" y="2741830"/>
            <a:ext cx="834773" cy="849160"/>
          </a:xfrm>
          <a:prstGeom prst="rect">
            <a:avLst/>
          </a:prstGeom>
          <a:scene3d>
            <a:camera prst="isometricRightUp"/>
            <a:lightRig rig="threePt" dir="t"/>
          </a:scene3d>
        </p:spPr>
      </p:pic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7012D6CC-F069-4097-A3B8-F35627C77320}"/>
              </a:ext>
            </a:extLst>
          </p:cNvPr>
          <p:cNvCxnSpPr>
            <a:cxnSpLocks/>
          </p:cNvCxnSpPr>
          <p:nvPr/>
        </p:nvCxnSpPr>
        <p:spPr>
          <a:xfrm>
            <a:off x="2761680" y="2185277"/>
            <a:ext cx="1118146" cy="414419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9" name="Picture 198">
            <a:extLst>
              <a:ext uri="{FF2B5EF4-FFF2-40B4-BE49-F238E27FC236}">
                <a16:creationId xmlns:a16="http://schemas.microsoft.com/office/drawing/2014/main" id="{05D61EF4-7DF4-4415-B391-813A8BE5793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4328" t="39232" r="58064" b="47010"/>
          <a:stretch/>
        </p:blipFill>
        <p:spPr>
          <a:xfrm>
            <a:off x="3046768" y="1802120"/>
            <a:ext cx="1359853" cy="1383290"/>
          </a:xfrm>
          <a:prstGeom prst="rect">
            <a:avLst/>
          </a:prstGeom>
          <a:scene3d>
            <a:camera prst="isometricRightUp"/>
            <a:lightRig rig="threePt" dir="t"/>
          </a:scene3d>
        </p:spPr>
      </p:pic>
      <p:sp>
        <p:nvSpPr>
          <p:cNvPr id="200" name="Rectangle 199">
            <a:extLst>
              <a:ext uri="{FF2B5EF4-FFF2-40B4-BE49-F238E27FC236}">
                <a16:creationId xmlns:a16="http://schemas.microsoft.com/office/drawing/2014/main" id="{BAC3FBB2-1654-47BB-BA6B-5C000B862C9B}"/>
              </a:ext>
            </a:extLst>
          </p:cNvPr>
          <p:cNvSpPr/>
          <p:nvPr/>
        </p:nvSpPr>
        <p:spPr>
          <a:xfrm>
            <a:off x="3283856" y="2161562"/>
            <a:ext cx="406279" cy="291141"/>
          </a:xfrm>
          <a:prstGeom prst="rect">
            <a:avLst/>
          </a:prstGeom>
          <a:noFill/>
          <a:ln>
            <a:solidFill>
              <a:schemeClr val="accent3"/>
            </a:solidFill>
          </a:ln>
          <a:scene3d>
            <a:camera prst="isometricRightU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510D88C7-A17E-4090-A384-6CCEA56A7B2F}"/>
              </a:ext>
            </a:extLst>
          </p:cNvPr>
          <p:cNvCxnSpPr>
            <a:cxnSpLocks/>
          </p:cNvCxnSpPr>
          <p:nvPr/>
        </p:nvCxnSpPr>
        <p:spPr>
          <a:xfrm flipV="1">
            <a:off x="2790693" y="2957417"/>
            <a:ext cx="630266" cy="208747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49129C47-A06E-4730-8C88-EBFC969995AA}"/>
              </a:ext>
            </a:extLst>
          </p:cNvPr>
          <p:cNvGrpSpPr/>
          <p:nvPr/>
        </p:nvGrpSpPr>
        <p:grpSpPr>
          <a:xfrm>
            <a:off x="3213348" y="2102991"/>
            <a:ext cx="1359853" cy="1379666"/>
            <a:chOff x="3213348" y="2102991"/>
            <a:chExt cx="1359853" cy="1379666"/>
          </a:xfrm>
        </p:grpSpPr>
        <p:pic>
          <p:nvPicPr>
            <p:cNvPr id="203" name="Picture 202">
              <a:extLst>
                <a:ext uri="{FF2B5EF4-FFF2-40B4-BE49-F238E27FC236}">
                  <a16:creationId xmlns:a16="http://schemas.microsoft.com/office/drawing/2014/main" id="{38613411-4EC3-4C25-9745-619DCEC5582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48611" t="39389" r="43867" b="47044"/>
            <a:stretch/>
          </p:blipFill>
          <p:spPr>
            <a:xfrm>
              <a:off x="3213348" y="2102991"/>
              <a:ext cx="1359853" cy="1379666"/>
            </a:xfrm>
            <a:prstGeom prst="rect">
              <a:avLst/>
            </a:prstGeom>
            <a:scene3d>
              <a:camera prst="isometricRightUp"/>
              <a:lightRig rig="threePt" dir="t"/>
            </a:scene3d>
          </p:spPr>
        </p:pic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FBBF7660-93C6-4E66-85C7-256FE7B0764F}"/>
                </a:ext>
              </a:extLst>
            </p:cNvPr>
            <p:cNvSpPr/>
            <p:nvPr/>
          </p:nvSpPr>
          <p:spPr>
            <a:xfrm>
              <a:off x="3473547" y="2448480"/>
              <a:ext cx="406279" cy="291141"/>
            </a:xfrm>
            <a:prstGeom prst="rect">
              <a:avLst/>
            </a:prstGeom>
            <a:noFill/>
            <a:ln>
              <a:solidFill>
                <a:schemeClr val="accent3"/>
              </a:solidFill>
            </a:ln>
            <a:scene3d>
              <a:camera prst="isometricRightU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</p:grp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FB2624CB-AE23-4C12-BEDB-759EE4EF89CE}"/>
              </a:ext>
            </a:extLst>
          </p:cNvPr>
          <p:cNvCxnSpPr>
            <a:cxnSpLocks/>
          </p:cNvCxnSpPr>
          <p:nvPr/>
        </p:nvCxnSpPr>
        <p:spPr>
          <a:xfrm flipV="1">
            <a:off x="3475551" y="1981220"/>
            <a:ext cx="1521361" cy="337124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6" name="Picture 205">
            <a:extLst>
              <a:ext uri="{FF2B5EF4-FFF2-40B4-BE49-F238E27FC236}">
                <a16:creationId xmlns:a16="http://schemas.microsoft.com/office/drawing/2014/main" id="{36A41AD5-DEF9-4F5A-A70C-A4CF6F1634C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33839" t="48989" r="58501" b="37066"/>
          <a:stretch/>
        </p:blipFill>
        <p:spPr>
          <a:xfrm>
            <a:off x="4540757" y="1598277"/>
            <a:ext cx="840407" cy="860670"/>
          </a:xfrm>
          <a:prstGeom prst="rect">
            <a:avLst/>
          </a:prstGeom>
          <a:scene3d>
            <a:camera prst="isometricRightUp"/>
            <a:lightRig rig="threePt" dir="t"/>
          </a:scene3d>
        </p:spPr>
      </p:pic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C962A657-7E18-4A85-AE55-9FAB56C9458E}"/>
              </a:ext>
            </a:extLst>
          </p:cNvPr>
          <p:cNvCxnSpPr>
            <a:cxnSpLocks/>
          </p:cNvCxnSpPr>
          <p:nvPr/>
        </p:nvCxnSpPr>
        <p:spPr>
          <a:xfrm>
            <a:off x="3481451" y="2307132"/>
            <a:ext cx="1515461" cy="693267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8" name="Picture 207">
            <a:extLst>
              <a:ext uri="{FF2B5EF4-FFF2-40B4-BE49-F238E27FC236}">
                <a16:creationId xmlns:a16="http://schemas.microsoft.com/office/drawing/2014/main" id="{C18AD4F2-F8CB-435B-A631-5B8C19D7DCA0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48095" t="65776" r="44259" b="20771"/>
          <a:stretch/>
        </p:blipFill>
        <p:spPr>
          <a:xfrm>
            <a:off x="4520125" y="2673276"/>
            <a:ext cx="838907" cy="830314"/>
          </a:xfrm>
          <a:prstGeom prst="rect">
            <a:avLst/>
          </a:prstGeom>
          <a:ln w="3175">
            <a:solidFill>
              <a:srgbClr val="B3B3B3">
                <a:alpha val="56078"/>
              </a:srgbClr>
            </a:solidFill>
          </a:ln>
          <a:scene3d>
            <a:camera prst="isometricRightUp"/>
            <a:lightRig rig="threePt" dir="t"/>
          </a:scene3d>
        </p:spPr>
      </p:pic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6F1386B2-8C23-43CC-B15D-7E02652D2B97}"/>
              </a:ext>
            </a:extLst>
          </p:cNvPr>
          <p:cNvCxnSpPr>
            <a:cxnSpLocks/>
          </p:cNvCxnSpPr>
          <p:nvPr/>
        </p:nvCxnSpPr>
        <p:spPr>
          <a:xfrm>
            <a:off x="3690135" y="2600295"/>
            <a:ext cx="1307232" cy="575086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0" name="Picture 209">
            <a:extLst>
              <a:ext uri="{FF2B5EF4-FFF2-40B4-BE49-F238E27FC236}">
                <a16:creationId xmlns:a16="http://schemas.microsoft.com/office/drawing/2014/main" id="{938D22BA-9946-439E-A075-B3D04F9602A0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48103" t="65700" r="44252" b="20664"/>
          <a:stretch/>
        </p:blipFill>
        <p:spPr>
          <a:xfrm>
            <a:off x="4602059" y="2745336"/>
            <a:ext cx="838907" cy="841654"/>
          </a:xfrm>
          <a:prstGeom prst="rect">
            <a:avLst/>
          </a:prstGeom>
          <a:scene3d>
            <a:camera prst="isometricRightUp"/>
            <a:lightRig rig="threePt" dir="t"/>
          </a:scene3d>
        </p:spPr>
      </p:pic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55B4040F-F064-462F-8E4E-17D05E66A3FE}"/>
              </a:ext>
            </a:extLst>
          </p:cNvPr>
          <p:cNvCxnSpPr>
            <a:cxnSpLocks/>
          </p:cNvCxnSpPr>
          <p:nvPr/>
        </p:nvCxnSpPr>
        <p:spPr>
          <a:xfrm flipV="1">
            <a:off x="3676686" y="2116039"/>
            <a:ext cx="1387071" cy="484444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2" name="Picture 211">
            <a:extLst>
              <a:ext uri="{FF2B5EF4-FFF2-40B4-BE49-F238E27FC236}">
                <a16:creationId xmlns:a16="http://schemas.microsoft.com/office/drawing/2014/main" id="{B99ED0E3-0836-4ED3-BF3F-18B25EAC4731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48024" t="49170" r="44231" b="37094"/>
          <a:stretch/>
        </p:blipFill>
        <p:spPr>
          <a:xfrm>
            <a:off x="4627584" y="1686960"/>
            <a:ext cx="860278" cy="858158"/>
          </a:xfrm>
          <a:prstGeom prst="rect">
            <a:avLst/>
          </a:prstGeom>
          <a:scene3d>
            <a:camera prst="isometricRightUp"/>
            <a:lightRig rig="threePt" dir="t"/>
          </a:scene3d>
        </p:spPr>
      </p:pic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A19E478E-328B-40AC-A571-93120991F553}"/>
              </a:ext>
            </a:extLst>
          </p:cNvPr>
          <p:cNvCxnSpPr>
            <a:cxnSpLocks/>
          </p:cNvCxnSpPr>
          <p:nvPr/>
        </p:nvCxnSpPr>
        <p:spPr>
          <a:xfrm>
            <a:off x="5076035" y="2124250"/>
            <a:ext cx="1118146" cy="414419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4" name="Picture 213">
            <a:extLst>
              <a:ext uri="{FF2B5EF4-FFF2-40B4-BE49-F238E27FC236}">
                <a16:creationId xmlns:a16="http://schemas.microsoft.com/office/drawing/2014/main" id="{62EE58FB-3153-41A5-89AE-61EB17DACE0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4394" t="55920" r="58015" b="30443"/>
          <a:stretch/>
        </p:blipFill>
        <p:spPr>
          <a:xfrm>
            <a:off x="5398847" y="1753841"/>
            <a:ext cx="1365407" cy="1379665"/>
          </a:xfrm>
          <a:prstGeom prst="rect">
            <a:avLst/>
          </a:prstGeom>
          <a:scene3d>
            <a:camera prst="isometricRightUp"/>
            <a:lightRig rig="threePt" dir="t"/>
          </a:scene3d>
        </p:spPr>
      </p:pic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65CB34D3-E15C-47D7-ADFD-6FADB5AD7D51}"/>
              </a:ext>
            </a:extLst>
          </p:cNvPr>
          <p:cNvCxnSpPr>
            <a:cxnSpLocks/>
          </p:cNvCxnSpPr>
          <p:nvPr/>
        </p:nvCxnSpPr>
        <p:spPr>
          <a:xfrm flipV="1">
            <a:off x="5038357" y="2939950"/>
            <a:ext cx="793147" cy="235432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6" name="Picture 215">
            <a:extLst>
              <a:ext uri="{FF2B5EF4-FFF2-40B4-BE49-F238E27FC236}">
                <a16:creationId xmlns:a16="http://schemas.microsoft.com/office/drawing/2014/main" id="{515196DE-F745-437D-8245-9A897413BBE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8680" t="55835" r="43764" b="30529"/>
          <a:stretch/>
        </p:blipFill>
        <p:spPr>
          <a:xfrm>
            <a:off x="5554252" y="1991815"/>
            <a:ext cx="1342828" cy="1363370"/>
          </a:xfrm>
          <a:prstGeom prst="rect">
            <a:avLst/>
          </a:prstGeom>
          <a:scene3d>
            <a:camera prst="isometricRightUp"/>
            <a:lightRig rig="threePt" dir="t"/>
          </a:scene3d>
        </p:spPr>
      </p:pic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6AE06B56-FEFD-4365-AFC1-E13965CC5E9E}"/>
              </a:ext>
            </a:extLst>
          </p:cNvPr>
          <p:cNvCxnSpPr>
            <a:cxnSpLocks/>
          </p:cNvCxnSpPr>
          <p:nvPr/>
        </p:nvCxnSpPr>
        <p:spPr>
          <a:xfrm flipV="1">
            <a:off x="6575885" y="1575682"/>
            <a:ext cx="630784" cy="40278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4D58DE37-9231-4675-88B1-0FC309FBB62D}"/>
              </a:ext>
            </a:extLst>
          </p:cNvPr>
          <p:cNvCxnSpPr/>
          <p:nvPr/>
        </p:nvCxnSpPr>
        <p:spPr>
          <a:xfrm>
            <a:off x="6964311" y="1230382"/>
            <a:ext cx="0" cy="3617455"/>
          </a:xfrm>
          <a:prstGeom prst="line">
            <a:avLst/>
          </a:prstGeom>
          <a:ln w="7620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Rectangle 221">
            <a:extLst>
              <a:ext uri="{FF2B5EF4-FFF2-40B4-BE49-F238E27FC236}">
                <a16:creationId xmlns:a16="http://schemas.microsoft.com/office/drawing/2014/main" id="{B54E15A6-0A74-4121-996D-8BFAE7E645CC}"/>
              </a:ext>
            </a:extLst>
          </p:cNvPr>
          <p:cNvSpPr/>
          <p:nvPr/>
        </p:nvSpPr>
        <p:spPr>
          <a:xfrm>
            <a:off x="7029265" y="1207189"/>
            <a:ext cx="2979439" cy="4706593"/>
          </a:xfrm>
          <a:prstGeom prst="rect">
            <a:avLst/>
          </a:prstGeom>
          <a:solidFill>
            <a:schemeClr val="tx1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1" name="Graphic 220" descr="Scissors">
            <a:extLst>
              <a:ext uri="{FF2B5EF4-FFF2-40B4-BE49-F238E27FC236}">
                <a16:creationId xmlns:a16="http://schemas.microsoft.com/office/drawing/2014/main" id="{E88E4A27-6B34-42AB-84B1-8DC5ECA48D8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6942207" y="3681535"/>
            <a:ext cx="1531715" cy="1531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350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DE902-0C6D-8D45-962E-302ABDE4F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b">
            <a:normAutofit/>
          </a:bodyPr>
          <a:lstStyle/>
          <a:p>
            <a:r>
              <a:rPr lang="en-US" sz="3200"/>
              <a:t>전이 학습(Transfer Learning)</a:t>
            </a:r>
          </a:p>
        </p:txBody>
      </p: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BC7D2667-526E-4F42-A6B3-3131A1104EB6}"/>
              </a:ext>
            </a:extLst>
          </p:cNvPr>
          <p:cNvGrpSpPr/>
          <p:nvPr/>
        </p:nvGrpSpPr>
        <p:grpSpPr>
          <a:xfrm>
            <a:off x="867266" y="1252158"/>
            <a:ext cx="9238268" cy="3112374"/>
            <a:chOff x="1055802" y="1593130"/>
            <a:chExt cx="9238268" cy="3761295"/>
          </a:xfrm>
        </p:grpSpPr>
        <p:sp>
          <p:nvSpPr>
            <p:cNvPr id="220" name="Rectangle 219">
              <a:extLst>
                <a:ext uri="{FF2B5EF4-FFF2-40B4-BE49-F238E27FC236}">
                  <a16:creationId xmlns:a16="http://schemas.microsoft.com/office/drawing/2014/main" id="{6A4A3282-68F0-4A75-A1F3-9D2F084119CB}"/>
                </a:ext>
              </a:extLst>
            </p:cNvPr>
            <p:cNvSpPr/>
            <p:nvPr/>
          </p:nvSpPr>
          <p:spPr>
            <a:xfrm>
              <a:off x="1055802" y="1593130"/>
              <a:ext cx="9238268" cy="3761295"/>
            </a:xfrm>
            <a:prstGeom prst="rect">
              <a:avLst/>
            </a:prstGeom>
            <a:ln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3" name="Rectangle 222">
              <a:extLst>
                <a:ext uri="{FF2B5EF4-FFF2-40B4-BE49-F238E27FC236}">
                  <a16:creationId xmlns:a16="http://schemas.microsoft.com/office/drawing/2014/main" id="{1E7EBB83-4369-4102-AE92-6866E949B133}"/>
                </a:ext>
              </a:extLst>
            </p:cNvPr>
            <p:cNvSpPr/>
            <p:nvPr/>
          </p:nvSpPr>
          <p:spPr>
            <a:xfrm rot="16200000">
              <a:off x="1207670" y="3145086"/>
              <a:ext cx="2528873" cy="590931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합성곱</a:t>
              </a:r>
            </a:p>
          </p:txBody>
        </p:sp>
        <p:sp>
          <p:nvSpPr>
            <p:cNvPr id="224" name="Rectangle 223">
              <a:extLst>
                <a:ext uri="{FF2B5EF4-FFF2-40B4-BE49-F238E27FC236}">
                  <a16:creationId xmlns:a16="http://schemas.microsoft.com/office/drawing/2014/main" id="{54E4CFD1-5E5E-4225-BF7B-CC8AF3030344}"/>
                </a:ext>
              </a:extLst>
            </p:cNvPr>
            <p:cNvSpPr/>
            <p:nvPr/>
          </p:nvSpPr>
          <p:spPr>
            <a:xfrm rot="16200000">
              <a:off x="683448" y="3145086"/>
              <a:ext cx="1989647" cy="59093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입력</a:t>
              </a:r>
            </a:p>
          </p:txBody>
        </p:sp>
        <p:sp>
          <p:nvSpPr>
            <p:cNvPr id="225" name="Rectangle 224">
              <a:extLst>
                <a:ext uri="{FF2B5EF4-FFF2-40B4-BE49-F238E27FC236}">
                  <a16:creationId xmlns:a16="http://schemas.microsoft.com/office/drawing/2014/main" id="{3B54E3CE-61C8-4ADC-9F09-E6120961060F}"/>
                </a:ext>
              </a:extLst>
            </p:cNvPr>
            <p:cNvSpPr/>
            <p:nvPr/>
          </p:nvSpPr>
          <p:spPr>
            <a:xfrm rot="16200000">
              <a:off x="2795341" y="3145086"/>
              <a:ext cx="2528871" cy="590931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합성곱</a:t>
              </a:r>
            </a:p>
          </p:txBody>
        </p:sp>
        <p:sp>
          <p:nvSpPr>
            <p:cNvPr id="226" name="Rectangle 225">
              <a:extLst>
                <a:ext uri="{FF2B5EF4-FFF2-40B4-BE49-F238E27FC236}">
                  <a16:creationId xmlns:a16="http://schemas.microsoft.com/office/drawing/2014/main" id="{4EF7F784-0EC3-4442-96A7-2A37AF66205F}"/>
                </a:ext>
              </a:extLst>
            </p:cNvPr>
            <p:cNvSpPr/>
            <p:nvPr/>
          </p:nvSpPr>
          <p:spPr>
            <a:xfrm rot="16200000">
              <a:off x="5176846" y="3145086"/>
              <a:ext cx="2528871" cy="590931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합성곱</a:t>
              </a:r>
            </a:p>
          </p:txBody>
        </p:sp>
        <p:sp>
          <p:nvSpPr>
            <p:cNvPr id="227" name="Rectangle 226">
              <a:extLst>
                <a:ext uri="{FF2B5EF4-FFF2-40B4-BE49-F238E27FC236}">
                  <a16:creationId xmlns:a16="http://schemas.microsoft.com/office/drawing/2014/main" id="{14321B8C-6355-4C4F-BC3B-135F656F9CFB}"/>
                </a:ext>
              </a:extLst>
            </p:cNvPr>
            <p:cNvSpPr/>
            <p:nvPr/>
          </p:nvSpPr>
          <p:spPr>
            <a:xfrm rot="16200000">
              <a:off x="7120122" y="3145086"/>
              <a:ext cx="1817660" cy="590931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밀집</a:t>
              </a:r>
            </a:p>
          </p:txBody>
        </p:sp>
        <p:sp>
          <p:nvSpPr>
            <p:cNvPr id="228" name="Rectangle 227">
              <a:extLst>
                <a:ext uri="{FF2B5EF4-FFF2-40B4-BE49-F238E27FC236}">
                  <a16:creationId xmlns:a16="http://schemas.microsoft.com/office/drawing/2014/main" id="{8BD1E75E-B4BA-409F-AC1B-26D324EADA73}"/>
                </a:ext>
              </a:extLst>
            </p:cNvPr>
            <p:cNvSpPr/>
            <p:nvPr/>
          </p:nvSpPr>
          <p:spPr>
            <a:xfrm rot="16200000">
              <a:off x="8831501" y="3145086"/>
              <a:ext cx="1570240" cy="590931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출력</a:t>
              </a:r>
            </a:p>
          </p:txBody>
        </p:sp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5EC879A9-32A5-484F-A8B9-6CCD3C0002B6}"/>
                </a:ext>
              </a:extLst>
            </p:cNvPr>
            <p:cNvSpPr/>
            <p:nvPr/>
          </p:nvSpPr>
          <p:spPr>
            <a:xfrm rot="16200000">
              <a:off x="8163385" y="3145086"/>
              <a:ext cx="1318804" cy="590931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밀집</a:t>
              </a:r>
            </a:p>
          </p:txBody>
        </p:sp>
        <p:sp>
          <p:nvSpPr>
            <p:cNvPr id="230" name="Rectangle 229">
              <a:extLst>
                <a:ext uri="{FF2B5EF4-FFF2-40B4-BE49-F238E27FC236}">
                  <a16:creationId xmlns:a16="http://schemas.microsoft.com/office/drawing/2014/main" id="{6D91434A-3BC0-4265-A128-7E3D46449714}"/>
                </a:ext>
              </a:extLst>
            </p:cNvPr>
            <p:cNvSpPr/>
            <p:nvPr/>
          </p:nvSpPr>
          <p:spPr>
            <a:xfrm rot="16200000">
              <a:off x="2001506" y="3145086"/>
              <a:ext cx="2528871" cy="590931"/>
            </a:xfrm>
            <a:prstGeom prst="rect">
              <a:avLst/>
            </a:prstGeom>
            <a:solidFill>
              <a:srgbClr val="D0591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Max Pooling</a:t>
              </a:r>
            </a:p>
          </p:txBody>
        </p:sp>
        <p:sp>
          <p:nvSpPr>
            <p:cNvPr id="231" name="Rectangle 230">
              <a:extLst>
                <a:ext uri="{FF2B5EF4-FFF2-40B4-BE49-F238E27FC236}">
                  <a16:creationId xmlns:a16="http://schemas.microsoft.com/office/drawing/2014/main" id="{85BA4F86-6521-4339-BA95-D98BB3324033}"/>
                </a:ext>
              </a:extLst>
            </p:cNvPr>
            <p:cNvSpPr/>
            <p:nvPr/>
          </p:nvSpPr>
          <p:spPr>
            <a:xfrm rot="16200000">
              <a:off x="3589176" y="3145086"/>
              <a:ext cx="2528871" cy="590931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드롭아웃</a:t>
              </a:r>
            </a:p>
          </p:txBody>
        </p:sp>
        <p:sp>
          <p:nvSpPr>
            <p:cNvPr id="232" name="Rectangle 231">
              <a:extLst>
                <a:ext uri="{FF2B5EF4-FFF2-40B4-BE49-F238E27FC236}">
                  <a16:creationId xmlns:a16="http://schemas.microsoft.com/office/drawing/2014/main" id="{A8F8FA3E-2146-4154-B6BE-DDA9A9D646D2}"/>
                </a:ext>
              </a:extLst>
            </p:cNvPr>
            <p:cNvSpPr/>
            <p:nvPr/>
          </p:nvSpPr>
          <p:spPr>
            <a:xfrm rot="16200000">
              <a:off x="4383011" y="3145086"/>
              <a:ext cx="2528871" cy="590931"/>
            </a:xfrm>
            <a:prstGeom prst="rect">
              <a:avLst/>
            </a:prstGeom>
            <a:solidFill>
              <a:srgbClr val="D0591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Max Pooling</a:t>
              </a:r>
            </a:p>
          </p:txBody>
        </p:sp>
        <p:sp>
          <p:nvSpPr>
            <p:cNvPr id="233" name="Rectangle 232">
              <a:extLst>
                <a:ext uri="{FF2B5EF4-FFF2-40B4-BE49-F238E27FC236}">
                  <a16:creationId xmlns:a16="http://schemas.microsoft.com/office/drawing/2014/main" id="{998553ED-AAB9-4129-9E4B-0499EB064921}"/>
                </a:ext>
              </a:extLst>
            </p:cNvPr>
            <p:cNvSpPr/>
            <p:nvPr/>
          </p:nvSpPr>
          <p:spPr>
            <a:xfrm rot="16200000">
              <a:off x="5970681" y="3145086"/>
              <a:ext cx="2528871" cy="590931"/>
            </a:xfrm>
            <a:prstGeom prst="rect">
              <a:avLst/>
            </a:prstGeom>
            <a:solidFill>
              <a:srgbClr val="D0591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Max Pooling</a:t>
              </a:r>
            </a:p>
          </p:txBody>
        </p:sp>
        <p:cxnSp>
          <p:nvCxnSpPr>
            <p:cNvPr id="234" name="Straight Arrow Connector 233">
              <a:extLst>
                <a:ext uri="{FF2B5EF4-FFF2-40B4-BE49-F238E27FC236}">
                  <a16:creationId xmlns:a16="http://schemas.microsoft.com/office/drawing/2014/main" id="{D121865D-A808-4A3F-9866-78593476F35E}"/>
                </a:ext>
              </a:extLst>
            </p:cNvPr>
            <p:cNvCxnSpPr>
              <a:cxnSpLocks/>
            </p:cNvCxnSpPr>
            <p:nvPr/>
          </p:nvCxnSpPr>
          <p:spPr>
            <a:xfrm>
              <a:off x="1973737" y="3388134"/>
              <a:ext cx="202904" cy="0"/>
            </a:xfrm>
            <a:prstGeom prst="straightConnector1">
              <a:avLst/>
            </a:prstGeom>
            <a:ln w="38100"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Arrow Connector 234">
              <a:extLst>
                <a:ext uri="{FF2B5EF4-FFF2-40B4-BE49-F238E27FC236}">
                  <a16:creationId xmlns:a16="http://schemas.microsoft.com/office/drawing/2014/main" id="{775A9AB5-D37E-4E71-A9EF-FDBAAAFB55F2}"/>
                </a:ext>
              </a:extLst>
            </p:cNvPr>
            <p:cNvCxnSpPr>
              <a:cxnSpLocks/>
              <a:stCxn id="223" idx="2"/>
              <a:endCxn id="230" idx="0"/>
            </p:cNvCxnSpPr>
            <p:nvPr/>
          </p:nvCxnSpPr>
          <p:spPr>
            <a:xfrm>
              <a:off x="2767572" y="3440551"/>
              <a:ext cx="202904" cy="0"/>
            </a:xfrm>
            <a:prstGeom prst="straightConnector1">
              <a:avLst/>
            </a:prstGeom>
            <a:ln w="38100"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Arrow Connector 235">
              <a:extLst>
                <a:ext uri="{FF2B5EF4-FFF2-40B4-BE49-F238E27FC236}">
                  <a16:creationId xmlns:a16="http://schemas.microsoft.com/office/drawing/2014/main" id="{AF09F7C5-8FD5-4349-A781-0B36531E8B63}"/>
                </a:ext>
              </a:extLst>
            </p:cNvPr>
            <p:cNvCxnSpPr>
              <a:cxnSpLocks/>
              <a:stCxn id="230" idx="2"/>
              <a:endCxn id="225" idx="0"/>
            </p:cNvCxnSpPr>
            <p:nvPr/>
          </p:nvCxnSpPr>
          <p:spPr>
            <a:xfrm>
              <a:off x="3561407" y="3440551"/>
              <a:ext cx="202904" cy="0"/>
            </a:xfrm>
            <a:prstGeom prst="straightConnector1">
              <a:avLst/>
            </a:prstGeom>
            <a:ln w="38100"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Arrow Connector 236">
              <a:extLst>
                <a:ext uri="{FF2B5EF4-FFF2-40B4-BE49-F238E27FC236}">
                  <a16:creationId xmlns:a16="http://schemas.microsoft.com/office/drawing/2014/main" id="{77338F81-AD75-4A6B-B8E2-E138B4508FAB}"/>
                </a:ext>
              </a:extLst>
            </p:cNvPr>
            <p:cNvCxnSpPr>
              <a:cxnSpLocks/>
              <a:stCxn id="225" idx="2"/>
              <a:endCxn id="231" idx="0"/>
            </p:cNvCxnSpPr>
            <p:nvPr/>
          </p:nvCxnSpPr>
          <p:spPr>
            <a:xfrm>
              <a:off x="4355242" y="3440551"/>
              <a:ext cx="202904" cy="0"/>
            </a:xfrm>
            <a:prstGeom prst="straightConnector1">
              <a:avLst/>
            </a:prstGeom>
            <a:ln w="38100"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Arrow Connector 237">
              <a:extLst>
                <a:ext uri="{FF2B5EF4-FFF2-40B4-BE49-F238E27FC236}">
                  <a16:creationId xmlns:a16="http://schemas.microsoft.com/office/drawing/2014/main" id="{D047A2E5-8E2D-4C55-A480-0516766A50EC}"/>
                </a:ext>
              </a:extLst>
            </p:cNvPr>
            <p:cNvCxnSpPr>
              <a:cxnSpLocks/>
              <a:stCxn id="231" idx="2"/>
              <a:endCxn id="232" idx="0"/>
            </p:cNvCxnSpPr>
            <p:nvPr/>
          </p:nvCxnSpPr>
          <p:spPr>
            <a:xfrm>
              <a:off x="5149077" y="3440551"/>
              <a:ext cx="202904" cy="0"/>
            </a:xfrm>
            <a:prstGeom prst="straightConnector1">
              <a:avLst/>
            </a:prstGeom>
            <a:ln w="38100"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Arrow Connector 238">
              <a:extLst>
                <a:ext uri="{FF2B5EF4-FFF2-40B4-BE49-F238E27FC236}">
                  <a16:creationId xmlns:a16="http://schemas.microsoft.com/office/drawing/2014/main" id="{623CD9D8-F625-4E7D-AD8D-E50915652E7F}"/>
                </a:ext>
              </a:extLst>
            </p:cNvPr>
            <p:cNvCxnSpPr>
              <a:cxnSpLocks/>
              <a:stCxn id="232" idx="2"/>
              <a:endCxn id="226" idx="0"/>
            </p:cNvCxnSpPr>
            <p:nvPr/>
          </p:nvCxnSpPr>
          <p:spPr>
            <a:xfrm>
              <a:off x="5942912" y="3440551"/>
              <a:ext cx="202904" cy="0"/>
            </a:xfrm>
            <a:prstGeom prst="straightConnector1">
              <a:avLst/>
            </a:prstGeom>
            <a:ln w="38100"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Arrow Connector 239">
              <a:extLst>
                <a:ext uri="{FF2B5EF4-FFF2-40B4-BE49-F238E27FC236}">
                  <a16:creationId xmlns:a16="http://schemas.microsoft.com/office/drawing/2014/main" id="{6DE184FC-8957-40E4-BC2A-056EF9110801}"/>
                </a:ext>
              </a:extLst>
            </p:cNvPr>
            <p:cNvCxnSpPr>
              <a:cxnSpLocks/>
              <a:stCxn id="226" idx="2"/>
              <a:endCxn id="233" idx="0"/>
            </p:cNvCxnSpPr>
            <p:nvPr/>
          </p:nvCxnSpPr>
          <p:spPr>
            <a:xfrm>
              <a:off x="6736747" y="3440551"/>
              <a:ext cx="202904" cy="0"/>
            </a:xfrm>
            <a:prstGeom prst="straightConnector1">
              <a:avLst/>
            </a:prstGeom>
            <a:ln w="38100"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Arrow Connector 240">
              <a:extLst>
                <a:ext uri="{FF2B5EF4-FFF2-40B4-BE49-F238E27FC236}">
                  <a16:creationId xmlns:a16="http://schemas.microsoft.com/office/drawing/2014/main" id="{26D39E98-39B9-47BC-B47F-548BE6FE0D97}"/>
                </a:ext>
              </a:extLst>
            </p:cNvPr>
            <p:cNvCxnSpPr>
              <a:cxnSpLocks/>
              <a:stCxn id="233" idx="2"/>
              <a:endCxn id="227" idx="0"/>
            </p:cNvCxnSpPr>
            <p:nvPr/>
          </p:nvCxnSpPr>
          <p:spPr>
            <a:xfrm>
              <a:off x="7530582" y="3440551"/>
              <a:ext cx="202905" cy="1"/>
            </a:xfrm>
            <a:prstGeom prst="straightConnector1">
              <a:avLst/>
            </a:prstGeom>
            <a:ln w="38100"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Arrow Connector 241">
              <a:extLst>
                <a:ext uri="{FF2B5EF4-FFF2-40B4-BE49-F238E27FC236}">
                  <a16:creationId xmlns:a16="http://schemas.microsoft.com/office/drawing/2014/main" id="{F8CBABB4-3C5F-4E8B-AFEA-C18F10C11695}"/>
                </a:ext>
              </a:extLst>
            </p:cNvPr>
            <p:cNvCxnSpPr>
              <a:cxnSpLocks/>
              <a:stCxn id="227" idx="2"/>
              <a:endCxn id="229" idx="0"/>
            </p:cNvCxnSpPr>
            <p:nvPr/>
          </p:nvCxnSpPr>
          <p:spPr>
            <a:xfrm>
              <a:off x="8324418" y="3440552"/>
              <a:ext cx="202904" cy="0"/>
            </a:xfrm>
            <a:prstGeom prst="straightConnector1">
              <a:avLst/>
            </a:prstGeom>
            <a:ln w="38100"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Arrow Connector 242">
              <a:extLst>
                <a:ext uri="{FF2B5EF4-FFF2-40B4-BE49-F238E27FC236}">
                  <a16:creationId xmlns:a16="http://schemas.microsoft.com/office/drawing/2014/main" id="{6E57B4C8-1757-4750-9553-5FB7A6288157}"/>
                </a:ext>
              </a:extLst>
            </p:cNvPr>
            <p:cNvCxnSpPr>
              <a:cxnSpLocks/>
              <a:stCxn id="229" idx="2"/>
              <a:endCxn id="228" idx="0"/>
            </p:cNvCxnSpPr>
            <p:nvPr/>
          </p:nvCxnSpPr>
          <p:spPr>
            <a:xfrm>
              <a:off x="9118253" y="3440552"/>
              <a:ext cx="202903" cy="0"/>
            </a:xfrm>
            <a:prstGeom prst="straightConnector1">
              <a:avLst/>
            </a:prstGeom>
            <a:ln w="38100"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Arrow: Left-Right 3">
            <a:extLst>
              <a:ext uri="{FF2B5EF4-FFF2-40B4-BE49-F238E27FC236}">
                <a16:creationId xmlns:a16="http://schemas.microsoft.com/office/drawing/2014/main" id="{792A9471-696F-4C22-A014-EC566A916AD2}"/>
              </a:ext>
            </a:extLst>
          </p:cNvPr>
          <p:cNvSpPr/>
          <p:nvPr/>
        </p:nvSpPr>
        <p:spPr>
          <a:xfrm>
            <a:off x="1988104" y="3946959"/>
            <a:ext cx="6941612" cy="973083"/>
          </a:xfrm>
          <a:prstGeom prst="leftRightArrow">
            <a:avLst/>
          </a:prstGeom>
          <a:solidFill>
            <a:schemeClr val="tx2"/>
          </a:solidFill>
          <a:ln w="19050"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3BF3C5D-03D1-4282-826B-26169FE009F7}"/>
              </a:ext>
            </a:extLst>
          </p:cNvPr>
          <p:cNvSpPr/>
          <p:nvPr/>
        </p:nvSpPr>
        <p:spPr>
          <a:xfrm>
            <a:off x="674099" y="4762250"/>
            <a:ext cx="1507173" cy="585337"/>
          </a:xfrm>
          <a:prstGeom prst="roundRect">
            <a:avLst/>
          </a:prstGeom>
          <a:solidFill>
            <a:schemeClr val="tx1"/>
          </a:solidFill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더 일반적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11F90C8-C8A6-4D6E-B8AD-AA949EBF174A}"/>
              </a:ext>
            </a:extLst>
          </p:cNvPr>
          <p:cNvSpPr/>
          <p:nvPr/>
        </p:nvSpPr>
        <p:spPr>
          <a:xfrm>
            <a:off x="8752785" y="4762250"/>
            <a:ext cx="1507173" cy="585337"/>
          </a:xfrm>
          <a:prstGeom prst="roundRect">
            <a:avLst/>
          </a:prstGeom>
          <a:solidFill>
            <a:schemeClr val="tx1"/>
          </a:solidFill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더 전문적</a:t>
            </a:r>
          </a:p>
        </p:txBody>
      </p:sp>
    </p:spTree>
    <p:extLst>
      <p:ext uri="{BB962C8B-B14F-4D97-AF65-F5344CB8AC3E}">
        <p14:creationId xmlns:p14="http://schemas.microsoft.com/office/powerpoint/2010/main" val="32173231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DE902-0C6D-8D45-962E-302ABDE4F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b">
            <a:normAutofit/>
          </a:bodyPr>
          <a:lstStyle/>
          <a:p>
            <a:r>
              <a:rPr lang="en-US" sz="3200" b="1" dirty="0" err="1"/>
              <a:t>전이</a:t>
            </a:r>
            <a:r>
              <a:rPr lang="en-US" sz="3200" b="1" dirty="0"/>
              <a:t> </a:t>
            </a:r>
            <a:r>
              <a:rPr lang="en-US" sz="3200" b="1" dirty="0" err="1"/>
              <a:t>학습</a:t>
            </a:r>
            <a:r>
              <a:rPr lang="en-US" sz="3200" b="1" dirty="0"/>
              <a:t>(Transfer Learning)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3E2FB5-8D51-E146-842B-7E7CC771C4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wrap="square" anchor="t">
            <a:normAutofit/>
          </a:bodyPr>
          <a:lstStyle/>
          <a:p>
            <a:r>
              <a:rPr lang="en-US" dirty="0" err="1"/>
              <a:t>모델</a:t>
            </a:r>
            <a:r>
              <a:rPr lang="en-US" dirty="0"/>
              <a:t> </a:t>
            </a:r>
            <a:r>
              <a:rPr lang="en-US" dirty="0" err="1"/>
              <a:t>동결</a:t>
            </a:r>
            <a:r>
              <a:rPr lang="en-US" dirty="0"/>
              <a:t>(Freeze)</a:t>
            </a:r>
          </a:p>
        </p:txBody>
      </p:sp>
      <p:pic>
        <p:nvPicPr>
          <p:cNvPr id="6" name="Picture 5" descr="Close-up of a real snowflake">
            <a:extLst>
              <a:ext uri="{FF2B5EF4-FFF2-40B4-BE49-F238E27FC236}">
                <a16:creationId xmlns:a16="http://schemas.microsoft.com/office/drawing/2014/main" id="{5BB24A72-6C13-417F-BC27-84F9FCC6BCA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" t="21208" b="22791"/>
          <a:stretch/>
        </p:blipFill>
        <p:spPr>
          <a:xfrm>
            <a:off x="525780" y="1708796"/>
            <a:ext cx="9948672" cy="37189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71009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DE902-0C6D-8D45-962E-302ABDE4F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b">
            <a:normAutofit/>
          </a:bodyPr>
          <a:lstStyle/>
          <a:p>
            <a:r>
              <a:rPr lang="en-US" sz="3200" b="1"/>
              <a:t>전이 학습(Transfer Learning)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5A9C8A8-6280-4DF9-8DEA-5449A597C8D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2576" t="31145" r="49999" b="27273"/>
          <a:stretch/>
        </p:blipFill>
        <p:spPr>
          <a:xfrm>
            <a:off x="706582" y="2021031"/>
            <a:ext cx="2512684" cy="337300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B3CA71E-0A64-47C4-8461-9BCCA90BAB0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2661" t="29630" r="50474" b="28788"/>
          <a:stretch/>
        </p:blipFill>
        <p:spPr>
          <a:xfrm>
            <a:off x="4203146" y="2021031"/>
            <a:ext cx="2432162" cy="337300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45BBEAB-30F5-48E6-A8F0-280A1BB830B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2387" t="30640" r="50000" b="27778"/>
          <a:stretch/>
        </p:blipFill>
        <p:spPr>
          <a:xfrm>
            <a:off x="7619188" y="2021031"/>
            <a:ext cx="2539996" cy="3373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2944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974336" y="4224528"/>
            <a:ext cx="5376672" cy="1373939"/>
          </a:xfrm>
        </p:spPr>
        <p:txBody>
          <a:bodyPr wrap="square" anchor="b">
            <a:normAutofit/>
          </a:bodyPr>
          <a:lstStyle/>
          <a:p>
            <a:r>
              <a:rPr lang="en-GB"/>
              <a:t>시작하겠습니다!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7813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6913354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&amp; Bullet">
  <a:themeElements>
    <a:clrScheme name="2015 WHITE Template">
      <a:dk1>
        <a:srgbClr val="B3B3B3"/>
      </a:dk1>
      <a:lt1>
        <a:srgbClr val="FFFFFF"/>
      </a:lt1>
      <a:dk2>
        <a:srgbClr val="000000"/>
      </a:dk2>
      <a:lt2>
        <a:srgbClr val="76B900"/>
      </a:lt2>
      <a:accent1>
        <a:srgbClr val="0071C5"/>
      </a:accent1>
      <a:accent2>
        <a:srgbClr val="007450"/>
      </a:accent2>
      <a:accent3>
        <a:srgbClr val="9A4216"/>
      </a:accent3>
      <a:accent4>
        <a:srgbClr val="505050"/>
      </a:accent4>
      <a:accent5>
        <a:srgbClr val="9E1212"/>
      </a:accent5>
      <a:accent6>
        <a:srgbClr val="0D3481"/>
      </a:accent6>
      <a:hlink>
        <a:srgbClr val="76B900"/>
      </a:hlink>
      <a:folHlink>
        <a:srgbClr val="004827"/>
      </a:folHlink>
    </a:clrScheme>
    <a:fontScheme name="Opulent">
      <a:majorFont>
        <a:latin typeface="Trebuchet MS"/>
        <a:ea typeface=""/>
        <a:cs typeface=""/>
        <a:font script="Jpan" typeface="HG丸ｺﾞｼｯｸM-PRO"/>
        <a:font script="Hang" typeface="Trebuchet MS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丸ｺﾞｼｯｸM-PRO"/>
        <a:font script="Hang" typeface="Trebuchet MS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4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6350">
          <a:noFill/>
        </a:ln>
      </a:spPr>
      <a:bodyPr wrap="none" rtlCol="0" anchor="ctr">
        <a:spAutoFit/>
      </a:bodyPr>
      <a:lstStyle>
        <a:defPPr algn="ctr">
          <a:lnSpc>
            <a:spcPct val="90000"/>
          </a:lnSpc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txDef>
  </a:objectDefaults>
  <a:extraClrSchemeLst>
    <a:extraClrScheme>
      <a:clrScheme name="PPT_Template_Corp_16x9_rev2 1">
        <a:dk1>
          <a:srgbClr val="808080"/>
        </a:dk1>
        <a:lt1>
          <a:srgbClr val="FFFFFF"/>
        </a:lt1>
        <a:dk2>
          <a:srgbClr val="000000"/>
        </a:dk2>
        <a:lt2>
          <a:srgbClr val="B9E700"/>
        </a:lt2>
        <a:accent1>
          <a:srgbClr val="33CCCC"/>
        </a:accent1>
        <a:accent2>
          <a:srgbClr val="FF9933"/>
        </a:accent2>
        <a:accent3>
          <a:srgbClr val="AAAAAA"/>
        </a:accent3>
        <a:accent4>
          <a:srgbClr val="DADADA"/>
        </a:accent4>
        <a:accent5>
          <a:srgbClr val="ADE2E2"/>
        </a:accent5>
        <a:accent6>
          <a:srgbClr val="E78A2D"/>
        </a:accent6>
        <a:hlink>
          <a:srgbClr val="99CCFF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Title &amp; Bullet">
  <a:themeElements>
    <a:clrScheme name="2015 WHITE Template">
      <a:dk1>
        <a:srgbClr val="B3B3B3"/>
      </a:dk1>
      <a:lt1>
        <a:srgbClr val="FFFFFF"/>
      </a:lt1>
      <a:dk2>
        <a:srgbClr val="000000"/>
      </a:dk2>
      <a:lt2>
        <a:srgbClr val="76B900"/>
      </a:lt2>
      <a:accent1>
        <a:srgbClr val="0071C5"/>
      </a:accent1>
      <a:accent2>
        <a:srgbClr val="007450"/>
      </a:accent2>
      <a:accent3>
        <a:srgbClr val="9A4216"/>
      </a:accent3>
      <a:accent4>
        <a:srgbClr val="505050"/>
      </a:accent4>
      <a:accent5>
        <a:srgbClr val="9E1212"/>
      </a:accent5>
      <a:accent6>
        <a:srgbClr val="0D3481"/>
      </a:accent6>
      <a:hlink>
        <a:srgbClr val="76B900"/>
      </a:hlink>
      <a:folHlink>
        <a:srgbClr val="004827"/>
      </a:folHlink>
    </a:clrScheme>
    <a:fontScheme name="Opulent">
      <a:majorFont>
        <a:latin typeface="Trebuchet MS"/>
        <a:ea typeface=""/>
        <a:cs typeface=""/>
        <a:font script="Jpan" typeface="HG丸ｺﾞｼｯｸM-PRO"/>
        <a:font script="Hang" typeface="Trebuchet MS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丸ｺﾞｼｯｸM-PRO"/>
        <a:font script="Hang" typeface="Trebuchet MS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4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6350">
          <a:noFill/>
        </a:ln>
      </a:spPr>
      <a:bodyPr wrap="none" rtlCol="0" anchor="ctr">
        <a:spAutoFit/>
      </a:bodyPr>
      <a:lstStyle>
        <a:defPPr algn="ctr">
          <a:lnSpc>
            <a:spcPct val="90000"/>
          </a:lnSpc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txDef>
  </a:objectDefaults>
  <a:extraClrSchemeLst>
    <a:extraClrScheme>
      <a:clrScheme name="PPT_Template_Corp_16x9_rev2 1">
        <a:dk1>
          <a:srgbClr val="808080"/>
        </a:dk1>
        <a:lt1>
          <a:srgbClr val="FFFFFF"/>
        </a:lt1>
        <a:dk2>
          <a:srgbClr val="000000"/>
        </a:dk2>
        <a:lt2>
          <a:srgbClr val="B9E700"/>
        </a:lt2>
        <a:accent1>
          <a:srgbClr val="33CCCC"/>
        </a:accent1>
        <a:accent2>
          <a:srgbClr val="FF9933"/>
        </a:accent2>
        <a:accent3>
          <a:srgbClr val="AAAAAA"/>
        </a:accent3>
        <a:accent4>
          <a:srgbClr val="DADADA"/>
        </a:accent4>
        <a:accent5>
          <a:srgbClr val="ADE2E2"/>
        </a:accent5>
        <a:accent6>
          <a:srgbClr val="E78A2D"/>
        </a:accent6>
        <a:hlink>
          <a:srgbClr val="99CCFF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Gallery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4.xml><?xml version="1.0" encoding="utf-8"?>
<a:theme xmlns:a="http://schemas.openxmlformats.org/drawingml/2006/main" name="Theme1">
  <a:themeElements>
    <a:clrScheme name="Custom 1">
      <a:dk1>
        <a:srgbClr val="CDCDCD"/>
      </a:dk1>
      <a:lt1>
        <a:srgbClr val="FFFFFF"/>
      </a:lt1>
      <a:dk2>
        <a:srgbClr val="000000"/>
      </a:dk2>
      <a:lt2>
        <a:srgbClr val="76B900"/>
      </a:lt2>
      <a:accent1>
        <a:srgbClr val="008564"/>
      </a:accent1>
      <a:accent2>
        <a:srgbClr val="5D1682"/>
      </a:accent2>
      <a:accent3>
        <a:srgbClr val="890C58"/>
      </a:accent3>
      <a:accent4>
        <a:srgbClr val="5E5E5E"/>
      </a:accent4>
      <a:accent5>
        <a:srgbClr val="8C8C8C"/>
      </a:accent5>
      <a:accent6>
        <a:srgbClr val="0071C5"/>
      </a:accent6>
      <a:hlink>
        <a:srgbClr val="76B900"/>
      </a:hlink>
      <a:folHlink>
        <a:srgbClr val="76B900"/>
      </a:folHlink>
    </a:clrScheme>
    <a:fontScheme name="Opulent">
      <a:majorFont>
        <a:latin typeface="Trebuchet MS"/>
        <a:ea typeface=""/>
        <a:cs typeface=""/>
        <a:font script="Jpan" typeface="HG丸ｺﾞｼｯｸM-PRO"/>
        <a:font script="Hang" typeface="Trebuchet MS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丸ｺﾞｼｯｸM-PRO"/>
        <a:font script="Hang" typeface="Trebuchet MS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4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6350">
          <a:noFill/>
        </a:ln>
      </a:spPr>
      <a:bodyPr wrap="none" rtlCol="0" anchor="ctr">
        <a:spAutoFit/>
      </a:bodyPr>
      <a:lstStyle>
        <a:defPPr algn="ctr">
          <a:lnSpc>
            <a:spcPct val="90000"/>
          </a:lnSpc>
          <a:defRPr sz="1400" dirty="0" smtClean="0">
            <a:solidFill>
              <a:schemeClr val="bg1"/>
            </a:solidFill>
            <a:latin typeface="Trebuchet MS" panose="020B0603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txDef>
  </a:objectDefaults>
  <a:extraClrSchemeLst>
    <a:extraClrScheme>
      <a:clrScheme name="PPT_Template_Corp_16x9_rev2 1">
        <a:dk1>
          <a:srgbClr val="808080"/>
        </a:dk1>
        <a:lt1>
          <a:srgbClr val="FFFFFF"/>
        </a:lt1>
        <a:dk2>
          <a:srgbClr val="000000"/>
        </a:dk2>
        <a:lt2>
          <a:srgbClr val="B9E700"/>
        </a:lt2>
        <a:accent1>
          <a:srgbClr val="33CCCC"/>
        </a:accent1>
        <a:accent2>
          <a:srgbClr val="FF9933"/>
        </a:accent2>
        <a:accent3>
          <a:srgbClr val="AAAAAA"/>
        </a:accent3>
        <a:accent4>
          <a:srgbClr val="DADADA"/>
        </a:accent4>
        <a:accent5>
          <a:srgbClr val="ADE2E2"/>
        </a:accent5>
        <a:accent6>
          <a:srgbClr val="E78A2D"/>
        </a:accent6>
        <a:hlink>
          <a:srgbClr val="99CCFF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1" id="{2DC2ADA4-67A3-4136-9A41-04B6EFCEBBA8}" vid="{8D7F6D3F-7026-4FAE-B40F-848121644610}"/>
    </a:ext>
  </a:extLst>
</a:theme>
</file>

<file path=ppt/theme/theme5.xml><?xml version="1.0" encoding="utf-8"?>
<a:theme xmlns:a="http://schemas.openxmlformats.org/drawingml/2006/main" name="11_Title &amp; Bullet">
  <a:themeElements>
    <a:clrScheme name="2015 WHITE Template">
      <a:dk1>
        <a:srgbClr val="B3B3B3"/>
      </a:dk1>
      <a:lt1>
        <a:srgbClr val="FFFFFF"/>
      </a:lt1>
      <a:dk2>
        <a:srgbClr val="000000"/>
      </a:dk2>
      <a:lt2>
        <a:srgbClr val="76B900"/>
      </a:lt2>
      <a:accent1>
        <a:srgbClr val="0071C5"/>
      </a:accent1>
      <a:accent2>
        <a:srgbClr val="007450"/>
      </a:accent2>
      <a:accent3>
        <a:srgbClr val="9A4216"/>
      </a:accent3>
      <a:accent4>
        <a:srgbClr val="505050"/>
      </a:accent4>
      <a:accent5>
        <a:srgbClr val="9E1212"/>
      </a:accent5>
      <a:accent6>
        <a:srgbClr val="0D3481"/>
      </a:accent6>
      <a:hlink>
        <a:srgbClr val="76B900"/>
      </a:hlink>
      <a:folHlink>
        <a:srgbClr val="00482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Title &amp; Bullet">
  <a:themeElements>
    <a:clrScheme name="2015 WHITE Template">
      <a:dk1>
        <a:srgbClr val="B3B3B3"/>
      </a:dk1>
      <a:lt1>
        <a:srgbClr val="FFFFFF"/>
      </a:lt1>
      <a:dk2>
        <a:srgbClr val="000000"/>
      </a:dk2>
      <a:lt2>
        <a:srgbClr val="76B900"/>
      </a:lt2>
      <a:accent1>
        <a:srgbClr val="0071C5"/>
      </a:accent1>
      <a:accent2>
        <a:srgbClr val="007450"/>
      </a:accent2>
      <a:accent3>
        <a:srgbClr val="9A4216"/>
      </a:accent3>
      <a:accent4>
        <a:srgbClr val="505050"/>
      </a:accent4>
      <a:accent5>
        <a:srgbClr val="9E1212"/>
      </a:accent5>
      <a:accent6>
        <a:srgbClr val="0D3481"/>
      </a:accent6>
      <a:hlink>
        <a:srgbClr val="76B900"/>
      </a:hlink>
      <a:folHlink>
        <a:srgbClr val="00482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3_Title &amp; Bullet">
  <a:themeElements>
    <a:clrScheme name="Custom 1">
      <a:dk1>
        <a:srgbClr val="CDCDCD"/>
      </a:dk1>
      <a:lt1>
        <a:srgbClr val="FFFFFF"/>
      </a:lt1>
      <a:dk2>
        <a:srgbClr val="000000"/>
      </a:dk2>
      <a:lt2>
        <a:srgbClr val="76B900"/>
      </a:lt2>
      <a:accent1>
        <a:srgbClr val="008564"/>
      </a:accent1>
      <a:accent2>
        <a:srgbClr val="5D1682"/>
      </a:accent2>
      <a:accent3>
        <a:srgbClr val="890C58"/>
      </a:accent3>
      <a:accent4>
        <a:srgbClr val="5E5E5E"/>
      </a:accent4>
      <a:accent5>
        <a:srgbClr val="8C8C8C"/>
      </a:accent5>
      <a:accent6>
        <a:srgbClr val="0071C5"/>
      </a:accent6>
      <a:hlink>
        <a:srgbClr val="76B900"/>
      </a:hlink>
      <a:folHlink>
        <a:srgbClr val="76B900"/>
      </a:folHlink>
    </a:clrScheme>
    <a:fontScheme name="Opulent">
      <a:majorFont>
        <a:latin typeface="Trebuchet MS"/>
        <a:ea typeface=""/>
        <a:cs typeface=""/>
        <a:font script="Jpan" typeface="HG丸ｺﾞｼｯｸM-PRO"/>
        <a:font script="Hang" typeface="Trebuchet MS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丸ｺﾞｼｯｸM-PRO"/>
        <a:font script="Hang" typeface="Trebuchet MS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4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6350">
          <a:noFill/>
        </a:ln>
      </a:spPr>
      <a:bodyPr wrap="none" rtlCol="0" anchor="ctr">
        <a:spAutoFit/>
      </a:bodyPr>
      <a:lstStyle>
        <a:defPPr algn="ctr">
          <a:lnSpc>
            <a:spcPct val="90000"/>
          </a:lnSpc>
          <a:defRPr sz="1400" dirty="0" smtClean="0">
            <a:solidFill>
              <a:schemeClr val="bg1"/>
            </a:solidFill>
            <a:latin typeface="Trebuchet MS" panose="020B0603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txDef>
  </a:objectDefaults>
  <a:extraClrSchemeLst>
    <a:extraClrScheme>
      <a:clrScheme name="PPT_Template_Corp_16x9_rev2 1">
        <a:dk1>
          <a:srgbClr val="808080"/>
        </a:dk1>
        <a:lt1>
          <a:srgbClr val="FFFFFF"/>
        </a:lt1>
        <a:dk2>
          <a:srgbClr val="000000"/>
        </a:dk2>
        <a:lt2>
          <a:srgbClr val="B9E700"/>
        </a:lt2>
        <a:accent1>
          <a:srgbClr val="33CCCC"/>
        </a:accent1>
        <a:accent2>
          <a:srgbClr val="FF9933"/>
        </a:accent2>
        <a:accent3>
          <a:srgbClr val="AAAAAA"/>
        </a:accent3>
        <a:accent4>
          <a:srgbClr val="DADADA"/>
        </a:accent4>
        <a:accent5>
          <a:srgbClr val="ADE2E2"/>
        </a:accent5>
        <a:accent6>
          <a:srgbClr val="E78A2D"/>
        </a:accent6>
        <a:hlink>
          <a:srgbClr val="99CCFF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4CF33B71089DC448F3A861CCE49DD4C" ma:contentTypeVersion="6" ma:contentTypeDescription="Create a new document." ma:contentTypeScope="" ma:versionID="055b4585b017200913b2de69e56facba">
  <xsd:schema xmlns:xsd="http://www.w3.org/2001/XMLSchema" xmlns:xs="http://www.w3.org/2001/XMLSchema" xmlns:p="http://schemas.microsoft.com/office/2006/metadata/properties" xmlns:ns3="33156d47-4ed2-41b4-b82d-0bdc41d51c72" xmlns:ns4="eac25ff7-bb51-4c67-b289-9013749df816" targetNamespace="http://schemas.microsoft.com/office/2006/metadata/properties" ma:root="true" ma:fieldsID="3e7ed0295b1edb71ed1c82dfbc8434c4" ns3:_="" ns4:_="">
    <xsd:import namespace="33156d47-4ed2-41b4-b82d-0bdc41d51c72"/>
    <xsd:import namespace="eac25ff7-bb51-4c67-b289-9013749df816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156d47-4ed2-41b4-b82d-0bdc41d51c7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c25ff7-bb51-4c67-b289-9013749df81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F88E22E-2A4B-4FB1-9848-BF16E7DBE74B}">
  <ds:schemaRefs>
    <ds:schemaRef ds:uri="33156d47-4ed2-41b4-b82d-0bdc41d51c72"/>
    <ds:schemaRef ds:uri="eac25ff7-bb51-4c67-b289-9013749df81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D12CE55-4777-4596-9754-FAF1F021501A}">
  <ds:schemaRefs>
    <ds:schemaRef ds:uri="33156d47-4ed2-41b4-b82d-0bdc41d51c72"/>
    <ds:schemaRef ds:uri="eac25ff7-bb51-4c67-b289-9013749df81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29B7386-0C5E-43DB-8BF1-052EEAD5F5D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1183</Words>
  <Application>Microsoft Office PowerPoint</Application>
  <PresentationFormat>Custom</PresentationFormat>
  <Paragraphs>144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18</vt:i4>
      </vt:variant>
    </vt:vector>
  </HeadingPairs>
  <TitlesOfParts>
    <vt:vector size="31" baseType="lpstr">
      <vt:lpstr>Century Gothic</vt:lpstr>
      <vt:lpstr>Arial</vt:lpstr>
      <vt:lpstr>Questrial</vt:lpstr>
      <vt:lpstr>Trebuchet MS</vt:lpstr>
      <vt:lpstr>Gill Sans MT</vt:lpstr>
      <vt:lpstr>Wingdings</vt:lpstr>
      <vt:lpstr>Title &amp; Bullet</vt:lpstr>
      <vt:lpstr>1_Title &amp; Bullet</vt:lpstr>
      <vt:lpstr>Gallery</vt:lpstr>
      <vt:lpstr>Theme1</vt:lpstr>
      <vt:lpstr>11_Title &amp; Bullet</vt:lpstr>
      <vt:lpstr>2_Title &amp; Bullet</vt:lpstr>
      <vt:lpstr>3_Title &amp; Bullet</vt:lpstr>
      <vt:lpstr>딥러닝의  기초</vt:lpstr>
      <vt:lpstr>목차</vt:lpstr>
      <vt:lpstr>목차 – 5부</vt:lpstr>
      <vt:lpstr>복습</vt:lpstr>
      <vt:lpstr>복습</vt:lpstr>
      <vt:lpstr>사전 트레이닝된 모델 Pre-Trained Models</vt:lpstr>
      <vt:lpstr>사전 트레이닝된 모델 (Pre-Trained Models)</vt:lpstr>
      <vt:lpstr>사전 트레이닝된 모델 (Pre-Trained Models)</vt:lpstr>
      <vt:lpstr>다음 과제</vt:lpstr>
      <vt:lpstr>전이 학습 Transfer Learning</vt:lpstr>
      <vt:lpstr>후속 과제</vt:lpstr>
      <vt:lpstr>전이 학습(Transfer Learning)</vt:lpstr>
      <vt:lpstr>전이 학습(Transfer Learning)</vt:lpstr>
      <vt:lpstr>전이 학습(Transfer Learning)</vt:lpstr>
      <vt:lpstr>전이 학습(Transfer Learning)</vt:lpstr>
      <vt:lpstr>전이 학습(Transfer Learning)</vt:lpstr>
      <vt:lpstr>시작하겠습니다!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Fundamentals of  deep learning</dc:title>
  <dc:creator>Danielle Detering</dc:creator>
  <cp:lastModifiedBy>Solee Moon</cp:lastModifiedBy>
  <cp:revision>33</cp:revision>
  <dcterms:created xsi:type="dcterms:W3CDTF">2020-10-29T08:49:30Z</dcterms:created>
  <dcterms:modified xsi:type="dcterms:W3CDTF">2021-04-10T00:09:12Z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b558183-044c-4105-8d9c-cea02a2a3d86_Enabled">
    <vt:lpwstr>True</vt:lpwstr>
  </property>
  <property fmtid="{D5CDD505-2E9C-101B-9397-08002B2CF9AE}" pid="3" name="MSIP_Label_6b558183-044c-4105-8d9c-cea02a2a3d86_SiteId">
    <vt:lpwstr>43083d15-7273-40c1-b7db-39efd9ccc17a</vt:lpwstr>
  </property>
  <property fmtid="{D5CDD505-2E9C-101B-9397-08002B2CF9AE}" pid="4" name="MSIP_Label_6b558183-044c-4105-8d9c-cea02a2a3d86_Owner">
    <vt:lpwstr>ddetering@nvidia.com</vt:lpwstr>
  </property>
  <property fmtid="{D5CDD505-2E9C-101B-9397-08002B2CF9AE}" pid="5" name="MSIP_Label_6b558183-044c-4105-8d9c-cea02a2a3d86_SetDate">
    <vt:lpwstr>2020-10-29T08:51:02.5548027Z</vt:lpwstr>
  </property>
  <property fmtid="{D5CDD505-2E9C-101B-9397-08002B2CF9AE}" pid="6" name="MSIP_Label_6b558183-044c-4105-8d9c-cea02a2a3d86_Name">
    <vt:lpwstr>Unrestricted</vt:lpwstr>
  </property>
  <property fmtid="{D5CDD505-2E9C-101B-9397-08002B2CF9AE}" pid="7" name="MSIP_Label_6b558183-044c-4105-8d9c-cea02a2a3d86_Application">
    <vt:lpwstr>Microsoft Azure Information Protection</vt:lpwstr>
  </property>
  <property fmtid="{D5CDD505-2E9C-101B-9397-08002B2CF9AE}" pid="8" name="MSIP_Label_6b558183-044c-4105-8d9c-cea02a2a3d86_Extended_MSFT_Method">
    <vt:lpwstr>Automatic</vt:lpwstr>
  </property>
  <property fmtid="{D5CDD505-2E9C-101B-9397-08002B2CF9AE}" pid="9" name="Sensitivity">
    <vt:lpwstr>Unrestricted</vt:lpwstr>
  </property>
</Properties>
</file>