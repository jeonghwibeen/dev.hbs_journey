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648" r:id="rId1"/>
    <p:sldMasterId id="2147483669" r:id="rId2"/>
    <p:sldMasterId id="2147483690" r:id="rId3"/>
  </p:sldMasterIdLst>
  <p:notesMasterIdLst>
    <p:notesMasterId r:id="rId91"/>
  </p:notesMasterIdLst>
  <p:sldIdLst>
    <p:sldId id="256" r:id="rId4"/>
    <p:sldId id="257" r:id="rId5"/>
    <p:sldId id="258" r:id="rId6"/>
    <p:sldId id="5964" r:id="rId7"/>
    <p:sldId id="5965" r:id="rId8"/>
    <p:sldId id="5966" r:id="rId9"/>
    <p:sldId id="5968" r:id="rId10"/>
    <p:sldId id="5969" r:id="rId11"/>
    <p:sldId id="5972" r:id="rId12"/>
    <p:sldId id="268" r:id="rId13"/>
    <p:sldId id="6004" r:id="rId14"/>
    <p:sldId id="270" r:id="rId15"/>
    <p:sldId id="271" r:id="rId16"/>
    <p:sldId id="5970" r:id="rId17"/>
    <p:sldId id="5971" r:id="rId18"/>
    <p:sldId id="5973" r:id="rId19"/>
    <p:sldId id="5894" r:id="rId20"/>
    <p:sldId id="5895" r:id="rId21"/>
    <p:sldId id="277" r:id="rId22"/>
    <p:sldId id="278" r:id="rId23"/>
    <p:sldId id="279" r:id="rId24"/>
    <p:sldId id="5899" r:id="rId25"/>
    <p:sldId id="6005" r:id="rId26"/>
    <p:sldId id="283" r:id="rId27"/>
    <p:sldId id="284" r:id="rId28"/>
    <p:sldId id="285" r:id="rId29"/>
    <p:sldId id="286" r:id="rId30"/>
    <p:sldId id="287" r:id="rId31"/>
    <p:sldId id="288" r:id="rId32"/>
    <p:sldId id="5932" r:id="rId33"/>
    <p:sldId id="5974" r:id="rId34"/>
    <p:sldId id="5975" r:id="rId35"/>
    <p:sldId id="5967" r:id="rId36"/>
    <p:sldId id="6006" r:id="rId37"/>
    <p:sldId id="5976" r:id="rId38"/>
    <p:sldId id="5977" r:id="rId39"/>
    <p:sldId id="5861" r:id="rId40"/>
    <p:sldId id="795" r:id="rId41"/>
    <p:sldId id="5874" r:id="rId42"/>
    <p:sldId id="5904" r:id="rId43"/>
    <p:sldId id="5905" r:id="rId44"/>
    <p:sldId id="5978" r:id="rId45"/>
    <p:sldId id="5979" r:id="rId46"/>
    <p:sldId id="5942" r:id="rId47"/>
    <p:sldId id="5984" r:id="rId48"/>
    <p:sldId id="5943" r:id="rId49"/>
    <p:sldId id="5877" r:id="rId50"/>
    <p:sldId id="5944" r:id="rId51"/>
    <p:sldId id="5945" r:id="rId52"/>
    <p:sldId id="5946" r:id="rId53"/>
    <p:sldId id="5947" r:id="rId54"/>
    <p:sldId id="6007" r:id="rId55"/>
    <p:sldId id="5986" r:id="rId56"/>
    <p:sldId id="5987" r:id="rId57"/>
    <p:sldId id="5948" r:id="rId58"/>
    <p:sldId id="5988" r:id="rId59"/>
    <p:sldId id="5989" r:id="rId60"/>
    <p:sldId id="5990" r:id="rId61"/>
    <p:sldId id="5991" r:id="rId62"/>
    <p:sldId id="5992" r:id="rId63"/>
    <p:sldId id="5993" r:id="rId64"/>
    <p:sldId id="5907" r:id="rId65"/>
    <p:sldId id="5908" r:id="rId66"/>
    <p:sldId id="6008" r:id="rId67"/>
    <p:sldId id="5995" r:id="rId68"/>
    <p:sldId id="5996" r:id="rId69"/>
    <p:sldId id="5982" r:id="rId70"/>
    <p:sldId id="327" r:id="rId71"/>
    <p:sldId id="328" r:id="rId72"/>
    <p:sldId id="5876" r:id="rId73"/>
    <p:sldId id="330" r:id="rId74"/>
    <p:sldId id="5919" r:id="rId75"/>
    <p:sldId id="332" r:id="rId76"/>
    <p:sldId id="5997" r:id="rId77"/>
    <p:sldId id="5998" r:id="rId78"/>
    <p:sldId id="5999" r:id="rId79"/>
    <p:sldId id="6000" r:id="rId80"/>
    <p:sldId id="6001" r:id="rId81"/>
    <p:sldId id="5928" r:id="rId82"/>
    <p:sldId id="5925" r:id="rId83"/>
    <p:sldId id="5954" r:id="rId84"/>
    <p:sldId id="6002" r:id="rId85"/>
    <p:sldId id="5983" r:id="rId86"/>
    <p:sldId id="6009" r:id="rId87"/>
    <p:sldId id="6010" r:id="rId88"/>
    <p:sldId id="6003" r:id="rId89"/>
    <p:sldId id="755" r:id="rId90"/>
  </p:sldIdLst>
  <p:sldSz cx="18288000" cy="102870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93">
          <p15:clr>
            <a:srgbClr val="A4A3A4"/>
          </p15:clr>
        </p15:guide>
        <p15:guide id="2" orient="horz" pos="5083">
          <p15:clr>
            <a:srgbClr val="A4A3A4"/>
          </p15:clr>
        </p15:guide>
        <p15:guide id="3" orient="horz" pos="5315">
          <p15:clr>
            <a:srgbClr val="A4A3A4"/>
          </p15:clr>
        </p15:guide>
        <p15:guide id="4" pos="9092">
          <p15:clr>
            <a:srgbClr val="A4A3A4"/>
          </p15:clr>
        </p15:guide>
        <p15:guide id="5" orient="horz" pos="1625">
          <p15:clr>
            <a:srgbClr val="A4A3A4"/>
          </p15:clr>
        </p15:guide>
        <p15:guide id="6" pos="5762">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7" roundtripDataSignature="AMtx7minbgIsD6s1nTZwGMQYazDGkWq4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F1131D-07E0-46A4-88FA-B4D5E079BBF7}">
  <a:tblStyle styleId="{F9F1131D-07E0-46A4-88FA-B4D5E079BBF7}" styleName="Table_0">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DEA"/>
          </a:solidFill>
        </a:fill>
      </a:tcStyle>
    </a:wholeTbl>
    <a:band1H>
      <a:tcTxStyle/>
      <a:tcStyle>
        <a:tcBdr/>
        <a:fill>
          <a:solidFill>
            <a:srgbClr val="CAD8D2"/>
          </a:solidFill>
        </a:fill>
      </a:tcStyle>
    </a:band1H>
    <a:band2H>
      <a:tcTxStyle/>
      <a:tcStyle>
        <a:tcBdr/>
      </a:tcStyle>
    </a:band2H>
    <a:band1V>
      <a:tcTxStyle/>
      <a:tcStyle>
        <a:tcBdr/>
        <a:fill>
          <a:solidFill>
            <a:srgbClr val="CAD8D2"/>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1"/>
          </a:solidFill>
        </a:fill>
      </a:tcStyle>
    </a:lastCol>
    <a:firstCol>
      <a:tcTxStyle b="on" i="off">
        <a:font>
          <a:latin typeface="Trebuchet MS"/>
          <a:ea typeface="Trebuchet MS"/>
          <a:cs typeface="Trebuchet MS"/>
        </a:font>
        <a:schemeClr val="lt1"/>
      </a:tcTxStyle>
      <a:tcStyle>
        <a:tcBdr/>
        <a:fill>
          <a:solidFill>
            <a:schemeClr val="accent1"/>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5758FB7-9AC5-4552-8A53-C91805E547FA}" styleName="테마 스타일 1 - 강조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050" autoAdjust="0"/>
  </p:normalViewPr>
  <p:slideViewPr>
    <p:cSldViewPr snapToGrid="0">
      <p:cViewPr varScale="1">
        <p:scale>
          <a:sx n="51" d="100"/>
          <a:sy n="51" d="100"/>
        </p:scale>
        <p:origin x="1386" y="96"/>
      </p:cViewPr>
      <p:guideLst>
        <p:guide orient="horz" pos="2193"/>
        <p:guide orient="horz" pos="5083"/>
        <p:guide orient="horz" pos="5315"/>
        <p:guide pos="9092"/>
        <p:guide orient="horz" pos="1625"/>
        <p:guide pos="5762"/>
      </p:guideLst>
    </p:cSldViewPr>
  </p:slideViewPr>
  <p:notesTextViewPr>
    <p:cViewPr>
      <p:scale>
        <a:sx n="75" d="100"/>
        <a:sy n="75" d="100"/>
      </p:scale>
      <p:origin x="0" y="0"/>
    </p:cViewPr>
  </p:notesTextViewPr>
  <p:sorterViewPr>
    <p:cViewPr>
      <p:scale>
        <a:sx n="50" d="100"/>
        <a:sy n="50" d="100"/>
      </p:scale>
      <p:origin x="0" y="-11232"/>
    </p:cViewPr>
  </p:sorterViewPr>
  <p:notesViewPr>
    <p:cSldViewPr snapToGrid="0">
      <p:cViewPr varScale="1">
        <p:scale>
          <a:sx n="100" d="100"/>
          <a:sy n="100"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8"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customschemas.google.com/relationships/presentationmetadata" Target="metadata"/><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dt" idx="10"/>
          </p:nvPr>
        </p:nvSpPr>
        <p:spPr>
          <a:xfrm>
            <a:off x="330565" y="8831580"/>
            <a:ext cx="3037840" cy="464820"/>
          </a:xfrm>
          <a:prstGeom prst="rect">
            <a:avLst/>
          </a:prstGeom>
          <a:noFill/>
          <a:ln>
            <a:noFill/>
          </a:ln>
        </p:spPr>
        <p:txBody>
          <a:bodyPr spcFirstLastPara="1" wrap="square" lIns="93175" tIns="46575" rIns="93175" bIns="46575" anchor="ctr" anchorCtr="0">
            <a:noAutofit/>
          </a:bodyPr>
          <a:lstStyle>
            <a:lvl1pPr marR="0" lvl="0" algn="l" rtl="0">
              <a:spcBef>
                <a:spcPts val="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spcBef>
                <a:spcPts val="550"/>
              </a:spcBef>
              <a:spcAft>
                <a:spcPts val="0"/>
              </a:spcAft>
              <a:buSzPts val="1400"/>
              <a:buNone/>
              <a:defRPr sz="1833" b="0" i="0" u="none" strike="noStrike" cap="none">
                <a:solidFill>
                  <a:schemeClr val="dk1"/>
                </a:solidFill>
                <a:latin typeface="Trebuchet MS"/>
                <a:ea typeface="Trebuchet MS"/>
                <a:cs typeface="Trebuchet MS"/>
                <a:sym typeface="Trebuchet MS"/>
              </a:defRPr>
            </a:lvl1pPr>
            <a:lvl2pPr marL="914400" marR="0" lvl="1" indent="-228600" algn="l" rtl="0">
              <a:spcBef>
                <a:spcPts val="550"/>
              </a:spcBef>
              <a:spcAft>
                <a:spcPts val="0"/>
              </a:spcAft>
              <a:buSzPts val="1400"/>
              <a:buNone/>
              <a:defRPr sz="1833" b="0" i="0" u="none" strike="noStrike" cap="none">
                <a:solidFill>
                  <a:schemeClr val="dk1"/>
                </a:solidFill>
                <a:latin typeface="Trebuchet MS"/>
                <a:ea typeface="Trebuchet MS"/>
                <a:cs typeface="Trebuchet MS"/>
                <a:sym typeface="Trebuchet MS"/>
              </a:defRPr>
            </a:lvl2pPr>
            <a:lvl3pPr marL="1371600" marR="0" lvl="2" indent="-228600" algn="l" rtl="0">
              <a:spcBef>
                <a:spcPts val="550"/>
              </a:spcBef>
              <a:spcAft>
                <a:spcPts val="0"/>
              </a:spcAft>
              <a:buSzPts val="1400"/>
              <a:buNone/>
              <a:defRPr sz="1833" b="0" i="0" u="none" strike="noStrike" cap="none">
                <a:solidFill>
                  <a:schemeClr val="dk1"/>
                </a:solidFill>
                <a:latin typeface="Trebuchet MS"/>
                <a:ea typeface="Trebuchet MS"/>
                <a:cs typeface="Trebuchet MS"/>
                <a:sym typeface="Trebuchet MS"/>
              </a:defRPr>
            </a:lvl3pPr>
            <a:lvl4pPr marL="1828800" marR="0" lvl="3" indent="-228600" algn="l" rtl="0">
              <a:spcBef>
                <a:spcPts val="550"/>
              </a:spcBef>
              <a:spcAft>
                <a:spcPts val="0"/>
              </a:spcAft>
              <a:buSzPts val="1400"/>
              <a:buNone/>
              <a:defRPr sz="1833" b="0" i="0" u="none" strike="noStrike" cap="none">
                <a:solidFill>
                  <a:schemeClr val="dk1"/>
                </a:solidFill>
                <a:latin typeface="Trebuchet MS"/>
                <a:ea typeface="Trebuchet MS"/>
                <a:cs typeface="Trebuchet MS"/>
                <a:sym typeface="Trebuchet MS"/>
              </a:defRPr>
            </a:lvl4pPr>
            <a:lvl5pPr marL="2286000" marR="0" lvl="4" indent="-228600" algn="l" rtl="0">
              <a:spcBef>
                <a:spcPts val="550"/>
              </a:spcBef>
              <a:spcAft>
                <a:spcPts val="0"/>
              </a:spcAft>
              <a:buSzPts val="1400"/>
              <a:buNone/>
              <a:defRPr sz="1833" b="0" i="0" u="none" strike="noStrike" cap="none">
                <a:solidFill>
                  <a:schemeClr val="dk1"/>
                </a:solidFill>
                <a:latin typeface="Trebuchet MS"/>
                <a:ea typeface="Trebuchet MS"/>
                <a:cs typeface="Trebuchet MS"/>
                <a:sym typeface="Trebuchet MS"/>
              </a:defRPr>
            </a:lvl5pPr>
            <a:lvl6pPr marL="2743200" marR="0" lvl="5" indent="-228600"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6" name="Google Shape;6;n"/>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dk1"/>
                </a:solidFill>
                <a:latin typeface="Trebuchet MS"/>
                <a:ea typeface="Trebuchet MS"/>
                <a:cs typeface="Trebuchet MS"/>
                <a:sym typeface="Trebuchet MS"/>
              </a:rPr>
              <a:t>‹#›</a:t>
            </a:fld>
            <a:endParaRPr sz="1100" b="0" i="0" u="none" strike="noStrike" cap="none">
              <a:solidFill>
                <a:schemeClr val="dk1"/>
              </a:solidFill>
              <a:latin typeface="Trebuchet MS"/>
              <a:ea typeface="Trebuchet MS"/>
              <a:cs typeface="Trebuchet MS"/>
              <a:sym typeface="Trebuchet MS"/>
            </a:endParaRPr>
          </a:p>
        </p:txBody>
      </p:sp>
      <p:grpSp>
        <p:nvGrpSpPr>
          <p:cNvPr id="7" name="Google Shape;7;n"/>
          <p:cNvGrpSpPr/>
          <p:nvPr/>
        </p:nvGrpSpPr>
        <p:grpSpPr>
          <a:xfrm>
            <a:off x="5528649" y="308894"/>
            <a:ext cx="1083012" cy="200064"/>
            <a:chOff x="8775700" y="3552825"/>
            <a:chExt cx="5156200" cy="952500"/>
          </a:xfrm>
        </p:grpSpPr>
        <p:sp>
          <p:nvSpPr>
            <p:cNvPr id="8" name="Google Shape;8;n"/>
            <p:cNvSpPr/>
            <p:nvPr/>
          </p:nvSpPr>
          <p:spPr>
            <a:xfrm>
              <a:off x="13817600" y="4265613"/>
              <a:ext cx="114300" cy="111125"/>
            </a:xfrm>
            <a:custGeom>
              <a:avLst/>
              <a:gdLst/>
              <a:ahLst/>
              <a:cxnLst/>
              <a:rect l="l" t="t" r="r" b="b"/>
              <a:pathLst>
                <a:path w="144" h="139" extrusionOk="0">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 name="Google Shape;9;n"/>
            <p:cNvSpPr/>
            <p:nvPr/>
          </p:nvSpPr>
          <p:spPr>
            <a:xfrm>
              <a:off x="10447338" y="3732213"/>
              <a:ext cx="3333750" cy="625475"/>
            </a:xfrm>
            <a:custGeom>
              <a:avLst/>
              <a:gdLst/>
              <a:ahLst/>
              <a:cxnLst/>
              <a:rect l="l" t="t" r="r" b="b"/>
              <a:pathLst>
                <a:path w="4200" h="788" extrusionOk="0">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 name="Google Shape;10;n"/>
            <p:cNvSpPr/>
            <p:nvPr/>
          </p:nvSpPr>
          <p:spPr>
            <a:xfrm>
              <a:off x="8775700" y="3552825"/>
              <a:ext cx="1436688" cy="952500"/>
            </a:xfrm>
            <a:custGeom>
              <a:avLst/>
              <a:gdLst/>
              <a:ahLst/>
              <a:cxnLst/>
              <a:rect l="l" t="t" r="r" b="b"/>
              <a:pathLst>
                <a:path w="1810" h="1200" extrusionOk="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381" name="Google Shape;381;p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solidFill>
                  <a:srgbClr val="000000"/>
                </a:solidFill>
              </a:rPr>
              <a:t>1</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sz="1100" u="none" strike="noStrike" dirty="0">
                <a:solidFill>
                  <a:schemeClr val="dk1"/>
                </a:solidFill>
                <a:latin typeface="Trebuchet MS"/>
                <a:ea typeface="Trebuchet MS"/>
                <a:cs typeface="Trebuchet MS"/>
                <a:sym typeface="Trebuchet MS"/>
              </a:rPr>
              <a:t>이 </a:t>
            </a:r>
            <a:r>
              <a:rPr lang="en-US" sz="1100" u="none" strike="noStrike" dirty="0" err="1">
                <a:solidFill>
                  <a:schemeClr val="dk1"/>
                </a:solidFill>
                <a:latin typeface="Trebuchet MS"/>
                <a:ea typeface="Trebuchet MS"/>
                <a:cs typeface="Trebuchet MS"/>
                <a:sym typeface="Trebuchet MS"/>
              </a:rPr>
              <a:t>과정은</a:t>
            </a:r>
            <a:r>
              <a:rPr lang="en-US" sz="1100" u="none" strike="noStrike" dirty="0">
                <a:solidFill>
                  <a:schemeClr val="dk1"/>
                </a:solidFill>
                <a:latin typeface="Trebuchet MS"/>
                <a:ea typeface="Trebuchet MS"/>
                <a:cs typeface="Trebuchet MS"/>
                <a:sym typeface="Trebuchet MS"/>
              </a:rPr>
              <a:t> 세 </a:t>
            </a:r>
            <a:r>
              <a:rPr lang="en-US" sz="1100" u="none" strike="noStrike" dirty="0" err="1">
                <a:solidFill>
                  <a:schemeClr val="dk1"/>
                </a:solidFill>
                <a:latin typeface="Trebuchet MS"/>
                <a:ea typeface="Trebuchet MS"/>
                <a:cs typeface="Trebuchet MS"/>
                <a:sym typeface="Trebuchet MS"/>
              </a:rPr>
              <a:t>부분으로</a:t>
            </a:r>
            <a:r>
              <a:rPr lang="en-US" sz="1100" u="none" strike="noStrike" dirty="0">
                <a:solidFill>
                  <a:schemeClr val="dk1"/>
                </a:solidFill>
                <a:latin typeface="Trebuchet MS"/>
                <a:ea typeface="Trebuchet MS"/>
                <a:cs typeface="Trebuchet MS"/>
                <a:sym typeface="Trebuchet MS"/>
              </a:rPr>
              <a:t> </a:t>
            </a:r>
            <a:r>
              <a:rPr lang="en-US" sz="1100" u="none" strike="noStrike" dirty="0" err="1">
                <a:solidFill>
                  <a:schemeClr val="dk1"/>
                </a:solidFill>
                <a:latin typeface="Trebuchet MS"/>
                <a:ea typeface="Trebuchet MS"/>
                <a:cs typeface="Trebuchet MS"/>
                <a:sym typeface="Trebuchet MS"/>
              </a:rPr>
              <a:t>이루어져</a:t>
            </a:r>
            <a:r>
              <a:rPr lang="en-US" sz="1100" u="none" strike="noStrike" dirty="0">
                <a:solidFill>
                  <a:schemeClr val="dk1"/>
                </a:solidFill>
                <a:latin typeface="Trebuchet MS"/>
                <a:ea typeface="Trebuchet MS"/>
                <a:cs typeface="Trebuchet MS"/>
                <a:sym typeface="Trebuchet MS"/>
              </a:rPr>
              <a:t> </a:t>
            </a:r>
            <a:r>
              <a:rPr lang="en-US" sz="1100" u="none" strike="noStrike" dirty="0" err="1">
                <a:solidFill>
                  <a:schemeClr val="dk1"/>
                </a:solidFill>
                <a:latin typeface="Trebuchet MS"/>
                <a:ea typeface="Trebuchet MS"/>
                <a:cs typeface="Trebuchet MS"/>
                <a:sym typeface="Trebuchet MS"/>
              </a:rPr>
              <a:t>있습니다</a:t>
            </a:r>
            <a:r>
              <a:rPr lang="en-US" sz="1100" u="none" strike="noStrike" dirty="0">
                <a:solidFill>
                  <a:schemeClr val="dk1"/>
                </a:solidFill>
                <a:latin typeface="Trebuchet MS"/>
                <a:ea typeface="Trebuchet MS"/>
                <a:cs typeface="Trebuchet MS"/>
                <a:sym typeface="Trebuchet MS"/>
              </a:rPr>
              <a:t>.  이 </a:t>
            </a:r>
            <a:r>
              <a:rPr lang="en-US" sz="1100" u="none" strike="noStrike" dirty="0" err="1">
                <a:solidFill>
                  <a:schemeClr val="dk1"/>
                </a:solidFill>
                <a:latin typeface="Trebuchet MS"/>
                <a:ea typeface="Trebuchet MS"/>
                <a:cs typeface="Trebuchet MS"/>
                <a:sym typeface="Trebuchet MS"/>
              </a:rPr>
              <a:t>부분은</a:t>
            </a:r>
            <a:r>
              <a:rPr lang="en-US" sz="1100" u="none" strike="noStrike" dirty="0">
                <a:solidFill>
                  <a:schemeClr val="dk1"/>
                </a:solidFill>
                <a:latin typeface="Trebuchet MS"/>
                <a:ea typeface="Trebuchet MS"/>
                <a:cs typeface="Trebuchet MS"/>
                <a:sym typeface="Trebuchet MS"/>
              </a:rPr>
              <a:t> 1부 "</a:t>
            </a:r>
            <a:r>
              <a:rPr lang="en-US" sz="1100" u="none" strike="noStrike" dirty="0" err="1">
                <a:solidFill>
                  <a:schemeClr val="dk1"/>
                </a:solidFill>
                <a:latin typeface="Trebuchet MS"/>
                <a:ea typeface="Trebuchet MS"/>
                <a:cs typeface="Trebuchet MS"/>
                <a:sym typeface="Trebuchet MS"/>
              </a:rPr>
              <a:t>NLP의</a:t>
            </a:r>
            <a:r>
              <a:rPr lang="en-US" sz="1100" u="none" strike="noStrike" dirty="0">
                <a:solidFill>
                  <a:schemeClr val="dk1"/>
                </a:solidFill>
                <a:latin typeface="Trebuchet MS"/>
                <a:ea typeface="Trebuchet MS"/>
                <a:cs typeface="Trebuchet MS"/>
                <a:sym typeface="Trebuchet MS"/>
              </a:rPr>
              <a:t> </a:t>
            </a:r>
            <a:r>
              <a:rPr lang="en-US" sz="1100" u="none" strike="noStrike" dirty="0" err="1">
                <a:solidFill>
                  <a:schemeClr val="dk1"/>
                </a:solidFill>
                <a:latin typeface="Trebuchet MS"/>
                <a:ea typeface="Trebuchet MS"/>
                <a:cs typeface="Trebuchet MS"/>
                <a:sym typeface="Trebuchet MS"/>
              </a:rPr>
              <a:t>머신</a:t>
            </a:r>
            <a:r>
              <a:rPr lang="en-US" sz="1100" u="none" strike="noStrike" dirty="0">
                <a:solidFill>
                  <a:schemeClr val="dk1"/>
                </a:solidFill>
                <a:latin typeface="Trebuchet MS"/>
                <a:ea typeface="Trebuchet MS"/>
                <a:cs typeface="Trebuchet MS"/>
                <a:sym typeface="Trebuchet MS"/>
              </a:rPr>
              <a:t> </a:t>
            </a:r>
            <a:r>
              <a:rPr lang="en-US" sz="1100" u="none" strike="noStrike" dirty="0" err="1">
                <a:solidFill>
                  <a:schemeClr val="dk1"/>
                </a:solidFill>
                <a:latin typeface="Trebuchet MS"/>
                <a:ea typeface="Trebuchet MS"/>
                <a:cs typeface="Trebuchet MS"/>
                <a:sym typeface="Trebuchet MS"/>
              </a:rPr>
              <a:t>러닝"입니다</a:t>
            </a:r>
            <a:r>
              <a:rPr lang="en-US" sz="1100" u="none" strike="noStrike" dirty="0">
                <a:solidFill>
                  <a:schemeClr val="dk1"/>
                </a:solidFill>
                <a:latin typeface="Trebuchet MS"/>
                <a:ea typeface="Trebuchet MS"/>
                <a:cs typeface="Trebuchet MS"/>
                <a:sym typeface="Trebuchet MS"/>
              </a:rPr>
              <a:t>.  </a:t>
            </a:r>
          </a:p>
          <a:p>
            <a:pPr marL="0" lvl="0" indent="0" algn="l" rtl="0">
              <a:spcBef>
                <a:spcPts val="0"/>
              </a:spcBef>
              <a:spcAft>
                <a:spcPts val="0"/>
              </a:spcAft>
              <a:buNone/>
            </a:pPr>
            <a:endParaRPr lang="en-US" sz="1100" u="none" strike="noStrike" dirty="0">
              <a:solidFill>
                <a:schemeClr val="dk1"/>
              </a:solidFill>
              <a:latin typeface="Trebuchet MS"/>
              <a:sym typeface="Trebuchet MS"/>
            </a:endParaRPr>
          </a:p>
          <a:p>
            <a:pPr marL="0" lvl="0" indent="0" algn="l" rtl="0">
              <a:spcBef>
                <a:spcPts val="0"/>
              </a:spcBef>
              <a:spcAft>
                <a:spcPts val="0"/>
              </a:spcAft>
              <a:buNone/>
            </a:pPr>
            <a:endParaRPr dirty="0"/>
          </a:p>
        </p:txBody>
      </p:sp>
      <p:sp>
        <p:nvSpPr>
          <p:cNvPr id="388" name="Google Shape;388;p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ko-KR" altLang="en-US" dirty="0"/>
              <a:t>이번 파트에서는 강의와 실습 세션을 모두 다루어 봅니다</a:t>
            </a:r>
            <a:r>
              <a:rPr lang="en-US" altLang="ko-KR" dirty="0"/>
              <a:t>. </a:t>
            </a:r>
            <a:r>
              <a:rPr lang="ko-KR" altLang="en-US" dirty="0"/>
              <a:t>이번 강의에서 아래 토픽을 다룰 예정이며</a:t>
            </a:r>
            <a:r>
              <a:rPr lang="en-US" altLang="ko-KR" dirty="0"/>
              <a:t>, </a:t>
            </a:r>
            <a:r>
              <a:rPr lang="ko-KR" altLang="en-US" dirty="0"/>
              <a:t>강의의 목표는 </a:t>
            </a:r>
            <a:r>
              <a:rPr lang="en-US" altLang="ko-KR" dirty="0"/>
              <a:t>NLP</a:t>
            </a:r>
            <a:r>
              <a:rPr lang="ko-KR" altLang="en-US" dirty="0"/>
              <a:t>에 대한 오버뷰를 제공하고 유명해진 구글 논문인 </a:t>
            </a:r>
            <a:r>
              <a:rPr lang="en-US" dirty="0"/>
              <a:t>“Attention is All You Need”</a:t>
            </a:r>
            <a:r>
              <a:rPr lang="ko-KR" altLang="en-US" dirty="0"/>
              <a:t>논문을 통해 오늘날의 트랜스포머 기술을 살펴 봅니다</a:t>
            </a:r>
            <a:r>
              <a:rPr lang="en-US" altLang="ko-KR" dirty="0"/>
              <a:t>. </a:t>
            </a:r>
            <a:endParaRPr lang="en-US" dirty="0"/>
          </a:p>
          <a:p>
            <a:pPr marL="0" lvl="0" indent="0" algn="l" rtl="0">
              <a:spcBef>
                <a:spcPts val="0"/>
              </a:spcBef>
              <a:spcAft>
                <a:spcPts val="0"/>
              </a:spcAft>
              <a:buNone/>
            </a:pPr>
            <a:endParaRPr dirty="0"/>
          </a:p>
        </p:txBody>
      </p:sp>
      <p:sp>
        <p:nvSpPr>
          <p:cNvPr id="396" name="Google Shape;396;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550"/>
              </a:spcBef>
              <a:spcAft>
                <a:spcPts val="0"/>
              </a:spcAft>
              <a:buNone/>
            </a:pPr>
            <a:endParaRPr/>
          </a:p>
        </p:txBody>
      </p:sp>
      <p:sp>
        <p:nvSpPr>
          <p:cNvPr id="399" name="Google Shape;399;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6842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7: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550"/>
              </a:spcBef>
              <a:spcAft>
                <a:spcPts val="0"/>
              </a:spcAft>
              <a:buNone/>
            </a:pPr>
            <a:endParaRPr/>
          </a:p>
        </p:txBody>
      </p:sp>
      <p:sp>
        <p:nvSpPr>
          <p:cNvPr id="435" name="Google Shape;435;p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550"/>
              </a:spcBef>
              <a:spcAft>
                <a:spcPts val="0"/>
              </a:spcAft>
              <a:buNone/>
            </a:pPr>
            <a:endParaRPr dirty="0"/>
          </a:p>
        </p:txBody>
      </p:sp>
      <p:sp>
        <p:nvSpPr>
          <p:cNvPr id="399" name="Google Shape;399;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3: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550"/>
              </a:spcBef>
              <a:spcAft>
                <a:spcPts val="0"/>
              </a:spcAft>
              <a:buNone/>
            </a:pPr>
            <a:endParaRPr/>
          </a:p>
        </p:txBody>
      </p:sp>
      <p:sp>
        <p:nvSpPr>
          <p:cNvPr id="404" name="Google Shape;40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550"/>
              </a:spcBef>
              <a:spcAft>
                <a:spcPts val="0"/>
              </a:spcAft>
              <a:buNone/>
            </a:pPr>
            <a:endParaRPr/>
          </a:p>
        </p:txBody>
      </p:sp>
      <p:sp>
        <p:nvSpPr>
          <p:cNvPr id="409" name="Google Shape;409;p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ko-KR" altLang="en-US" dirty="0"/>
              <a:t>이번 파트에서는 강의와 실습 세션을 모두 다루어 봅니다</a:t>
            </a:r>
            <a:r>
              <a:rPr lang="en-US" altLang="ko-KR" dirty="0"/>
              <a:t>. </a:t>
            </a:r>
            <a:r>
              <a:rPr lang="ko-KR" altLang="en-US" dirty="0"/>
              <a:t>이번 강의에서 아래 토픽을 다룰 예정이며</a:t>
            </a:r>
            <a:r>
              <a:rPr lang="en-US" altLang="ko-KR" dirty="0"/>
              <a:t>, </a:t>
            </a:r>
            <a:r>
              <a:rPr lang="ko-KR" altLang="en-US" dirty="0"/>
              <a:t>강의의 목표는 </a:t>
            </a:r>
            <a:r>
              <a:rPr lang="en-US" altLang="ko-KR" dirty="0"/>
              <a:t>NLP</a:t>
            </a:r>
            <a:r>
              <a:rPr lang="ko-KR" altLang="en-US" dirty="0"/>
              <a:t>에 대한 오버뷰를 제공하고 유명해진 구글 논문인 </a:t>
            </a:r>
            <a:r>
              <a:rPr lang="en-US" dirty="0"/>
              <a:t>“Attention is All You Need”</a:t>
            </a:r>
            <a:r>
              <a:rPr lang="ko-KR" altLang="en-US" dirty="0"/>
              <a:t>논문을 통해 오늘날의 트랜스포머 기술을 살펴 봅니다</a:t>
            </a:r>
            <a:r>
              <a:rPr lang="en-US" altLang="ko-KR" dirty="0"/>
              <a:t>. </a:t>
            </a:r>
            <a:endParaRPr lang="en-US" dirty="0"/>
          </a:p>
          <a:p>
            <a:pPr marL="0" lvl="0" indent="0" algn="l" rtl="0">
              <a:spcBef>
                <a:spcPts val="0"/>
              </a:spcBef>
              <a:spcAft>
                <a:spcPts val="0"/>
              </a:spcAft>
              <a:buNone/>
            </a:pPr>
            <a:endParaRPr dirty="0"/>
          </a:p>
        </p:txBody>
      </p:sp>
      <p:sp>
        <p:nvSpPr>
          <p:cNvPr id="396" name="Google Shape;396;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564934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489" name="Google Shape;489;p1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10</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505" name="Google Shape;505;p1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149447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505" name="Google Shape;505;p1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1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1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516" name="Google Shape;516;p1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14</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516195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15</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36402560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ko-KR" altLang="en-US" dirty="0"/>
              <a:t>이번 파트에서는 강의와 실습 세션을 모두 다루어 봅니다</a:t>
            </a:r>
            <a:r>
              <a:rPr lang="en-US" altLang="ko-KR" dirty="0"/>
              <a:t>. </a:t>
            </a:r>
            <a:r>
              <a:rPr lang="ko-KR" altLang="en-US" dirty="0"/>
              <a:t>이번 강의에서 아래 토픽을 다룰 예정이며</a:t>
            </a:r>
            <a:r>
              <a:rPr lang="en-US" altLang="ko-KR" dirty="0"/>
              <a:t>, </a:t>
            </a:r>
            <a:r>
              <a:rPr lang="ko-KR" altLang="en-US" dirty="0"/>
              <a:t>강의의 목표는 </a:t>
            </a:r>
            <a:r>
              <a:rPr lang="en-US" altLang="ko-KR" dirty="0"/>
              <a:t>NLP</a:t>
            </a:r>
            <a:r>
              <a:rPr lang="ko-KR" altLang="en-US" dirty="0"/>
              <a:t>에 대한 오버뷰를 제공하고 유명해진 구글 논문인 </a:t>
            </a:r>
            <a:r>
              <a:rPr lang="en-US" dirty="0"/>
              <a:t>“Attention is All You Need”</a:t>
            </a:r>
            <a:r>
              <a:rPr lang="ko-KR" altLang="en-US" dirty="0"/>
              <a:t>논문을 통해 오늘날의 트랜스포머 기술을 살펴 봅니다</a:t>
            </a:r>
            <a:r>
              <a:rPr lang="en-US" altLang="ko-KR" dirty="0"/>
              <a:t>. </a:t>
            </a:r>
            <a:endParaRPr lang="en-US" dirty="0"/>
          </a:p>
          <a:p>
            <a:pPr marL="0" lvl="0" indent="0" algn="l" rtl="0">
              <a:spcBef>
                <a:spcPts val="0"/>
              </a:spcBef>
              <a:spcAft>
                <a:spcPts val="0"/>
              </a:spcAft>
              <a:buNone/>
            </a:pPr>
            <a:endParaRPr dirty="0"/>
          </a:p>
        </p:txBody>
      </p:sp>
      <p:sp>
        <p:nvSpPr>
          <p:cNvPr id="396" name="Google Shape;396;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4395322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0" dirty="0"/>
          </a:p>
        </p:txBody>
      </p:sp>
      <p:sp>
        <p:nvSpPr>
          <p:cNvPr id="4" name="Slide Number Placeholder 3"/>
          <p:cNvSpPr>
            <a:spLocks noGrp="1"/>
          </p:cNvSpPr>
          <p:nvPr>
            <p:ph type="sldNum" sz="quarter" idx="10"/>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17</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8420039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dirty="0"/>
              <a:t>There are several issues with the </a:t>
            </a:r>
            <a:r>
              <a:rPr lang="en-US" dirty="0" err="1"/>
              <a:t>BoW</a:t>
            </a:r>
            <a:r>
              <a:rPr lang="en-US" dirty="0"/>
              <a:t> representation:</a:t>
            </a:r>
          </a:p>
          <a:p>
            <a:pPr marL="228600" indent="-228600">
              <a:buAutoNum type="arabicPeriod"/>
            </a:pPr>
            <a:r>
              <a:rPr lang="en-US" dirty="0"/>
              <a:t>Sparse Input – As we saw in the previous example, each word is a feature.  Hence, when providing this data to a model, we need to let it know that we mean feature number 1 in the </a:t>
            </a:r>
            <a:r>
              <a:rPr lang="en-US" dirty="0" err="1"/>
              <a:t>BoW</a:t>
            </a:r>
            <a:r>
              <a:rPr lang="en-US" dirty="0"/>
              <a:t> table which is </a:t>
            </a:r>
            <a:r>
              <a:rPr lang="en-US" i="1" dirty="0"/>
              <a:t>cat, </a:t>
            </a:r>
            <a:r>
              <a:rPr lang="en-US" i="0" dirty="0"/>
              <a:t>and not feature number 2 which is </a:t>
            </a:r>
            <a:r>
              <a:rPr lang="en-US" i="1" dirty="0"/>
              <a:t>dog</a:t>
            </a:r>
            <a:r>
              <a:rPr lang="en-US" i="0" dirty="0"/>
              <a:t>.  We do this by performing a </a:t>
            </a:r>
            <a:r>
              <a:rPr lang="en-US" i="1" dirty="0"/>
              <a:t>1-hot</a:t>
            </a:r>
            <a:r>
              <a:rPr lang="en-US" i="0" dirty="0"/>
              <a:t> encoding on the numbers:  we create a vector with the size of the entire vocabulary.  We then give the  index we want the value 1 while all others are given the value 0.  So </a:t>
            </a:r>
            <a:r>
              <a:rPr lang="en-US" i="1" dirty="0"/>
              <a:t>cat</a:t>
            </a:r>
            <a:r>
              <a:rPr lang="en-US" i="0" dirty="0"/>
              <a:t> will be the vector (1,0,0,…,|V|), </a:t>
            </a:r>
            <a:r>
              <a:rPr lang="en-US" i="1" dirty="0"/>
              <a:t>dog</a:t>
            </a:r>
            <a:r>
              <a:rPr lang="en-US" i="0" dirty="0"/>
              <a:t> will be (0,1,0,0,…,|V|), etc.  For a large vocabulary (i.e., |V| is large) this means that much of the input data will be sparse – that is, have the value 0.   The impact of sparseness is that the number of features (words) will potentially be much larger than the number of examples we have which will almost certainly lead to overfitting. </a:t>
            </a:r>
          </a:p>
          <a:p>
            <a:pPr marL="228600" indent="-228600">
              <a:buAutoNum type="arabicPeriod"/>
            </a:pPr>
            <a:r>
              <a:rPr lang="en-US" i="0" dirty="0"/>
              <a:t>No semantic generalization – In this example, </a:t>
            </a:r>
            <a:r>
              <a:rPr lang="en-US" i="1" dirty="0"/>
              <a:t>dog</a:t>
            </a:r>
            <a:r>
              <a:rPr lang="en-US" i="0" dirty="0"/>
              <a:t> is feature #1 while </a:t>
            </a:r>
            <a:r>
              <a:rPr lang="en-US" i="1" dirty="0"/>
              <a:t>cat</a:t>
            </a:r>
            <a:r>
              <a:rPr lang="en-US" i="0" dirty="0"/>
              <a:t> is #2.  Note that this is completely arbitrary.  In particular, this means that we cannot </a:t>
            </a:r>
            <a:r>
              <a:rPr lang="en-US" i="1" dirty="0"/>
              <a:t>generalize</a:t>
            </a:r>
            <a:r>
              <a:rPr lang="en-US" i="0" dirty="0"/>
              <a:t>.  In other words, the model is unable to apply knowledge that it learned about cats to dogs as it is completely unaware that the two are related (both are animals, have 4 legs and a tail, etc.).  Ideally we would have liked a model that deals with animals to understand the similarities as well as the differences between animals </a:t>
            </a:r>
            <a:r>
              <a:rPr lang="en-US" i="1" dirty="0"/>
              <a:t>before</a:t>
            </a:r>
            <a:r>
              <a:rPr lang="en-US" i="0" dirty="0"/>
              <a:t> it dealt with our specific task.  Putting it somewhat figuratively, we would have liked the model to show some innate intelligence.</a:t>
            </a:r>
          </a:p>
        </p:txBody>
      </p:sp>
      <p:sp>
        <p:nvSpPr>
          <p:cNvPr id="4" name="Slide Number Placeholder 3"/>
          <p:cNvSpPr>
            <a:spLocks noGrp="1"/>
          </p:cNvSpPr>
          <p:nvPr>
            <p:ph type="sldNum" sz="quarter" idx="5"/>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18</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962873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2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2" name="Google Shape;662;p2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Distributed word representation</a:t>
            </a:r>
          </a:p>
          <a:p>
            <a:pPr marL="0" lvl="0" indent="0" algn="l" rtl="0">
              <a:spcBef>
                <a:spcPts val="0"/>
              </a:spcBef>
              <a:spcAft>
                <a:spcPts val="0"/>
              </a:spcAft>
              <a:buNone/>
            </a:pPr>
            <a:endParaRPr dirty="0"/>
          </a:p>
        </p:txBody>
      </p:sp>
      <p:sp>
        <p:nvSpPr>
          <p:cNvPr id="663" name="Google Shape;663;p2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19</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2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8" name="Google Shape;668;p2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669" name="Google Shape;669;p2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2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p2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en-US" dirty="0"/>
          </a:p>
        </p:txBody>
      </p:sp>
      <p:sp>
        <p:nvSpPr>
          <p:cNvPr id="680" name="Google Shape;680;p2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22</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4228475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ko-KR" altLang="en-US" dirty="0"/>
              <a:t>이번 파트에서는 강의와 실습 세션을 모두 다루어 봅니다</a:t>
            </a:r>
            <a:r>
              <a:rPr lang="en-US" altLang="ko-KR" dirty="0"/>
              <a:t>. </a:t>
            </a:r>
            <a:r>
              <a:rPr lang="ko-KR" altLang="en-US" dirty="0"/>
              <a:t>이번 강의에서 아래 토픽을 다룰 예정이며</a:t>
            </a:r>
            <a:r>
              <a:rPr lang="en-US" altLang="ko-KR" dirty="0"/>
              <a:t>, </a:t>
            </a:r>
            <a:r>
              <a:rPr lang="ko-KR" altLang="en-US" dirty="0"/>
              <a:t>강의의 목표는 </a:t>
            </a:r>
            <a:r>
              <a:rPr lang="en-US" altLang="ko-KR" dirty="0"/>
              <a:t>NLP</a:t>
            </a:r>
            <a:r>
              <a:rPr lang="ko-KR" altLang="en-US" dirty="0"/>
              <a:t>에 대한 오버뷰를 제공하고 유명해진 구글 논문인 </a:t>
            </a:r>
            <a:r>
              <a:rPr lang="en-US" dirty="0"/>
              <a:t>“Attention is All You Need”</a:t>
            </a:r>
            <a:r>
              <a:rPr lang="ko-KR" altLang="en-US" dirty="0"/>
              <a:t>논문을 통해 오늘날의 트랜스포머 기술을 살펴 봅니다</a:t>
            </a:r>
            <a:r>
              <a:rPr lang="en-US" altLang="ko-KR" dirty="0"/>
              <a:t>. </a:t>
            </a:r>
            <a:endParaRPr lang="en-US" dirty="0"/>
          </a:p>
          <a:p>
            <a:pPr marL="0" lvl="0" indent="0" algn="l" rtl="0">
              <a:spcBef>
                <a:spcPts val="0"/>
              </a:spcBef>
              <a:spcAft>
                <a:spcPts val="0"/>
              </a:spcAft>
              <a:buNone/>
            </a:pPr>
            <a:endParaRPr dirty="0"/>
          </a:p>
        </p:txBody>
      </p:sp>
      <p:sp>
        <p:nvSpPr>
          <p:cNvPr id="396" name="Google Shape;396;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813579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2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0" name="Google Shape;710;p2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711" name="Google Shape;711;p2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2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p2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LSA (Latent Semantic analysis) </a:t>
            </a:r>
            <a:endParaRPr dirty="0"/>
          </a:p>
        </p:txBody>
      </p:sp>
      <p:sp>
        <p:nvSpPr>
          <p:cNvPr id="719" name="Google Shape;719;p2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25</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3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p3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725" name="Google Shape;725;p3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3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2" name="Google Shape;732;p3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733" name="Google Shape;733;p3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3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p3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744" name="Google Shape;744;p3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3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p3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758" name="Google Shape;758;p3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30</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898002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31</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43514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32</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9263281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ko-KR" altLang="en-US" dirty="0"/>
              <a:t>이번 파트에서는 강의와 실습 세션을 모두 다루어 봅니다</a:t>
            </a:r>
            <a:r>
              <a:rPr lang="en-US" altLang="ko-KR" dirty="0"/>
              <a:t>. </a:t>
            </a:r>
            <a:r>
              <a:rPr lang="ko-KR" altLang="en-US" dirty="0"/>
              <a:t>이번 강의에서 아래 토픽을 다룰 예정이며</a:t>
            </a:r>
            <a:r>
              <a:rPr lang="en-US" altLang="ko-KR" dirty="0"/>
              <a:t>, </a:t>
            </a:r>
            <a:r>
              <a:rPr lang="ko-KR" altLang="en-US" dirty="0"/>
              <a:t>강의의 목표는 </a:t>
            </a:r>
            <a:r>
              <a:rPr lang="en-US" altLang="ko-KR" dirty="0"/>
              <a:t>NLP</a:t>
            </a:r>
            <a:r>
              <a:rPr lang="ko-KR" altLang="en-US" dirty="0"/>
              <a:t>에 대한 오버뷰를 제공하고 유명해진 구글 논문인 </a:t>
            </a:r>
            <a:r>
              <a:rPr lang="en-US" dirty="0"/>
              <a:t>“Attention is All You Need”</a:t>
            </a:r>
            <a:r>
              <a:rPr lang="ko-KR" altLang="en-US" dirty="0"/>
              <a:t>논문을 통해 오늘날의 트랜스포머 기술을 살펴 봅니다</a:t>
            </a:r>
            <a:r>
              <a:rPr lang="en-US" altLang="ko-KR" dirty="0"/>
              <a:t>. </a:t>
            </a:r>
            <a:endParaRPr lang="en-US" dirty="0"/>
          </a:p>
          <a:p>
            <a:pPr marL="0" lvl="0" indent="0" algn="l" rtl="0">
              <a:spcBef>
                <a:spcPts val="0"/>
              </a:spcBef>
              <a:spcAft>
                <a:spcPts val="0"/>
              </a:spcAft>
              <a:buNone/>
            </a:pPr>
            <a:endParaRPr dirty="0"/>
          </a:p>
        </p:txBody>
      </p:sp>
      <p:sp>
        <p:nvSpPr>
          <p:cNvPr id="396" name="Google Shape;396;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6765913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35</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2043302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37</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0507939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ko-KR" altLang="en-US" b="0" i="0" dirty="0">
                <a:solidFill>
                  <a:srgbClr val="000000"/>
                </a:solidFill>
                <a:effectLst/>
                <a:latin typeface="noto"/>
              </a:rPr>
              <a:t>이제 주요 질문은 단어 임베딩을 생성하는 알고리즘을 어떻게 구현하느냐입니다</a:t>
            </a:r>
            <a:r>
              <a:rPr lang="en-US" altLang="ko-KR" b="0" i="0" dirty="0">
                <a:solidFill>
                  <a:srgbClr val="000000"/>
                </a:solidFill>
                <a:effectLst/>
                <a:latin typeface="noto"/>
              </a:rPr>
              <a:t>. </a:t>
            </a:r>
            <a:r>
              <a:rPr lang="ko-KR" altLang="en-US" b="0" i="0" dirty="0">
                <a:solidFill>
                  <a:srgbClr val="000000"/>
                </a:solidFill>
                <a:effectLst/>
                <a:latin typeface="noto"/>
              </a:rPr>
              <a:t>그러한 알고리즘은 여러 가지가 있습니다</a:t>
            </a:r>
            <a:r>
              <a:rPr lang="en-US" altLang="ko-KR" b="0" i="0" dirty="0">
                <a:solidFill>
                  <a:srgbClr val="000000"/>
                </a:solidFill>
                <a:effectLst/>
                <a:latin typeface="noto"/>
              </a:rPr>
              <a:t>. </a:t>
            </a:r>
            <a:r>
              <a:rPr lang="ko-KR" altLang="en-US" b="0" i="0" dirty="0">
                <a:solidFill>
                  <a:srgbClr val="000000"/>
                </a:solidFill>
                <a:effectLst/>
                <a:latin typeface="noto"/>
              </a:rPr>
              <a:t>이번 실습에서는 주로 </a:t>
            </a:r>
            <a:r>
              <a:rPr lang="en-US" altLang="ko-KR" b="0" i="0" dirty="0">
                <a:solidFill>
                  <a:srgbClr val="000000"/>
                </a:solidFill>
                <a:effectLst/>
                <a:latin typeface="noto"/>
              </a:rPr>
              <a:t>Google</a:t>
            </a:r>
            <a:r>
              <a:rPr lang="ko-KR" altLang="en-US" b="0" i="0" dirty="0">
                <a:solidFill>
                  <a:srgbClr val="000000"/>
                </a:solidFill>
                <a:effectLst/>
                <a:latin typeface="noto"/>
              </a:rPr>
              <a:t>에서 </a:t>
            </a:r>
            <a:r>
              <a:rPr lang="en-US" altLang="ko-KR" b="0" i="0" dirty="0" err="1">
                <a:solidFill>
                  <a:srgbClr val="000000"/>
                </a:solidFill>
                <a:effectLst/>
                <a:latin typeface="noto"/>
              </a:rPr>
              <a:t>Mikolov</a:t>
            </a:r>
            <a:r>
              <a:rPr lang="en-US" altLang="ko-KR" b="0" i="0" dirty="0">
                <a:solidFill>
                  <a:srgbClr val="000000"/>
                </a:solidFill>
                <a:effectLst/>
                <a:latin typeface="noto"/>
              </a:rPr>
              <a:t> </a:t>
            </a:r>
            <a:r>
              <a:rPr lang="ko-KR" altLang="en-US" b="0" i="0" dirty="0">
                <a:solidFill>
                  <a:srgbClr val="000000"/>
                </a:solidFill>
                <a:effectLst/>
                <a:latin typeface="noto"/>
              </a:rPr>
              <a:t>등이 개발한 </a:t>
            </a:r>
            <a:r>
              <a:rPr lang="en-US" altLang="ko-KR" b="0" i="0" dirty="0">
                <a:solidFill>
                  <a:srgbClr val="000000"/>
                </a:solidFill>
                <a:effectLst/>
                <a:latin typeface="noto"/>
              </a:rPr>
              <a:t>Word2Vec </a:t>
            </a:r>
            <a:r>
              <a:rPr lang="ko-KR" altLang="en-US" b="0" i="0" dirty="0">
                <a:solidFill>
                  <a:srgbClr val="000000"/>
                </a:solidFill>
                <a:effectLst/>
                <a:latin typeface="noto"/>
              </a:rPr>
              <a:t>알고리즘을 사용할 것입니다</a:t>
            </a:r>
            <a:r>
              <a:rPr lang="en-US" altLang="ko-KR" b="0" i="0" dirty="0">
                <a:solidFill>
                  <a:srgbClr val="000000"/>
                </a:solidFill>
                <a:effectLst/>
                <a:latin typeface="noto"/>
              </a:rPr>
              <a:t>.</a:t>
            </a:r>
            <a:br>
              <a:rPr lang="ko-KR" altLang="en-US" dirty="0"/>
            </a:br>
            <a:r>
              <a:rPr lang="en-US" altLang="ko-KR" b="0" i="0" dirty="0">
                <a:solidFill>
                  <a:srgbClr val="000000"/>
                </a:solidFill>
                <a:effectLst/>
                <a:latin typeface="noto"/>
              </a:rPr>
              <a:t>Word2Vec</a:t>
            </a:r>
            <a:r>
              <a:rPr lang="ko-KR" altLang="en-US" b="0" i="0" dirty="0">
                <a:solidFill>
                  <a:srgbClr val="000000"/>
                </a:solidFill>
                <a:effectLst/>
                <a:latin typeface="noto"/>
              </a:rPr>
              <a:t>에는 두 가지 변형이 있습니다</a:t>
            </a:r>
            <a:r>
              <a:rPr lang="en-US" altLang="ko-KR" b="0" i="0" dirty="0">
                <a:solidFill>
                  <a:srgbClr val="000000"/>
                </a:solidFill>
                <a:effectLst/>
                <a:latin typeface="noto"/>
              </a:rPr>
              <a:t>. :</a:t>
            </a:r>
            <a:br>
              <a:rPr lang="ko-KR" altLang="en-US" dirty="0"/>
            </a:br>
            <a:r>
              <a:rPr lang="en-US" altLang="ko-KR" dirty="0"/>
              <a:t>1. </a:t>
            </a:r>
            <a:r>
              <a:rPr lang="en-US" dirty="0"/>
              <a:t>Continuous Bag-of-Words (CBOW) : </a:t>
            </a:r>
            <a:r>
              <a:rPr lang="ko-KR" altLang="en-US" b="0" i="0" dirty="0">
                <a:solidFill>
                  <a:srgbClr val="000000"/>
                </a:solidFill>
                <a:effectLst/>
                <a:latin typeface="noto"/>
              </a:rPr>
              <a:t>이 변형에서는 여러 문맥 단어를 사용하여 대상 단어를 예측하려고 합니다</a:t>
            </a:r>
            <a:r>
              <a:rPr lang="en-US" altLang="ko-KR" b="0" i="0" dirty="0">
                <a:solidFill>
                  <a:srgbClr val="000000"/>
                </a:solidFill>
                <a:effectLst/>
                <a:latin typeface="noto"/>
              </a:rPr>
              <a:t>. </a:t>
            </a:r>
            <a:r>
              <a:rPr lang="ko-KR" altLang="en-US" b="0" i="0" dirty="0">
                <a:solidFill>
                  <a:srgbClr val="000000"/>
                </a:solidFill>
                <a:effectLst/>
                <a:latin typeface="noto"/>
              </a:rPr>
              <a:t>임베딩 벡터의 합계를 통해 어순을 잃게 되고</a:t>
            </a:r>
            <a:r>
              <a:rPr lang="en-US" altLang="ko-KR" b="0" i="0" dirty="0">
                <a:solidFill>
                  <a:srgbClr val="000000"/>
                </a:solidFill>
                <a:effectLst/>
                <a:latin typeface="noto"/>
              </a:rPr>
              <a:t>, </a:t>
            </a:r>
            <a:r>
              <a:rPr lang="ko-KR" altLang="en-US" b="0" i="0" dirty="0">
                <a:solidFill>
                  <a:srgbClr val="000000"/>
                </a:solidFill>
                <a:effectLst/>
                <a:latin typeface="noto"/>
              </a:rPr>
              <a:t>따라서 </a:t>
            </a:r>
            <a:r>
              <a:rPr lang="en-US" altLang="ko-KR" b="0" i="0" dirty="0" err="1">
                <a:solidFill>
                  <a:srgbClr val="000000"/>
                </a:solidFill>
                <a:effectLst/>
                <a:latin typeface="noto"/>
              </a:rPr>
              <a:t>BoW</a:t>
            </a:r>
            <a:r>
              <a:rPr lang="ko-KR" altLang="en-US" b="0" i="0" dirty="0">
                <a:solidFill>
                  <a:srgbClr val="000000"/>
                </a:solidFill>
                <a:effectLst/>
                <a:latin typeface="noto"/>
              </a:rPr>
              <a:t>라는 이름이 붙습니다</a:t>
            </a:r>
            <a:r>
              <a:rPr lang="en-US" altLang="ko-KR" b="0" i="0" dirty="0">
                <a:solidFill>
                  <a:srgbClr val="000000"/>
                </a:solidFill>
                <a:effectLst/>
                <a:latin typeface="noto"/>
              </a:rPr>
              <a:t>.</a:t>
            </a:r>
            <a:br>
              <a:rPr lang="ko-KR" altLang="en-US" dirty="0"/>
            </a:br>
            <a:r>
              <a:rPr lang="en-US" altLang="ko-KR" dirty="0"/>
              <a:t>2. </a:t>
            </a:r>
            <a:r>
              <a:rPr lang="en-US" altLang="ko-KR" b="0" i="0" dirty="0">
                <a:solidFill>
                  <a:srgbClr val="000000"/>
                </a:solidFill>
                <a:effectLst/>
                <a:latin typeface="noto"/>
              </a:rPr>
              <a:t>Skip-Gram : . </a:t>
            </a:r>
            <a:r>
              <a:rPr lang="ko-KR" altLang="en-US" b="0" i="0" dirty="0">
                <a:solidFill>
                  <a:srgbClr val="000000"/>
                </a:solidFill>
                <a:effectLst/>
                <a:latin typeface="noto"/>
              </a:rPr>
              <a:t>이 변형에서 우리는 각 문맥 단어를 예측하기 위해 대상 단어를 사용합니다</a:t>
            </a:r>
            <a:r>
              <a:rPr lang="en-US" altLang="ko-KR" b="0" i="0" dirty="0">
                <a:solidFill>
                  <a:srgbClr val="000000"/>
                </a:solidFill>
                <a:effectLst/>
                <a:latin typeface="noto"/>
              </a:rPr>
              <a:t>.</a:t>
            </a:r>
            <a:br>
              <a:rPr lang="ko-KR" altLang="en-US" dirty="0"/>
            </a:br>
            <a:br>
              <a:rPr lang="ko-KR" altLang="en-US" dirty="0"/>
            </a:br>
            <a:r>
              <a:rPr lang="en-US" altLang="ko-KR" b="0" i="0" dirty="0">
                <a:solidFill>
                  <a:srgbClr val="000000"/>
                </a:solidFill>
                <a:effectLst/>
                <a:latin typeface="noto"/>
              </a:rPr>
              <a:t>PAD</a:t>
            </a:r>
            <a:r>
              <a:rPr lang="ko-KR" altLang="en-US" b="0" i="0" dirty="0">
                <a:solidFill>
                  <a:srgbClr val="000000"/>
                </a:solidFill>
                <a:effectLst/>
                <a:latin typeface="noto"/>
              </a:rPr>
              <a:t>로 표시된 단어를 기록해 두십시오</a:t>
            </a:r>
            <a:r>
              <a:rPr lang="en-US" altLang="ko-KR" b="0" i="0" dirty="0">
                <a:solidFill>
                  <a:srgbClr val="000000"/>
                </a:solidFill>
                <a:effectLst/>
                <a:latin typeface="noto"/>
              </a:rPr>
              <a:t>. </a:t>
            </a:r>
            <a:r>
              <a:rPr lang="ko-KR" altLang="en-US" b="0" i="0" dirty="0">
                <a:solidFill>
                  <a:srgbClr val="000000"/>
                </a:solidFill>
                <a:effectLst/>
                <a:latin typeface="noto"/>
              </a:rPr>
              <a:t>이 단어는 패딩 마커이므로 실제 단어가 없음을 나타냅니다</a:t>
            </a:r>
            <a:r>
              <a:rPr lang="en-US" altLang="ko-KR" b="0" i="0" dirty="0">
                <a:solidFill>
                  <a:srgbClr val="000000"/>
                </a:solidFill>
                <a:effectLst/>
                <a:latin typeface="noto"/>
              </a:rPr>
              <a:t>. </a:t>
            </a:r>
            <a:r>
              <a:rPr lang="ko-KR" altLang="en-US" b="0" i="0" dirty="0">
                <a:solidFill>
                  <a:srgbClr val="000000"/>
                </a:solidFill>
                <a:effectLst/>
                <a:latin typeface="noto"/>
              </a:rPr>
              <a:t>기본적으로 빈 컨텍스트 단어를 나타내는 </a:t>
            </a:r>
            <a:r>
              <a:rPr lang="en-US" altLang="ko-KR" b="0" i="0" dirty="0">
                <a:solidFill>
                  <a:srgbClr val="000000"/>
                </a:solidFill>
                <a:effectLst/>
                <a:latin typeface="noto"/>
              </a:rPr>
              <a:t>NULL </a:t>
            </a:r>
            <a:r>
              <a:rPr lang="ko-KR" altLang="en-US" b="0" i="0" dirty="0">
                <a:solidFill>
                  <a:srgbClr val="000000"/>
                </a:solidFill>
                <a:effectLst/>
                <a:latin typeface="noto"/>
              </a:rPr>
              <a:t>마커입니다</a:t>
            </a:r>
            <a:r>
              <a:rPr lang="en-US" altLang="ko-KR" b="0" i="0" dirty="0">
                <a:solidFill>
                  <a:srgbClr val="000000"/>
                </a:solidFill>
                <a:effectLst/>
                <a:latin typeface="noto"/>
              </a:rPr>
              <a:t>.</a:t>
            </a:r>
            <a:br>
              <a:rPr lang="ko-KR" altLang="en-US" dirty="0"/>
            </a:br>
            <a:br>
              <a:rPr lang="ko-KR" altLang="en-US" dirty="0"/>
            </a:br>
            <a:r>
              <a:rPr lang="en-US" altLang="ko-KR" b="0" i="0" dirty="0">
                <a:solidFill>
                  <a:srgbClr val="000000"/>
                </a:solidFill>
                <a:effectLst/>
                <a:latin typeface="noto"/>
              </a:rPr>
              <a:t>Word2Vec </a:t>
            </a:r>
            <a:r>
              <a:rPr lang="ko-KR" altLang="en-US" b="0" i="0" dirty="0">
                <a:solidFill>
                  <a:srgbClr val="000000"/>
                </a:solidFill>
                <a:effectLst/>
                <a:latin typeface="noto"/>
              </a:rPr>
              <a:t>알고리즘의 주요 속성은 비지도</a:t>
            </a:r>
            <a:r>
              <a:rPr lang="en-US" altLang="ko-KR" b="0" i="0" dirty="0">
                <a:solidFill>
                  <a:srgbClr val="000000"/>
                </a:solidFill>
                <a:effectLst/>
                <a:latin typeface="noto"/>
              </a:rPr>
              <a:t>(</a:t>
            </a:r>
            <a:r>
              <a:rPr lang="ko-KR" altLang="en-US" b="0" i="0" dirty="0">
                <a:solidFill>
                  <a:srgbClr val="000000"/>
                </a:solidFill>
                <a:effectLst/>
                <a:latin typeface="noto"/>
              </a:rPr>
              <a:t>또는 더 정확히는 자체 지도</a:t>
            </a:r>
            <a:r>
              <a:rPr lang="en-US" altLang="ko-KR" b="0" i="0" dirty="0">
                <a:solidFill>
                  <a:srgbClr val="000000"/>
                </a:solidFill>
                <a:effectLst/>
                <a:latin typeface="noto"/>
              </a:rPr>
              <a:t>)</a:t>
            </a:r>
            <a:r>
              <a:rPr lang="ko-KR" altLang="en-US" b="0" i="0" dirty="0">
                <a:solidFill>
                  <a:srgbClr val="000000"/>
                </a:solidFill>
                <a:effectLst/>
                <a:latin typeface="noto"/>
              </a:rPr>
              <a:t>라는 것입니다</a:t>
            </a:r>
            <a:r>
              <a:rPr lang="en-US" altLang="ko-KR" b="0" i="0" dirty="0">
                <a:solidFill>
                  <a:srgbClr val="000000"/>
                </a:solidFill>
                <a:effectLst/>
                <a:latin typeface="noto"/>
              </a:rPr>
              <a:t>. </a:t>
            </a:r>
            <a:r>
              <a:rPr lang="ko-KR" altLang="en-US" b="0" i="0" dirty="0">
                <a:solidFill>
                  <a:srgbClr val="000000"/>
                </a:solidFill>
                <a:effectLst/>
                <a:latin typeface="noto"/>
              </a:rPr>
              <a:t>이것은 거대한 말뭉치로 훈련될 수 있고 매우 유용한 임베딩 벡터를 생성할 수 있다는 것을 의미합니다</a:t>
            </a:r>
            <a:r>
              <a:rPr lang="en-US" altLang="ko-KR" b="0" i="0" dirty="0">
                <a:solidFill>
                  <a:srgbClr val="000000"/>
                </a:solidFill>
                <a:effectLst/>
                <a:latin typeface="noto"/>
              </a:rPr>
              <a: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38</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3426653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39</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0507939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ko-KR" altLang="en-US" b="0" i="0" dirty="0">
                <a:solidFill>
                  <a:srgbClr val="000000"/>
                </a:solidFill>
                <a:effectLst/>
                <a:latin typeface="noto"/>
              </a:rPr>
              <a:t>이제 주요 질문은 단어 임베딩을 생성하는 알고리즘을 어떻게 구현하느냐입니다</a:t>
            </a:r>
            <a:r>
              <a:rPr lang="en-US" altLang="ko-KR" b="0" i="0" dirty="0">
                <a:solidFill>
                  <a:srgbClr val="000000"/>
                </a:solidFill>
                <a:effectLst/>
                <a:latin typeface="noto"/>
              </a:rPr>
              <a:t>. </a:t>
            </a:r>
            <a:r>
              <a:rPr lang="ko-KR" altLang="en-US" b="0" i="0" dirty="0">
                <a:solidFill>
                  <a:srgbClr val="000000"/>
                </a:solidFill>
                <a:effectLst/>
                <a:latin typeface="noto"/>
              </a:rPr>
              <a:t>그러한 알고리즘은 여러 가지가 있습니다</a:t>
            </a:r>
            <a:r>
              <a:rPr lang="en-US" altLang="ko-KR" b="0" i="0" dirty="0">
                <a:solidFill>
                  <a:srgbClr val="000000"/>
                </a:solidFill>
                <a:effectLst/>
                <a:latin typeface="noto"/>
              </a:rPr>
              <a:t>. </a:t>
            </a:r>
            <a:r>
              <a:rPr lang="ko-KR" altLang="en-US" b="0" i="0" dirty="0">
                <a:solidFill>
                  <a:srgbClr val="000000"/>
                </a:solidFill>
                <a:effectLst/>
                <a:latin typeface="noto"/>
              </a:rPr>
              <a:t>이번 실습에서는 주로 </a:t>
            </a:r>
            <a:r>
              <a:rPr lang="en-US" altLang="ko-KR" b="0" i="0" dirty="0">
                <a:solidFill>
                  <a:srgbClr val="000000"/>
                </a:solidFill>
                <a:effectLst/>
                <a:latin typeface="noto"/>
              </a:rPr>
              <a:t>Google</a:t>
            </a:r>
            <a:r>
              <a:rPr lang="ko-KR" altLang="en-US" b="0" i="0" dirty="0">
                <a:solidFill>
                  <a:srgbClr val="000000"/>
                </a:solidFill>
                <a:effectLst/>
                <a:latin typeface="noto"/>
              </a:rPr>
              <a:t>에서 </a:t>
            </a:r>
            <a:r>
              <a:rPr lang="en-US" altLang="ko-KR" b="0" i="0" dirty="0" err="1">
                <a:solidFill>
                  <a:srgbClr val="000000"/>
                </a:solidFill>
                <a:effectLst/>
                <a:latin typeface="noto"/>
              </a:rPr>
              <a:t>Mikolov</a:t>
            </a:r>
            <a:r>
              <a:rPr lang="en-US" altLang="ko-KR" b="0" i="0" dirty="0">
                <a:solidFill>
                  <a:srgbClr val="000000"/>
                </a:solidFill>
                <a:effectLst/>
                <a:latin typeface="noto"/>
              </a:rPr>
              <a:t> </a:t>
            </a:r>
            <a:r>
              <a:rPr lang="ko-KR" altLang="en-US" b="0" i="0" dirty="0">
                <a:solidFill>
                  <a:srgbClr val="000000"/>
                </a:solidFill>
                <a:effectLst/>
                <a:latin typeface="noto"/>
              </a:rPr>
              <a:t>등이 개발한 </a:t>
            </a:r>
            <a:r>
              <a:rPr lang="en-US" altLang="ko-KR" b="0" i="0" dirty="0">
                <a:solidFill>
                  <a:srgbClr val="000000"/>
                </a:solidFill>
                <a:effectLst/>
                <a:latin typeface="noto"/>
              </a:rPr>
              <a:t>Word2Vec </a:t>
            </a:r>
            <a:r>
              <a:rPr lang="ko-KR" altLang="en-US" b="0" i="0" dirty="0">
                <a:solidFill>
                  <a:srgbClr val="000000"/>
                </a:solidFill>
                <a:effectLst/>
                <a:latin typeface="noto"/>
              </a:rPr>
              <a:t>알고리즘을 사용할 것입니다</a:t>
            </a:r>
            <a:r>
              <a:rPr lang="en-US" altLang="ko-KR" b="0" i="0" dirty="0">
                <a:solidFill>
                  <a:srgbClr val="000000"/>
                </a:solidFill>
                <a:effectLst/>
                <a:latin typeface="noto"/>
              </a:rPr>
              <a:t>.</a:t>
            </a:r>
            <a:br>
              <a:rPr lang="ko-KR" altLang="en-US" dirty="0"/>
            </a:br>
            <a:r>
              <a:rPr lang="en-US" altLang="ko-KR" b="0" i="0" dirty="0">
                <a:solidFill>
                  <a:srgbClr val="000000"/>
                </a:solidFill>
                <a:effectLst/>
                <a:latin typeface="noto"/>
              </a:rPr>
              <a:t>Word2Vec</a:t>
            </a:r>
            <a:r>
              <a:rPr lang="ko-KR" altLang="en-US" b="0" i="0" dirty="0">
                <a:solidFill>
                  <a:srgbClr val="000000"/>
                </a:solidFill>
                <a:effectLst/>
                <a:latin typeface="noto"/>
              </a:rPr>
              <a:t>에는 두 가지 변형이 있습니다</a:t>
            </a:r>
            <a:r>
              <a:rPr lang="en-US" altLang="ko-KR" b="0" i="0" dirty="0">
                <a:solidFill>
                  <a:srgbClr val="000000"/>
                </a:solidFill>
                <a:effectLst/>
                <a:latin typeface="noto"/>
              </a:rPr>
              <a:t>. :</a:t>
            </a:r>
            <a:br>
              <a:rPr lang="ko-KR" altLang="en-US" dirty="0"/>
            </a:br>
            <a:r>
              <a:rPr lang="en-US" altLang="ko-KR" dirty="0"/>
              <a:t>1. </a:t>
            </a:r>
            <a:r>
              <a:rPr lang="en-US" dirty="0"/>
              <a:t>Continuous Bag-of-Words (CBOW) : </a:t>
            </a:r>
            <a:r>
              <a:rPr lang="ko-KR" altLang="en-US" b="0" i="0" dirty="0">
                <a:solidFill>
                  <a:srgbClr val="000000"/>
                </a:solidFill>
                <a:effectLst/>
                <a:latin typeface="noto"/>
              </a:rPr>
              <a:t>이 변형에서는 여러 문맥 단어를 사용하여 대상 단어를 예측하려고 합니다</a:t>
            </a:r>
            <a:r>
              <a:rPr lang="en-US" altLang="ko-KR" b="0" i="0" dirty="0">
                <a:solidFill>
                  <a:srgbClr val="000000"/>
                </a:solidFill>
                <a:effectLst/>
                <a:latin typeface="noto"/>
              </a:rPr>
              <a:t>. </a:t>
            </a:r>
            <a:r>
              <a:rPr lang="ko-KR" altLang="en-US" b="0" i="0" dirty="0">
                <a:solidFill>
                  <a:srgbClr val="000000"/>
                </a:solidFill>
                <a:effectLst/>
                <a:latin typeface="noto"/>
              </a:rPr>
              <a:t>임베딩 벡터의 합계를 통해 어순을 잃게 되고</a:t>
            </a:r>
            <a:r>
              <a:rPr lang="en-US" altLang="ko-KR" b="0" i="0" dirty="0">
                <a:solidFill>
                  <a:srgbClr val="000000"/>
                </a:solidFill>
                <a:effectLst/>
                <a:latin typeface="noto"/>
              </a:rPr>
              <a:t>, </a:t>
            </a:r>
            <a:r>
              <a:rPr lang="ko-KR" altLang="en-US" b="0" i="0" dirty="0">
                <a:solidFill>
                  <a:srgbClr val="000000"/>
                </a:solidFill>
                <a:effectLst/>
                <a:latin typeface="noto"/>
              </a:rPr>
              <a:t>따라서 </a:t>
            </a:r>
            <a:r>
              <a:rPr lang="en-US" altLang="ko-KR" b="0" i="0" dirty="0" err="1">
                <a:solidFill>
                  <a:srgbClr val="000000"/>
                </a:solidFill>
                <a:effectLst/>
                <a:latin typeface="noto"/>
              </a:rPr>
              <a:t>BoW</a:t>
            </a:r>
            <a:r>
              <a:rPr lang="ko-KR" altLang="en-US" b="0" i="0" dirty="0">
                <a:solidFill>
                  <a:srgbClr val="000000"/>
                </a:solidFill>
                <a:effectLst/>
                <a:latin typeface="noto"/>
              </a:rPr>
              <a:t>라는 이름이 붙습니다</a:t>
            </a:r>
            <a:r>
              <a:rPr lang="en-US" altLang="ko-KR" b="0" i="0" dirty="0">
                <a:solidFill>
                  <a:srgbClr val="000000"/>
                </a:solidFill>
                <a:effectLst/>
                <a:latin typeface="noto"/>
              </a:rPr>
              <a:t>.</a:t>
            </a:r>
            <a:br>
              <a:rPr lang="ko-KR" altLang="en-US" dirty="0"/>
            </a:br>
            <a:r>
              <a:rPr lang="en-US" altLang="ko-KR" dirty="0"/>
              <a:t>2. </a:t>
            </a:r>
            <a:r>
              <a:rPr lang="en-US" altLang="ko-KR" b="0" i="0" dirty="0">
                <a:solidFill>
                  <a:srgbClr val="000000"/>
                </a:solidFill>
                <a:effectLst/>
                <a:latin typeface="noto"/>
              </a:rPr>
              <a:t>Skip-Gram : . </a:t>
            </a:r>
            <a:r>
              <a:rPr lang="ko-KR" altLang="en-US" b="0" i="0" dirty="0">
                <a:solidFill>
                  <a:srgbClr val="000000"/>
                </a:solidFill>
                <a:effectLst/>
                <a:latin typeface="noto"/>
              </a:rPr>
              <a:t>이 변형에서 우리는 각 문맥 단어를 예측하기 위해 대상 단어를 사용합니다</a:t>
            </a:r>
            <a:r>
              <a:rPr lang="en-US" altLang="ko-KR" b="0" i="0" dirty="0">
                <a:solidFill>
                  <a:srgbClr val="000000"/>
                </a:solidFill>
                <a:effectLst/>
                <a:latin typeface="noto"/>
              </a:rPr>
              <a:t>.</a:t>
            </a:r>
            <a:br>
              <a:rPr lang="ko-KR" altLang="en-US" dirty="0"/>
            </a:br>
            <a:br>
              <a:rPr lang="ko-KR" altLang="en-US" dirty="0"/>
            </a:br>
            <a:r>
              <a:rPr lang="en-US" altLang="ko-KR" b="0" i="0" dirty="0">
                <a:solidFill>
                  <a:srgbClr val="000000"/>
                </a:solidFill>
                <a:effectLst/>
                <a:latin typeface="noto"/>
              </a:rPr>
              <a:t>PAD</a:t>
            </a:r>
            <a:r>
              <a:rPr lang="ko-KR" altLang="en-US" b="0" i="0" dirty="0">
                <a:solidFill>
                  <a:srgbClr val="000000"/>
                </a:solidFill>
                <a:effectLst/>
                <a:latin typeface="noto"/>
              </a:rPr>
              <a:t>로 표시된 단어를 기록해 두십시오</a:t>
            </a:r>
            <a:r>
              <a:rPr lang="en-US" altLang="ko-KR" b="0" i="0" dirty="0">
                <a:solidFill>
                  <a:srgbClr val="000000"/>
                </a:solidFill>
                <a:effectLst/>
                <a:latin typeface="noto"/>
              </a:rPr>
              <a:t>. </a:t>
            </a:r>
            <a:r>
              <a:rPr lang="ko-KR" altLang="en-US" b="0" i="0" dirty="0">
                <a:solidFill>
                  <a:srgbClr val="000000"/>
                </a:solidFill>
                <a:effectLst/>
                <a:latin typeface="noto"/>
              </a:rPr>
              <a:t>이 단어는 패딩 마커이므로 실제 단어가 없음을 나타냅니다</a:t>
            </a:r>
            <a:r>
              <a:rPr lang="en-US" altLang="ko-KR" b="0" i="0" dirty="0">
                <a:solidFill>
                  <a:srgbClr val="000000"/>
                </a:solidFill>
                <a:effectLst/>
                <a:latin typeface="noto"/>
              </a:rPr>
              <a:t>. </a:t>
            </a:r>
            <a:r>
              <a:rPr lang="ko-KR" altLang="en-US" b="0" i="0" dirty="0">
                <a:solidFill>
                  <a:srgbClr val="000000"/>
                </a:solidFill>
                <a:effectLst/>
                <a:latin typeface="noto"/>
              </a:rPr>
              <a:t>기본적으로 빈 컨텍스트 단어를 나타내는 </a:t>
            </a:r>
            <a:r>
              <a:rPr lang="en-US" altLang="ko-KR" b="0" i="0" dirty="0">
                <a:solidFill>
                  <a:srgbClr val="000000"/>
                </a:solidFill>
                <a:effectLst/>
                <a:latin typeface="noto"/>
              </a:rPr>
              <a:t>NULL </a:t>
            </a:r>
            <a:r>
              <a:rPr lang="ko-KR" altLang="en-US" b="0" i="0" dirty="0">
                <a:solidFill>
                  <a:srgbClr val="000000"/>
                </a:solidFill>
                <a:effectLst/>
                <a:latin typeface="noto"/>
              </a:rPr>
              <a:t>마커입니다</a:t>
            </a:r>
            <a:r>
              <a:rPr lang="en-US" altLang="ko-KR" b="0" i="0" dirty="0">
                <a:solidFill>
                  <a:srgbClr val="000000"/>
                </a:solidFill>
                <a:effectLst/>
                <a:latin typeface="noto"/>
              </a:rPr>
              <a:t>.</a:t>
            </a:r>
            <a:br>
              <a:rPr lang="ko-KR" altLang="en-US" dirty="0"/>
            </a:br>
            <a:br>
              <a:rPr lang="ko-KR" altLang="en-US" dirty="0"/>
            </a:br>
            <a:r>
              <a:rPr lang="en-US" altLang="ko-KR" b="0" i="0" dirty="0">
                <a:solidFill>
                  <a:srgbClr val="000000"/>
                </a:solidFill>
                <a:effectLst/>
                <a:latin typeface="noto"/>
              </a:rPr>
              <a:t>Word2Vec </a:t>
            </a:r>
            <a:r>
              <a:rPr lang="ko-KR" altLang="en-US" b="0" i="0" dirty="0">
                <a:solidFill>
                  <a:srgbClr val="000000"/>
                </a:solidFill>
                <a:effectLst/>
                <a:latin typeface="noto"/>
              </a:rPr>
              <a:t>알고리즘의 주요 속성은 비지도</a:t>
            </a:r>
            <a:r>
              <a:rPr lang="en-US" altLang="ko-KR" b="0" i="0" dirty="0">
                <a:solidFill>
                  <a:srgbClr val="000000"/>
                </a:solidFill>
                <a:effectLst/>
                <a:latin typeface="noto"/>
              </a:rPr>
              <a:t>(</a:t>
            </a:r>
            <a:r>
              <a:rPr lang="ko-KR" altLang="en-US" b="0" i="0" dirty="0">
                <a:solidFill>
                  <a:srgbClr val="000000"/>
                </a:solidFill>
                <a:effectLst/>
                <a:latin typeface="noto"/>
              </a:rPr>
              <a:t>또는 더 정확히는 자체 지도</a:t>
            </a:r>
            <a:r>
              <a:rPr lang="en-US" altLang="ko-KR" b="0" i="0" dirty="0">
                <a:solidFill>
                  <a:srgbClr val="000000"/>
                </a:solidFill>
                <a:effectLst/>
                <a:latin typeface="noto"/>
              </a:rPr>
              <a:t>)</a:t>
            </a:r>
            <a:r>
              <a:rPr lang="ko-KR" altLang="en-US" b="0" i="0" dirty="0">
                <a:solidFill>
                  <a:srgbClr val="000000"/>
                </a:solidFill>
                <a:effectLst/>
                <a:latin typeface="noto"/>
              </a:rPr>
              <a:t>라는 것입니다</a:t>
            </a:r>
            <a:r>
              <a:rPr lang="en-US" altLang="ko-KR" b="0" i="0" dirty="0">
                <a:solidFill>
                  <a:srgbClr val="000000"/>
                </a:solidFill>
                <a:effectLst/>
                <a:latin typeface="noto"/>
              </a:rPr>
              <a:t>. </a:t>
            </a:r>
            <a:r>
              <a:rPr lang="ko-KR" altLang="en-US" b="0" i="0" dirty="0">
                <a:solidFill>
                  <a:srgbClr val="000000"/>
                </a:solidFill>
                <a:effectLst/>
                <a:latin typeface="noto"/>
              </a:rPr>
              <a:t>이것은 거대한 말뭉치로 훈련될 수 있고 매우 유용한 임베딩 벡터를 생성할 수 있다는 것을 의미합니다</a:t>
            </a:r>
            <a:r>
              <a:rPr lang="en-US" altLang="ko-KR" b="0" i="0" dirty="0">
                <a:solidFill>
                  <a:srgbClr val="000000"/>
                </a:solidFill>
                <a:effectLst/>
                <a:latin typeface="noto"/>
              </a:rPr>
              <a: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40</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6618750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ko-KR" altLang="en-US" b="0" i="0" dirty="0">
                <a:solidFill>
                  <a:srgbClr val="000000"/>
                </a:solidFill>
                <a:effectLst/>
                <a:latin typeface="noto"/>
              </a:rPr>
              <a:t>이제 주요 질문은 단어 임베딩을 생성하는 알고리즘을 어떻게 구현하느냐입니다</a:t>
            </a:r>
            <a:r>
              <a:rPr lang="en-US" altLang="ko-KR" b="0" i="0" dirty="0">
                <a:solidFill>
                  <a:srgbClr val="000000"/>
                </a:solidFill>
                <a:effectLst/>
                <a:latin typeface="noto"/>
              </a:rPr>
              <a:t>. </a:t>
            </a:r>
            <a:r>
              <a:rPr lang="ko-KR" altLang="en-US" b="0" i="0" dirty="0">
                <a:solidFill>
                  <a:srgbClr val="000000"/>
                </a:solidFill>
                <a:effectLst/>
                <a:latin typeface="noto"/>
              </a:rPr>
              <a:t>그러한 알고리즘은 여러 가지가 있습니다</a:t>
            </a:r>
            <a:r>
              <a:rPr lang="en-US" altLang="ko-KR" b="0" i="0" dirty="0">
                <a:solidFill>
                  <a:srgbClr val="000000"/>
                </a:solidFill>
                <a:effectLst/>
                <a:latin typeface="noto"/>
              </a:rPr>
              <a:t>. </a:t>
            </a:r>
            <a:r>
              <a:rPr lang="ko-KR" altLang="en-US" b="0" i="0" dirty="0">
                <a:solidFill>
                  <a:srgbClr val="000000"/>
                </a:solidFill>
                <a:effectLst/>
                <a:latin typeface="noto"/>
              </a:rPr>
              <a:t>이번 실습에서는 주로 </a:t>
            </a:r>
            <a:r>
              <a:rPr lang="en-US" altLang="ko-KR" b="0" i="0" dirty="0">
                <a:solidFill>
                  <a:srgbClr val="000000"/>
                </a:solidFill>
                <a:effectLst/>
                <a:latin typeface="noto"/>
              </a:rPr>
              <a:t>Google</a:t>
            </a:r>
            <a:r>
              <a:rPr lang="ko-KR" altLang="en-US" b="0" i="0" dirty="0">
                <a:solidFill>
                  <a:srgbClr val="000000"/>
                </a:solidFill>
                <a:effectLst/>
                <a:latin typeface="noto"/>
              </a:rPr>
              <a:t>에서 </a:t>
            </a:r>
            <a:r>
              <a:rPr lang="en-US" altLang="ko-KR" b="0" i="0" dirty="0" err="1">
                <a:solidFill>
                  <a:srgbClr val="000000"/>
                </a:solidFill>
                <a:effectLst/>
                <a:latin typeface="noto"/>
              </a:rPr>
              <a:t>Mikolov</a:t>
            </a:r>
            <a:r>
              <a:rPr lang="en-US" altLang="ko-KR" b="0" i="0" dirty="0">
                <a:solidFill>
                  <a:srgbClr val="000000"/>
                </a:solidFill>
                <a:effectLst/>
                <a:latin typeface="noto"/>
              </a:rPr>
              <a:t> </a:t>
            </a:r>
            <a:r>
              <a:rPr lang="ko-KR" altLang="en-US" b="0" i="0" dirty="0">
                <a:solidFill>
                  <a:srgbClr val="000000"/>
                </a:solidFill>
                <a:effectLst/>
                <a:latin typeface="noto"/>
              </a:rPr>
              <a:t>등이 개발한 </a:t>
            </a:r>
            <a:r>
              <a:rPr lang="en-US" altLang="ko-KR" b="0" i="0" dirty="0">
                <a:solidFill>
                  <a:srgbClr val="000000"/>
                </a:solidFill>
                <a:effectLst/>
                <a:latin typeface="noto"/>
              </a:rPr>
              <a:t>Word2Vec </a:t>
            </a:r>
            <a:r>
              <a:rPr lang="ko-KR" altLang="en-US" b="0" i="0" dirty="0">
                <a:solidFill>
                  <a:srgbClr val="000000"/>
                </a:solidFill>
                <a:effectLst/>
                <a:latin typeface="noto"/>
              </a:rPr>
              <a:t>알고리즘을 사용할 것입니다</a:t>
            </a:r>
            <a:r>
              <a:rPr lang="en-US" altLang="ko-KR" b="0" i="0" dirty="0">
                <a:solidFill>
                  <a:srgbClr val="000000"/>
                </a:solidFill>
                <a:effectLst/>
                <a:latin typeface="noto"/>
              </a:rPr>
              <a:t>.</a:t>
            </a:r>
            <a:br>
              <a:rPr lang="ko-KR" altLang="en-US" dirty="0"/>
            </a:br>
            <a:r>
              <a:rPr lang="en-US" altLang="ko-KR" b="0" i="0" dirty="0">
                <a:solidFill>
                  <a:srgbClr val="000000"/>
                </a:solidFill>
                <a:effectLst/>
                <a:latin typeface="noto"/>
              </a:rPr>
              <a:t>Word2Vec</a:t>
            </a:r>
            <a:r>
              <a:rPr lang="ko-KR" altLang="en-US" b="0" i="0" dirty="0">
                <a:solidFill>
                  <a:srgbClr val="000000"/>
                </a:solidFill>
                <a:effectLst/>
                <a:latin typeface="noto"/>
              </a:rPr>
              <a:t>에는 두 가지 변형이 있습니다</a:t>
            </a:r>
            <a:r>
              <a:rPr lang="en-US" altLang="ko-KR" b="0" i="0" dirty="0">
                <a:solidFill>
                  <a:srgbClr val="000000"/>
                </a:solidFill>
                <a:effectLst/>
                <a:latin typeface="noto"/>
              </a:rPr>
              <a:t>. :</a:t>
            </a:r>
            <a:br>
              <a:rPr lang="ko-KR" altLang="en-US" dirty="0"/>
            </a:br>
            <a:r>
              <a:rPr lang="en-US" altLang="ko-KR" dirty="0"/>
              <a:t>1. </a:t>
            </a:r>
            <a:r>
              <a:rPr lang="en-US" dirty="0"/>
              <a:t>Continuous Bag-of-Words (CBOW) : </a:t>
            </a:r>
            <a:r>
              <a:rPr lang="ko-KR" altLang="en-US" b="0" i="0" dirty="0">
                <a:solidFill>
                  <a:srgbClr val="000000"/>
                </a:solidFill>
                <a:effectLst/>
                <a:latin typeface="noto"/>
              </a:rPr>
              <a:t>이 변형에서는 여러 문맥 단어를 사용하여 대상 단어를 예측하려고 합니다</a:t>
            </a:r>
            <a:r>
              <a:rPr lang="en-US" altLang="ko-KR" b="0" i="0" dirty="0">
                <a:solidFill>
                  <a:srgbClr val="000000"/>
                </a:solidFill>
                <a:effectLst/>
                <a:latin typeface="noto"/>
              </a:rPr>
              <a:t>. </a:t>
            </a:r>
            <a:r>
              <a:rPr lang="ko-KR" altLang="en-US" b="0" i="0" dirty="0">
                <a:solidFill>
                  <a:srgbClr val="000000"/>
                </a:solidFill>
                <a:effectLst/>
                <a:latin typeface="noto"/>
              </a:rPr>
              <a:t>임베딩 벡터의 합계를 통해 어순을 잃게 되고</a:t>
            </a:r>
            <a:r>
              <a:rPr lang="en-US" altLang="ko-KR" b="0" i="0" dirty="0">
                <a:solidFill>
                  <a:srgbClr val="000000"/>
                </a:solidFill>
                <a:effectLst/>
                <a:latin typeface="noto"/>
              </a:rPr>
              <a:t>, </a:t>
            </a:r>
            <a:r>
              <a:rPr lang="ko-KR" altLang="en-US" b="0" i="0" dirty="0">
                <a:solidFill>
                  <a:srgbClr val="000000"/>
                </a:solidFill>
                <a:effectLst/>
                <a:latin typeface="noto"/>
              </a:rPr>
              <a:t>따라서 </a:t>
            </a:r>
            <a:r>
              <a:rPr lang="en-US" altLang="ko-KR" b="0" i="0" dirty="0" err="1">
                <a:solidFill>
                  <a:srgbClr val="000000"/>
                </a:solidFill>
                <a:effectLst/>
                <a:latin typeface="noto"/>
              </a:rPr>
              <a:t>BoW</a:t>
            </a:r>
            <a:r>
              <a:rPr lang="ko-KR" altLang="en-US" b="0" i="0" dirty="0">
                <a:solidFill>
                  <a:srgbClr val="000000"/>
                </a:solidFill>
                <a:effectLst/>
                <a:latin typeface="noto"/>
              </a:rPr>
              <a:t>라는 이름이 붙습니다</a:t>
            </a:r>
            <a:r>
              <a:rPr lang="en-US" altLang="ko-KR" b="0" i="0" dirty="0">
                <a:solidFill>
                  <a:srgbClr val="000000"/>
                </a:solidFill>
                <a:effectLst/>
                <a:latin typeface="noto"/>
              </a:rPr>
              <a:t>.</a:t>
            </a:r>
            <a:br>
              <a:rPr lang="ko-KR" altLang="en-US" dirty="0"/>
            </a:br>
            <a:r>
              <a:rPr lang="en-US" altLang="ko-KR" dirty="0"/>
              <a:t>2. </a:t>
            </a:r>
            <a:r>
              <a:rPr lang="en-US" altLang="ko-KR" b="0" i="0" dirty="0">
                <a:solidFill>
                  <a:srgbClr val="000000"/>
                </a:solidFill>
                <a:effectLst/>
                <a:latin typeface="noto"/>
              </a:rPr>
              <a:t>Skip-Gram : . </a:t>
            </a:r>
            <a:r>
              <a:rPr lang="ko-KR" altLang="en-US" b="0" i="0" dirty="0">
                <a:solidFill>
                  <a:srgbClr val="000000"/>
                </a:solidFill>
                <a:effectLst/>
                <a:latin typeface="noto"/>
              </a:rPr>
              <a:t>이 변형에서 우리는 각 문맥 단어를 예측하기 위해 대상 단어를 사용합니다</a:t>
            </a:r>
            <a:r>
              <a:rPr lang="en-US" altLang="ko-KR" b="0" i="0" dirty="0">
                <a:solidFill>
                  <a:srgbClr val="000000"/>
                </a:solidFill>
                <a:effectLst/>
                <a:latin typeface="noto"/>
              </a:rPr>
              <a:t>.</a:t>
            </a:r>
            <a:br>
              <a:rPr lang="ko-KR" altLang="en-US" dirty="0"/>
            </a:br>
            <a:br>
              <a:rPr lang="ko-KR" altLang="en-US" dirty="0"/>
            </a:br>
            <a:r>
              <a:rPr lang="en-US" altLang="ko-KR" b="0" i="0" dirty="0">
                <a:solidFill>
                  <a:srgbClr val="000000"/>
                </a:solidFill>
                <a:effectLst/>
                <a:latin typeface="noto"/>
              </a:rPr>
              <a:t>PAD</a:t>
            </a:r>
            <a:r>
              <a:rPr lang="ko-KR" altLang="en-US" b="0" i="0" dirty="0">
                <a:solidFill>
                  <a:srgbClr val="000000"/>
                </a:solidFill>
                <a:effectLst/>
                <a:latin typeface="noto"/>
              </a:rPr>
              <a:t>로 표시된 단어를 기록해 두십시오</a:t>
            </a:r>
            <a:r>
              <a:rPr lang="en-US" altLang="ko-KR" b="0" i="0" dirty="0">
                <a:solidFill>
                  <a:srgbClr val="000000"/>
                </a:solidFill>
                <a:effectLst/>
                <a:latin typeface="noto"/>
              </a:rPr>
              <a:t>. </a:t>
            </a:r>
            <a:r>
              <a:rPr lang="ko-KR" altLang="en-US" b="0" i="0" dirty="0">
                <a:solidFill>
                  <a:srgbClr val="000000"/>
                </a:solidFill>
                <a:effectLst/>
                <a:latin typeface="noto"/>
              </a:rPr>
              <a:t>이 단어는 패딩 마커이므로 실제 단어가 없음을 나타냅니다</a:t>
            </a:r>
            <a:r>
              <a:rPr lang="en-US" altLang="ko-KR" b="0" i="0" dirty="0">
                <a:solidFill>
                  <a:srgbClr val="000000"/>
                </a:solidFill>
                <a:effectLst/>
                <a:latin typeface="noto"/>
              </a:rPr>
              <a:t>. </a:t>
            </a:r>
            <a:r>
              <a:rPr lang="ko-KR" altLang="en-US" b="0" i="0" dirty="0">
                <a:solidFill>
                  <a:srgbClr val="000000"/>
                </a:solidFill>
                <a:effectLst/>
                <a:latin typeface="noto"/>
              </a:rPr>
              <a:t>기본적으로 빈 컨텍스트 단어를 나타내는 </a:t>
            </a:r>
            <a:r>
              <a:rPr lang="en-US" altLang="ko-KR" b="0" i="0" dirty="0">
                <a:solidFill>
                  <a:srgbClr val="000000"/>
                </a:solidFill>
                <a:effectLst/>
                <a:latin typeface="noto"/>
              </a:rPr>
              <a:t>NULL </a:t>
            </a:r>
            <a:r>
              <a:rPr lang="ko-KR" altLang="en-US" b="0" i="0" dirty="0">
                <a:solidFill>
                  <a:srgbClr val="000000"/>
                </a:solidFill>
                <a:effectLst/>
                <a:latin typeface="noto"/>
              </a:rPr>
              <a:t>마커입니다</a:t>
            </a:r>
            <a:r>
              <a:rPr lang="en-US" altLang="ko-KR" b="0" i="0" dirty="0">
                <a:solidFill>
                  <a:srgbClr val="000000"/>
                </a:solidFill>
                <a:effectLst/>
                <a:latin typeface="noto"/>
              </a:rPr>
              <a:t>.</a:t>
            </a:r>
            <a:br>
              <a:rPr lang="ko-KR" altLang="en-US" dirty="0"/>
            </a:br>
            <a:br>
              <a:rPr lang="ko-KR" altLang="en-US" dirty="0"/>
            </a:br>
            <a:r>
              <a:rPr lang="en-US" altLang="ko-KR" b="0" i="0" dirty="0">
                <a:solidFill>
                  <a:srgbClr val="000000"/>
                </a:solidFill>
                <a:effectLst/>
                <a:latin typeface="noto"/>
              </a:rPr>
              <a:t>Word2Vec </a:t>
            </a:r>
            <a:r>
              <a:rPr lang="ko-KR" altLang="en-US" b="0" i="0" dirty="0">
                <a:solidFill>
                  <a:srgbClr val="000000"/>
                </a:solidFill>
                <a:effectLst/>
                <a:latin typeface="noto"/>
              </a:rPr>
              <a:t>알고리즘의 주요 속성은 비지도</a:t>
            </a:r>
            <a:r>
              <a:rPr lang="en-US" altLang="ko-KR" b="0" i="0" dirty="0">
                <a:solidFill>
                  <a:srgbClr val="000000"/>
                </a:solidFill>
                <a:effectLst/>
                <a:latin typeface="noto"/>
              </a:rPr>
              <a:t>(</a:t>
            </a:r>
            <a:r>
              <a:rPr lang="ko-KR" altLang="en-US" b="0" i="0" dirty="0">
                <a:solidFill>
                  <a:srgbClr val="000000"/>
                </a:solidFill>
                <a:effectLst/>
                <a:latin typeface="noto"/>
              </a:rPr>
              <a:t>또는 더 정확히는 자체 지도</a:t>
            </a:r>
            <a:r>
              <a:rPr lang="en-US" altLang="ko-KR" b="0" i="0" dirty="0">
                <a:solidFill>
                  <a:srgbClr val="000000"/>
                </a:solidFill>
                <a:effectLst/>
                <a:latin typeface="noto"/>
              </a:rPr>
              <a:t>)</a:t>
            </a:r>
            <a:r>
              <a:rPr lang="ko-KR" altLang="en-US" b="0" i="0" dirty="0">
                <a:solidFill>
                  <a:srgbClr val="000000"/>
                </a:solidFill>
                <a:effectLst/>
                <a:latin typeface="noto"/>
              </a:rPr>
              <a:t>라는 것입니다</a:t>
            </a:r>
            <a:r>
              <a:rPr lang="en-US" altLang="ko-KR" b="0" i="0" dirty="0">
                <a:solidFill>
                  <a:srgbClr val="000000"/>
                </a:solidFill>
                <a:effectLst/>
                <a:latin typeface="noto"/>
              </a:rPr>
              <a:t>. </a:t>
            </a:r>
            <a:r>
              <a:rPr lang="ko-KR" altLang="en-US" b="0" i="0" dirty="0">
                <a:solidFill>
                  <a:srgbClr val="000000"/>
                </a:solidFill>
                <a:effectLst/>
                <a:latin typeface="noto"/>
              </a:rPr>
              <a:t>이것은 거대한 말뭉치로 훈련될 수 있고 매우 유용한 임베딩 벡터를 생성할 수 있다는 것을 의미합니다</a:t>
            </a:r>
            <a:r>
              <a:rPr lang="en-US" altLang="ko-KR" b="0" i="0" dirty="0">
                <a:solidFill>
                  <a:srgbClr val="000000"/>
                </a:solidFill>
                <a:effectLst/>
                <a:latin typeface="noto"/>
              </a:rPr>
              <a:t>.</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41</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5048277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42</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3883215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43</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9765160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44</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0507939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45</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38699798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46</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9538823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47</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0507939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48</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41350910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0" i="0" dirty="0">
                <a:solidFill>
                  <a:srgbClr val="000000"/>
                </a:solidFill>
                <a:effectLst/>
                <a:latin typeface="noto"/>
              </a:rPr>
              <a:t>기존 모델은 추가 피처 엔지니어링 없이 복잡한 문제를 해결할 수 있습니까</a:t>
            </a:r>
            <a:r>
              <a:rPr lang="en-US" altLang="ko-KR" b="0" i="0" dirty="0">
                <a:solidFill>
                  <a:srgbClr val="000000"/>
                </a:solidFill>
                <a:effectLst/>
                <a:latin typeface="noto"/>
              </a:rPr>
              <a:t>? </a:t>
            </a:r>
            <a:r>
              <a:rPr lang="ko-KR" altLang="en-US" b="0" i="0" dirty="0">
                <a:solidFill>
                  <a:srgbClr val="000000"/>
                </a:solidFill>
                <a:effectLst/>
                <a:latin typeface="noto"/>
              </a:rPr>
              <a:t>분산 접근 방식은 </a:t>
            </a:r>
            <a:r>
              <a:rPr lang="en-US" altLang="ko-KR" b="0" i="0" dirty="0">
                <a:solidFill>
                  <a:srgbClr val="000000"/>
                </a:solidFill>
                <a:effectLst/>
                <a:latin typeface="noto"/>
              </a:rPr>
              <a:t>Co-</a:t>
            </a:r>
            <a:r>
              <a:rPr lang="en-US" altLang="ko-KR" b="0" i="0" dirty="0" err="1">
                <a:solidFill>
                  <a:srgbClr val="000000"/>
                </a:solidFill>
                <a:effectLst/>
                <a:latin typeface="noto"/>
              </a:rPr>
              <a:t>occurance</a:t>
            </a:r>
            <a:r>
              <a:rPr lang="ko-KR" altLang="en-US" b="0" i="0" dirty="0">
                <a:solidFill>
                  <a:srgbClr val="000000"/>
                </a:solidFill>
                <a:effectLst/>
                <a:latin typeface="noto"/>
              </a:rPr>
              <a:t>에 대한 정보만 캡처합니다</a:t>
            </a:r>
            <a:r>
              <a:rPr lang="en-US" altLang="ko-KR" b="0" i="0" dirty="0">
                <a:solidFill>
                  <a:srgbClr val="000000"/>
                </a:solidFill>
                <a:effectLst/>
                <a:latin typeface="noto"/>
              </a:rPr>
              <a:t>.</a:t>
            </a:r>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49</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8187299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50</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4139773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51</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42691082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ko-KR" altLang="en-US" dirty="0"/>
              <a:t>이번 파트에서는 강의와 실습 세션을 모두 다루어 봅니다</a:t>
            </a:r>
            <a:r>
              <a:rPr lang="en-US" altLang="ko-KR" dirty="0"/>
              <a:t>. </a:t>
            </a:r>
            <a:r>
              <a:rPr lang="ko-KR" altLang="en-US" dirty="0"/>
              <a:t>이번 강의에서 아래 토픽을 다룰 예정이며</a:t>
            </a:r>
            <a:r>
              <a:rPr lang="en-US" altLang="ko-KR" dirty="0"/>
              <a:t>, </a:t>
            </a:r>
            <a:r>
              <a:rPr lang="ko-KR" altLang="en-US" dirty="0"/>
              <a:t>강의의 목표는 </a:t>
            </a:r>
            <a:r>
              <a:rPr lang="en-US" altLang="ko-KR" dirty="0"/>
              <a:t>NLP</a:t>
            </a:r>
            <a:r>
              <a:rPr lang="ko-KR" altLang="en-US" dirty="0"/>
              <a:t>에 대한 오버뷰를 제공하고 유명해진 구글 논문인 </a:t>
            </a:r>
            <a:r>
              <a:rPr lang="en-US" dirty="0"/>
              <a:t>“Attention is All You Need”</a:t>
            </a:r>
            <a:r>
              <a:rPr lang="ko-KR" altLang="en-US" dirty="0"/>
              <a:t>논문을 통해 오늘날의 트랜스포머 기술을 살펴 봅니다</a:t>
            </a:r>
            <a:r>
              <a:rPr lang="en-US" altLang="ko-KR" dirty="0"/>
              <a:t>. </a:t>
            </a:r>
            <a:endParaRPr lang="en-US" dirty="0"/>
          </a:p>
          <a:p>
            <a:pPr marL="0" lvl="0" indent="0" algn="l" rtl="0">
              <a:spcBef>
                <a:spcPts val="0"/>
              </a:spcBef>
              <a:spcAft>
                <a:spcPts val="0"/>
              </a:spcAft>
              <a:buNone/>
            </a:pPr>
            <a:endParaRPr dirty="0"/>
          </a:p>
        </p:txBody>
      </p:sp>
      <p:sp>
        <p:nvSpPr>
          <p:cNvPr id="396" name="Google Shape;396;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6992485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p5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p5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fontScale="92500" lnSpcReduction="10000"/>
          </a:bodyPr>
          <a:lstStyle/>
          <a:p>
            <a:pPr marL="0" lvl="0" indent="0" algn="l" rtl="0">
              <a:spcBef>
                <a:spcPts val="0"/>
              </a:spcBef>
              <a:spcAft>
                <a:spcPts val="0"/>
              </a:spcAft>
              <a:buNone/>
            </a:pPr>
            <a:r>
              <a:rPr lang="en-US" dirty="0" err="1"/>
              <a:t>이전</a:t>
            </a:r>
            <a:r>
              <a:rPr lang="en-US" dirty="0"/>
              <a:t> </a:t>
            </a:r>
            <a:r>
              <a:rPr lang="en-US" dirty="0" err="1"/>
              <a:t>랩에서</a:t>
            </a:r>
            <a:r>
              <a:rPr lang="en-US" dirty="0"/>
              <a:t> </a:t>
            </a:r>
            <a:r>
              <a:rPr lang="en-US" dirty="0" err="1"/>
              <a:t>완전히</a:t>
            </a:r>
            <a:r>
              <a:rPr lang="en-US" dirty="0"/>
              <a:t> </a:t>
            </a:r>
            <a:r>
              <a:rPr lang="en-US" dirty="0" err="1"/>
              <a:t>연결된</a:t>
            </a:r>
            <a:r>
              <a:rPr lang="en-US" dirty="0"/>
              <a:t>(FC) </a:t>
            </a:r>
            <a:r>
              <a:rPr lang="en-US" dirty="0" err="1"/>
              <a:t>뉴럴</a:t>
            </a:r>
            <a:r>
              <a:rPr lang="en-US" dirty="0"/>
              <a:t> </a:t>
            </a:r>
            <a:r>
              <a:rPr lang="en-US" dirty="0" err="1"/>
              <a:t>네트워크를</a:t>
            </a:r>
            <a:r>
              <a:rPr lang="en-US" dirty="0"/>
              <a:t> </a:t>
            </a:r>
            <a:r>
              <a:rPr lang="en-US" dirty="0" err="1"/>
              <a:t>살펴봤습니다</a:t>
            </a:r>
            <a:r>
              <a:rPr lang="en-US" dirty="0"/>
              <a:t>.  </a:t>
            </a:r>
            <a:r>
              <a:rPr lang="en-US" dirty="0" err="1"/>
              <a:t>정보를</a:t>
            </a:r>
            <a:r>
              <a:rPr lang="en-US" dirty="0"/>
              <a:t> </a:t>
            </a:r>
            <a:r>
              <a:rPr lang="en-US" dirty="0" err="1"/>
              <a:t>전파할</a:t>
            </a:r>
            <a:r>
              <a:rPr lang="en-US" dirty="0"/>
              <a:t> </a:t>
            </a:r>
            <a:r>
              <a:rPr lang="en-US" dirty="0" err="1"/>
              <a:t>때는</a:t>
            </a:r>
            <a:r>
              <a:rPr lang="en-US" dirty="0"/>
              <a:t> </a:t>
            </a:r>
            <a:r>
              <a:rPr lang="en-US" dirty="0" err="1"/>
              <a:t>앞쪽으로</a:t>
            </a:r>
            <a:r>
              <a:rPr lang="en-US" dirty="0"/>
              <a:t> </a:t>
            </a:r>
            <a:r>
              <a:rPr lang="en-US" dirty="0" err="1"/>
              <a:t>이동</a:t>
            </a:r>
            <a:r>
              <a:rPr lang="en-US" dirty="0"/>
              <a:t>(</a:t>
            </a:r>
            <a:r>
              <a:rPr lang="en-US" dirty="0" err="1"/>
              <a:t>레이어</a:t>
            </a:r>
            <a:r>
              <a:rPr lang="en-US" dirty="0"/>
              <a:t> </a:t>
            </a:r>
            <a:r>
              <a:rPr lang="en-US" dirty="0" err="1"/>
              <a:t>i에서</a:t>
            </a:r>
            <a:r>
              <a:rPr lang="en-US" dirty="0"/>
              <a:t> i+1로)</a:t>
            </a:r>
            <a:r>
              <a:rPr lang="en-US" dirty="0" err="1"/>
              <a:t>하고</a:t>
            </a:r>
            <a:r>
              <a:rPr lang="en-US" dirty="0"/>
              <a:t>, </a:t>
            </a:r>
            <a:r>
              <a:rPr lang="en-US" dirty="0" err="1"/>
              <a:t>오류를</a:t>
            </a:r>
            <a:r>
              <a:rPr lang="en-US" dirty="0"/>
              <a:t> </a:t>
            </a:r>
            <a:r>
              <a:rPr lang="en-US" dirty="0" err="1"/>
              <a:t>전파할</a:t>
            </a:r>
            <a:r>
              <a:rPr lang="en-US" dirty="0"/>
              <a:t> </a:t>
            </a:r>
            <a:r>
              <a:rPr lang="en-US" dirty="0" err="1"/>
              <a:t>때는</a:t>
            </a:r>
            <a:r>
              <a:rPr lang="en-US" dirty="0"/>
              <a:t> </a:t>
            </a:r>
            <a:r>
              <a:rPr lang="en-US" dirty="0" err="1"/>
              <a:t>뒤쪽으로</a:t>
            </a:r>
            <a:r>
              <a:rPr lang="en-US" dirty="0"/>
              <a:t> </a:t>
            </a:r>
            <a:r>
              <a:rPr lang="en-US" dirty="0" err="1"/>
              <a:t>이동</a:t>
            </a:r>
            <a:r>
              <a:rPr lang="en-US" dirty="0"/>
              <a:t>(</a:t>
            </a:r>
            <a:r>
              <a:rPr lang="en-US" dirty="0" err="1"/>
              <a:t>레이어</a:t>
            </a:r>
            <a:r>
              <a:rPr lang="en-US" dirty="0"/>
              <a:t> i+1에서 </a:t>
            </a:r>
            <a:r>
              <a:rPr lang="en-US" dirty="0" err="1"/>
              <a:t>i로</a:t>
            </a:r>
            <a:r>
              <a:rPr lang="en-US" dirty="0"/>
              <a:t>)</a:t>
            </a:r>
            <a:r>
              <a:rPr lang="en-US" dirty="0" err="1"/>
              <a:t>합니다</a:t>
            </a:r>
            <a:r>
              <a:rPr lang="en-US" dirty="0"/>
              <a:t>.  </a:t>
            </a:r>
            <a:r>
              <a:rPr lang="en-US" dirty="0" err="1"/>
              <a:t>동일한</a:t>
            </a:r>
            <a:r>
              <a:rPr lang="en-US" dirty="0"/>
              <a:t> </a:t>
            </a:r>
            <a:r>
              <a:rPr lang="en-US" dirty="0" err="1"/>
              <a:t>레이어</a:t>
            </a:r>
            <a:r>
              <a:rPr lang="en-US" dirty="0"/>
              <a:t> </a:t>
            </a:r>
            <a:r>
              <a:rPr lang="en-US" dirty="0" err="1"/>
              <a:t>내에서</a:t>
            </a:r>
            <a:r>
              <a:rPr lang="en-US" dirty="0"/>
              <a:t> </a:t>
            </a:r>
            <a:r>
              <a:rPr lang="en-US" dirty="0" err="1"/>
              <a:t>수평</a:t>
            </a:r>
            <a:r>
              <a:rPr lang="en-US" dirty="0"/>
              <a:t> </a:t>
            </a:r>
            <a:r>
              <a:rPr lang="en-US" dirty="0" err="1"/>
              <a:t>방향으로</a:t>
            </a:r>
            <a:r>
              <a:rPr lang="en-US" dirty="0"/>
              <a:t> </a:t>
            </a:r>
            <a:r>
              <a:rPr lang="en-US" dirty="0" err="1"/>
              <a:t>이동한</a:t>
            </a:r>
            <a:r>
              <a:rPr lang="en-US" dirty="0"/>
              <a:t> </a:t>
            </a:r>
            <a:r>
              <a:rPr lang="en-US" dirty="0" err="1"/>
              <a:t>적은</a:t>
            </a:r>
            <a:r>
              <a:rPr lang="en-US" dirty="0"/>
              <a:t> </a:t>
            </a:r>
            <a:r>
              <a:rPr lang="en-US" dirty="0" err="1"/>
              <a:t>없습니다</a:t>
            </a:r>
            <a:r>
              <a:rPr lang="en-US" dirty="0"/>
              <a:t>.  </a:t>
            </a:r>
            <a:endParaRPr dirty="0"/>
          </a:p>
          <a:p>
            <a:pPr marL="0" lvl="0" indent="0" algn="l" rtl="0">
              <a:spcBef>
                <a:spcPts val="500"/>
              </a:spcBef>
              <a:spcAft>
                <a:spcPts val="0"/>
              </a:spcAft>
              <a:buNone/>
            </a:pPr>
            <a:r>
              <a:rPr lang="en-US" dirty="0" err="1"/>
              <a:t>우리는</a:t>
            </a:r>
            <a:r>
              <a:rPr lang="en-US" dirty="0"/>
              <a:t> </a:t>
            </a:r>
            <a:r>
              <a:rPr lang="en-US" dirty="0" err="1"/>
              <a:t>종종</a:t>
            </a:r>
            <a:r>
              <a:rPr lang="en-US" dirty="0"/>
              <a:t> </a:t>
            </a:r>
            <a:r>
              <a:rPr lang="en-US" i="1" dirty="0" err="1"/>
              <a:t>시퀀스</a:t>
            </a:r>
            <a:r>
              <a:rPr lang="en-US" i="0" dirty="0"/>
              <a:t> </a:t>
            </a:r>
            <a:r>
              <a:rPr lang="en-US" i="0" dirty="0" err="1"/>
              <a:t>입력</a:t>
            </a:r>
            <a:r>
              <a:rPr lang="en-US" i="0" dirty="0"/>
              <a:t> </a:t>
            </a:r>
            <a:r>
              <a:rPr lang="en-US" i="0" dirty="0" err="1"/>
              <a:t>또는</a:t>
            </a:r>
            <a:r>
              <a:rPr lang="en-US" i="0" dirty="0"/>
              <a:t> </a:t>
            </a:r>
            <a:r>
              <a:rPr lang="en-US" i="0" dirty="0" err="1"/>
              <a:t>출력에</a:t>
            </a:r>
            <a:r>
              <a:rPr lang="en-US" i="0" dirty="0"/>
              <a:t> </a:t>
            </a:r>
            <a:r>
              <a:rPr lang="en-US" i="0" dirty="0" err="1"/>
              <a:t>뉴럴</a:t>
            </a:r>
            <a:r>
              <a:rPr lang="en-US" i="0" dirty="0"/>
              <a:t> </a:t>
            </a:r>
            <a:r>
              <a:rPr lang="en-US" i="0" dirty="0" err="1"/>
              <a:t>네트워크를</a:t>
            </a:r>
            <a:r>
              <a:rPr lang="en-US" i="0" dirty="0"/>
              <a:t> </a:t>
            </a:r>
            <a:r>
              <a:rPr lang="en-US" i="0" dirty="0" err="1"/>
              <a:t>사용하기를</a:t>
            </a:r>
            <a:r>
              <a:rPr lang="en-US" i="0" dirty="0"/>
              <a:t> </a:t>
            </a:r>
            <a:r>
              <a:rPr lang="en-US" i="0" dirty="0" err="1"/>
              <a:t>원합니다</a:t>
            </a:r>
            <a:r>
              <a:rPr lang="en-US" i="0" dirty="0"/>
              <a:t>. </a:t>
            </a:r>
            <a:r>
              <a:rPr lang="en-US" i="0" dirty="0" err="1"/>
              <a:t>다시</a:t>
            </a:r>
            <a:r>
              <a:rPr lang="en-US" i="0" dirty="0"/>
              <a:t> </a:t>
            </a:r>
            <a:r>
              <a:rPr lang="en-US" i="0" dirty="0" err="1"/>
              <a:t>말해서</a:t>
            </a:r>
            <a:r>
              <a:rPr lang="en-US" i="0" dirty="0"/>
              <a:t>, </a:t>
            </a:r>
            <a:r>
              <a:rPr lang="en-US" i="0" dirty="0" err="1"/>
              <a:t>입력</a:t>
            </a:r>
            <a:r>
              <a:rPr lang="en-US" i="0" dirty="0"/>
              <a:t>/</a:t>
            </a:r>
            <a:r>
              <a:rPr lang="en-US" i="0" dirty="0" err="1"/>
              <a:t>출력은</a:t>
            </a:r>
            <a:r>
              <a:rPr lang="en-US" i="0" dirty="0"/>
              <a:t> </a:t>
            </a:r>
            <a:r>
              <a:rPr lang="en-US" i="0" dirty="0" err="1"/>
              <a:t>서로</a:t>
            </a:r>
            <a:r>
              <a:rPr lang="en-US" i="0" dirty="0"/>
              <a:t> </a:t>
            </a:r>
            <a:r>
              <a:rPr lang="en-US" i="0" dirty="0" err="1"/>
              <a:t>다른</a:t>
            </a:r>
            <a:r>
              <a:rPr lang="en-US" i="0" dirty="0"/>
              <a:t> </a:t>
            </a:r>
            <a:r>
              <a:rPr lang="en-US" i="0" dirty="0" err="1"/>
              <a:t>시간</a:t>
            </a:r>
            <a:r>
              <a:rPr lang="en-US" i="0" dirty="0"/>
              <a:t> </a:t>
            </a:r>
            <a:r>
              <a:rPr lang="en-US" i="0" dirty="0" err="1"/>
              <a:t>단계에서</a:t>
            </a:r>
            <a:r>
              <a:rPr lang="en-US" i="0" dirty="0"/>
              <a:t> </a:t>
            </a:r>
            <a:r>
              <a:rPr lang="en-US" i="0" dirty="0" err="1"/>
              <a:t>서로</a:t>
            </a:r>
            <a:r>
              <a:rPr lang="en-US" i="0" dirty="0"/>
              <a:t> </a:t>
            </a:r>
            <a:r>
              <a:rPr lang="en-US" i="0" dirty="0" err="1"/>
              <a:t>다른</a:t>
            </a:r>
            <a:r>
              <a:rPr lang="en-US" i="0" dirty="0"/>
              <a:t> </a:t>
            </a:r>
            <a:r>
              <a:rPr lang="en-US" i="0" dirty="0" err="1"/>
              <a:t>값으로</a:t>
            </a:r>
            <a:r>
              <a:rPr lang="en-US" i="0" dirty="0"/>
              <a:t> </a:t>
            </a:r>
            <a:r>
              <a:rPr lang="en-US" i="0" dirty="0" err="1"/>
              <a:t>구성됩니다</a:t>
            </a:r>
            <a:r>
              <a:rPr lang="en-US" i="0" dirty="0"/>
              <a:t>.  </a:t>
            </a:r>
            <a:r>
              <a:rPr lang="en-US" i="0" dirty="0" err="1"/>
              <a:t>이를</a:t>
            </a:r>
            <a:r>
              <a:rPr lang="en-US" i="0" dirty="0"/>
              <a:t> </a:t>
            </a:r>
            <a:r>
              <a:rPr lang="en-US" i="0" dirty="0" err="1"/>
              <a:t>위해서는</a:t>
            </a:r>
            <a:r>
              <a:rPr lang="en-US" i="0" dirty="0"/>
              <a:t> </a:t>
            </a:r>
            <a:r>
              <a:rPr lang="en-US" i="1" dirty="0"/>
              <a:t>RNN(Recurrent Neural Network)</a:t>
            </a:r>
            <a:r>
              <a:rPr lang="en-US" i="0" dirty="0"/>
              <a:t>을 </a:t>
            </a:r>
            <a:r>
              <a:rPr lang="en-US" i="0" dirty="0" err="1"/>
              <a:t>사용해야</a:t>
            </a:r>
            <a:r>
              <a:rPr lang="en-US" i="0" dirty="0"/>
              <a:t> </a:t>
            </a:r>
            <a:r>
              <a:rPr lang="en-US" i="0" dirty="0" err="1"/>
              <a:t>합니다</a:t>
            </a:r>
            <a:r>
              <a:rPr lang="en-US" i="0" dirty="0"/>
              <a:t>.  </a:t>
            </a:r>
            <a:r>
              <a:rPr lang="en-US" i="0" dirty="0" err="1"/>
              <a:t>여기</a:t>
            </a:r>
            <a:r>
              <a:rPr lang="en-US" i="0" dirty="0"/>
              <a:t> </a:t>
            </a:r>
            <a:r>
              <a:rPr lang="en-US" i="0" dirty="0" err="1"/>
              <a:t>예에</a:t>
            </a:r>
            <a:r>
              <a:rPr lang="en-US" i="0" dirty="0"/>
              <a:t> </a:t>
            </a:r>
            <a:r>
              <a:rPr lang="en-US" i="0" dirty="0" err="1"/>
              <a:t>표시된</a:t>
            </a:r>
            <a:r>
              <a:rPr lang="en-US" i="0" dirty="0"/>
              <a:t> </a:t>
            </a:r>
            <a:r>
              <a:rPr lang="en-US" i="0" dirty="0" err="1"/>
              <a:t>것처럼</a:t>
            </a:r>
            <a:r>
              <a:rPr lang="en-US" i="0" dirty="0"/>
              <a:t> 각 </a:t>
            </a:r>
            <a:r>
              <a:rPr lang="en-US" i="0" dirty="0" err="1"/>
              <a:t>시간</a:t>
            </a:r>
            <a:r>
              <a:rPr lang="en-US" i="0" dirty="0"/>
              <a:t> </a:t>
            </a:r>
            <a:r>
              <a:rPr lang="en-US" i="0" dirty="0" err="1"/>
              <a:t>단계에는</a:t>
            </a:r>
            <a:r>
              <a:rPr lang="en-US" i="0" dirty="0"/>
              <a:t> </a:t>
            </a:r>
            <a:r>
              <a:rPr lang="en-US" i="0" dirty="0" err="1"/>
              <a:t>다른</a:t>
            </a:r>
            <a:r>
              <a:rPr lang="en-US" i="0" dirty="0"/>
              <a:t> </a:t>
            </a:r>
            <a:r>
              <a:rPr lang="en-US" i="0" dirty="0" err="1"/>
              <a:t>입력</a:t>
            </a:r>
            <a:r>
              <a:rPr lang="en-US" i="0" dirty="0"/>
              <a:t>(X)과 </a:t>
            </a:r>
            <a:r>
              <a:rPr lang="en-US" i="0" dirty="0" err="1"/>
              <a:t>다른</a:t>
            </a:r>
            <a:r>
              <a:rPr lang="en-US" i="0" dirty="0"/>
              <a:t> </a:t>
            </a:r>
            <a:r>
              <a:rPr lang="en-US" i="0" dirty="0" err="1"/>
              <a:t>출력</a:t>
            </a:r>
            <a:r>
              <a:rPr lang="en-US" i="0" dirty="0"/>
              <a:t>(Y)이 </a:t>
            </a:r>
            <a:r>
              <a:rPr lang="en-US" i="0" dirty="0" err="1"/>
              <a:t>있습니다</a:t>
            </a:r>
            <a:r>
              <a:rPr lang="en-US" i="0" dirty="0"/>
              <a:t>.  </a:t>
            </a:r>
            <a:r>
              <a:rPr lang="en-US" i="0" dirty="0" err="1"/>
              <a:t>또한</a:t>
            </a:r>
            <a:r>
              <a:rPr lang="en-US" i="0" dirty="0"/>
              <a:t> </a:t>
            </a:r>
            <a:r>
              <a:rPr lang="en-US" i="0" dirty="0" err="1"/>
              <a:t>이전</a:t>
            </a:r>
            <a:r>
              <a:rPr lang="en-US" i="0" dirty="0"/>
              <a:t> </a:t>
            </a:r>
            <a:r>
              <a:rPr lang="en-US" i="0" dirty="0" err="1"/>
              <a:t>시간</a:t>
            </a:r>
            <a:r>
              <a:rPr lang="en-US" i="0" dirty="0"/>
              <a:t> </a:t>
            </a:r>
            <a:r>
              <a:rPr lang="en-US" i="0" dirty="0" err="1"/>
              <a:t>단계</a:t>
            </a:r>
            <a:r>
              <a:rPr lang="en-US" i="0" dirty="0"/>
              <a:t>(S)의 </a:t>
            </a:r>
            <a:r>
              <a:rPr lang="en-US" i="1" dirty="0" err="1"/>
              <a:t>상태</a:t>
            </a:r>
            <a:r>
              <a:rPr lang="en-US" i="0" dirty="0" err="1"/>
              <a:t>를</a:t>
            </a:r>
            <a:r>
              <a:rPr lang="en-US" i="0" dirty="0"/>
              <a:t> </a:t>
            </a:r>
            <a:r>
              <a:rPr lang="en-US" i="0" dirty="0" err="1"/>
              <a:t>입력으로</a:t>
            </a:r>
            <a:r>
              <a:rPr lang="en-US" i="0" dirty="0"/>
              <a:t> </a:t>
            </a:r>
            <a:r>
              <a:rPr lang="en-US" i="0" dirty="0" err="1"/>
              <a:t>사용합니다</a:t>
            </a:r>
            <a:r>
              <a:rPr lang="en-US" i="0" dirty="0"/>
              <a:t>(</a:t>
            </a:r>
            <a:r>
              <a:rPr lang="en-US" i="0" dirty="0" err="1"/>
              <a:t>초기</a:t>
            </a:r>
            <a:r>
              <a:rPr lang="en-US" i="0" dirty="0"/>
              <a:t> </a:t>
            </a:r>
            <a:r>
              <a:rPr lang="en-US" i="0" dirty="0" err="1"/>
              <a:t>상태는</a:t>
            </a:r>
            <a:r>
              <a:rPr lang="en-US" i="0" dirty="0"/>
              <a:t> </a:t>
            </a:r>
            <a:r>
              <a:rPr lang="en-US" i="0" dirty="0" err="1"/>
              <a:t>일반적으로</a:t>
            </a:r>
            <a:r>
              <a:rPr lang="en-US" i="0" dirty="0"/>
              <a:t> 0 </a:t>
            </a:r>
            <a:r>
              <a:rPr lang="en-US" i="0" dirty="0" err="1"/>
              <a:t>벡터</a:t>
            </a:r>
            <a:r>
              <a:rPr lang="en-US" i="0" dirty="0"/>
              <a:t>).</a:t>
            </a:r>
            <a:endParaRPr dirty="0"/>
          </a:p>
          <a:p>
            <a:pPr marL="0" lvl="0" indent="0" algn="l" rtl="0">
              <a:spcBef>
                <a:spcPts val="500"/>
              </a:spcBef>
              <a:spcAft>
                <a:spcPts val="0"/>
              </a:spcAft>
              <a:buNone/>
            </a:pPr>
            <a:r>
              <a:rPr lang="en-US" i="0" dirty="0" err="1"/>
              <a:t>RNN을</a:t>
            </a:r>
            <a:r>
              <a:rPr lang="en-US" i="0" dirty="0"/>
              <a:t> </a:t>
            </a:r>
            <a:r>
              <a:rPr lang="en-US" i="0" dirty="0" err="1"/>
              <a:t>트레이닝하는</a:t>
            </a:r>
            <a:r>
              <a:rPr lang="en-US" i="0" dirty="0"/>
              <a:t> 데 </a:t>
            </a:r>
            <a:r>
              <a:rPr lang="en-US" i="0" dirty="0" err="1"/>
              <a:t>사용된</a:t>
            </a:r>
            <a:r>
              <a:rPr lang="en-US" i="0" dirty="0"/>
              <a:t> </a:t>
            </a:r>
            <a:r>
              <a:rPr lang="en-US" i="0" dirty="0" err="1"/>
              <a:t>알고리즘은</a:t>
            </a:r>
            <a:r>
              <a:rPr lang="en-US" i="0" dirty="0"/>
              <a:t> </a:t>
            </a:r>
            <a:r>
              <a:rPr lang="en-US" i="0" dirty="0" err="1"/>
              <a:t>후속</a:t>
            </a:r>
            <a:r>
              <a:rPr lang="en-US" i="0" dirty="0"/>
              <a:t> </a:t>
            </a:r>
            <a:r>
              <a:rPr lang="en-US" i="0" dirty="0" err="1"/>
              <a:t>시간</a:t>
            </a:r>
            <a:r>
              <a:rPr lang="en-US" i="0" dirty="0"/>
              <a:t> </a:t>
            </a:r>
            <a:r>
              <a:rPr lang="en-US" i="0" dirty="0" err="1"/>
              <a:t>단계에</a:t>
            </a:r>
            <a:r>
              <a:rPr lang="en-US" i="0" dirty="0"/>
              <a:t> </a:t>
            </a:r>
            <a:r>
              <a:rPr lang="en-US" i="0" dirty="0" err="1"/>
              <a:t>적용되는</a:t>
            </a:r>
            <a:r>
              <a:rPr lang="en-US" i="0" dirty="0"/>
              <a:t> </a:t>
            </a:r>
            <a:r>
              <a:rPr lang="en-US" i="0" dirty="0" err="1"/>
              <a:t>일반적인</a:t>
            </a:r>
            <a:r>
              <a:rPr lang="en-US" i="0" dirty="0"/>
              <a:t> </a:t>
            </a:r>
            <a:r>
              <a:rPr lang="en-US" i="0" dirty="0" err="1"/>
              <a:t>역전파로</a:t>
            </a:r>
            <a:r>
              <a:rPr lang="en-US" i="0" dirty="0"/>
              <a:t>, BPTT(Backpropagation-Through-Time)</a:t>
            </a:r>
            <a:r>
              <a:rPr lang="en-US" i="0" dirty="0" err="1"/>
              <a:t>라고</a:t>
            </a:r>
            <a:r>
              <a:rPr lang="en-US" i="0" dirty="0"/>
              <a:t> </a:t>
            </a:r>
            <a:r>
              <a:rPr lang="en-US" i="0" dirty="0" err="1"/>
              <a:t>합니다</a:t>
            </a:r>
            <a:r>
              <a:rPr lang="en-US" i="0" dirty="0"/>
              <a:t>.</a:t>
            </a:r>
            <a:endParaRPr dirty="0"/>
          </a:p>
        </p:txBody>
      </p:sp>
      <p:sp>
        <p:nvSpPr>
          <p:cNvPr id="1062" name="Google Shape;1062;p5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53</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18317650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p5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p5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fontScale="85000" lnSpcReduction="20000"/>
          </a:bodyPr>
          <a:lstStyle/>
          <a:p>
            <a:pPr marL="0" lvl="0" indent="0" algn="l" rtl="0">
              <a:spcBef>
                <a:spcPts val="0"/>
              </a:spcBef>
              <a:spcAft>
                <a:spcPts val="0"/>
              </a:spcAft>
              <a:buNone/>
            </a:pPr>
            <a:r>
              <a:rPr lang="en-US" dirty="0" err="1"/>
              <a:t>일반적인</a:t>
            </a:r>
            <a:r>
              <a:rPr lang="en-US" dirty="0"/>
              <a:t> </a:t>
            </a:r>
            <a:r>
              <a:rPr lang="en-US" dirty="0" err="1"/>
              <a:t>RNN은</a:t>
            </a:r>
            <a:r>
              <a:rPr lang="en-US" dirty="0"/>
              <a:t> </a:t>
            </a:r>
            <a:r>
              <a:rPr lang="en-US" dirty="0" err="1"/>
              <a:t>트레이닝하기가</a:t>
            </a:r>
            <a:r>
              <a:rPr lang="en-US" dirty="0"/>
              <a:t> </a:t>
            </a:r>
            <a:r>
              <a:rPr lang="en-US" dirty="0" err="1"/>
              <a:t>매우</a:t>
            </a:r>
            <a:r>
              <a:rPr lang="en-US" dirty="0"/>
              <a:t> </a:t>
            </a:r>
            <a:r>
              <a:rPr lang="en-US" dirty="0" err="1"/>
              <a:t>어렵습니다</a:t>
            </a:r>
            <a:r>
              <a:rPr lang="en-US" dirty="0"/>
              <a:t>.  </a:t>
            </a:r>
            <a:r>
              <a:rPr lang="en-US" dirty="0" err="1"/>
              <a:t>여러</a:t>
            </a:r>
            <a:r>
              <a:rPr lang="en-US" dirty="0"/>
              <a:t> </a:t>
            </a:r>
            <a:r>
              <a:rPr lang="en-US" dirty="0" err="1"/>
              <a:t>시간</a:t>
            </a:r>
            <a:r>
              <a:rPr lang="en-US" dirty="0"/>
              <a:t> </a:t>
            </a:r>
            <a:r>
              <a:rPr lang="en-US" dirty="0" err="1"/>
              <a:t>단계로</a:t>
            </a:r>
            <a:r>
              <a:rPr lang="en-US" dirty="0"/>
              <a:t> </a:t>
            </a:r>
            <a:r>
              <a:rPr lang="en-US" dirty="0" err="1"/>
              <a:t>인해</a:t>
            </a:r>
            <a:r>
              <a:rPr lang="en-US" dirty="0"/>
              <a:t> </a:t>
            </a:r>
            <a:r>
              <a:rPr lang="en-US" dirty="0" err="1"/>
              <a:t>오차</a:t>
            </a:r>
            <a:r>
              <a:rPr lang="en-US" dirty="0"/>
              <a:t> </a:t>
            </a:r>
            <a:r>
              <a:rPr lang="en-US" dirty="0" err="1"/>
              <a:t>기울기가</a:t>
            </a:r>
            <a:r>
              <a:rPr lang="en-US" dirty="0"/>
              <a:t> </a:t>
            </a:r>
            <a:r>
              <a:rPr lang="en-US" dirty="0" err="1"/>
              <a:t>종종</a:t>
            </a:r>
            <a:r>
              <a:rPr lang="en-US" dirty="0"/>
              <a:t> </a:t>
            </a:r>
            <a:r>
              <a:rPr lang="en-US" dirty="0" err="1"/>
              <a:t>축소</a:t>
            </a:r>
            <a:r>
              <a:rPr lang="en-US" dirty="0"/>
              <a:t>(‘</a:t>
            </a:r>
            <a:r>
              <a:rPr lang="en-US" dirty="0" err="1"/>
              <a:t>사라짐</a:t>
            </a:r>
            <a:r>
              <a:rPr lang="en-US" dirty="0"/>
              <a:t>’)</a:t>
            </a:r>
            <a:r>
              <a:rPr lang="en-US" dirty="0" err="1"/>
              <a:t>되거나</a:t>
            </a:r>
            <a:r>
              <a:rPr lang="en-US" dirty="0"/>
              <a:t> </a:t>
            </a:r>
            <a:r>
              <a:rPr lang="en-US" dirty="0" err="1"/>
              <a:t>기하급수적으로</a:t>
            </a:r>
            <a:r>
              <a:rPr lang="en-US" dirty="0"/>
              <a:t> </a:t>
            </a:r>
            <a:r>
              <a:rPr lang="en-US" dirty="0" err="1"/>
              <a:t>증가</a:t>
            </a:r>
            <a:r>
              <a:rPr lang="en-US" dirty="0"/>
              <a:t>(‘</a:t>
            </a:r>
            <a:r>
              <a:rPr lang="en-US" dirty="0" err="1"/>
              <a:t>폭발</a:t>
            </a:r>
            <a:r>
              <a:rPr lang="en-US" dirty="0"/>
              <a:t>’)</a:t>
            </a:r>
            <a:r>
              <a:rPr lang="en-US" dirty="0" err="1"/>
              <a:t>하는</a:t>
            </a:r>
            <a:r>
              <a:rPr lang="en-US" dirty="0"/>
              <a:t> </a:t>
            </a:r>
            <a:r>
              <a:rPr lang="en-US" dirty="0" err="1"/>
              <a:t>경향이</a:t>
            </a:r>
            <a:r>
              <a:rPr lang="en-US" dirty="0"/>
              <a:t> </a:t>
            </a:r>
            <a:r>
              <a:rPr lang="en-US" dirty="0" err="1"/>
              <a:t>있습니다</a:t>
            </a:r>
            <a:r>
              <a:rPr lang="en-US" dirty="0"/>
              <a:t>.  </a:t>
            </a:r>
            <a:r>
              <a:rPr lang="en-US" dirty="0" err="1"/>
              <a:t>이는</a:t>
            </a:r>
            <a:r>
              <a:rPr lang="en-US" dirty="0"/>
              <a:t> </a:t>
            </a:r>
            <a:r>
              <a:rPr lang="en-US" dirty="0" err="1"/>
              <a:t>바닐라</a:t>
            </a:r>
            <a:r>
              <a:rPr lang="en-US" dirty="0"/>
              <a:t> </a:t>
            </a:r>
            <a:r>
              <a:rPr lang="en-US" dirty="0" err="1"/>
              <a:t>RNN이</a:t>
            </a:r>
            <a:r>
              <a:rPr lang="en-US" dirty="0"/>
              <a:t> 긴 </a:t>
            </a:r>
            <a:r>
              <a:rPr lang="en-US" dirty="0" err="1"/>
              <a:t>텍스트</a:t>
            </a:r>
            <a:r>
              <a:rPr lang="en-US" dirty="0"/>
              <a:t> </a:t>
            </a:r>
            <a:r>
              <a:rPr lang="en-US" dirty="0" err="1"/>
              <a:t>시퀀스를</a:t>
            </a:r>
            <a:r>
              <a:rPr lang="en-US" dirty="0"/>
              <a:t> </a:t>
            </a:r>
            <a:r>
              <a:rPr lang="en-US" dirty="0" err="1"/>
              <a:t>다루는</a:t>
            </a:r>
            <a:r>
              <a:rPr lang="en-US" dirty="0"/>
              <a:t> 데 </a:t>
            </a:r>
            <a:r>
              <a:rPr lang="en-US" dirty="0" err="1"/>
              <a:t>필요한</a:t>
            </a:r>
            <a:r>
              <a:rPr lang="en-US" dirty="0"/>
              <a:t> </a:t>
            </a:r>
            <a:r>
              <a:rPr lang="en-US" dirty="0" err="1"/>
              <a:t>것과</a:t>
            </a:r>
            <a:r>
              <a:rPr lang="en-US" dirty="0"/>
              <a:t> </a:t>
            </a:r>
            <a:r>
              <a:rPr lang="en-US" dirty="0" err="1"/>
              <a:t>같은</a:t>
            </a:r>
            <a:r>
              <a:rPr lang="en-US" dirty="0"/>
              <a:t> 긴 </a:t>
            </a:r>
            <a:r>
              <a:rPr lang="en-US" dirty="0" err="1"/>
              <a:t>시퀀스에</a:t>
            </a:r>
            <a:r>
              <a:rPr lang="en-US" dirty="0"/>
              <a:t> </a:t>
            </a:r>
            <a:r>
              <a:rPr lang="en-US" dirty="0" err="1"/>
              <a:t>사용하기가</a:t>
            </a:r>
            <a:r>
              <a:rPr lang="en-US" dirty="0"/>
              <a:t> </a:t>
            </a:r>
            <a:r>
              <a:rPr lang="en-US" dirty="0" err="1"/>
              <a:t>어려움을</a:t>
            </a:r>
            <a:r>
              <a:rPr lang="en-US" dirty="0"/>
              <a:t> </a:t>
            </a:r>
            <a:r>
              <a:rPr lang="en-US" dirty="0" err="1"/>
              <a:t>의미합니다</a:t>
            </a:r>
            <a:r>
              <a:rPr lang="en-US" dirty="0"/>
              <a:t>.</a:t>
            </a:r>
            <a:endParaRPr dirty="0"/>
          </a:p>
          <a:p>
            <a:pPr marL="0" lvl="0" indent="0" algn="l" rtl="0">
              <a:spcBef>
                <a:spcPts val="459"/>
              </a:spcBef>
              <a:spcAft>
                <a:spcPts val="0"/>
              </a:spcAft>
              <a:buNone/>
            </a:pPr>
            <a:r>
              <a:rPr lang="en-US" dirty="0" err="1"/>
              <a:t>표준</a:t>
            </a:r>
            <a:r>
              <a:rPr lang="en-US" dirty="0"/>
              <a:t> </a:t>
            </a:r>
            <a:r>
              <a:rPr lang="en-US" dirty="0" err="1"/>
              <a:t>RNN을</a:t>
            </a:r>
            <a:r>
              <a:rPr lang="en-US" dirty="0"/>
              <a:t> </a:t>
            </a:r>
            <a:r>
              <a:rPr lang="en-US" dirty="0" err="1"/>
              <a:t>수정한</a:t>
            </a:r>
            <a:r>
              <a:rPr lang="en-US" dirty="0"/>
              <a:t> </a:t>
            </a:r>
            <a:r>
              <a:rPr lang="en-US" dirty="0" err="1"/>
              <a:t>것이</a:t>
            </a:r>
            <a:r>
              <a:rPr lang="en-US" dirty="0"/>
              <a:t> LSTM(Long Short-Term Memory) </a:t>
            </a:r>
            <a:r>
              <a:rPr lang="en-US" dirty="0" err="1"/>
              <a:t>셀이며</a:t>
            </a:r>
            <a:r>
              <a:rPr lang="en-US" dirty="0"/>
              <a:t>, </a:t>
            </a:r>
            <a:r>
              <a:rPr lang="en-US" dirty="0" err="1"/>
              <a:t>이는</a:t>
            </a:r>
            <a:r>
              <a:rPr lang="en-US" dirty="0"/>
              <a:t> </a:t>
            </a:r>
            <a:r>
              <a:rPr lang="en-US" dirty="0" err="1"/>
              <a:t>앞서</a:t>
            </a:r>
            <a:r>
              <a:rPr lang="en-US" dirty="0"/>
              <a:t> </a:t>
            </a:r>
            <a:r>
              <a:rPr lang="en-US" dirty="0" err="1"/>
              <a:t>언급한</a:t>
            </a:r>
            <a:r>
              <a:rPr lang="en-US" dirty="0"/>
              <a:t> </a:t>
            </a:r>
            <a:r>
              <a:rPr lang="en-US" dirty="0" err="1"/>
              <a:t>문제</a:t>
            </a:r>
            <a:r>
              <a:rPr lang="en-US" dirty="0"/>
              <a:t> 중 </a:t>
            </a:r>
            <a:r>
              <a:rPr lang="en-US" dirty="0" err="1"/>
              <a:t>상당수를</a:t>
            </a:r>
            <a:r>
              <a:rPr lang="en-US" dirty="0"/>
              <a:t> </a:t>
            </a:r>
            <a:r>
              <a:rPr lang="en-US" dirty="0" err="1"/>
              <a:t>해결합니다</a:t>
            </a:r>
            <a:r>
              <a:rPr lang="en-US" dirty="0"/>
              <a:t>.  </a:t>
            </a:r>
            <a:r>
              <a:rPr lang="en-US" dirty="0" err="1"/>
              <a:t>본질적으로</a:t>
            </a:r>
            <a:r>
              <a:rPr lang="en-US" dirty="0"/>
              <a:t> </a:t>
            </a:r>
            <a:r>
              <a:rPr lang="en-US" dirty="0" err="1"/>
              <a:t>LSTM은</a:t>
            </a:r>
            <a:r>
              <a:rPr lang="en-US" dirty="0"/>
              <a:t> </a:t>
            </a:r>
            <a:r>
              <a:rPr lang="en-US" i="1" dirty="0" err="1"/>
              <a:t>게이트</a:t>
            </a:r>
            <a:r>
              <a:rPr lang="en-US" i="0" dirty="0" err="1"/>
              <a:t>라고</a:t>
            </a:r>
            <a:r>
              <a:rPr lang="en-US" i="0" dirty="0"/>
              <a:t> </a:t>
            </a:r>
            <a:r>
              <a:rPr lang="en-US" i="0" dirty="0" err="1"/>
              <a:t>알려진</a:t>
            </a:r>
            <a:r>
              <a:rPr lang="en-US" i="0" dirty="0"/>
              <a:t> </a:t>
            </a:r>
            <a:r>
              <a:rPr lang="en-US" i="0" dirty="0" err="1"/>
              <a:t>여러</a:t>
            </a:r>
            <a:r>
              <a:rPr lang="en-US" i="0" dirty="0"/>
              <a:t> </a:t>
            </a:r>
            <a:r>
              <a:rPr lang="en-US" i="0" dirty="0" err="1"/>
              <a:t>개의</a:t>
            </a:r>
            <a:r>
              <a:rPr lang="en-US" i="0" dirty="0"/>
              <a:t> </a:t>
            </a:r>
            <a:r>
              <a:rPr lang="en-US" i="0" dirty="0" err="1"/>
              <a:t>뉴런과</a:t>
            </a:r>
            <a:r>
              <a:rPr lang="en-US" i="0" dirty="0"/>
              <a:t> </a:t>
            </a:r>
            <a:r>
              <a:rPr lang="en-US" i="1" dirty="0" err="1"/>
              <a:t>메모리</a:t>
            </a:r>
            <a:r>
              <a:rPr lang="en-US" i="1" dirty="0"/>
              <a:t> </a:t>
            </a:r>
            <a:r>
              <a:rPr lang="en-US" i="1" dirty="0" err="1"/>
              <a:t>셀</a:t>
            </a:r>
            <a:r>
              <a:rPr lang="en-US" i="0" dirty="0" err="1"/>
              <a:t>이</a:t>
            </a:r>
            <a:r>
              <a:rPr lang="en-US" i="0" dirty="0"/>
              <a:t> </a:t>
            </a:r>
            <a:r>
              <a:rPr lang="en-US" i="0" dirty="0" err="1"/>
              <a:t>합쳐진</a:t>
            </a:r>
            <a:r>
              <a:rPr lang="en-US" i="0" dirty="0"/>
              <a:t> </a:t>
            </a:r>
            <a:r>
              <a:rPr lang="en-US" i="0" dirty="0" err="1"/>
              <a:t>형태입니다</a:t>
            </a:r>
            <a:r>
              <a:rPr lang="en-US" i="0" dirty="0"/>
              <a:t>.  각 </a:t>
            </a:r>
            <a:r>
              <a:rPr lang="en-US" i="0" dirty="0" err="1"/>
              <a:t>시간</a:t>
            </a:r>
            <a:r>
              <a:rPr lang="en-US" i="0" dirty="0"/>
              <a:t> </a:t>
            </a:r>
            <a:r>
              <a:rPr lang="en-US" i="0" dirty="0" err="1"/>
              <a:t>단계에서</a:t>
            </a:r>
            <a:r>
              <a:rPr lang="en-US" i="0" dirty="0"/>
              <a:t> </a:t>
            </a:r>
            <a:r>
              <a:rPr lang="en-US" i="0" dirty="0" err="1"/>
              <a:t>셀이</a:t>
            </a:r>
            <a:r>
              <a:rPr lang="en-US" i="0" dirty="0"/>
              <a:t> </a:t>
            </a:r>
            <a:r>
              <a:rPr lang="en-US" i="0" dirty="0" err="1"/>
              <a:t>이전</a:t>
            </a:r>
            <a:r>
              <a:rPr lang="en-US" i="0" dirty="0"/>
              <a:t> </a:t>
            </a:r>
            <a:r>
              <a:rPr lang="en-US" i="0" dirty="0" err="1"/>
              <a:t>시간</a:t>
            </a:r>
            <a:r>
              <a:rPr lang="en-US" i="0" dirty="0"/>
              <a:t> </a:t>
            </a:r>
            <a:r>
              <a:rPr lang="en-US" i="0" dirty="0" err="1"/>
              <a:t>단계의</a:t>
            </a:r>
            <a:r>
              <a:rPr lang="en-US" i="0" dirty="0"/>
              <a:t> 셀 </a:t>
            </a:r>
            <a:r>
              <a:rPr lang="en-US" i="0" dirty="0" err="1"/>
              <a:t>내용</a:t>
            </a:r>
            <a:r>
              <a:rPr lang="en-US" i="0" dirty="0"/>
              <a:t>(c) 및 </a:t>
            </a:r>
            <a:r>
              <a:rPr lang="en-US" i="0" dirty="0" err="1"/>
              <a:t>숨겨진</a:t>
            </a:r>
            <a:r>
              <a:rPr lang="en-US" i="0" dirty="0"/>
              <a:t> </a:t>
            </a:r>
            <a:r>
              <a:rPr lang="en-US" i="0" dirty="0" err="1"/>
              <a:t>상태</a:t>
            </a:r>
            <a:r>
              <a:rPr lang="en-US" i="0" dirty="0"/>
              <a:t>(h)와 </a:t>
            </a:r>
            <a:r>
              <a:rPr lang="en-US" i="0" dirty="0" err="1"/>
              <a:t>함께</a:t>
            </a:r>
            <a:r>
              <a:rPr lang="en-US" i="0" dirty="0"/>
              <a:t> </a:t>
            </a:r>
            <a:r>
              <a:rPr lang="en-US" i="0" dirty="0" err="1"/>
              <a:t>입력</a:t>
            </a:r>
            <a:r>
              <a:rPr lang="en-US" i="0" dirty="0"/>
              <a:t>(x)을 </a:t>
            </a:r>
            <a:r>
              <a:rPr lang="en-US" i="0" dirty="0" err="1"/>
              <a:t>수신합니다</a:t>
            </a:r>
            <a:r>
              <a:rPr lang="en-US" i="0" dirty="0"/>
              <a:t>.  </a:t>
            </a:r>
            <a:r>
              <a:rPr lang="en-US" i="0" dirty="0" err="1"/>
              <a:t>게이트에는</a:t>
            </a:r>
            <a:r>
              <a:rPr lang="en-US" i="0" dirty="0"/>
              <a:t> </a:t>
            </a:r>
            <a:r>
              <a:rPr lang="en-US" i="0" dirty="0" err="1"/>
              <a:t>다음과</a:t>
            </a:r>
            <a:r>
              <a:rPr lang="en-US" i="0" dirty="0"/>
              <a:t> </a:t>
            </a:r>
            <a:r>
              <a:rPr lang="en-US" i="0" dirty="0" err="1"/>
              <a:t>같은</a:t>
            </a:r>
            <a:r>
              <a:rPr lang="en-US" i="0" dirty="0"/>
              <a:t> </a:t>
            </a:r>
            <a:r>
              <a:rPr lang="en-US" i="0" dirty="0" err="1"/>
              <a:t>기능이</a:t>
            </a:r>
            <a:r>
              <a:rPr lang="en-US" i="0" dirty="0"/>
              <a:t> </a:t>
            </a:r>
            <a:r>
              <a:rPr lang="en-US" i="0" dirty="0" err="1"/>
              <a:t>있습니다</a:t>
            </a:r>
            <a:r>
              <a:rPr lang="en-US" i="0" dirty="0"/>
              <a:t>.</a:t>
            </a:r>
            <a:endParaRPr dirty="0"/>
          </a:p>
          <a:p>
            <a:pPr marL="171450" lvl="0" indent="-171450" algn="l" rtl="0">
              <a:spcBef>
                <a:spcPts val="459"/>
              </a:spcBef>
              <a:spcAft>
                <a:spcPts val="0"/>
              </a:spcAft>
              <a:buClr>
                <a:schemeClr val="dk1"/>
              </a:buClr>
              <a:buSzPct val="98199"/>
              <a:buFont typeface="Arial"/>
              <a:buChar char="•"/>
            </a:pPr>
            <a:r>
              <a:rPr lang="en-US" i="0" dirty="0" err="1"/>
              <a:t>망각</a:t>
            </a:r>
            <a:r>
              <a:rPr lang="en-US" i="0" dirty="0"/>
              <a:t> </a:t>
            </a:r>
            <a:r>
              <a:rPr lang="en-US" i="0" dirty="0" err="1"/>
              <a:t>게이트</a:t>
            </a:r>
            <a:r>
              <a:rPr lang="en-US" i="0" dirty="0"/>
              <a:t> – </a:t>
            </a:r>
            <a:r>
              <a:rPr lang="en-US" i="0" dirty="0" err="1"/>
              <a:t>메모리</a:t>
            </a:r>
            <a:r>
              <a:rPr lang="en-US" i="0" dirty="0"/>
              <a:t> </a:t>
            </a:r>
            <a:r>
              <a:rPr lang="en-US" i="0" dirty="0" err="1"/>
              <a:t>셀에서</a:t>
            </a:r>
            <a:r>
              <a:rPr lang="en-US" i="0" dirty="0"/>
              <a:t> ‘</a:t>
            </a:r>
            <a:r>
              <a:rPr lang="en-US" i="0" dirty="0" err="1"/>
              <a:t>잊어야</a:t>
            </a:r>
            <a:r>
              <a:rPr lang="en-US" i="0" dirty="0"/>
              <a:t>’ </a:t>
            </a:r>
            <a:r>
              <a:rPr lang="en-US" i="0" dirty="0" err="1"/>
              <a:t>하는</a:t>
            </a:r>
            <a:r>
              <a:rPr lang="en-US" i="0" dirty="0"/>
              <a:t> </a:t>
            </a:r>
            <a:r>
              <a:rPr lang="en-US" i="0" dirty="0" err="1"/>
              <a:t>부분</a:t>
            </a:r>
            <a:r>
              <a:rPr lang="en-US" i="0" dirty="0"/>
              <a:t> </a:t>
            </a:r>
            <a:endParaRPr dirty="0"/>
          </a:p>
          <a:p>
            <a:pPr marL="171450" lvl="0" indent="-171450" algn="l" rtl="0">
              <a:spcBef>
                <a:spcPts val="459"/>
              </a:spcBef>
              <a:spcAft>
                <a:spcPts val="0"/>
              </a:spcAft>
              <a:buClr>
                <a:schemeClr val="dk1"/>
              </a:buClr>
              <a:buSzPct val="98199"/>
              <a:buFont typeface="Arial"/>
              <a:buChar char="•"/>
            </a:pPr>
            <a:r>
              <a:rPr lang="en-US" i="0" dirty="0" err="1"/>
              <a:t>입력</a:t>
            </a:r>
            <a:r>
              <a:rPr lang="en-US" i="0" dirty="0"/>
              <a:t> </a:t>
            </a:r>
            <a:r>
              <a:rPr lang="en-US" i="0" dirty="0" err="1"/>
              <a:t>게이트</a:t>
            </a:r>
            <a:r>
              <a:rPr lang="en-US" i="0" dirty="0"/>
              <a:t> – </a:t>
            </a:r>
            <a:r>
              <a:rPr lang="en-US" i="0" dirty="0" err="1"/>
              <a:t>입력에서</a:t>
            </a:r>
            <a:r>
              <a:rPr lang="en-US" i="0" dirty="0"/>
              <a:t> </a:t>
            </a:r>
            <a:r>
              <a:rPr lang="en-US" i="0" dirty="0" err="1"/>
              <a:t>메모리</a:t>
            </a:r>
            <a:r>
              <a:rPr lang="en-US" i="0" dirty="0"/>
              <a:t> </a:t>
            </a:r>
            <a:r>
              <a:rPr lang="en-US" i="0" dirty="0" err="1"/>
              <a:t>셀에</a:t>
            </a:r>
            <a:r>
              <a:rPr lang="en-US" i="0" dirty="0"/>
              <a:t> </a:t>
            </a:r>
            <a:r>
              <a:rPr lang="en-US" i="0" dirty="0" err="1"/>
              <a:t>적용되어야</a:t>
            </a:r>
            <a:r>
              <a:rPr lang="en-US" i="0" dirty="0"/>
              <a:t> </a:t>
            </a:r>
            <a:r>
              <a:rPr lang="en-US" i="0" dirty="0" err="1"/>
              <a:t>하는</a:t>
            </a:r>
            <a:r>
              <a:rPr lang="en-US" i="0" dirty="0"/>
              <a:t> </a:t>
            </a:r>
            <a:r>
              <a:rPr lang="en-US" i="0" dirty="0" err="1"/>
              <a:t>부분</a:t>
            </a:r>
            <a:endParaRPr dirty="0"/>
          </a:p>
          <a:p>
            <a:pPr marL="171450" lvl="0" indent="-171450" algn="l" rtl="0">
              <a:spcBef>
                <a:spcPts val="459"/>
              </a:spcBef>
              <a:spcAft>
                <a:spcPts val="0"/>
              </a:spcAft>
              <a:buClr>
                <a:schemeClr val="dk1"/>
              </a:buClr>
              <a:buSzPct val="98199"/>
              <a:buFont typeface="Arial"/>
              <a:buChar char="•"/>
            </a:pPr>
            <a:r>
              <a:rPr lang="en-US" i="0" dirty="0" err="1"/>
              <a:t>출력</a:t>
            </a:r>
            <a:r>
              <a:rPr lang="en-US" i="0" dirty="0"/>
              <a:t> </a:t>
            </a:r>
            <a:r>
              <a:rPr lang="en-US" i="0" dirty="0" err="1"/>
              <a:t>게이트</a:t>
            </a:r>
            <a:r>
              <a:rPr lang="en-US" i="0" dirty="0"/>
              <a:t> - </a:t>
            </a:r>
            <a:r>
              <a:rPr lang="en-US" i="0" dirty="0" err="1"/>
              <a:t>메모리</a:t>
            </a:r>
            <a:r>
              <a:rPr lang="en-US" i="0" dirty="0"/>
              <a:t> </a:t>
            </a:r>
            <a:r>
              <a:rPr lang="en-US" i="0" dirty="0" err="1"/>
              <a:t>셀에서</a:t>
            </a:r>
            <a:r>
              <a:rPr lang="en-US" i="0" dirty="0"/>
              <a:t> </a:t>
            </a:r>
            <a:r>
              <a:rPr lang="en-US" i="0" dirty="0" err="1"/>
              <a:t>셀의</a:t>
            </a:r>
            <a:r>
              <a:rPr lang="en-US" i="0" dirty="0"/>
              <a:t> </a:t>
            </a:r>
            <a:r>
              <a:rPr lang="en-US" i="0" dirty="0" err="1"/>
              <a:t>출력에</a:t>
            </a:r>
            <a:r>
              <a:rPr lang="en-US" i="0" dirty="0"/>
              <a:t> </a:t>
            </a:r>
            <a:r>
              <a:rPr lang="en-US" i="0" dirty="0" err="1"/>
              <a:t>노출되어야</a:t>
            </a:r>
            <a:r>
              <a:rPr lang="en-US" i="0" dirty="0"/>
              <a:t> </a:t>
            </a:r>
            <a:r>
              <a:rPr lang="en-US" i="0" dirty="0" err="1"/>
              <a:t>하는</a:t>
            </a:r>
            <a:r>
              <a:rPr lang="en-US" i="0" dirty="0"/>
              <a:t> </a:t>
            </a:r>
            <a:r>
              <a:rPr lang="en-US" i="0" dirty="0" err="1"/>
              <a:t>부분</a:t>
            </a:r>
            <a:endParaRPr dirty="0"/>
          </a:p>
          <a:p>
            <a:pPr marL="0" lvl="0" indent="0" algn="l" rtl="0">
              <a:spcBef>
                <a:spcPts val="459"/>
              </a:spcBef>
              <a:spcAft>
                <a:spcPts val="0"/>
              </a:spcAft>
              <a:buClr>
                <a:schemeClr val="dk1"/>
              </a:buClr>
              <a:buSzPct val="98199"/>
              <a:buFont typeface="Arial"/>
              <a:buNone/>
            </a:pPr>
            <a:r>
              <a:rPr lang="en-US" i="0" dirty="0" err="1"/>
              <a:t>그런</a:t>
            </a:r>
            <a:r>
              <a:rPr lang="en-US" i="0" dirty="0"/>
              <a:t> </a:t>
            </a:r>
            <a:r>
              <a:rPr lang="en-US" i="0" dirty="0" err="1"/>
              <a:t>다음</a:t>
            </a:r>
            <a:r>
              <a:rPr lang="en-US" i="0" dirty="0"/>
              <a:t> </a:t>
            </a:r>
            <a:r>
              <a:rPr lang="en-US" i="0" dirty="0" err="1"/>
              <a:t>새로운</a:t>
            </a:r>
            <a:r>
              <a:rPr lang="en-US" i="0" dirty="0"/>
              <a:t> </a:t>
            </a:r>
            <a:r>
              <a:rPr lang="en-US" i="0" dirty="0" err="1"/>
              <a:t>숨겨진</a:t>
            </a:r>
            <a:r>
              <a:rPr lang="en-US" i="0" dirty="0"/>
              <a:t> </a:t>
            </a:r>
            <a:r>
              <a:rPr lang="en-US" i="0" dirty="0" err="1"/>
              <a:t>상태와</a:t>
            </a:r>
            <a:r>
              <a:rPr lang="en-US" i="0" dirty="0"/>
              <a:t> </a:t>
            </a:r>
            <a:r>
              <a:rPr lang="en-US" i="0" dirty="0" err="1"/>
              <a:t>메모리</a:t>
            </a:r>
            <a:r>
              <a:rPr lang="en-US" i="0" dirty="0"/>
              <a:t> 셀 </a:t>
            </a:r>
            <a:r>
              <a:rPr lang="en-US" i="0" dirty="0" err="1"/>
              <a:t>상태가</a:t>
            </a:r>
            <a:r>
              <a:rPr lang="en-US" i="0" dirty="0"/>
              <a:t> </a:t>
            </a:r>
            <a:r>
              <a:rPr lang="en-US" i="0" dirty="0" err="1"/>
              <a:t>다음</a:t>
            </a:r>
            <a:r>
              <a:rPr lang="en-US" i="0" dirty="0"/>
              <a:t> </a:t>
            </a:r>
            <a:r>
              <a:rPr lang="en-US" i="0" dirty="0" err="1"/>
              <a:t>시간</a:t>
            </a:r>
            <a:r>
              <a:rPr lang="en-US" i="0" dirty="0"/>
              <a:t> </a:t>
            </a:r>
            <a:r>
              <a:rPr lang="en-US" i="0" dirty="0" err="1"/>
              <a:t>단계로</a:t>
            </a:r>
            <a:r>
              <a:rPr lang="en-US" i="0" dirty="0"/>
              <a:t> </a:t>
            </a:r>
            <a:r>
              <a:rPr lang="en-US" i="0" dirty="0" err="1"/>
              <a:t>전파됩니다</a:t>
            </a:r>
            <a:r>
              <a:rPr lang="en-US" i="0" dirty="0"/>
              <a:t>.  </a:t>
            </a:r>
            <a:r>
              <a:rPr lang="en-US" i="0" dirty="0" err="1"/>
              <a:t>매개변수는</a:t>
            </a:r>
            <a:r>
              <a:rPr lang="en-US" i="0" dirty="0"/>
              <a:t> </a:t>
            </a:r>
            <a:r>
              <a:rPr lang="en-US" i="0" dirty="0" err="1"/>
              <a:t>평소와</a:t>
            </a:r>
            <a:r>
              <a:rPr lang="en-US" i="0" dirty="0"/>
              <a:t> </a:t>
            </a:r>
            <a:r>
              <a:rPr lang="en-US" i="0" dirty="0" err="1"/>
              <a:t>마찬가지로</a:t>
            </a:r>
            <a:r>
              <a:rPr lang="en-US" i="0" dirty="0"/>
              <a:t> </a:t>
            </a:r>
            <a:r>
              <a:rPr lang="en-US" i="0" dirty="0" err="1"/>
              <a:t>BPTT를</a:t>
            </a:r>
            <a:r>
              <a:rPr lang="en-US" i="0" dirty="0"/>
              <a:t> </a:t>
            </a:r>
            <a:r>
              <a:rPr lang="en-US" i="0" dirty="0" err="1"/>
              <a:t>사용하여</a:t>
            </a:r>
            <a:r>
              <a:rPr lang="en-US" i="0" dirty="0"/>
              <a:t> </a:t>
            </a:r>
            <a:r>
              <a:rPr lang="en-US" i="0" dirty="0" err="1"/>
              <a:t>학습됩니다</a:t>
            </a:r>
            <a:r>
              <a:rPr lang="en-US" i="0" dirty="0"/>
              <a:t>.</a:t>
            </a:r>
            <a:endParaRPr dirty="0"/>
          </a:p>
        </p:txBody>
      </p:sp>
      <p:sp>
        <p:nvSpPr>
          <p:cNvPr id="1108" name="Google Shape;1108;p5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54</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15689351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55</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35820113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6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6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123" name="Google Shape;1123;p6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fld id="{00000000-1234-1234-1234-123412341234}" type="slidenum">
              <a:rPr kumimoji="0" lang="en-US" sz="1100" b="0" i="0" u="none" strike="noStrike" kern="0" cap="none" spc="0" normalizeH="0" baseline="0" noProof="0">
                <a:ln>
                  <a:noFill/>
                </a:ln>
                <a:solidFill>
                  <a:srgbClr val="000000"/>
                </a:solidFill>
                <a:effectLst/>
                <a:uLnTx/>
                <a:uFillTx/>
                <a:latin typeface="Trebuchet MS"/>
                <a:ea typeface="Trebuchet MS"/>
                <a:cs typeface="Trebuchet MS"/>
                <a:sym typeface="Trebuchet MS"/>
              </a:rPr>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t>56</a:t>
            </a:fld>
            <a:endParaRPr kumimoji="0" sz="1100" b="0" i="0" u="none" strike="noStrike" kern="0" cap="none" spc="0" normalizeH="0" baseline="0" noProof="0">
              <a:ln>
                <a:noFill/>
              </a:ln>
              <a:solidFill>
                <a:srgbClr val="000000"/>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27694567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p6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1" name="Google Shape;1131;p6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이해하기 쉽게 설명하기</a:t>
            </a:r>
            <a:endParaRPr/>
          </a:p>
        </p:txBody>
      </p:sp>
      <p:sp>
        <p:nvSpPr>
          <p:cNvPr id="1132" name="Google Shape;1132;p6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57</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8657207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5"/>
        <p:cNvGrpSpPr/>
        <p:nvPr/>
      </p:nvGrpSpPr>
      <p:grpSpPr>
        <a:xfrm>
          <a:off x="0" y="0"/>
          <a:ext cx="0" cy="0"/>
          <a:chOff x="0" y="0"/>
          <a:chExt cx="0" cy="0"/>
        </a:xfrm>
      </p:grpSpPr>
      <p:sp>
        <p:nvSpPr>
          <p:cNvPr id="1136" name="Google Shape;1136;p6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7" name="Google Shape;1137;p6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1138" name="Google Shape;1138;p6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58</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39519704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p6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7" name="Google Shape;1147;p6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1148" name="Google Shape;1148;p6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59</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23644187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6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6" name="Google Shape;1156;p6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1157" name="Google Shape;1157;p6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60</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14331377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p6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5" name="Google Shape;1165;p6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1166" name="Google Shape;1166;p6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61</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279187652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62</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5635870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63</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9910108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ko-KR" altLang="en-US" dirty="0"/>
              <a:t>이번 파트에서는 강의와 실습 세션을 모두 다루어 봅니다</a:t>
            </a:r>
            <a:r>
              <a:rPr lang="en-US" altLang="ko-KR" dirty="0"/>
              <a:t>. </a:t>
            </a:r>
            <a:r>
              <a:rPr lang="ko-KR" altLang="en-US" dirty="0"/>
              <a:t>이번 강의에서 아래 토픽을 다룰 예정이며</a:t>
            </a:r>
            <a:r>
              <a:rPr lang="en-US" altLang="ko-KR" dirty="0"/>
              <a:t>, </a:t>
            </a:r>
            <a:r>
              <a:rPr lang="ko-KR" altLang="en-US" dirty="0"/>
              <a:t>강의의 목표는 </a:t>
            </a:r>
            <a:r>
              <a:rPr lang="en-US" altLang="ko-KR" dirty="0"/>
              <a:t>NLP</a:t>
            </a:r>
            <a:r>
              <a:rPr lang="ko-KR" altLang="en-US" dirty="0"/>
              <a:t>에 대한 오버뷰를 제공하고 유명해진 구글 논문인 </a:t>
            </a:r>
            <a:r>
              <a:rPr lang="en-US" dirty="0"/>
              <a:t>“Attention is All You Need”</a:t>
            </a:r>
            <a:r>
              <a:rPr lang="ko-KR" altLang="en-US" dirty="0"/>
              <a:t>논문을 통해 오늘날의 트랜스포머 기술을 살펴 봅니다</a:t>
            </a:r>
            <a:r>
              <a:rPr lang="en-US" altLang="ko-KR" dirty="0"/>
              <a:t>. </a:t>
            </a:r>
            <a:endParaRPr lang="en-US" dirty="0"/>
          </a:p>
          <a:p>
            <a:pPr marL="0" lvl="0" indent="0" algn="l" rtl="0">
              <a:spcBef>
                <a:spcPts val="0"/>
              </a:spcBef>
              <a:spcAft>
                <a:spcPts val="0"/>
              </a:spcAft>
              <a:buNone/>
            </a:pPr>
            <a:endParaRPr dirty="0"/>
          </a:p>
        </p:txBody>
      </p:sp>
      <p:sp>
        <p:nvSpPr>
          <p:cNvPr id="396" name="Google Shape;396;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02057764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p7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1" name="Google Shape;1201;p7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202" name="Google Shape;1202;p7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65</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32265566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p7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0" name="Google Shape;1210;p7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211" name="Google Shape;1211;p7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66</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8691532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67</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411520280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p7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1" name="Google Shape;1221;p7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222" name="Google Shape;1222;p7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68</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p7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0" name="Google Shape;1230;p7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231" name="Google Shape;1231;p7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69</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70</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0507939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p7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5" name="Google Shape;1245;p7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246" name="Google Shape;1246;p7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71</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72</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5667569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p7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8" name="Google Shape;1258;p7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*준지도 = Semi-supervsied</a:t>
            </a:r>
            <a:endParaRPr/>
          </a:p>
        </p:txBody>
      </p:sp>
      <p:sp>
        <p:nvSpPr>
          <p:cNvPr id="1259" name="Google Shape;1259;p7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73</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5"/>
        <p:cNvGrpSpPr/>
        <p:nvPr/>
      </p:nvGrpSpPr>
      <p:grpSpPr>
        <a:xfrm>
          <a:off x="0" y="0"/>
          <a:ext cx="0" cy="0"/>
          <a:chOff x="0" y="0"/>
          <a:chExt cx="0" cy="0"/>
        </a:xfrm>
      </p:grpSpPr>
      <p:sp>
        <p:nvSpPr>
          <p:cNvPr id="1266" name="Google Shape;1266;p7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7" name="Google Shape;1267;p7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268" name="Google Shape;1268;p7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74</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287175064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p7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6" name="Google Shape;1276;p7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277" name="Google Shape;1277;p7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75</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243310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p8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5" name="Google Shape;1285;p8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Pre-trained model / bi directional LSTM</a:t>
            </a:r>
          </a:p>
          <a:p>
            <a:pPr marL="0" lvl="0" indent="0" algn="l" rtl="0">
              <a:spcBef>
                <a:spcPts val="0"/>
              </a:spcBef>
              <a:spcAft>
                <a:spcPts val="0"/>
              </a:spcAft>
              <a:buNone/>
            </a:pPr>
            <a:endParaRPr dirty="0"/>
          </a:p>
        </p:txBody>
      </p:sp>
      <p:sp>
        <p:nvSpPr>
          <p:cNvPr id="1286" name="Google Shape;1286;p8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76</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351381576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p8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4" name="Google Shape;1294;p8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1295" name="Google Shape;1295;p8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77</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50544222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8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3" name="Google Shape;1303;p8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1304" name="Google Shape;1304;p8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78</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34283070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79</a:t>
            </a:fld>
            <a:endParaRPr kumimoji="0" lang="en-US" sz="1100" b="0" i="0" u="none" strike="noStrike" kern="1200" cap="none" spc="0" normalizeH="0" baseline="0" noProof="0" dirty="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34542920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80</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293524875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put it in perspective</a:t>
            </a:r>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81</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05079390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p8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5" name="Google Shape;1335;p8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336" name="Google Shape;1336;p8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82</a:t>
            </a:fld>
            <a:endParaRPr sz="1100" b="0" i="0" u="none" strike="noStrike" cap="none">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144070938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4"/>
        <p:cNvGrpSpPr/>
        <p:nvPr/>
      </p:nvGrpSpPr>
      <p:grpSpPr>
        <a:xfrm>
          <a:off x="0" y="0"/>
          <a:ext cx="0" cy="0"/>
          <a:chOff x="0" y="0"/>
          <a:chExt cx="0" cy="0"/>
        </a:xfrm>
      </p:grpSpPr>
      <p:sp>
        <p:nvSpPr>
          <p:cNvPr id="1345" name="Google Shape;1345;p8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6" name="Google Shape;1346;p8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dirty="0"/>
          </a:p>
        </p:txBody>
      </p:sp>
      <p:sp>
        <p:nvSpPr>
          <p:cNvPr id="1347" name="Google Shape;1347;p8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fld id="{00000000-1234-1234-1234-123412341234}" type="slidenum">
              <a:rPr kumimoji="0" lang="en-US" sz="1100" b="0" i="0" u="none" strike="noStrike" kern="0" cap="none" spc="0" normalizeH="0" baseline="0" noProof="0">
                <a:ln>
                  <a:noFill/>
                </a:ln>
                <a:solidFill>
                  <a:srgbClr val="000000"/>
                </a:solidFill>
                <a:effectLst/>
                <a:uLnTx/>
                <a:uFillTx/>
                <a:latin typeface="Trebuchet MS"/>
                <a:ea typeface="Trebuchet MS"/>
                <a:cs typeface="Trebuchet MS"/>
                <a:sym typeface="Trebuchet MS"/>
              </a:rPr>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t>84</a:t>
            </a:fld>
            <a:endParaRPr kumimoji="0" sz="1100" b="0" i="0" u="none" strike="noStrike" kern="0" cap="none" spc="0" normalizeH="0" baseline="0" noProof="0">
              <a:ln>
                <a:noFill/>
              </a:ln>
              <a:solidFill>
                <a:srgbClr val="000000"/>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30203484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0"/>
        <p:cNvGrpSpPr/>
        <p:nvPr/>
      </p:nvGrpSpPr>
      <p:grpSpPr>
        <a:xfrm>
          <a:off x="0" y="0"/>
          <a:ext cx="0" cy="0"/>
          <a:chOff x="0" y="0"/>
          <a:chExt cx="0" cy="0"/>
        </a:xfrm>
      </p:grpSpPr>
      <p:sp>
        <p:nvSpPr>
          <p:cNvPr id="1351" name="Google Shape;1351;p8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2" name="Google Shape;1352;p8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353" name="Google Shape;1353;p8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fld id="{00000000-1234-1234-1234-123412341234}" type="slidenum">
              <a:rPr kumimoji="0" lang="en-US" sz="1100" b="0" i="0" u="none" strike="noStrike" kern="0" cap="none" spc="0" normalizeH="0" baseline="0" noProof="0">
                <a:ln>
                  <a:noFill/>
                </a:ln>
                <a:solidFill>
                  <a:srgbClr val="000000"/>
                </a:solidFill>
                <a:effectLst/>
                <a:uLnTx/>
                <a:uFillTx/>
                <a:latin typeface="Trebuchet MS"/>
                <a:ea typeface="Trebuchet MS"/>
                <a:cs typeface="Trebuchet MS"/>
                <a:sym typeface="Trebuchet MS"/>
              </a:rPr>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t>85</a:t>
            </a:fld>
            <a:endParaRPr kumimoji="0" sz="1100" b="0" i="0" u="none" strike="noStrike" kern="0" cap="none" spc="0" normalizeH="0" baseline="0" noProof="0">
              <a:ln>
                <a:noFill/>
              </a:ln>
              <a:solidFill>
                <a:srgbClr val="000000"/>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7737540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ko-KR" altLang="en-US" dirty="0"/>
              <a:t>이번 파트에서는 강의와 실습 세션을 모두 다루어 봅니다</a:t>
            </a:r>
            <a:r>
              <a:rPr lang="en-US" altLang="ko-KR" dirty="0"/>
              <a:t>. </a:t>
            </a:r>
            <a:r>
              <a:rPr lang="ko-KR" altLang="en-US" dirty="0"/>
              <a:t>이번 강의에서 아래 토픽을 다룰 예정이며</a:t>
            </a:r>
            <a:r>
              <a:rPr lang="en-US" altLang="ko-KR" dirty="0"/>
              <a:t>, </a:t>
            </a:r>
            <a:r>
              <a:rPr lang="ko-KR" altLang="en-US" dirty="0"/>
              <a:t>강의의 목표는 </a:t>
            </a:r>
            <a:r>
              <a:rPr lang="en-US" altLang="ko-KR" dirty="0"/>
              <a:t>NLP</a:t>
            </a:r>
            <a:r>
              <a:rPr lang="ko-KR" altLang="en-US" dirty="0"/>
              <a:t>에 대한 오버뷰를 제공하고 유명해진 구글 논문인 </a:t>
            </a:r>
            <a:r>
              <a:rPr lang="en-US" dirty="0"/>
              <a:t>“Attention is All You Need”</a:t>
            </a:r>
            <a:r>
              <a:rPr lang="ko-KR" altLang="en-US" dirty="0"/>
              <a:t>논문을 통해 오늘날의 트랜스포머 기술을 살펴 봅니다</a:t>
            </a:r>
            <a:r>
              <a:rPr lang="en-US" altLang="ko-KR" dirty="0"/>
              <a:t>. </a:t>
            </a:r>
            <a:endParaRPr lang="en-US" dirty="0"/>
          </a:p>
          <a:p>
            <a:pPr marL="0" lvl="0" indent="0" algn="l" rtl="0">
              <a:spcBef>
                <a:spcPts val="0"/>
              </a:spcBef>
              <a:spcAft>
                <a:spcPts val="0"/>
              </a:spcAft>
              <a:buNone/>
            </a:pPr>
            <a:endParaRPr dirty="0"/>
          </a:p>
        </p:txBody>
      </p:sp>
      <p:sp>
        <p:nvSpPr>
          <p:cNvPr id="396" name="Google Shape;396;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84603481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u="none" strike="noStrike" kern="1200">
              <a:solidFill>
                <a:schemeClr val="tx1"/>
              </a:solidFill>
              <a:effectLst/>
              <a:latin typeface="Trebuchet MS" pitchFamily="34"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76197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761970" rtl="0" eaLnBrk="1" fontAlgn="base" latinLnBrk="0" hangingPunct="1">
                <a:lnSpc>
                  <a:spcPct val="100000"/>
                </a:lnSpc>
                <a:spcBef>
                  <a:spcPct val="0"/>
                </a:spcBef>
                <a:spcAft>
                  <a:spcPct val="0"/>
                </a:spcAft>
                <a:buClrTx/>
                <a:buSzTx/>
                <a:buFontTx/>
                <a:buNone/>
                <a:tabLst/>
                <a:defRPr/>
              </a:pPr>
              <a:t>87</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18003948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Master" Target="../slideMasters/slideMaster2.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jp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16"/>
        <p:cNvGrpSpPr/>
        <p:nvPr/>
      </p:nvGrpSpPr>
      <p:grpSpPr>
        <a:xfrm>
          <a:off x="0" y="0"/>
          <a:ext cx="0" cy="0"/>
          <a:chOff x="0" y="0"/>
          <a:chExt cx="0" cy="0"/>
        </a:xfrm>
      </p:grpSpPr>
      <p:pic>
        <p:nvPicPr>
          <p:cNvPr id="17" name="Google Shape;17;p92"/>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8" name="Google Shape;18;p92" descr="A picture containing text  Description automatically generated"/>
          <p:cNvPicPr preferRelativeResize="0"/>
          <p:nvPr/>
        </p:nvPicPr>
        <p:blipFill rotWithShape="1">
          <a:blip r:embed="rId3">
            <a:alphaModFix/>
          </a:blip>
          <a:srcRect/>
          <a:stretch/>
        </p:blipFill>
        <p:spPr>
          <a:xfrm>
            <a:off x="945749" y="3160775"/>
            <a:ext cx="2669325" cy="2164380"/>
          </a:xfrm>
          <a:prstGeom prst="rect">
            <a:avLst/>
          </a:prstGeom>
          <a:noFill/>
          <a:ln>
            <a:noFill/>
          </a:ln>
        </p:spPr>
      </p:pic>
      <p:sp>
        <p:nvSpPr>
          <p:cNvPr id="19" name="Google Shape;19;p92"/>
          <p:cNvSpPr txBox="1">
            <a:spLocks noGrp="1"/>
          </p:cNvSpPr>
          <p:nvPr>
            <p:ph type="subTitle" idx="1"/>
          </p:nvPr>
        </p:nvSpPr>
        <p:spPr>
          <a:xfrm>
            <a:off x="1143000" y="8290560"/>
            <a:ext cx="9692640" cy="477053"/>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lvl="1" algn="l">
              <a:lnSpc>
                <a:spcPct val="90000"/>
              </a:lnSpc>
              <a:spcBef>
                <a:spcPts val="1500"/>
              </a:spcBef>
              <a:spcAft>
                <a:spcPts val="0"/>
              </a:spcAft>
              <a:buSzPts val="1800"/>
              <a:buNone/>
              <a:defRPr/>
            </a:lvl2pPr>
            <a:lvl3pPr lvl="2" algn="l">
              <a:lnSpc>
                <a:spcPct val="90000"/>
              </a:lnSpc>
              <a:spcBef>
                <a:spcPts val="1500"/>
              </a:spcBef>
              <a:spcAft>
                <a:spcPts val="0"/>
              </a:spcAft>
              <a:buSzPts val="1800"/>
              <a:buNone/>
              <a:defRPr/>
            </a:lvl3pPr>
            <a:lvl4pPr lvl="3" algn="l">
              <a:spcBef>
                <a:spcPts val="15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0" name="Google Shape;20;p92"/>
          <p:cNvSpPr txBox="1">
            <a:spLocks noGrp="1"/>
          </p:cNvSpPr>
          <p:nvPr>
            <p:ph type="title"/>
          </p:nvPr>
        </p:nvSpPr>
        <p:spPr>
          <a:xfrm>
            <a:off x="1143000" y="6705601"/>
            <a:ext cx="9692640" cy="163809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1" name="Google Shape;21;p92"/>
          <p:cNvPicPr preferRelativeResize="0"/>
          <p:nvPr/>
        </p:nvPicPr>
        <p:blipFill rotWithShape="1">
          <a:blip r:embed="rId4">
            <a:alphaModFix/>
          </a:blip>
          <a:srcRect l="40401" r="-3502"/>
          <a:stretch/>
        </p:blipFill>
        <p:spPr>
          <a:xfrm>
            <a:off x="3293717" y="3370707"/>
            <a:ext cx="3306588" cy="18155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2"/>
        <p:cNvGrpSpPr/>
        <p:nvPr/>
      </p:nvGrpSpPr>
      <p:grpSpPr>
        <a:xfrm>
          <a:off x="0" y="0"/>
          <a:ext cx="0" cy="0"/>
          <a:chOff x="0" y="0"/>
          <a:chExt cx="0" cy="0"/>
        </a:xfrm>
      </p:grpSpPr>
      <p:pic>
        <p:nvPicPr>
          <p:cNvPr id="23" name="Google Shape;23;p93" descr="A close up of a logo  Description automatically generated"/>
          <p:cNvPicPr preferRelativeResize="0"/>
          <p:nvPr/>
        </p:nvPicPr>
        <p:blipFill rotWithShape="1">
          <a:blip r:embed="rId2">
            <a:alphaModFix/>
          </a:blip>
          <a:srcRect/>
          <a:stretch/>
        </p:blipFill>
        <p:spPr>
          <a:xfrm>
            <a:off x="0" y="0"/>
            <a:ext cx="18288001" cy="10287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33"/>
        <p:cNvGrpSpPr/>
        <p:nvPr/>
      </p:nvGrpSpPr>
      <p:grpSpPr>
        <a:xfrm>
          <a:off x="0" y="0"/>
          <a:ext cx="0" cy="0"/>
          <a:chOff x="0" y="0"/>
          <a:chExt cx="0" cy="0"/>
        </a:xfrm>
      </p:grpSpPr>
      <p:sp>
        <p:nvSpPr>
          <p:cNvPr id="34" name="Google Shape;34;p96"/>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96"/>
          <p:cNvSpPr txBox="1">
            <a:spLocks noGrp="1"/>
          </p:cNvSpPr>
          <p:nvPr>
            <p:ph type="body" idx="1"/>
          </p:nvPr>
        </p:nvSpPr>
        <p:spPr>
          <a:xfrm>
            <a:off x="853440" y="3505059"/>
            <a:ext cx="16581120" cy="61562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dk1"/>
              </a:buClr>
              <a:buSzPts val="2400"/>
              <a:buFont typeface="Trebuchet MS"/>
              <a:buNone/>
              <a:defRPr sz="2400">
                <a:solidFill>
                  <a:schemeClr val="accent4"/>
                </a:solidFill>
              </a:defRPr>
            </a:lvl1pPr>
            <a:lvl2pPr marL="914400" lvl="1" indent="-228600" algn="l">
              <a:lnSpc>
                <a:spcPct val="90000"/>
              </a:lnSpc>
              <a:spcBef>
                <a:spcPts val="1500"/>
              </a:spcBef>
              <a:spcAft>
                <a:spcPts val="0"/>
              </a:spcAft>
              <a:buClr>
                <a:schemeClr val="dk1"/>
              </a:buClr>
              <a:buSzPts val="2000"/>
              <a:buFont typeface="Trebuchet MS"/>
              <a:buNone/>
              <a:defRPr sz="2000">
                <a:solidFill>
                  <a:schemeClr val="accent4"/>
                </a:solidFill>
              </a:defRPr>
            </a:lvl2pPr>
            <a:lvl3pPr marL="1371600" lvl="2" indent="-228600" algn="l">
              <a:lnSpc>
                <a:spcPct val="90000"/>
              </a:lnSpc>
              <a:spcBef>
                <a:spcPts val="1500"/>
              </a:spcBef>
              <a:spcAft>
                <a:spcPts val="0"/>
              </a:spcAft>
              <a:buClr>
                <a:schemeClr val="dk1"/>
              </a:buClr>
              <a:buSzPts val="1800"/>
              <a:buFont typeface="Trebuchet MS"/>
              <a:buNone/>
              <a:defRPr sz="1800">
                <a:solidFill>
                  <a:schemeClr val="accent4"/>
                </a:solidFill>
              </a:defRPr>
            </a:lvl3pPr>
            <a:lvl4pPr marL="1828800" lvl="3" indent="-419100" algn="l">
              <a:spcBef>
                <a:spcPts val="1500"/>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6" name="Google Shape;36;p96"/>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3000"/>
              <a:buFont typeface="Trebuchet MS"/>
              <a:buNone/>
              <a:defRPr sz="30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7" name="Google Shape;37;p96"/>
          <p:cNvSpPr/>
          <p:nvPr/>
        </p:nvSpPr>
        <p:spPr>
          <a:xfrm>
            <a:off x="16446823" y="9716467"/>
            <a:ext cx="1841178" cy="57053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 name="Google Shape;38;p96"/>
          <p:cNvSpPr txBox="1"/>
          <p:nvPr/>
        </p:nvSpPr>
        <p:spPr>
          <a:xfrm>
            <a:off x="16248609" y="9792797"/>
            <a:ext cx="535045" cy="184666"/>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1200" cap="none">
                <a:solidFill>
                  <a:schemeClr val="accent5"/>
                </a:solidFill>
                <a:latin typeface="Trebuchet MS"/>
                <a:ea typeface="Trebuchet MS"/>
                <a:cs typeface="Trebuchet MS"/>
                <a:sym typeface="Trebuchet MS"/>
              </a:rPr>
              <a:t>‹#›</a:t>
            </a:fld>
            <a:r>
              <a:rPr lang="en-US" sz="1200" cap="none">
                <a:solidFill>
                  <a:schemeClr val="accent5"/>
                </a:solidFill>
                <a:latin typeface="Trebuchet MS"/>
                <a:ea typeface="Trebuchet MS"/>
                <a:cs typeface="Trebuchet MS"/>
                <a:sym typeface="Trebuchet MS"/>
              </a:rPr>
              <a:t> </a:t>
            </a:r>
            <a:endParaRPr sz="1200" cap="none">
              <a:solidFill>
                <a:schemeClr val="accent5"/>
              </a:solidFill>
              <a:latin typeface="Trebuchet MS"/>
              <a:ea typeface="Trebuchet MS"/>
              <a:cs typeface="Trebuchet MS"/>
              <a:sym typeface="Trebuchet MS"/>
            </a:endParaRPr>
          </a:p>
        </p:txBody>
      </p:sp>
      <p:pic>
        <p:nvPicPr>
          <p:cNvPr id="39" name="Google Shape;39;p96"/>
          <p:cNvPicPr preferRelativeResize="0"/>
          <p:nvPr/>
        </p:nvPicPr>
        <p:blipFill rotWithShape="1">
          <a:blip r:embed="rId2">
            <a:alphaModFix/>
          </a:blip>
          <a:srcRect/>
          <a:stretch/>
        </p:blipFill>
        <p:spPr>
          <a:xfrm>
            <a:off x="16820891" y="9722868"/>
            <a:ext cx="1084725" cy="3854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44"/>
        <p:cNvGrpSpPr/>
        <p:nvPr/>
      </p:nvGrpSpPr>
      <p:grpSpPr>
        <a:xfrm>
          <a:off x="0" y="0"/>
          <a:ext cx="0" cy="0"/>
          <a:chOff x="0" y="0"/>
          <a:chExt cx="0" cy="0"/>
        </a:xfrm>
      </p:grpSpPr>
      <p:pic>
        <p:nvPicPr>
          <p:cNvPr id="45" name="Google Shape;45;p98"/>
          <p:cNvPicPr preferRelativeResize="0"/>
          <p:nvPr/>
        </p:nvPicPr>
        <p:blipFill rotWithShape="1">
          <a:blip r:embed="rId2">
            <a:alphaModFix/>
          </a:blip>
          <a:srcRect/>
          <a:stretch/>
        </p:blipFill>
        <p:spPr>
          <a:xfrm>
            <a:off x="0" y="0"/>
            <a:ext cx="18288000" cy="10287000"/>
          </a:xfrm>
          <a:prstGeom prst="rect">
            <a:avLst/>
          </a:prstGeom>
          <a:noFill/>
          <a:ln>
            <a:noFill/>
          </a:ln>
        </p:spPr>
      </p:pic>
      <p:sp>
        <p:nvSpPr>
          <p:cNvPr id="46" name="Google Shape;46;p98"/>
          <p:cNvSpPr txBox="1">
            <a:spLocks noGrp="1"/>
          </p:cNvSpPr>
          <p:nvPr>
            <p:ph type="title"/>
          </p:nvPr>
        </p:nvSpPr>
        <p:spPr>
          <a:xfrm>
            <a:off x="8290560" y="7040881"/>
            <a:ext cx="8961120" cy="2289898"/>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5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7"/>
        <p:cNvGrpSpPr/>
        <p:nvPr/>
      </p:nvGrpSpPr>
      <p:grpSpPr>
        <a:xfrm>
          <a:off x="0" y="0"/>
          <a:ext cx="0" cy="0"/>
          <a:chOff x="0" y="0"/>
          <a:chExt cx="0" cy="0"/>
        </a:xfrm>
      </p:grpSpPr>
      <p:sp>
        <p:nvSpPr>
          <p:cNvPr id="48" name="Google Shape;48;p99"/>
          <p:cNvSpPr txBox="1">
            <a:spLocks noGrp="1"/>
          </p:cNvSpPr>
          <p:nvPr>
            <p:ph type="title"/>
          </p:nvPr>
        </p:nvSpPr>
        <p:spPr>
          <a:xfrm>
            <a:off x="832906" y="868681"/>
            <a:ext cx="1662219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9"/>
          <p:cNvSpPr txBox="1">
            <a:spLocks noGrp="1"/>
          </p:cNvSpPr>
          <p:nvPr>
            <p:ph type="body" idx="1"/>
          </p:nvPr>
        </p:nvSpPr>
        <p:spPr>
          <a:xfrm>
            <a:off x="862337" y="3337280"/>
            <a:ext cx="16581552" cy="622373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SzPts val="1800"/>
              <a:buNone/>
              <a:defRPr/>
            </a:lvl1pPr>
            <a:lvl2pPr marL="914400" lvl="1" indent="-228600" algn="l">
              <a:lnSpc>
                <a:spcPct val="90000"/>
              </a:lnSpc>
              <a:spcBef>
                <a:spcPts val="1500"/>
              </a:spcBef>
              <a:spcAft>
                <a:spcPts val="0"/>
              </a:spcAft>
              <a:buSzPts val="1800"/>
              <a:buNone/>
              <a:defRPr/>
            </a:lvl2pPr>
            <a:lvl3pPr marL="1371600" lvl="2" indent="-228600" algn="l">
              <a:lnSpc>
                <a:spcPct val="90000"/>
              </a:lnSpc>
              <a:spcBef>
                <a:spcPts val="1500"/>
              </a:spcBef>
              <a:spcAft>
                <a:spcPts val="0"/>
              </a:spcAft>
              <a:buSzPts val="1800"/>
              <a:buNone/>
              <a:defRPr/>
            </a:lvl3pPr>
            <a:lvl4pPr marL="1828800" lvl="3" indent="-342900" algn="l">
              <a:spcBef>
                <a:spcPts val="1500"/>
              </a:spcBef>
              <a:spcAft>
                <a:spcPts val="0"/>
              </a:spcAft>
              <a:buClr>
                <a:schemeClr val="dk2"/>
              </a:buClr>
              <a:buSzPts val="1800"/>
              <a:buChar char="–"/>
              <a:defRPr/>
            </a:lvl4pPr>
            <a:lvl5pPr marL="2286000" lvl="4" indent="-342900" algn="l">
              <a:spcBef>
                <a:spcPts val="360"/>
              </a:spcBef>
              <a:spcAft>
                <a:spcPts val="0"/>
              </a:spcAft>
              <a:buClr>
                <a:schemeClr val="dk2"/>
              </a:buClr>
              <a:buSzPts val="1800"/>
              <a:buChar char="»"/>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0" name="Google Shape;50;p99"/>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51" name="Google Shape;51;p99"/>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52" name="Google Shape;52;p99"/>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lt1"/>
                </a:solidFill>
                <a:latin typeface="Arial"/>
                <a:ea typeface="Arial"/>
                <a:cs typeface="Arial"/>
                <a:sym typeface="Arial"/>
              </a:defRPr>
            </a:lvl1pPr>
            <a:lvl2pPr marL="0" marR="0" lvl="1" indent="0" algn="l" rtl="0">
              <a:spcBef>
                <a:spcPts val="0"/>
              </a:spcBef>
              <a:spcAft>
                <a:spcPts val="0"/>
              </a:spcAft>
              <a:buNone/>
              <a:defRPr sz="1800">
                <a:solidFill>
                  <a:schemeClr val="lt1"/>
                </a:solidFill>
                <a:latin typeface="Arial"/>
                <a:ea typeface="Arial"/>
                <a:cs typeface="Arial"/>
                <a:sym typeface="Arial"/>
              </a:defRPr>
            </a:lvl2pPr>
            <a:lvl3pPr marL="0" marR="0" lvl="2" indent="0" algn="l" rtl="0">
              <a:spcBef>
                <a:spcPts val="0"/>
              </a:spcBef>
              <a:spcAft>
                <a:spcPts val="0"/>
              </a:spcAft>
              <a:buNone/>
              <a:defRPr sz="1800">
                <a:solidFill>
                  <a:schemeClr val="lt1"/>
                </a:solidFill>
                <a:latin typeface="Arial"/>
                <a:ea typeface="Arial"/>
                <a:cs typeface="Arial"/>
                <a:sym typeface="Arial"/>
              </a:defRPr>
            </a:lvl3pPr>
            <a:lvl4pPr marL="0" marR="0" lvl="3" indent="0" algn="l" rtl="0">
              <a:spcBef>
                <a:spcPts val="0"/>
              </a:spcBef>
              <a:spcAft>
                <a:spcPts val="0"/>
              </a:spcAft>
              <a:buNone/>
              <a:defRPr sz="1800">
                <a:solidFill>
                  <a:schemeClr val="lt1"/>
                </a:solidFill>
                <a:latin typeface="Arial"/>
                <a:ea typeface="Arial"/>
                <a:cs typeface="Arial"/>
                <a:sym typeface="Arial"/>
              </a:defRPr>
            </a:lvl4pPr>
            <a:lvl5pPr marL="0" marR="0" lvl="4" indent="0" algn="l" rtl="0">
              <a:spcBef>
                <a:spcPts val="0"/>
              </a:spcBef>
              <a:spcAft>
                <a:spcPts val="0"/>
              </a:spcAft>
              <a:buNone/>
              <a:defRPr sz="1800">
                <a:solidFill>
                  <a:schemeClr val="lt1"/>
                </a:solidFill>
                <a:latin typeface="Arial"/>
                <a:ea typeface="Arial"/>
                <a:cs typeface="Arial"/>
                <a:sym typeface="Arial"/>
              </a:defRPr>
            </a:lvl5pPr>
            <a:lvl6pPr marL="0" marR="0" lvl="5" indent="0" algn="l" rtl="0">
              <a:spcBef>
                <a:spcPts val="0"/>
              </a:spcBef>
              <a:spcAft>
                <a:spcPts val="0"/>
              </a:spcAft>
              <a:buNone/>
              <a:defRPr sz="1800">
                <a:solidFill>
                  <a:schemeClr val="lt1"/>
                </a:solidFill>
                <a:latin typeface="Arial"/>
                <a:ea typeface="Arial"/>
                <a:cs typeface="Arial"/>
                <a:sym typeface="Arial"/>
              </a:defRPr>
            </a:lvl6pPr>
            <a:lvl7pPr marL="0" marR="0" lvl="6" indent="0" algn="l" rtl="0">
              <a:spcBef>
                <a:spcPts val="0"/>
              </a:spcBef>
              <a:spcAft>
                <a:spcPts val="0"/>
              </a:spcAft>
              <a:buNone/>
              <a:defRPr sz="1800">
                <a:solidFill>
                  <a:schemeClr val="lt1"/>
                </a:solidFill>
                <a:latin typeface="Arial"/>
                <a:ea typeface="Arial"/>
                <a:cs typeface="Arial"/>
                <a:sym typeface="Arial"/>
              </a:defRPr>
            </a:lvl7pPr>
            <a:lvl8pPr marL="0" marR="0" lvl="7" indent="0" algn="l" rtl="0">
              <a:spcBef>
                <a:spcPts val="0"/>
              </a:spcBef>
              <a:spcAft>
                <a:spcPts val="0"/>
              </a:spcAft>
              <a:buNone/>
              <a:defRPr sz="1800">
                <a:solidFill>
                  <a:schemeClr val="lt1"/>
                </a:solidFill>
                <a:latin typeface="Arial"/>
                <a:ea typeface="Arial"/>
                <a:cs typeface="Arial"/>
                <a:sym typeface="Arial"/>
              </a:defRPr>
            </a:lvl8pPr>
            <a:lvl9pPr marL="0" marR="0" lvl="8" indent="0" algn="l" rtl="0">
              <a:spcBef>
                <a:spcPts val="0"/>
              </a:spcBef>
              <a:spcAft>
                <a:spcPts val="0"/>
              </a:spcAft>
              <a:buNone/>
              <a:defRPr sz="180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DE_BULLET_ICON_Title, Subtitle, and Content">
  <p:cSld name="CODE_BULLET_ICON_Title, Subtitle, and Content">
    <p:spTree>
      <p:nvGrpSpPr>
        <p:cNvPr id="1" name="Shape 57"/>
        <p:cNvGrpSpPr/>
        <p:nvPr/>
      </p:nvGrpSpPr>
      <p:grpSpPr>
        <a:xfrm>
          <a:off x="0" y="0"/>
          <a:ext cx="0" cy="0"/>
          <a:chOff x="0" y="0"/>
          <a:chExt cx="0" cy="0"/>
        </a:xfrm>
      </p:grpSpPr>
      <p:sp>
        <p:nvSpPr>
          <p:cNvPr id="58" name="Google Shape;58;p101"/>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cap="none">
                <a:solidFill>
                  <a:schemeClr val="dk2"/>
                </a:solidFill>
                <a:latin typeface="Courier New"/>
                <a:ea typeface="Courier New"/>
                <a:cs typeface="Courier New"/>
                <a:sym typeface="Courier New"/>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1"/>
          <p:cNvSpPr txBox="1">
            <a:spLocks noGrp="1"/>
          </p:cNvSpPr>
          <p:nvPr>
            <p:ph type="body" idx="1"/>
          </p:nvPr>
        </p:nvSpPr>
        <p:spPr>
          <a:xfrm>
            <a:off x="861250" y="3505059"/>
            <a:ext cx="16581120" cy="619820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500"/>
              </a:spcBef>
              <a:spcAft>
                <a:spcPts val="0"/>
              </a:spcAft>
              <a:buClr>
                <a:schemeClr val="dk1"/>
              </a:buClr>
              <a:buSzPts val="1800"/>
              <a:buFont typeface="Trebuchet MS"/>
              <a:buChar char="•"/>
              <a:defRPr sz="2400">
                <a:solidFill>
                  <a:schemeClr val="accent4"/>
                </a:solidFill>
              </a:defRPr>
            </a:lvl1pPr>
            <a:lvl2pPr marL="914400" lvl="1" indent="-323850" algn="l">
              <a:lnSpc>
                <a:spcPct val="90000"/>
              </a:lnSpc>
              <a:spcBef>
                <a:spcPts val="1500"/>
              </a:spcBef>
              <a:spcAft>
                <a:spcPts val="0"/>
              </a:spcAft>
              <a:buClr>
                <a:schemeClr val="dk1"/>
              </a:buClr>
              <a:buSzPts val="1500"/>
              <a:buFont typeface="Trebuchet MS"/>
              <a:buChar char="•"/>
              <a:defRPr sz="2000">
                <a:solidFill>
                  <a:schemeClr val="accent4"/>
                </a:solidFill>
              </a:defRPr>
            </a:lvl2pPr>
            <a:lvl3pPr marL="1371600" lvl="2" indent="-314325" algn="l">
              <a:lnSpc>
                <a:spcPct val="90000"/>
              </a:lnSpc>
              <a:spcBef>
                <a:spcPts val="1500"/>
              </a:spcBef>
              <a:spcAft>
                <a:spcPts val="0"/>
              </a:spcAft>
              <a:buClr>
                <a:schemeClr val="dk1"/>
              </a:buClr>
              <a:buSzPts val="1350"/>
              <a:buFont typeface="Trebuchet MS"/>
              <a:buChar char="•"/>
              <a:defRPr sz="1800">
                <a:solidFill>
                  <a:schemeClr val="accent4"/>
                </a:solidFill>
              </a:defRPr>
            </a:lvl3pPr>
            <a:lvl4pPr marL="1828800" lvl="3" indent="-304800" algn="l">
              <a:spcBef>
                <a:spcPts val="1500"/>
              </a:spcBef>
              <a:spcAft>
                <a:spcPts val="0"/>
              </a:spcAft>
              <a:buClr>
                <a:schemeClr val="dk1"/>
              </a:buClr>
              <a:buSzPts val="1200"/>
              <a:buFont typeface="Trebuchet MS"/>
              <a:buChar char="•"/>
              <a:defRPr sz="1600">
                <a:solidFill>
                  <a:schemeClr val="accent4"/>
                </a:solidFill>
                <a:latin typeface="Trebuchet MS"/>
                <a:ea typeface="Trebuchet MS"/>
                <a:cs typeface="Trebuchet MS"/>
                <a:sym typeface="Trebuchet MS"/>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0" name="Google Shape;60;p101"/>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3000"/>
              <a:buFont typeface="Courier New"/>
              <a:buNone/>
              <a:defRPr sz="3000" b="0">
                <a:solidFill>
                  <a:schemeClr val="lt2"/>
                </a:solidFill>
                <a:latin typeface="Courier New"/>
                <a:ea typeface="Courier New"/>
                <a:cs typeface="Courier New"/>
                <a:sym typeface="Courier New"/>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61"/>
        <p:cNvGrpSpPr/>
        <p:nvPr/>
      </p:nvGrpSpPr>
      <p:grpSpPr>
        <a:xfrm>
          <a:off x="0" y="0"/>
          <a:ext cx="0" cy="0"/>
          <a:chOff x="0" y="0"/>
          <a:chExt cx="0" cy="0"/>
        </a:xfrm>
      </p:grpSpPr>
      <p:sp>
        <p:nvSpPr>
          <p:cNvPr id="62" name="Google Shape;62;p102"/>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2"/>
          <p:cNvSpPr txBox="1">
            <a:spLocks noGrp="1"/>
          </p:cNvSpPr>
          <p:nvPr>
            <p:ph type="body" idx="1"/>
          </p:nvPr>
        </p:nvSpPr>
        <p:spPr>
          <a:xfrm>
            <a:off x="861250" y="3505059"/>
            <a:ext cx="16581120" cy="619820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dk1"/>
              </a:buClr>
              <a:buSzPts val="2400"/>
              <a:buFont typeface="Trebuchet MS"/>
              <a:buNone/>
              <a:defRPr sz="2400">
                <a:solidFill>
                  <a:schemeClr val="accent4"/>
                </a:solidFill>
              </a:defRPr>
            </a:lvl1pPr>
            <a:lvl2pPr marL="914400" lvl="1" indent="-228600" algn="l">
              <a:lnSpc>
                <a:spcPct val="90000"/>
              </a:lnSpc>
              <a:spcBef>
                <a:spcPts val="1500"/>
              </a:spcBef>
              <a:spcAft>
                <a:spcPts val="0"/>
              </a:spcAft>
              <a:buClr>
                <a:schemeClr val="dk1"/>
              </a:buClr>
              <a:buSzPts val="2000"/>
              <a:buFont typeface="Trebuchet MS"/>
              <a:buNone/>
              <a:defRPr sz="2000">
                <a:solidFill>
                  <a:schemeClr val="accent4"/>
                </a:solidFill>
              </a:defRPr>
            </a:lvl2pPr>
            <a:lvl3pPr marL="1371600" lvl="2" indent="-228600" algn="l">
              <a:lnSpc>
                <a:spcPct val="90000"/>
              </a:lnSpc>
              <a:spcBef>
                <a:spcPts val="1500"/>
              </a:spcBef>
              <a:spcAft>
                <a:spcPts val="0"/>
              </a:spcAft>
              <a:buClr>
                <a:schemeClr val="dk1"/>
              </a:buClr>
              <a:buSzPts val="1800"/>
              <a:buFont typeface="Trebuchet MS"/>
              <a:buNone/>
              <a:defRPr sz="1800">
                <a:solidFill>
                  <a:schemeClr val="accent4"/>
                </a:solidFill>
              </a:defRPr>
            </a:lvl3pPr>
            <a:lvl4pPr marL="1828800" lvl="3" indent="-419100" algn="l">
              <a:spcBef>
                <a:spcPts val="1500"/>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4" name="Google Shape;64;p102"/>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3000"/>
              <a:buFont typeface="Trebuchet MS"/>
              <a:buNone/>
              <a:defRPr sz="30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5" name="Google Shape;65;p102"/>
          <p:cNvSpPr/>
          <p:nvPr/>
        </p:nvSpPr>
        <p:spPr>
          <a:xfrm>
            <a:off x="280472" y="9613267"/>
            <a:ext cx="4604777" cy="41357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1200"/>
              <a:buFont typeface="Trebuchet MS"/>
              <a:buNone/>
            </a:pPr>
            <a:r>
              <a:rPr lang="en-US" sz="1200" b="1" i="0">
                <a:solidFill>
                  <a:schemeClr val="dk2"/>
                </a:solidFill>
                <a:latin typeface="Trebuchet MS"/>
                <a:ea typeface="Trebuchet MS"/>
                <a:cs typeface="Trebuchet MS"/>
                <a:sym typeface="Trebuchet MS"/>
              </a:rPr>
              <a:t>NVIDIA CONFIDENTIAL. DO NOT DISTRIBUTE.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66"/>
        <p:cNvGrpSpPr/>
        <p:nvPr/>
      </p:nvGrpSpPr>
      <p:grpSpPr>
        <a:xfrm>
          <a:off x="0" y="0"/>
          <a:ext cx="0" cy="0"/>
          <a:chOff x="0" y="0"/>
          <a:chExt cx="0" cy="0"/>
        </a:xfrm>
      </p:grpSpPr>
      <p:sp>
        <p:nvSpPr>
          <p:cNvPr id="67" name="Google Shape;67;p103"/>
          <p:cNvSpPr txBox="1">
            <a:spLocks noGrp="1"/>
          </p:cNvSpPr>
          <p:nvPr>
            <p:ph type="title"/>
          </p:nvPr>
        </p:nvSpPr>
        <p:spPr>
          <a:xfrm>
            <a:off x="865387" y="2997651"/>
            <a:ext cx="7007337" cy="10310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3"/>
          <p:cNvSpPr txBox="1">
            <a:spLocks noGrp="1"/>
          </p:cNvSpPr>
          <p:nvPr>
            <p:ph type="body" idx="1"/>
          </p:nvPr>
        </p:nvSpPr>
        <p:spPr>
          <a:xfrm>
            <a:off x="865386" y="5119299"/>
            <a:ext cx="6988068" cy="419514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833"/>
              </a:spcBef>
              <a:spcAft>
                <a:spcPts val="0"/>
              </a:spcAft>
              <a:buClr>
                <a:schemeClr val="dk1"/>
              </a:buClr>
              <a:buSzPts val="2000"/>
              <a:buFont typeface="Trebuchet MS"/>
              <a:buNone/>
              <a:defRPr sz="2000">
                <a:solidFill>
                  <a:schemeClr val="accent4"/>
                </a:solidFill>
              </a:defRPr>
            </a:lvl1pPr>
            <a:lvl2pPr marL="914400" lvl="1" indent="-228600" algn="l">
              <a:lnSpc>
                <a:spcPct val="90000"/>
              </a:lnSpc>
              <a:spcBef>
                <a:spcPts val="833"/>
              </a:spcBef>
              <a:spcAft>
                <a:spcPts val="0"/>
              </a:spcAft>
              <a:buClr>
                <a:schemeClr val="dk1"/>
              </a:buClr>
              <a:buSzPts val="1800"/>
              <a:buFont typeface="Trebuchet MS"/>
              <a:buNone/>
              <a:defRPr sz="1800">
                <a:solidFill>
                  <a:schemeClr val="accent4"/>
                </a:solidFill>
              </a:defRPr>
            </a:lvl2pPr>
            <a:lvl3pPr marL="1371600" lvl="2" indent="-228600" algn="l">
              <a:lnSpc>
                <a:spcPct val="90000"/>
              </a:lnSpc>
              <a:spcBef>
                <a:spcPts val="833"/>
              </a:spcBef>
              <a:spcAft>
                <a:spcPts val="0"/>
              </a:spcAft>
              <a:buClr>
                <a:schemeClr val="dk1"/>
              </a:buClr>
              <a:buSzPts val="1600"/>
              <a:buFont typeface="Trebuchet MS"/>
              <a:buNone/>
              <a:defRPr sz="1600">
                <a:solidFill>
                  <a:schemeClr val="accent4"/>
                </a:solidFill>
              </a:defRPr>
            </a:lvl3pPr>
            <a:lvl4pPr marL="1828800" lvl="3" indent="-419100" algn="l">
              <a:spcBef>
                <a:spcPts val="833"/>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9" name="Google Shape;69;p103"/>
          <p:cNvSpPr txBox="1">
            <a:spLocks noGrp="1"/>
          </p:cNvSpPr>
          <p:nvPr>
            <p:ph type="body" idx="2"/>
          </p:nvPr>
        </p:nvSpPr>
        <p:spPr>
          <a:xfrm>
            <a:off x="865387" y="3913996"/>
            <a:ext cx="7007337" cy="87577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SzPts val="3000"/>
              <a:buFont typeface="Trebuchet MS"/>
              <a:buNone/>
              <a:defRPr sz="30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70" name="Google Shape;70;p103"/>
          <p:cNvSpPr/>
          <p:nvPr/>
        </p:nvSpPr>
        <p:spPr>
          <a:xfrm>
            <a:off x="16060020" y="9499859"/>
            <a:ext cx="2227980" cy="78714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1" name="Google Shape;71;p103"/>
          <p:cNvSpPr txBox="1"/>
          <p:nvPr/>
        </p:nvSpPr>
        <p:spPr>
          <a:xfrm>
            <a:off x="16248609" y="9792797"/>
            <a:ext cx="535045" cy="184666"/>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1200" cap="none">
                <a:solidFill>
                  <a:schemeClr val="accent5"/>
                </a:solidFill>
                <a:latin typeface="Trebuchet MS"/>
                <a:ea typeface="Trebuchet MS"/>
                <a:cs typeface="Trebuchet MS"/>
                <a:sym typeface="Trebuchet MS"/>
              </a:rPr>
              <a:t>‹#›</a:t>
            </a:fld>
            <a:r>
              <a:rPr lang="en-US" sz="1200" cap="none">
                <a:solidFill>
                  <a:schemeClr val="accent5"/>
                </a:solidFill>
                <a:latin typeface="Trebuchet MS"/>
                <a:ea typeface="Trebuchet MS"/>
                <a:cs typeface="Trebuchet MS"/>
                <a:sym typeface="Trebuchet MS"/>
              </a:rPr>
              <a:t> </a:t>
            </a:r>
            <a:endParaRPr sz="1200" cap="none">
              <a:solidFill>
                <a:schemeClr val="accent5"/>
              </a:solidFill>
              <a:latin typeface="Trebuchet MS"/>
              <a:ea typeface="Trebuchet MS"/>
              <a:cs typeface="Trebuchet MS"/>
              <a:sym typeface="Trebuchet MS"/>
            </a:endParaRPr>
          </a:p>
        </p:txBody>
      </p:sp>
      <p:pic>
        <p:nvPicPr>
          <p:cNvPr id="72" name="Google Shape;72;p103"/>
          <p:cNvPicPr preferRelativeResize="0"/>
          <p:nvPr/>
        </p:nvPicPr>
        <p:blipFill rotWithShape="1">
          <a:blip r:embed="rId2">
            <a:alphaModFix/>
          </a:blip>
          <a:srcRect/>
          <a:stretch/>
        </p:blipFill>
        <p:spPr>
          <a:xfrm>
            <a:off x="16820891" y="9722868"/>
            <a:ext cx="1084725" cy="3854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DE_Content with Photograph">
  <p:cSld name="CODE_Content with Photograph">
    <p:spTree>
      <p:nvGrpSpPr>
        <p:cNvPr id="1" name="Shape 73"/>
        <p:cNvGrpSpPr/>
        <p:nvPr/>
      </p:nvGrpSpPr>
      <p:grpSpPr>
        <a:xfrm>
          <a:off x="0" y="0"/>
          <a:ext cx="0" cy="0"/>
          <a:chOff x="0" y="0"/>
          <a:chExt cx="0" cy="0"/>
        </a:xfrm>
      </p:grpSpPr>
      <p:sp>
        <p:nvSpPr>
          <p:cNvPr id="74" name="Google Shape;74;p104"/>
          <p:cNvSpPr txBox="1">
            <a:spLocks noGrp="1"/>
          </p:cNvSpPr>
          <p:nvPr>
            <p:ph type="title"/>
          </p:nvPr>
        </p:nvSpPr>
        <p:spPr>
          <a:xfrm>
            <a:off x="865387" y="2997651"/>
            <a:ext cx="7007337" cy="10310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800" cap="none">
                <a:solidFill>
                  <a:schemeClr val="dk2"/>
                </a:solidFill>
                <a:latin typeface="Courier New"/>
                <a:ea typeface="Courier New"/>
                <a:cs typeface="Courier New"/>
                <a:sym typeface="Courier New"/>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4"/>
          <p:cNvSpPr txBox="1">
            <a:spLocks noGrp="1"/>
          </p:cNvSpPr>
          <p:nvPr>
            <p:ph type="body" idx="1"/>
          </p:nvPr>
        </p:nvSpPr>
        <p:spPr>
          <a:xfrm>
            <a:off x="865386" y="5119299"/>
            <a:ext cx="6988068" cy="419514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833"/>
              </a:spcBef>
              <a:spcAft>
                <a:spcPts val="0"/>
              </a:spcAft>
              <a:buClr>
                <a:schemeClr val="dk1"/>
              </a:buClr>
              <a:buSzPts val="2000"/>
              <a:buFont typeface="Trebuchet MS"/>
              <a:buNone/>
              <a:defRPr sz="2000">
                <a:solidFill>
                  <a:schemeClr val="accent4"/>
                </a:solidFill>
              </a:defRPr>
            </a:lvl1pPr>
            <a:lvl2pPr marL="914400" lvl="1" indent="-228600" algn="l">
              <a:lnSpc>
                <a:spcPct val="90000"/>
              </a:lnSpc>
              <a:spcBef>
                <a:spcPts val="833"/>
              </a:spcBef>
              <a:spcAft>
                <a:spcPts val="0"/>
              </a:spcAft>
              <a:buClr>
                <a:schemeClr val="dk1"/>
              </a:buClr>
              <a:buSzPts val="1800"/>
              <a:buFont typeface="Trebuchet MS"/>
              <a:buNone/>
              <a:defRPr sz="1800">
                <a:solidFill>
                  <a:schemeClr val="accent4"/>
                </a:solidFill>
              </a:defRPr>
            </a:lvl2pPr>
            <a:lvl3pPr marL="1371600" lvl="2" indent="-228600" algn="l">
              <a:lnSpc>
                <a:spcPct val="90000"/>
              </a:lnSpc>
              <a:spcBef>
                <a:spcPts val="833"/>
              </a:spcBef>
              <a:spcAft>
                <a:spcPts val="0"/>
              </a:spcAft>
              <a:buClr>
                <a:schemeClr val="dk1"/>
              </a:buClr>
              <a:buSzPts val="1600"/>
              <a:buFont typeface="Trebuchet MS"/>
              <a:buNone/>
              <a:defRPr sz="1600">
                <a:solidFill>
                  <a:schemeClr val="accent4"/>
                </a:solidFill>
              </a:defRPr>
            </a:lvl3pPr>
            <a:lvl4pPr marL="1828800" lvl="3" indent="-419100" algn="l">
              <a:spcBef>
                <a:spcPts val="833"/>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76" name="Google Shape;76;p104"/>
          <p:cNvSpPr txBox="1">
            <a:spLocks noGrp="1"/>
          </p:cNvSpPr>
          <p:nvPr>
            <p:ph type="body" idx="2"/>
          </p:nvPr>
        </p:nvSpPr>
        <p:spPr>
          <a:xfrm>
            <a:off x="865387" y="3913996"/>
            <a:ext cx="7007337" cy="87577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SzPts val="3000"/>
              <a:buFont typeface="Courier New"/>
              <a:buNone/>
              <a:defRPr sz="3000" b="0">
                <a:solidFill>
                  <a:schemeClr val="lt2"/>
                </a:solidFill>
                <a:latin typeface="Courier New"/>
                <a:ea typeface="Courier New"/>
                <a:cs typeface="Courier New"/>
                <a:sym typeface="Courier New"/>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77" name="Google Shape;77;p104"/>
          <p:cNvSpPr/>
          <p:nvPr/>
        </p:nvSpPr>
        <p:spPr>
          <a:xfrm>
            <a:off x="16060020" y="9499859"/>
            <a:ext cx="2227980" cy="78714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 name="Google Shape;78;p104"/>
          <p:cNvSpPr txBox="1"/>
          <p:nvPr/>
        </p:nvSpPr>
        <p:spPr>
          <a:xfrm>
            <a:off x="16248609" y="9792797"/>
            <a:ext cx="535045" cy="184666"/>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1200" cap="none">
                <a:solidFill>
                  <a:schemeClr val="accent5"/>
                </a:solidFill>
                <a:latin typeface="Trebuchet MS"/>
                <a:ea typeface="Trebuchet MS"/>
                <a:cs typeface="Trebuchet MS"/>
                <a:sym typeface="Trebuchet MS"/>
              </a:rPr>
              <a:t>‹#›</a:t>
            </a:fld>
            <a:r>
              <a:rPr lang="en-US" sz="1200" cap="none">
                <a:solidFill>
                  <a:schemeClr val="accent5"/>
                </a:solidFill>
                <a:latin typeface="Trebuchet MS"/>
                <a:ea typeface="Trebuchet MS"/>
                <a:cs typeface="Trebuchet MS"/>
                <a:sym typeface="Trebuchet MS"/>
              </a:rPr>
              <a:t> </a:t>
            </a:r>
            <a:endParaRPr sz="1200" cap="none">
              <a:solidFill>
                <a:schemeClr val="accent5"/>
              </a:solidFill>
              <a:latin typeface="Trebuchet MS"/>
              <a:ea typeface="Trebuchet MS"/>
              <a:cs typeface="Trebuchet MS"/>
              <a:sym typeface="Trebuchet MS"/>
            </a:endParaRPr>
          </a:p>
        </p:txBody>
      </p:sp>
      <p:pic>
        <p:nvPicPr>
          <p:cNvPr id="79" name="Google Shape;79;p104"/>
          <p:cNvPicPr preferRelativeResize="0"/>
          <p:nvPr/>
        </p:nvPicPr>
        <p:blipFill rotWithShape="1">
          <a:blip r:embed="rId2">
            <a:alphaModFix/>
          </a:blip>
          <a:srcRect/>
          <a:stretch/>
        </p:blipFill>
        <p:spPr>
          <a:xfrm>
            <a:off x="16820891" y="9722868"/>
            <a:ext cx="1084725" cy="3854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lternate Layout">
  <p:cSld name="Alternate Layout">
    <p:spTree>
      <p:nvGrpSpPr>
        <p:cNvPr id="1" name="Shape 80"/>
        <p:cNvGrpSpPr/>
        <p:nvPr/>
      </p:nvGrpSpPr>
      <p:grpSpPr>
        <a:xfrm>
          <a:off x="0" y="0"/>
          <a:ext cx="0" cy="0"/>
          <a:chOff x="0" y="0"/>
          <a:chExt cx="0" cy="0"/>
        </a:xfrm>
      </p:grpSpPr>
      <p:sp>
        <p:nvSpPr>
          <p:cNvPr id="81" name="Google Shape;81;p105"/>
          <p:cNvSpPr txBox="1">
            <a:spLocks noGrp="1"/>
          </p:cNvSpPr>
          <p:nvPr>
            <p:ph type="title"/>
          </p:nvPr>
        </p:nvSpPr>
        <p:spPr>
          <a:xfrm>
            <a:off x="8305800" y="2997651"/>
            <a:ext cx="9067800" cy="10310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5"/>
          <p:cNvSpPr txBox="1">
            <a:spLocks noGrp="1"/>
          </p:cNvSpPr>
          <p:nvPr>
            <p:ph type="body" idx="1"/>
          </p:nvPr>
        </p:nvSpPr>
        <p:spPr>
          <a:xfrm>
            <a:off x="8305800" y="4861561"/>
            <a:ext cx="9052560" cy="419514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833"/>
              </a:spcBef>
              <a:spcAft>
                <a:spcPts val="0"/>
              </a:spcAft>
              <a:buClr>
                <a:schemeClr val="dk1"/>
              </a:buClr>
              <a:buSzPts val="2000"/>
              <a:buFont typeface="Trebuchet MS"/>
              <a:buNone/>
              <a:defRPr sz="2000">
                <a:solidFill>
                  <a:schemeClr val="accent4"/>
                </a:solidFill>
              </a:defRPr>
            </a:lvl1pPr>
            <a:lvl2pPr marL="914400" lvl="1" indent="-228600" algn="l">
              <a:lnSpc>
                <a:spcPct val="90000"/>
              </a:lnSpc>
              <a:spcBef>
                <a:spcPts val="833"/>
              </a:spcBef>
              <a:spcAft>
                <a:spcPts val="0"/>
              </a:spcAft>
              <a:buClr>
                <a:schemeClr val="dk1"/>
              </a:buClr>
              <a:buSzPts val="1800"/>
              <a:buFont typeface="Trebuchet MS"/>
              <a:buNone/>
              <a:defRPr sz="1800">
                <a:solidFill>
                  <a:schemeClr val="accent4"/>
                </a:solidFill>
              </a:defRPr>
            </a:lvl2pPr>
            <a:lvl3pPr marL="1371600" lvl="2" indent="-228600" algn="l">
              <a:lnSpc>
                <a:spcPct val="90000"/>
              </a:lnSpc>
              <a:spcBef>
                <a:spcPts val="833"/>
              </a:spcBef>
              <a:spcAft>
                <a:spcPts val="0"/>
              </a:spcAft>
              <a:buClr>
                <a:schemeClr val="dk1"/>
              </a:buClr>
              <a:buSzPts val="1600"/>
              <a:buFont typeface="Trebuchet MS"/>
              <a:buNone/>
              <a:defRPr sz="1600">
                <a:solidFill>
                  <a:schemeClr val="accent4"/>
                </a:solidFill>
              </a:defRPr>
            </a:lvl3pPr>
            <a:lvl4pPr marL="1828800" lvl="3" indent="-419100" algn="l">
              <a:spcBef>
                <a:spcPts val="833"/>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3" name="Google Shape;83;p105"/>
          <p:cNvSpPr txBox="1">
            <a:spLocks noGrp="1"/>
          </p:cNvSpPr>
          <p:nvPr>
            <p:ph type="body" idx="2"/>
          </p:nvPr>
        </p:nvSpPr>
        <p:spPr>
          <a:xfrm>
            <a:off x="8305800" y="3947161"/>
            <a:ext cx="9067800" cy="87577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SzPts val="3000"/>
              <a:buFont typeface="Trebuchet MS"/>
              <a:buNone/>
              <a:defRPr sz="30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4" name="Google Shape;84;p105"/>
          <p:cNvSpPr/>
          <p:nvPr/>
        </p:nvSpPr>
        <p:spPr>
          <a:xfrm>
            <a:off x="16060020" y="9499859"/>
            <a:ext cx="2227980" cy="78714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5" name="Google Shape;85;p105"/>
          <p:cNvSpPr txBox="1"/>
          <p:nvPr/>
        </p:nvSpPr>
        <p:spPr>
          <a:xfrm>
            <a:off x="16248609" y="9792797"/>
            <a:ext cx="535045" cy="184666"/>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1200" cap="none">
                <a:solidFill>
                  <a:schemeClr val="accent5"/>
                </a:solidFill>
                <a:latin typeface="Trebuchet MS"/>
                <a:ea typeface="Trebuchet MS"/>
                <a:cs typeface="Trebuchet MS"/>
                <a:sym typeface="Trebuchet MS"/>
              </a:rPr>
              <a:t>‹#›</a:t>
            </a:fld>
            <a:r>
              <a:rPr lang="en-US" sz="1200" cap="none">
                <a:solidFill>
                  <a:schemeClr val="accent5"/>
                </a:solidFill>
                <a:latin typeface="Trebuchet MS"/>
                <a:ea typeface="Trebuchet MS"/>
                <a:cs typeface="Trebuchet MS"/>
                <a:sym typeface="Trebuchet MS"/>
              </a:rPr>
              <a:t> </a:t>
            </a:r>
            <a:endParaRPr sz="1200" cap="none">
              <a:solidFill>
                <a:schemeClr val="accent5"/>
              </a:solidFill>
              <a:latin typeface="Trebuchet MS"/>
              <a:ea typeface="Trebuchet MS"/>
              <a:cs typeface="Trebuchet MS"/>
              <a:sym typeface="Trebuchet MS"/>
            </a:endParaRPr>
          </a:p>
        </p:txBody>
      </p:sp>
      <p:pic>
        <p:nvPicPr>
          <p:cNvPr id="86" name="Google Shape;86;p105"/>
          <p:cNvPicPr preferRelativeResize="0"/>
          <p:nvPr/>
        </p:nvPicPr>
        <p:blipFill rotWithShape="1">
          <a:blip r:embed="rId2">
            <a:alphaModFix/>
          </a:blip>
          <a:srcRect/>
          <a:stretch/>
        </p:blipFill>
        <p:spPr>
          <a:xfrm>
            <a:off x="16820891" y="9722868"/>
            <a:ext cx="1084725" cy="3854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87"/>
        <p:cNvGrpSpPr/>
        <p:nvPr/>
      </p:nvGrpSpPr>
      <p:grpSpPr>
        <a:xfrm>
          <a:off x="0" y="0"/>
          <a:ext cx="0" cy="0"/>
          <a:chOff x="0" y="0"/>
          <a:chExt cx="0" cy="0"/>
        </a:xfrm>
      </p:grpSpPr>
      <p:grpSp>
        <p:nvGrpSpPr>
          <p:cNvPr id="88" name="Google Shape;88;p106"/>
          <p:cNvGrpSpPr/>
          <p:nvPr/>
        </p:nvGrpSpPr>
        <p:grpSpPr>
          <a:xfrm>
            <a:off x="-2212179" y="-674776"/>
            <a:ext cx="22711115" cy="11638877"/>
            <a:chOff x="-1327308" y="-404866"/>
            <a:chExt cx="13626669" cy="6983326"/>
          </a:xfrm>
        </p:grpSpPr>
        <p:sp>
          <p:nvSpPr>
            <p:cNvPr id="89" name="Google Shape;89;p106"/>
            <p:cNvSpPr/>
            <p:nvPr/>
          </p:nvSpPr>
          <p:spPr>
            <a:xfrm>
              <a:off x="0" y="0"/>
              <a:ext cx="10972800" cy="6172200"/>
            </a:xfrm>
            <a:prstGeom prst="rect">
              <a:avLst/>
            </a:prstGeom>
            <a:solidFill>
              <a:srgbClr val="9A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0" name="Google Shape;90;p106"/>
            <p:cNvSpPr/>
            <p:nvPr/>
          </p:nvSpPr>
          <p:spPr>
            <a:xfrm>
              <a:off x="26269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1" name="Google Shape;91;p106"/>
            <p:cNvSpPr/>
            <p:nvPr/>
          </p:nvSpPr>
          <p:spPr>
            <a:xfrm>
              <a:off x="61660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2" name="Google Shape;92;p106"/>
            <p:cNvSpPr/>
            <p:nvPr/>
          </p:nvSpPr>
          <p:spPr>
            <a:xfrm>
              <a:off x="97050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3" name="Google Shape;93;p106"/>
            <p:cNvSpPr/>
            <p:nvPr/>
          </p:nvSpPr>
          <p:spPr>
            <a:xfrm>
              <a:off x="132441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4" name="Google Shape;94;p106"/>
            <p:cNvSpPr/>
            <p:nvPr/>
          </p:nvSpPr>
          <p:spPr>
            <a:xfrm>
              <a:off x="167831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5" name="Google Shape;95;p106"/>
            <p:cNvSpPr/>
            <p:nvPr/>
          </p:nvSpPr>
          <p:spPr>
            <a:xfrm>
              <a:off x="203222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6" name="Google Shape;96;p106"/>
            <p:cNvSpPr/>
            <p:nvPr/>
          </p:nvSpPr>
          <p:spPr>
            <a:xfrm>
              <a:off x="238613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7" name="Google Shape;97;p106"/>
            <p:cNvSpPr/>
            <p:nvPr/>
          </p:nvSpPr>
          <p:spPr>
            <a:xfrm>
              <a:off x="274003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8" name="Google Shape;98;p106"/>
            <p:cNvSpPr/>
            <p:nvPr/>
          </p:nvSpPr>
          <p:spPr>
            <a:xfrm>
              <a:off x="309394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9" name="Google Shape;99;p106"/>
            <p:cNvSpPr/>
            <p:nvPr/>
          </p:nvSpPr>
          <p:spPr>
            <a:xfrm>
              <a:off x="344784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0" name="Google Shape;100;p106"/>
            <p:cNvSpPr/>
            <p:nvPr/>
          </p:nvSpPr>
          <p:spPr>
            <a:xfrm>
              <a:off x="380175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1" name="Google Shape;101;p106"/>
            <p:cNvSpPr/>
            <p:nvPr/>
          </p:nvSpPr>
          <p:spPr>
            <a:xfrm>
              <a:off x="415566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2" name="Google Shape;102;p106"/>
            <p:cNvSpPr/>
            <p:nvPr/>
          </p:nvSpPr>
          <p:spPr>
            <a:xfrm>
              <a:off x="450956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3" name="Google Shape;103;p106"/>
            <p:cNvSpPr/>
            <p:nvPr/>
          </p:nvSpPr>
          <p:spPr>
            <a:xfrm>
              <a:off x="486347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4" name="Google Shape;104;p106"/>
            <p:cNvSpPr/>
            <p:nvPr/>
          </p:nvSpPr>
          <p:spPr>
            <a:xfrm>
              <a:off x="521737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5" name="Google Shape;105;p106"/>
            <p:cNvSpPr/>
            <p:nvPr/>
          </p:nvSpPr>
          <p:spPr>
            <a:xfrm>
              <a:off x="557128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6" name="Google Shape;106;p106"/>
            <p:cNvSpPr/>
            <p:nvPr/>
          </p:nvSpPr>
          <p:spPr>
            <a:xfrm>
              <a:off x="592519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7" name="Google Shape;107;p106"/>
            <p:cNvSpPr/>
            <p:nvPr/>
          </p:nvSpPr>
          <p:spPr>
            <a:xfrm>
              <a:off x="627909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8" name="Google Shape;108;p106"/>
            <p:cNvSpPr/>
            <p:nvPr/>
          </p:nvSpPr>
          <p:spPr>
            <a:xfrm>
              <a:off x="663300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9" name="Google Shape;109;p106"/>
            <p:cNvSpPr/>
            <p:nvPr/>
          </p:nvSpPr>
          <p:spPr>
            <a:xfrm>
              <a:off x="698690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0" name="Google Shape;110;p106"/>
            <p:cNvSpPr/>
            <p:nvPr/>
          </p:nvSpPr>
          <p:spPr>
            <a:xfrm>
              <a:off x="734081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106"/>
            <p:cNvSpPr/>
            <p:nvPr/>
          </p:nvSpPr>
          <p:spPr>
            <a:xfrm>
              <a:off x="769472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2" name="Google Shape;112;p106"/>
            <p:cNvSpPr/>
            <p:nvPr/>
          </p:nvSpPr>
          <p:spPr>
            <a:xfrm>
              <a:off x="804862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3" name="Google Shape;113;p106"/>
            <p:cNvSpPr/>
            <p:nvPr/>
          </p:nvSpPr>
          <p:spPr>
            <a:xfrm>
              <a:off x="840253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4" name="Google Shape;114;p106"/>
            <p:cNvSpPr/>
            <p:nvPr/>
          </p:nvSpPr>
          <p:spPr>
            <a:xfrm>
              <a:off x="875643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5" name="Google Shape;115;p106"/>
            <p:cNvSpPr/>
            <p:nvPr/>
          </p:nvSpPr>
          <p:spPr>
            <a:xfrm>
              <a:off x="911034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6" name="Google Shape;116;p106"/>
            <p:cNvSpPr/>
            <p:nvPr/>
          </p:nvSpPr>
          <p:spPr>
            <a:xfrm>
              <a:off x="946425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7" name="Google Shape;117;p106"/>
            <p:cNvSpPr/>
            <p:nvPr/>
          </p:nvSpPr>
          <p:spPr>
            <a:xfrm>
              <a:off x="981815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106"/>
            <p:cNvSpPr/>
            <p:nvPr/>
          </p:nvSpPr>
          <p:spPr>
            <a:xfrm>
              <a:off x="1017206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9" name="Google Shape;119;p106"/>
            <p:cNvSpPr/>
            <p:nvPr/>
          </p:nvSpPr>
          <p:spPr>
            <a:xfrm>
              <a:off x="1052596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0" name="Google Shape;120;p106"/>
            <p:cNvSpPr/>
            <p:nvPr/>
          </p:nvSpPr>
          <p:spPr>
            <a:xfrm>
              <a:off x="10879862"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1" name="Google Shape;121;p106"/>
            <p:cNvSpPr/>
            <p:nvPr/>
          </p:nvSpPr>
          <p:spPr>
            <a:xfrm>
              <a:off x="-9121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2" name="Google Shape;122;p106"/>
            <p:cNvSpPr/>
            <p:nvPr/>
          </p:nvSpPr>
          <p:spPr>
            <a:xfrm>
              <a:off x="26269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106"/>
            <p:cNvSpPr/>
            <p:nvPr/>
          </p:nvSpPr>
          <p:spPr>
            <a:xfrm>
              <a:off x="61660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4" name="Google Shape;124;p106"/>
            <p:cNvSpPr/>
            <p:nvPr/>
          </p:nvSpPr>
          <p:spPr>
            <a:xfrm>
              <a:off x="97050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5" name="Google Shape;125;p106"/>
            <p:cNvSpPr/>
            <p:nvPr/>
          </p:nvSpPr>
          <p:spPr>
            <a:xfrm>
              <a:off x="132441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106"/>
            <p:cNvSpPr/>
            <p:nvPr/>
          </p:nvSpPr>
          <p:spPr>
            <a:xfrm>
              <a:off x="167831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106"/>
            <p:cNvSpPr/>
            <p:nvPr/>
          </p:nvSpPr>
          <p:spPr>
            <a:xfrm>
              <a:off x="203222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8" name="Google Shape;128;p106"/>
            <p:cNvSpPr/>
            <p:nvPr/>
          </p:nvSpPr>
          <p:spPr>
            <a:xfrm>
              <a:off x="238613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9" name="Google Shape;129;p106"/>
            <p:cNvSpPr/>
            <p:nvPr/>
          </p:nvSpPr>
          <p:spPr>
            <a:xfrm>
              <a:off x="274003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0" name="Google Shape;130;p106"/>
            <p:cNvSpPr/>
            <p:nvPr/>
          </p:nvSpPr>
          <p:spPr>
            <a:xfrm>
              <a:off x="309394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1" name="Google Shape;131;p106"/>
            <p:cNvSpPr/>
            <p:nvPr/>
          </p:nvSpPr>
          <p:spPr>
            <a:xfrm>
              <a:off x="344784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106"/>
            <p:cNvSpPr/>
            <p:nvPr/>
          </p:nvSpPr>
          <p:spPr>
            <a:xfrm>
              <a:off x="380175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3" name="Google Shape;133;p106"/>
            <p:cNvSpPr/>
            <p:nvPr/>
          </p:nvSpPr>
          <p:spPr>
            <a:xfrm>
              <a:off x="415566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4" name="Google Shape;134;p106"/>
            <p:cNvSpPr/>
            <p:nvPr/>
          </p:nvSpPr>
          <p:spPr>
            <a:xfrm>
              <a:off x="450956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106"/>
            <p:cNvSpPr/>
            <p:nvPr/>
          </p:nvSpPr>
          <p:spPr>
            <a:xfrm>
              <a:off x="486347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6" name="Google Shape;136;p106"/>
            <p:cNvSpPr/>
            <p:nvPr/>
          </p:nvSpPr>
          <p:spPr>
            <a:xfrm>
              <a:off x="521737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7" name="Google Shape;137;p106"/>
            <p:cNvSpPr/>
            <p:nvPr/>
          </p:nvSpPr>
          <p:spPr>
            <a:xfrm>
              <a:off x="557128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106"/>
            <p:cNvSpPr/>
            <p:nvPr/>
          </p:nvSpPr>
          <p:spPr>
            <a:xfrm>
              <a:off x="592519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106"/>
            <p:cNvSpPr/>
            <p:nvPr/>
          </p:nvSpPr>
          <p:spPr>
            <a:xfrm>
              <a:off x="627909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106"/>
            <p:cNvSpPr/>
            <p:nvPr/>
          </p:nvSpPr>
          <p:spPr>
            <a:xfrm>
              <a:off x="663300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1" name="Google Shape;141;p106"/>
            <p:cNvSpPr/>
            <p:nvPr/>
          </p:nvSpPr>
          <p:spPr>
            <a:xfrm>
              <a:off x="698690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106"/>
            <p:cNvSpPr/>
            <p:nvPr/>
          </p:nvSpPr>
          <p:spPr>
            <a:xfrm>
              <a:off x="734081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106"/>
            <p:cNvSpPr/>
            <p:nvPr/>
          </p:nvSpPr>
          <p:spPr>
            <a:xfrm>
              <a:off x="769472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106"/>
            <p:cNvSpPr/>
            <p:nvPr/>
          </p:nvSpPr>
          <p:spPr>
            <a:xfrm>
              <a:off x="804862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106"/>
            <p:cNvSpPr/>
            <p:nvPr/>
          </p:nvSpPr>
          <p:spPr>
            <a:xfrm>
              <a:off x="840253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106"/>
            <p:cNvSpPr/>
            <p:nvPr/>
          </p:nvSpPr>
          <p:spPr>
            <a:xfrm>
              <a:off x="875643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106"/>
            <p:cNvSpPr/>
            <p:nvPr/>
          </p:nvSpPr>
          <p:spPr>
            <a:xfrm>
              <a:off x="911034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8" name="Google Shape;148;p106"/>
            <p:cNvSpPr/>
            <p:nvPr/>
          </p:nvSpPr>
          <p:spPr>
            <a:xfrm>
              <a:off x="946425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9" name="Google Shape;149;p106"/>
            <p:cNvSpPr/>
            <p:nvPr/>
          </p:nvSpPr>
          <p:spPr>
            <a:xfrm>
              <a:off x="981815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0" name="Google Shape;150;p106"/>
            <p:cNvSpPr/>
            <p:nvPr/>
          </p:nvSpPr>
          <p:spPr>
            <a:xfrm>
              <a:off x="1017206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106"/>
            <p:cNvSpPr/>
            <p:nvPr/>
          </p:nvSpPr>
          <p:spPr>
            <a:xfrm>
              <a:off x="1052596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2" name="Google Shape;152;p106"/>
            <p:cNvSpPr/>
            <p:nvPr/>
          </p:nvSpPr>
          <p:spPr>
            <a:xfrm>
              <a:off x="10879862"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3" name="Google Shape;153;p106"/>
            <p:cNvSpPr/>
            <p:nvPr/>
          </p:nvSpPr>
          <p:spPr>
            <a:xfrm>
              <a:off x="-9121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4" name="Google Shape;154;p106"/>
            <p:cNvSpPr/>
            <p:nvPr/>
          </p:nvSpPr>
          <p:spPr>
            <a:xfrm>
              <a:off x="26269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5" name="Google Shape;155;p106"/>
            <p:cNvSpPr/>
            <p:nvPr/>
          </p:nvSpPr>
          <p:spPr>
            <a:xfrm>
              <a:off x="61660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6" name="Google Shape;156;p106"/>
            <p:cNvSpPr/>
            <p:nvPr/>
          </p:nvSpPr>
          <p:spPr>
            <a:xfrm>
              <a:off x="97050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7" name="Google Shape;157;p106"/>
            <p:cNvSpPr/>
            <p:nvPr/>
          </p:nvSpPr>
          <p:spPr>
            <a:xfrm>
              <a:off x="132441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106"/>
            <p:cNvSpPr/>
            <p:nvPr/>
          </p:nvSpPr>
          <p:spPr>
            <a:xfrm>
              <a:off x="167831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9" name="Google Shape;159;p106"/>
            <p:cNvSpPr/>
            <p:nvPr/>
          </p:nvSpPr>
          <p:spPr>
            <a:xfrm>
              <a:off x="203222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106"/>
            <p:cNvSpPr/>
            <p:nvPr/>
          </p:nvSpPr>
          <p:spPr>
            <a:xfrm>
              <a:off x="238613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1" name="Google Shape;161;p106"/>
            <p:cNvSpPr/>
            <p:nvPr/>
          </p:nvSpPr>
          <p:spPr>
            <a:xfrm>
              <a:off x="274003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2" name="Google Shape;162;p106"/>
            <p:cNvSpPr/>
            <p:nvPr/>
          </p:nvSpPr>
          <p:spPr>
            <a:xfrm>
              <a:off x="309394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106"/>
            <p:cNvSpPr/>
            <p:nvPr/>
          </p:nvSpPr>
          <p:spPr>
            <a:xfrm>
              <a:off x="344784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106"/>
            <p:cNvSpPr/>
            <p:nvPr/>
          </p:nvSpPr>
          <p:spPr>
            <a:xfrm>
              <a:off x="380175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106"/>
            <p:cNvSpPr/>
            <p:nvPr/>
          </p:nvSpPr>
          <p:spPr>
            <a:xfrm>
              <a:off x="415566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6" name="Google Shape;166;p106"/>
            <p:cNvSpPr/>
            <p:nvPr/>
          </p:nvSpPr>
          <p:spPr>
            <a:xfrm>
              <a:off x="450956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106"/>
            <p:cNvSpPr/>
            <p:nvPr/>
          </p:nvSpPr>
          <p:spPr>
            <a:xfrm>
              <a:off x="486347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106"/>
            <p:cNvSpPr/>
            <p:nvPr/>
          </p:nvSpPr>
          <p:spPr>
            <a:xfrm>
              <a:off x="521737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106"/>
            <p:cNvSpPr/>
            <p:nvPr/>
          </p:nvSpPr>
          <p:spPr>
            <a:xfrm>
              <a:off x="557128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0" name="Google Shape;170;p106"/>
            <p:cNvSpPr/>
            <p:nvPr/>
          </p:nvSpPr>
          <p:spPr>
            <a:xfrm>
              <a:off x="592519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106"/>
            <p:cNvSpPr/>
            <p:nvPr/>
          </p:nvSpPr>
          <p:spPr>
            <a:xfrm>
              <a:off x="627909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2" name="Google Shape;172;p106"/>
            <p:cNvSpPr/>
            <p:nvPr/>
          </p:nvSpPr>
          <p:spPr>
            <a:xfrm>
              <a:off x="663300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3" name="Google Shape;173;p106"/>
            <p:cNvSpPr/>
            <p:nvPr/>
          </p:nvSpPr>
          <p:spPr>
            <a:xfrm>
              <a:off x="698690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106"/>
            <p:cNvSpPr/>
            <p:nvPr/>
          </p:nvSpPr>
          <p:spPr>
            <a:xfrm>
              <a:off x="734081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5" name="Google Shape;175;p106"/>
            <p:cNvSpPr/>
            <p:nvPr/>
          </p:nvSpPr>
          <p:spPr>
            <a:xfrm>
              <a:off x="769472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6" name="Google Shape;176;p106"/>
            <p:cNvSpPr/>
            <p:nvPr/>
          </p:nvSpPr>
          <p:spPr>
            <a:xfrm>
              <a:off x="804862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7" name="Google Shape;177;p106"/>
            <p:cNvSpPr/>
            <p:nvPr/>
          </p:nvSpPr>
          <p:spPr>
            <a:xfrm>
              <a:off x="840253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8" name="Google Shape;178;p106"/>
            <p:cNvSpPr/>
            <p:nvPr/>
          </p:nvSpPr>
          <p:spPr>
            <a:xfrm>
              <a:off x="875643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9" name="Google Shape;179;p106"/>
            <p:cNvSpPr/>
            <p:nvPr/>
          </p:nvSpPr>
          <p:spPr>
            <a:xfrm>
              <a:off x="911034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106"/>
            <p:cNvSpPr/>
            <p:nvPr/>
          </p:nvSpPr>
          <p:spPr>
            <a:xfrm>
              <a:off x="946425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1" name="Google Shape;181;p106"/>
            <p:cNvSpPr/>
            <p:nvPr/>
          </p:nvSpPr>
          <p:spPr>
            <a:xfrm>
              <a:off x="981815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106"/>
            <p:cNvSpPr/>
            <p:nvPr/>
          </p:nvSpPr>
          <p:spPr>
            <a:xfrm>
              <a:off x="1017206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3" name="Google Shape;183;p106"/>
            <p:cNvSpPr/>
            <p:nvPr/>
          </p:nvSpPr>
          <p:spPr>
            <a:xfrm>
              <a:off x="1052596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106"/>
            <p:cNvSpPr/>
            <p:nvPr/>
          </p:nvSpPr>
          <p:spPr>
            <a:xfrm>
              <a:off x="10879862"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106"/>
            <p:cNvSpPr/>
            <p:nvPr/>
          </p:nvSpPr>
          <p:spPr>
            <a:xfrm>
              <a:off x="-9121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106"/>
            <p:cNvSpPr/>
            <p:nvPr/>
          </p:nvSpPr>
          <p:spPr>
            <a:xfrm>
              <a:off x="26269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106"/>
            <p:cNvSpPr/>
            <p:nvPr/>
          </p:nvSpPr>
          <p:spPr>
            <a:xfrm>
              <a:off x="61660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8" name="Google Shape;188;p106"/>
            <p:cNvSpPr/>
            <p:nvPr/>
          </p:nvSpPr>
          <p:spPr>
            <a:xfrm>
              <a:off x="97050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106"/>
            <p:cNvSpPr/>
            <p:nvPr/>
          </p:nvSpPr>
          <p:spPr>
            <a:xfrm>
              <a:off x="132441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106"/>
            <p:cNvSpPr/>
            <p:nvPr/>
          </p:nvSpPr>
          <p:spPr>
            <a:xfrm>
              <a:off x="167831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106"/>
            <p:cNvSpPr/>
            <p:nvPr/>
          </p:nvSpPr>
          <p:spPr>
            <a:xfrm>
              <a:off x="203222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2" name="Google Shape;192;p106"/>
            <p:cNvSpPr/>
            <p:nvPr/>
          </p:nvSpPr>
          <p:spPr>
            <a:xfrm>
              <a:off x="238613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106"/>
            <p:cNvSpPr/>
            <p:nvPr/>
          </p:nvSpPr>
          <p:spPr>
            <a:xfrm>
              <a:off x="274003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4" name="Google Shape;194;p106"/>
            <p:cNvSpPr/>
            <p:nvPr/>
          </p:nvSpPr>
          <p:spPr>
            <a:xfrm>
              <a:off x="309394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5" name="Google Shape;195;p106"/>
            <p:cNvSpPr/>
            <p:nvPr/>
          </p:nvSpPr>
          <p:spPr>
            <a:xfrm>
              <a:off x="344784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6" name="Google Shape;196;p106"/>
            <p:cNvSpPr/>
            <p:nvPr/>
          </p:nvSpPr>
          <p:spPr>
            <a:xfrm>
              <a:off x="380175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7" name="Google Shape;197;p106"/>
            <p:cNvSpPr/>
            <p:nvPr/>
          </p:nvSpPr>
          <p:spPr>
            <a:xfrm>
              <a:off x="415566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8" name="Google Shape;198;p106"/>
            <p:cNvSpPr/>
            <p:nvPr/>
          </p:nvSpPr>
          <p:spPr>
            <a:xfrm>
              <a:off x="450956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9" name="Google Shape;199;p106"/>
            <p:cNvSpPr/>
            <p:nvPr/>
          </p:nvSpPr>
          <p:spPr>
            <a:xfrm>
              <a:off x="486347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0" name="Google Shape;200;p106"/>
            <p:cNvSpPr/>
            <p:nvPr/>
          </p:nvSpPr>
          <p:spPr>
            <a:xfrm>
              <a:off x="521737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106"/>
            <p:cNvSpPr/>
            <p:nvPr/>
          </p:nvSpPr>
          <p:spPr>
            <a:xfrm>
              <a:off x="557128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2" name="Google Shape;202;p106"/>
            <p:cNvSpPr/>
            <p:nvPr/>
          </p:nvSpPr>
          <p:spPr>
            <a:xfrm>
              <a:off x="592519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106"/>
            <p:cNvSpPr/>
            <p:nvPr/>
          </p:nvSpPr>
          <p:spPr>
            <a:xfrm>
              <a:off x="627909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4" name="Google Shape;204;p106"/>
            <p:cNvSpPr/>
            <p:nvPr/>
          </p:nvSpPr>
          <p:spPr>
            <a:xfrm>
              <a:off x="663300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5" name="Google Shape;205;p106"/>
            <p:cNvSpPr/>
            <p:nvPr/>
          </p:nvSpPr>
          <p:spPr>
            <a:xfrm>
              <a:off x="698690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106"/>
            <p:cNvSpPr/>
            <p:nvPr/>
          </p:nvSpPr>
          <p:spPr>
            <a:xfrm>
              <a:off x="734081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106"/>
            <p:cNvSpPr/>
            <p:nvPr/>
          </p:nvSpPr>
          <p:spPr>
            <a:xfrm>
              <a:off x="769472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106"/>
            <p:cNvSpPr/>
            <p:nvPr/>
          </p:nvSpPr>
          <p:spPr>
            <a:xfrm>
              <a:off x="804862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106"/>
            <p:cNvSpPr/>
            <p:nvPr/>
          </p:nvSpPr>
          <p:spPr>
            <a:xfrm>
              <a:off x="840253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106"/>
            <p:cNvSpPr/>
            <p:nvPr/>
          </p:nvSpPr>
          <p:spPr>
            <a:xfrm>
              <a:off x="875643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106"/>
            <p:cNvSpPr/>
            <p:nvPr/>
          </p:nvSpPr>
          <p:spPr>
            <a:xfrm>
              <a:off x="911034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2" name="Google Shape;212;p106"/>
            <p:cNvSpPr/>
            <p:nvPr/>
          </p:nvSpPr>
          <p:spPr>
            <a:xfrm>
              <a:off x="946425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106"/>
            <p:cNvSpPr/>
            <p:nvPr/>
          </p:nvSpPr>
          <p:spPr>
            <a:xfrm>
              <a:off x="981815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106"/>
            <p:cNvSpPr/>
            <p:nvPr/>
          </p:nvSpPr>
          <p:spPr>
            <a:xfrm>
              <a:off x="1017206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106"/>
            <p:cNvSpPr/>
            <p:nvPr/>
          </p:nvSpPr>
          <p:spPr>
            <a:xfrm>
              <a:off x="1052596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6" name="Google Shape;216;p106"/>
            <p:cNvSpPr/>
            <p:nvPr/>
          </p:nvSpPr>
          <p:spPr>
            <a:xfrm>
              <a:off x="10879862"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7" name="Google Shape;217;p106"/>
            <p:cNvSpPr/>
            <p:nvPr/>
          </p:nvSpPr>
          <p:spPr>
            <a:xfrm>
              <a:off x="-9121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8" name="Google Shape;218;p106"/>
            <p:cNvSpPr/>
            <p:nvPr/>
          </p:nvSpPr>
          <p:spPr>
            <a:xfrm>
              <a:off x="26269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9" name="Google Shape;219;p106"/>
            <p:cNvSpPr/>
            <p:nvPr/>
          </p:nvSpPr>
          <p:spPr>
            <a:xfrm>
              <a:off x="61660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0" name="Google Shape;220;p106"/>
            <p:cNvSpPr/>
            <p:nvPr/>
          </p:nvSpPr>
          <p:spPr>
            <a:xfrm>
              <a:off x="97050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1" name="Google Shape;221;p106"/>
            <p:cNvSpPr/>
            <p:nvPr/>
          </p:nvSpPr>
          <p:spPr>
            <a:xfrm>
              <a:off x="132441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2" name="Google Shape;222;p106"/>
            <p:cNvSpPr/>
            <p:nvPr/>
          </p:nvSpPr>
          <p:spPr>
            <a:xfrm>
              <a:off x="167831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3" name="Google Shape;223;p106"/>
            <p:cNvSpPr/>
            <p:nvPr/>
          </p:nvSpPr>
          <p:spPr>
            <a:xfrm>
              <a:off x="203222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4" name="Google Shape;224;p106"/>
            <p:cNvSpPr/>
            <p:nvPr/>
          </p:nvSpPr>
          <p:spPr>
            <a:xfrm>
              <a:off x="238613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5" name="Google Shape;225;p106"/>
            <p:cNvSpPr/>
            <p:nvPr/>
          </p:nvSpPr>
          <p:spPr>
            <a:xfrm>
              <a:off x="274003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6" name="Google Shape;226;p106"/>
            <p:cNvSpPr/>
            <p:nvPr/>
          </p:nvSpPr>
          <p:spPr>
            <a:xfrm>
              <a:off x="309394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106"/>
            <p:cNvSpPr/>
            <p:nvPr/>
          </p:nvSpPr>
          <p:spPr>
            <a:xfrm>
              <a:off x="344784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8" name="Google Shape;228;p106"/>
            <p:cNvSpPr/>
            <p:nvPr/>
          </p:nvSpPr>
          <p:spPr>
            <a:xfrm>
              <a:off x="380175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9" name="Google Shape;229;p106"/>
            <p:cNvSpPr/>
            <p:nvPr/>
          </p:nvSpPr>
          <p:spPr>
            <a:xfrm>
              <a:off x="415566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106"/>
            <p:cNvSpPr/>
            <p:nvPr/>
          </p:nvSpPr>
          <p:spPr>
            <a:xfrm>
              <a:off x="450956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106"/>
            <p:cNvSpPr/>
            <p:nvPr/>
          </p:nvSpPr>
          <p:spPr>
            <a:xfrm>
              <a:off x="486347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106"/>
            <p:cNvSpPr/>
            <p:nvPr/>
          </p:nvSpPr>
          <p:spPr>
            <a:xfrm>
              <a:off x="521737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3" name="Google Shape;233;p106"/>
            <p:cNvSpPr/>
            <p:nvPr/>
          </p:nvSpPr>
          <p:spPr>
            <a:xfrm>
              <a:off x="557128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106"/>
            <p:cNvSpPr/>
            <p:nvPr/>
          </p:nvSpPr>
          <p:spPr>
            <a:xfrm>
              <a:off x="592519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106"/>
            <p:cNvSpPr/>
            <p:nvPr/>
          </p:nvSpPr>
          <p:spPr>
            <a:xfrm>
              <a:off x="627909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106"/>
            <p:cNvSpPr/>
            <p:nvPr/>
          </p:nvSpPr>
          <p:spPr>
            <a:xfrm>
              <a:off x="663300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7" name="Google Shape;237;p106"/>
            <p:cNvSpPr/>
            <p:nvPr/>
          </p:nvSpPr>
          <p:spPr>
            <a:xfrm>
              <a:off x="698690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106"/>
            <p:cNvSpPr/>
            <p:nvPr/>
          </p:nvSpPr>
          <p:spPr>
            <a:xfrm>
              <a:off x="734081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9" name="Google Shape;239;p106"/>
            <p:cNvSpPr/>
            <p:nvPr/>
          </p:nvSpPr>
          <p:spPr>
            <a:xfrm>
              <a:off x="769472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0" name="Google Shape;240;p106"/>
            <p:cNvSpPr/>
            <p:nvPr/>
          </p:nvSpPr>
          <p:spPr>
            <a:xfrm>
              <a:off x="804862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1" name="Google Shape;241;p106"/>
            <p:cNvSpPr/>
            <p:nvPr/>
          </p:nvSpPr>
          <p:spPr>
            <a:xfrm>
              <a:off x="840253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106"/>
            <p:cNvSpPr/>
            <p:nvPr/>
          </p:nvSpPr>
          <p:spPr>
            <a:xfrm>
              <a:off x="875643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3" name="Google Shape;243;p106"/>
            <p:cNvSpPr/>
            <p:nvPr/>
          </p:nvSpPr>
          <p:spPr>
            <a:xfrm>
              <a:off x="911034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4" name="Google Shape;244;p106"/>
            <p:cNvSpPr/>
            <p:nvPr/>
          </p:nvSpPr>
          <p:spPr>
            <a:xfrm>
              <a:off x="946425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5" name="Google Shape;245;p106"/>
            <p:cNvSpPr/>
            <p:nvPr/>
          </p:nvSpPr>
          <p:spPr>
            <a:xfrm>
              <a:off x="981815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6" name="Google Shape;246;p106"/>
            <p:cNvSpPr/>
            <p:nvPr/>
          </p:nvSpPr>
          <p:spPr>
            <a:xfrm>
              <a:off x="1017206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7" name="Google Shape;247;p106"/>
            <p:cNvSpPr/>
            <p:nvPr/>
          </p:nvSpPr>
          <p:spPr>
            <a:xfrm>
              <a:off x="1052596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8" name="Google Shape;248;p106"/>
            <p:cNvSpPr/>
            <p:nvPr/>
          </p:nvSpPr>
          <p:spPr>
            <a:xfrm>
              <a:off x="10879862"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9" name="Google Shape;249;p106"/>
            <p:cNvSpPr/>
            <p:nvPr/>
          </p:nvSpPr>
          <p:spPr>
            <a:xfrm>
              <a:off x="-9121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0" name="Google Shape;250;p106"/>
            <p:cNvSpPr/>
            <p:nvPr/>
          </p:nvSpPr>
          <p:spPr>
            <a:xfrm>
              <a:off x="26269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1" name="Google Shape;251;p106"/>
            <p:cNvSpPr/>
            <p:nvPr/>
          </p:nvSpPr>
          <p:spPr>
            <a:xfrm>
              <a:off x="61660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2" name="Google Shape;252;p106"/>
            <p:cNvSpPr/>
            <p:nvPr/>
          </p:nvSpPr>
          <p:spPr>
            <a:xfrm>
              <a:off x="97050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3" name="Google Shape;253;p106"/>
            <p:cNvSpPr/>
            <p:nvPr/>
          </p:nvSpPr>
          <p:spPr>
            <a:xfrm>
              <a:off x="132441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4" name="Google Shape;254;p106"/>
            <p:cNvSpPr/>
            <p:nvPr/>
          </p:nvSpPr>
          <p:spPr>
            <a:xfrm>
              <a:off x="167831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5" name="Google Shape;255;p106"/>
            <p:cNvSpPr/>
            <p:nvPr/>
          </p:nvSpPr>
          <p:spPr>
            <a:xfrm>
              <a:off x="203222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6" name="Google Shape;256;p106"/>
            <p:cNvSpPr/>
            <p:nvPr/>
          </p:nvSpPr>
          <p:spPr>
            <a:xfrm>
              <a:off x="238613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7" name="Google Shape;257;p106"/>
            <p:cNvSpPr/>
            <p:nvPr/>
          </p:nvSpPr>
          <p:spPr>
            <a:xfrm>
              <a:off x="274003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8" name="Google Shape;258;p106"/>
            <p:cNvSpPr/>
            <p:nvPr/>
          </p:nvSpPr>
          <p:spPr>
            <a:xfrm>
              <a:off x="309394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9" name="Google Shape;259;p106"/>
            <p:cNvSpPr/>
            <p:nvPr/>
          </p:nvSpPr>
          <p:spPr>
            <a:xfrm>
              <a:off x="344784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0" name="Google Shape;260;p106"/>
            <p:cNvSpPr/>
            <p:nvPr/>
          </p:nvSpPr>
          <p:spPr>
            <a:xfrm>
              <a:off x="380175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1" name="Google Shape;261;p106"/>
            <p:cNvSpPr/>
            <p:nvPr/>
          </p:nvSpPr>
          <p:spPr>
            <a:xfrm>
              <a:off x="415566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2" name="Google Shape;262;p106"/>
            <p:cNvSpPr/>
            <p:nvPr/>
          </p:nvSpPr>
          <p:spPr>
            <a:xfrm>
              <a:off x="450956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3" name="Google Shape;263;p106"/>
            <p:cNvSpPr/>
            <p:nvPr/>
          </p:nvSpPr>
          <p:spPr>
            <a:xfrm>
              <a:off x="486347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4" name="Google Shape;264;p106"/>
            <p:cNvSpPr/>
            <p:nvPr/>
          </p:nvSpPr>
          <p:spPr>
            <a:xfrm>
              <a:off x="521737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5" name="Google Shape;265;p106"/>
            <p:cNvSpPr/>
            <p:nvPr/>
          </p:nvSpPr>
          <p:spPr>
            <a:xfrm>
              <a:off x="557128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6" name="Google Shape;266;p106"/>
            <p:cNvSpPr/>
            <p:nvPr/>
          </p:nvSpPr>
          <p:spPr>
            <a:xfrm>
              <a:off x="592519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7" name="Google Shape;267;p106"/>
            <p:cNvSpPr/>
            <p:nvPr/>
          </p:nvSpPr>
          <p:spPr>
            <a:xfrm>
              <a:off x="627909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8" name="Google Shape;268;p106"/>
            <p:cNvSpPr/>
            <p:nvPr/>
          </p:nvSpPr>
          <p:spPr>
            <a:xfrm>
              <a:off x="663300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9" name="Google Shape;269;p106"/>
            <p:cNvSpPr/>
            <p:nvPr/>
          </p:nvSpPr>
          <p:spPr>
            <a:xfrm>
              <a:off x="698690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0" name="Google Shape;270;p106"/>
            <p:cNvSpPr/>
            <p:nvPr/>
          </p:nvSpPr>
          <p:spPr>
            <a:xfrm>
              <a:off x="734081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1" name="Google Shape;271;p106"/>
            <p:cNvSpPr/>
            <p:nvPr/>
          </p:nvSpPr>
          <p:spPr>
            <a:xfrm>
              <a:off x="769472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2" name="Google Shape;272;p106"/>
            <p:cNvSpPr/>
            <p:nvPr/>
          </p:nvSpPr>
          <p:spPr>
            <a:xfrm>
              <a:off x="804862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3" name="Google Shape;273;p106"/>
            <p:cNvSpPr/>
            <p:nvPr/>
          </p:nvSpPr>
          <p:spPr>
            <a:xfrm>
              <a:off x="840253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4" name="Google Shape;274;p106"/>
            <p:cNvSpPr/>
            <p:nvPr/>
          </p:nvSpPr>
          <p:spPr>
            <a:xfrm>
              <a:off x="875643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5" name="Google Shape;275;p106"/>
            <p:cNvSpPr/>
            <p:nvPr/>
          </p:nvSpPr>
          <p:spPr>
            <a:xfrm>
              <a:off x="911034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6" name="Google Shape;276;p106"/>
            <p:cNvSpPr/>
            <p:nvPr/>
          </p:nvSpPr>
          <p:spPr>
            <a:xfrm>
              <a:off x="946425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7" name="Google Shape;277;p106"/>
            <p:cNvSpPr/>
            <p:nvPr/>
          </p:nvSpPr>
          <p:spPr>
            <a:xfrm>
              <a:off x="981815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8" name="Google Shape;278;p106"/>
            <p:cNvSpPr/>
            <p:nvPr/>
          </p:nvSpPr>
          <p:spPr>
            <a:xfrm>
              <a:off x="1017206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9" name="Google Shape;279;p106"/>
            <p:cNvSpPr/>
            <p:nvPr/>
          </p:nvSpPr>
          <p:spPr>
            <a:xfrm>
              <a:off x="1052596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0" name="Google Shape;280;p106"/>
            <p:cNvSpPr/>
            <p:nvPr/>
          </p:nvSpPr>
          <p:spPr>
            <a:xfrm>
              <a:off x="10879862"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1" name="Google Shape;281;p106"/>
            <p:cNvSpPr/>
            <p:nvPr/>
          </p:nvSpPr>
          <p:spPr>
            <a:xfrm>
              <a:off x="-9121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2" name="Google Shape;282;p106"/>
            <p:cNvSpPr/>
            <p:nvPr/>
          </p:nvSpPr>
          <p:spPr>
            <a:xfrm>
              <a:off x="26269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3" name="Google Shape;283;p106"/>
            <p:cNvSpPr/>
            <p:nvPr/>
          </p:nvSpPr>
          <p:spPr>
            <a:xfrm>
              <a:off x="61660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4" name="Google Shape;284;p106"/>
            <p:cNvSpPr/>
            <p:nvPr/>
          </p:nvSpPr>
          <p:spPr>
            <a:xfrm>
              <a:off x="97050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5" name="Google Shape;285;p106"/>
            <p:cNvSpPr/>
            <p:nvPr/>
          </p:nvSpPr>
          <p:spPr>
            <a:xfrm>
              <a:off x="132441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6" name="Google Shape;286;p106"/>
            <p:cNvSpPr/>
            <p:nvPr/>
          </p:nvSpPr>
          <p:spPr>
            <a:xfrm>
              <a:off x="167831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7" name="Google Shape;287;p106"/>
            <p:cNvSpPr/>
            <p:nvPr/>
          </p:nvSpPr>
          <p:spPr>
            <a:xfrm>
              <a:off x="203222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8" name="Google Shape;288;p106"/>
            <p:cNvSpPr/>
            <p:nvPr/>
          </p:nvSpPr>
          <p:spPr>
            <a:xfrm>
              <a:off x="238613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9" name="Google Shape;289;p106"/>
            <p:cNvSpPr/>
            <p:nvPr/>
          </p:nvSpPr>
          <p:spPr>
            <a:xfrm>
              <a:off x="274003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0" name="Google Shape;290;p106"/>
            <p:cNvSpPr/>
            <p:nvPr/>
          </p:nvSpPr>
          <p:spPr>
            <a:xfrm>
              <a:off x="309394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1" name="Google Shape;291;p106"/>
            <p:cNvSpPr/>
            <p:nvPr/>
          </p:nvSpPr>
          <p:spPr>
            <a:xfrm>
              <a:off x="344784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2" name="Google Shape;292;p106"/>
            <p:cNvSpPr/>
            <p:nvPr/>
          </p:nvSpPr>
          <p:spPr>
            <a:xfrm>
              <a:off x="380175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3" name="Google Shape;293;p106"/>
            <p:cNvSpPr/>
            <p:nvPr/>
          </p:nvSpPr>
          <p:spPr>
            <a:xfrm>
              <a:off x="415566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4" name="Google Shape;294;p106"/>
            <p:cNvSpPr/>
            <p:nvPr/>
          </p:nvSpPr>
          <p:spPr>
            <a:xfrm>
              <a:off x="450956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5" name="Google Shape;295;p106"/>
            <p:cNvSpPr/>
            <p:nvPr/>
          </p:nvSpPr>
          <p:spPr>
            <a:xfrm>
              <a:off x="486347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106"/>
            <p:cNvSpPr/>
            <p:nvPr/>
          </p:nvSpPr>
          <p:spPr>
            <a:xfrm>
              <a:off x="521737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7" name="Google Shape;297;p106"/>
            <p:cNvSpPr/>
            <p:nvPr/>
          </p:nvSpPr>
          <p:spPr>
            <a:xfrm>
              <a:off x="557128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8" name="Google Shape;298;p106"/>
            <p:cNvSpPr/>
            <p:nvPr/>
          </p:nvSpPr>
          <p:spPr>
            <a:xfrm>
              <a:off x="592519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9" name="Google Shape;299;p106"/>
            <p:cNvSpPr/>
            <p:nvPr/>
          </p:nvSpPr>
          <p:spPr>
            <a:xfrm>
              <a:off x="627909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0" name="Google Shape;300;p106"/>
            <p:cNvSpPr/>
            <p:nvPr/>
          </p:nvSpPr>
          <p:spPr>
            <a:xfrm>
              <a:off x="663300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1" name="Google Shape;301;p106"/>
            <p:cNvSpPr/>
            <p:nvPr/>
          </p:nvSpPr>
          <p:spPr>
            <a:xfrm>
              <a:off x="698690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2" name="Google Shape;302;p106"/>
            <p:cNvSpPr/>
            <p:nvPr/>
          </p:nvSpPr>
          <p:spPr>
            <a:xfrm>
              <a:off x="734081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3" name="Google Shape;303;p106"/>
            <p:cNvSpPr/>
            <p:nvPr/>
          </p:nvSpPr>
          <p:spPr>
            <a:xfrm>
              <a:off x="769472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4" name="Google Shape;304;p106"/>
            <p:cNvSpPr/>
            <p:nvPr/>
          </p:nvSpPr>
          <p:spPr>
            <a:xfrm>
              <a:off x="804862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106"/>
            <p:cNvSpPr/>
            <p:nvPr/>
          </p:nvSpPr>
          <p:spPr>
            <a:xfrm>
              <a:off x="840253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106"/>
            <p:cNvSpPr/>
            <p:nvPr/>
          </p:nvSpPr>
          <p:spPr>
            <a:xfrm>
              <a:off x="875643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7" name="Google Shape;307;p106"/>
            <p:cNvSpPr/>
            <p:nvPr/>
          </p:nvSpPr>
          <p:spPr>
            <a:xfrm>
              <a:off x="911034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8" name="Google Shape;308;p106"/>
            <p:cNvSpPr/>
            <p:nvPr/>
          </p:nvSpPr>
          <p:spPr>
            <a:xfrm>
              <a:off x="946425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9" name="Google Shape;309;p106"/>
            <p:cNvSpPr/>
            <p:nvPr/>
          </p:nvSpPr>
          <p:spPr>
            <a:xfrm>
              <a:off x="981815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0" name="Google Shape;310;p106"/>
            <p:cNvSpPr/>
            <p:nvPr/>
          </p:nvSpPr>
          <p:spPr>
            <a:xfrm>
              <a:off x="1017206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1" name="Google Shape;311;p106"/>
            <p:cNvSpPr/>
            <p:nvPr/>
          </p:nvSpPr>
          <p:spPr>
            <a:xfrm>
              <a:off x="1052596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2" name="Google Shape;312;p106"/>
            <p:cNvSpPr/>
            <p:nvPr/>
          </p:nvSpPr>
          <p:spPr>
            <a:xfrm>
              <a:off x="10879862"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3" name="Google Shape;313;p106"/>
            <p:cNvSpPr/>
            <p:nvPr/>
          </p:nvSpPr>
          <p:spPr>
            <a:xfrm>
              <a:off x="-9121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4" name="Google Shape;314;p106"/>
            <p:cNvSpPr/>
            <p:nvPr/>
          </p:nvSpPr>
          <p:spPr>
            <a:xfrm>
              <a:off x="26269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5" name="Google Shape;315;p106"/>
            <p:cNvSpPr/>
            <p:nvPr/>
          </p:nvSpPr>
          <p:spPr>
            <a:xfrm>
              <a:off x="61660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6" name="Google Shape;316;p106"/>
            <p:cNvSpPr/>
            <p:nvPr/>
          </p:nvSpPr>
          <p:spPr>
            <a:xfrm>
              <a:off x="97050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7" name="Google Shape;317;p106"/>
            <p:cNvSpPr/>
            <p:nvPr/>
          </p:nvSpPr>
          <p:spPr>
            <a:xfrm>
              <a:off x="132441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106"/>
            <p:cNvSpPr/>
            <p:nvPr/>
          </p:nvSpPr>
          <p:spPr>
            <a:xfrm>
              <a:off x="167831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9" name="Google Shape;319;p106"/>
            <p:cNvSpPr/>
            <p:nvPr/>
          </p:nvSpPr>
          <p:spPr>
            <a:xfrm>
              <a:off x="203222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0" name="Google Shape;320;p106"/>
            <p:cNvSpPr/>
            <p:nvPr/>
          </p:nvSpPr>
          <p:spPr>
            <a:xfrm>
              <a:off x="238613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1" name="Google Shape;321;p106"/>
            <p:cNvSpPr/>
            <p:nvPr/>
          </p:nvSpPr>
          <p:spPr>
            <a:xfrm>
              <a:off x="274003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2" name="Google Shape;322;p106"/>
            <p:cNvSpPr/>
            <p:nvPr/>
          </p:nvSpPr>
          <p:spPr>
            <a:xfrm>
              <a:off x="309394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3" name="Google Shape;323;p106"/>
            <p:cNvSpPr/>
            <p:nvPr/>
          </p:nvSpPr>
          <p:spPr>
            <a:xfrm>
              <a:off x="344784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4" name="Google Shape;324;p106"/>
            <p:cNvSpPr/>
            <p:nvPr/>
          </p:nvSpPr>
          <p:spPr>
            <a:xfrm>
              <a:off x="380175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5" name="Google Shape;325;p106"/>
            <p:cNvSpPr/>
            <p:nvPr/>
          </p:nvSpPr>
          <p:spPr>
            <a:xfrm>
              <a:off x="415566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6" name="Google Shape;326;p106"/>
            <p:cNvSpPr/>
            <p:nvPr/>
          </p:nvSpPr>
          <p:spPr>
            <a:xfrm>
              <a:off x="450956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7" name="Google Shape;327;p106"/>
            <p:cNvSpPr/>
            <p:nvPr/>
          </p:nvSpPr>
          <p:spPr>
            <a:xfrm>
              <a:off x="486347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8" name="Google Shape;328;p106"/>
            <p:cNvSpPr/>
            <p:nvPr/>
          </p:nvSpPr>
          <p:spPr>
            <a:xfrm>
              <a:off x="521737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9" name="Google Shape;329;p106"/>
            <p:cNvSpPr/>
            <p:nvPr/>
          </p:nvSpPr>
          <p:spPr>
            <a:xfrm>
              <a:off x="557128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0" name="Google Shape;330;p106"/>
            <p:cNvSpPr/>
            <p:nvPr/>
          </p:nvSpPr>
          <p:spPr>
            <a:xfrm>
              <a:off x="592519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1" name="Google Shape;331;p106"/>
            <p:cNvSpPr/>
            <p:nvPr/>
          </p:nvSpPr>
          <p:spPr>
            <a:xfrm>
              <a:off x="627909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2" name="Google Shape;332;p106"/>
            <p:cNvSpPr/>
            <p:nvPr/>
          </p:nvSpPr>
          <p:spPr>
            <a:xfrm>
              <a:off x="663300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3" name="Google Shape;333;p106"/>
            <p:cNvSpPr/>
            <p:nvPr/>
          </p:nvSpPr>
          <p:spPr>
            <a:xfrm>
              <a:off x="698690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4" name="Google Shape;334;p106"/>
            <p:cNvSpPr/>
            <p:nvPr/>
          </p:nvSpPr>
          <p:spPr>
            <a:xfrm>
              <a:off x="734081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5" name="Google Shape;335;p106"/>
            <p:cNvSpPr/>
            <p:nvPr/>
          </p:nvSpPr>
          <p:spPr>
            <a:xfrm>
              <a:off x="769472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6" name="Google Shape;336;p106"/>
            <p:cNvSpPr/>
            <p:nvPr/>
          </p:nvSpPr>
          <p:spPr>
            <a:xfrm>
              <a:off x="804862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7" name="Google Shape;337;p106"/>
            <p:cNvSpPr/>
            <p:nvPr/>
          </p:nvSpPr>
          <p:spPr>
            <a:xfrm>
              <a:off x="840253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8" name="Google Shape;338;p106"/>
            <p:cNvSpPr/>
            <p:nvPr/>
          </p:nvSpPr>
          <p:spPr>
            <a:xfrm>
              <a:off x="875643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9" name="Google Shape;339;p106"/>
            <p:cNvSpPr/>
            <p:nvPr/>
          </p:nvSpPr>
          <p:spPr>
            <a:xfrm>
              <a:off x="911034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0" name="Google Shape;340;p106"/>
            <p:cNvSpPr/>
            <p:nvPr/>
          </p:nvSpPr>
          <p:spPr>
            <a:xfrm>
              <a:off x="946425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1" name="Google Shape;341;p106"/>
            <p:cNvSpPr/>
            <p:nvPr/>
          </p:nvSpPr>
          <p:spPr>
            <a:xfrm>
              <a:off x="981815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2" name="Google Shape;342;p106"/>
            <p:cNvSpPr/>
            <p:nvPr/>
          </p:nvSpPr>
          <p:spPr>
            <a:xfrm>
              <a:off x="1017206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3" name="Google Shape;343;p106"/>
            <p:cNvSpPr/>
            <p:nvPr/>
          </p:nvSpPr>
          <p:spPr>
            <a:xfrm>
              <a:off x="1052596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4" name="Google Shape;344;p106"/>
            <p:cNvSpPr/>
            <p:nvPr/>
          </p:nvSpPr>
          <p:spPr>
            <a:xfrm>
              <a:off x="10879862"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5" name="Google Shape;345;p106"/>
            <p:cNvSpPr/>
            <p:nvPr/>
          </p:nvSpPr>
          <p:spPr>
            <a:xfrm>
              <a:off x="-9121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6" name="Google Shape;346;p106"/>
            <p:cNvSpPr/>
            <p:nvPr/>
          </p:nvSpPr>
          <p:spPr>
            <a:xfrm>
              <a:off x="9912350" y="127000"/>
              <a:ext cx="400050" cy="42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nvGrpSpPr>
            <p:cNvPr id="347" name="Google Shape;347;p106"/>
            <p:cNvGrpSpPr/>
            <p:nvPr/>
          </p:nvGrpSpPr>
          <p:grpSpPr>
            <a:xfrm>
              <a:off x="-664463" y="1060450"/>
              <a:ext cx="2884436" cy="4051302"/>
              <a:chOff x="-831850" y="581026"/>
              <a:chExt cx="3567113" cy="5010150"/>
            </a:xfrm>
          </p:grpSpPr>
          <p:sp>
            <p:nvSpPr>
              <p:cNvPr id="348" name="Google Shape;348;p106"/>
              <p:cNvSpPr/>
              <p:nvPr/>
            </p:nvSpPr>
            <p:spPr>
              <a:xfrm>
                <a:off x="-831850" y="2471738"/>
                <a:ext cx="3567113" cy="3119438"/>
              </a:xfrm>
              <a:custGeom>
                <a:avLst/>
                <a:gdLst/>
                <a:ahLst/>
                <a:cxnLst/>
                <a:rect l="l" t="t" r="r" b="b"/>
                <a:pathLst>
                  <a:path w="464" h="406" extrusionOk="0">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9" name="Google Shape;349;p106"/>
              <p:cNvSpPr/>
              <p:nvPr/>
            </p:nvSpPr>
            <p:spPr>
              <a:xfrm>
                <a:off x="490538" y="3262313"/>
                <a:ext cx="914400" cy="1590675"/>
              </a:xfrm>
              <a:custGeom>
                <a:avLst/>
                <a:gdLst/>
                <a:ahLst/>
                <a:cxnLst/>
                <a:rect l="l" t="t" r="r" b="b"/>
                <a:pathLst>
                  <a:path w="119" h="207" extrusionOk="0">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0" name="Google Shape;350;p106"/>
              <p:cNvSpPr/>
              <p:nvPr/>
            </p:nvSpPr>
            <p:spPr>
              <a:xfrm>
                <a:off x="-239713" y="581026"/>
                <a:ext cx="2382838" cy="1958975"/>
              </a:xfrm>
              <a:custGeom>
                <a:avLst/>
                <a:gdLst/>
                <a:ahLst/>
                <a:cxnLst/>
                <a:rect l="l" t="t" r="r" b="b"/>
                <a:pathLst>
                  <a:path w="310" h="255" extrusionOk="0">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
          <p:nvSpPr>
            <p:cNvPr id="351" name="Google Shape;351;p106"/>
            <p:cNvSpPr/>
            <p:nvPr/>
          </p:nvSpPr>
          <p:spPr>
            <a:xfrm>
              <a:off x="-1327308"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2" name="Google Shape;352;p106"/>
            <p:cNvSpPr/>
            <p:nvPr/>
          </p:nvSpPr>
          <p:spPr>
            <a:xfrm>
              <a:off x="10973671"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3" name="Google Shape;353;p106"/>
            <p:cNvSpPr/>
            <p:nvPr/>
          </p:nvSpPr>
          <p:spPr>
            <a:xfrm rot="-5400000">
              <a:off x="5129275" y="-5934192"/>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4" name="Google Shape;354;p106"/>
            <p:cNvSpPr/>
            <p:nvPr/>
          </p:nvSpPr>
          <p:spPr>
            <a:xfrm rot="-5400000">
              <a:off x="5129270" y="643723"/>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355" name="Google Shape;355;p106"/>
          <p:cNvSpPr txBox="1">
            <a:spLocks noGrp="1"/>
          </p:cNvSpPr>
          <p:nvPr>
            <p:ph type="title"/>
          </p:nvPr>
        </p:nvSpPr>
        <p:spPr>
          <a:xfrm>
            <a:off x="4770120" y="6278881"/>
            <a:ext cx="12435840" cy="98488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6" name="Google Shape;356;p106"/>
          <p:cNvSpPr txBox="1">
            <a:spLocks noGrp="1"/>
          </p:cNvSpPr>
          <p:nvPr>
            <p:ph type="body" idx="1"/>
          </p:nvPr>
        </p:nvSpPr>
        <p:spPr>
          <a:xfrm>
            <a:off x="4770120" y="7269481"/>
            <a:ext cx="12435840" cy="87577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SzPts val="4000"/>
              <a:buFont typeface="Trebuchet MS"/>
              <a:buNone/>
              <a:defRPr sz="4000" b="0">
                <a:solidFill>
                  <a:schemeClr val="lt1"/>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ideo">
  <p:cSld name="Video">
    <p:spTree>
      <p:nvGrpSpPr>
        <p:cNvPr id="1" name="Shape 357"/>
        <p:cNvGrpSpPr/>
        <p:nvPr/>
      </p:nvGrpSpPr>
      <p:grpSpPr>
        <a:xfrm>
          <a:off x="0" y="0"/>
          <a:ext cx="0" cy="0"/>
          <a:chOff x="0" y="0"/>
          <a:chExt cx="0" cy="0"/>
        </a:xfrm>
      </p:grpSpPr>
      <p:sp>
        <p:nvSpPr>
          <p:cNvPr id="358" name="Google Shape;358;p107"/>
          <p:cNvSpPr/>
          <p:nvPr/>
        </p:nvSpPr>
        <p:spPr>
          <a:xfrm>
            <a:off x="16433209" y="9536605"/>
            <a:ext cx="1677580" cy="52888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9" name="Google Shape;359;p107"/>
          <p:cNvSpPr txBox="1"/>
          <p:nvPr/>
        </p:nvSpPr>
        <p:spPr>
          <a:xfrm>
            <a:off x="16248609" y="9792797"/>
            <a:ext cx="535045" cy="184666"/>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1200" cap="none">
                <a:solidFill>
                  <a:schemeClr val="accent5"/>
                </a:solidFill>
                <a:latin typeface="Trebuchet MS"/>
                <a:ea typeface="Trebuchet MS"/>
                <a:cs typeface="Trebuchet MS"/>
                <a:sym typeface="Trebuchet MS"/>
              </a:rPr>
              <a:t>‹#›</a:t>
            </a:fld>
            <a:r>
              <a:rPr lang="en-US" sz="1200" cap="none">
                <a:solidFill>
                  <a:schemeClr val="accent5"/>
                </a:solidFill>
                <a:latin typeface="Trebuchet MS"/>
                <a:ea typeface="Trebuchet MS"/>
                <a:cs typeface="Trebuchet MS"/>
                <a:sym typeface="Trebuchet MS"/>
              </a:rPr>
              <a:t> </a:t>
            </a:r>
            <a:endParaRPr sz="1200" cap="none">
              <a:solidFill>
                <a:schemeClr val="accent5"/>
              </a:solidFill>
              <a:latin typeface="Trebuchet MS"/>
              <a:ea typeface="Trebuchet MS"/>
              <a:cs typeface="Trebuchet MS"/>
              <a:sym typeface="Trebuchet MS"/>
            </a:endParaRPr>
          </a:p>
        </p:txBody>
      </p:sp>
      <p:pic>
        <p:nvPicPr>
          <p:cNvPr id="360" name="Google Shape;360;p107"/>
          <p:cNvPicPr preferRelativeResize="0"/>
          <p:nvPr/>
        </p:nvPicPr>
        <p:blipFill rotWithShape="1">
          <a:blip r:embed="rId2">
            <a:alphaModFix/>
          </a:blip>
          <a:srcRect/>
          <a:stretch/>
        </p:blipFill>
        <p:spPr>
          <a:xfrm>
            <a:off x="16820891" y="9722868"/>
            <a:ext cx="1084725" cy="3854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61"/>
        <p:cNvGrpSpPr/>
        <p:nvPr/>
      </p:nvGrpSpPr>
      <p:grpSpPr>
        <a:xfrm>
          <a:off x="0" y="0"/>
          <a:ext cx="0" cy="0"/>
          <a:chOff x="0" y="0"/>
          <a:chExt cx="0" cy="0"/>
        </a:xfrm>
      </p:grpSpPr>
      <p:sp>
        <p:nvSpPr>
          <p:cNvPr id="362" name="Google Shape;362;p108"/>
          <p:cNvSpPr/>
          <p:nvPr/>
        </p:nvSpPr>
        <p:spPr>
          <a:xfrm>
            <a:off x="0" y="0"/>
            <a:ext cx="18288001"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3" name="Google Shape;363;p108"/>
          <p:cNvSpPr txBox="1"/>
          <p:nvPr/>
        </p:nvSpPr>
        <p:spPr>
          <a:xfrm>
            <a:off x="16248609" y="9792797"/>
            <a:ext cx="535045" cy="184666"/>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1200" cap="none">
                <a:solidFill>
                  <a:schemeClr val="accent5"/>
                </a:solidFill>
                <a:latin typeface="Trebuchet MS"/>
                <a:ea typeface="Trebuchet MS"/>
                <a:cs typeface="Trebuchet MS"/>
                <a:sym typeface="Trebuchet MS"/>
              </a:rPr>
              <a:t>‹#›</a:t>
            </a:fld>
            <a:r>
              <a:rPr lang="en-US" sz="1200" cap="none">
                <a:solidFill>
                  <a:schemeClr val="accent5"/>
                </a:solidFill>
                <a:latin typeface="Trebuchet MS"/>
                <a:ea typeface="Trebuchet MS"/>
                <a:cs typeface="Trebuchet MS"/>
                <a:sym typeface="Trebuchet MS"/>
              </a:rPr>
              <a:t> </a:t>
            </a:r>
            <a:endParaRPr sz="1200" cap="none">
              <a:solidFill>
                <a:schemeClr val="accent5"/>
              </a:solidFill>
              <a:latin typeface="Trebuchet MS"/>
              <a:ea typeface="Trebuchet MS"/>
              <a:cs typeface="Trebuchet MS"/>
              <a:sym typeface="Trebuchet MS"/>
            </a:endParaRPr>
          </a:p>
        </p:txBody>
      </p:sp>
      <p:pic>
        <p:nvPicPr>
          <p:cNvPr id="364" name="Google Shape;364;p108"/>
          <p:cNvPicPr preferRelativeResize="0"/>
          <p:nvPr/>
        </p:nvPicPr>
        <p:blipFill rotWithShape="1">
          <a:blip r:embed="rId2">
            <a:alphaModFix/>
          </a:blip>
          <a:srcRect/>
          <a:stretch/>
        </p:blipFill>
        <p:spPr>
          <a:xfrm>
            <a:off x="16820891" y="9722868"/>
            <a:ext cx="1084725" cy="3854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EMO Placeholder" type="titleOnly">
  <p:cSld name="TITLE_ONLY">
    <p:spTree>
      <p:nvGrpSpPr>
        <p:cNvPr id="1" name="Shape 365"/>
        <p:cNvGrpSpPr/>
        <p:nvPr/>
      </p:nvGrpSpPr>
      <p:grpSpPr>
        <a:xfrm>
          <a:off x="0" y="0"/>
          <a:ext cx="0" cy="0"/>
          <a:chOff x="0" y="0"/>
          <a:chExt cx="0" cy="0"/>
        </a:xfrm>
      </p:grpSpPr>
      <p:sp>
        <p:nvSpPr>
          <p:cNvPr id="366" name="Google Shape;366;p109"/>
          <p:cNvSpPr/>
          <p:nvPr/>
        </p:nvSpPr>
        <p:spPr>
          <a:xfrm>
            <a:off x="0" y="0"/>
            <a:ext cx="18288001"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7" name="Google Shape;367;p109"/>
          <p:cNvSpPr txBox="1">
            <a:spLocks noGrp="1"/>
          </p:cNvSpPr>
          <p:nvPr>
            <p:ph type="title"/>
          </p:nvPr>
        </p:nvSpPr>
        <p:spPr>
          <a:xfrm>
            <a:off x="830580" y="8615789"/>
            <a:ext cx="16626841" cy="89255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8" name="Google Shape;368;p109"/>
          <p:cNvSpPr txBox="1"/>
          <p:nvPr/>
        </p:nvSpPr>
        <p:spPr>
          <a:xfrm>
            <a:off x="16248609" y="9792797"/>
            <a:ext cx="535045" cy="184666"/>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1200" cap="none">
                <a:solidFill>
                  <a:schemeClr val="accent5"/>
                </a:solidFill>
                <a:latin typeface="Trebuchet MS"/>
                <a:ea typeface="Trebuchet MS"/>
                <a:cs typeface="Trebuchet MS"/>
                <a:sym typeface="Trebuchet MS"/>
              </a:rPr>
              <a:t>‹#›</a:t>
            </a:fld>
            <a:r>
              <a:rPr lang="en-US" sz="1200" cap="none">
                <a:solidFill>
                  <a:schemeClr val="accent5"/>
                </a:solidFill>
                <a:latin typeface="Trebuchet MS"/>
                <a:ea typeface="Trebuchet MS"/>
                <a:cs typeface="Trebuchet MS"/>
                <a:sym typeface="Trebuchet MS"/>
              </a:rPr>
              <a:t> </a:t>
            </a:r>
            <a:endParaRPr sz="1200" cap="none">
              <a:solidFill>
                <a:schemeClr val="accent5"/>
              </a:solidFill>
              <a:latin typeface="Trebuchet MS"/>
              <a:ea typeface="Trebuchet MS"/>
              <a:cs typeface="Trebuchet MS"/>
              <a:sym typeface="Trebuchet MS"/>
            </a:endParaRPr>
          </a:p>
        </p:txBody>
      </p:sp>
      <p:pic>
        <p:nvPicPr>
          <p:cNvPr id="369" name="Google Shape;369;p109"/>
          <p:cNvPicPr preferRelativeResize="0"/>
          <p:nvPr/>
        </p:nvPicPr>
        <p:blipFill rotWithShape="1">
          <a:blip r:embed="rId2">
            <a:alphaModFix/>
          </a:blip>
          <a:srcRect/>
          <a:stretch/>
        </p:blipFill>
        <p:spPr>
          <a:xfrm>
            <a:off x="16820891" y="9722868"/>
            <a:ext cx="1084725" cy="3854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70"/>
        <p:cNvGrpSpPr/>
        <p:nvPr/>
      </p:nvGrpSpPr>
      <p:grpSpPr>
        <a:xfrm>
          <a:off x="0" y="0"/>
          <a:ext cx="0" cy="0"/>
          <a:chOff x="0" y="0"/>
          <a:chExt cx="0" cy="0"/>
        </a:xfrm>
      </p:grpSpPr>
      <p:pic>
        <p:nvPicPr>
          <p:cNvPr id="371" name="Google Shape;371;p110" descr="A close up of an object  Description automatically generated"/>
          <p:cNvPicPr preferRelativeResize="0"/>
          <p:nvPr/>
        </p:nvPicPr>
        <p:blipFill rotWithShape="1">
          <a:blip r:embed="rId2">
            <a:alphaModFix/>
          </a:blip>
          <a:srcRect/>
          <a:stretch/>
        </p:blipFill>
        <p:spPr>
          <a:xfrm>
            <a:off x="0" y="0"/>
            <a:ext cx="18287999" cy="10287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372"/>
        <p:cNvGrpSpPr/>
        <p:nvPr/>
      </p:nvGrpSpPr>
      <p:grpSpPr>
        <a:xfrm>
          <a:off x="0" y="0"/>
          <a:ext cx="0" cy="0"/>
          <a:chOff x="0" y="0"/>
          <a:chExt cx="0" cy="0"/>
        </a:xfrm>
      </p:grpSpPr>
      <p:sp>
        <p:nvSpPr>
          <p:cNvPr id="373" name="Google Shape;373;p111"/>
          <p:cNvSpPr/>
          <p:nvPr/>
        </p:nvSpPr>
        <p:spPr>
          <a:xfrm>
            <a:off x="0" y="0"/>
            <a:ext cx="18288001" cy="10287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74" name="Google Shape;374;p111"/>
          <p:cNvPicPr preferRelativeResize="0"/>
          <p:nvPr/>
        </p:nvPicPr>
        <p:blipFill rotWithShape="1">
          <a:blip r:embed="rId2">
            <a:alphaModFix/>
          </a:blip>
          <a:srcRect l="-5218" t="22933" r="58849" b="-4267"/>
          <a:stretch/>
        </p:blipFill>
        <p:spPr>
          <a:xfrm rot="10800000" flipH="1">
            <a:off x="0" y="0"/>
            <a:ext cx="18288001" cy="10287000"/>
          </a:xfrm>
          <a:prstGeom prst="rect">
            <a:avLst/>
          </a:prstGeom>
          <a:noFill/>
          <a:ln>
            <a:noFill/>
          </a:ln>
        </p:spPr>
      </p:pic>
      <p:sp>
        <p:nvSpPr>
          <p:cNvPr id="375" name="Google Shape;375;p111"/>
          <p:cNvSpPr/>
          <p:nvPr/>
        </p:nvSpPr>
        <p:spPr>
          <a:xfrm>
            <a:off x="0" y="0"/>
            <a:ext cx="18288001" cy="102870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6" name="Google Shape;376;p111"/>
          <p:cNvSpPr/>
          <p:nvPr/>
        </p:nvSpPr>
        <p:spPr>
          <a:xfrm>
            <a:off x="0" y="0"/>
            <a:ext cx="18288001" cy="102870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7" name="Google Shape;377;p111"/>
          <p:cNvSpPr txBox="1">
            <a:spLocks noGrp="1"/>
          </p:cNvSpPr>
          <p:nvPr>
            <p:ph type="title"/>
          </p:nvPr>
        </p:nvSpPr>
        <p:spPr>
          <a:xfrm>
            <a:off x="830580" y="4651059"/>
            <a:ext cx="16626841" cy="98488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Title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8288000" cy="10287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9E96A302-1F38-4275-8241-37FF3CB49A0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45749" y="3160775"/>
            <a:ext cx="2669325" cy="2164380"/>
          </a:xfrm>
          <a:prstGeom prst="rect">
            <a:avLst/>
          </a:prstGeom>
        </p:spPr>
      </p:pic>
      <p:sp>
        <p:nvSpPr>
          <p:cNvPr id="11" name="Rectangle 4"/>
          <p:cNvSpPr>
            <a:spLocks noGrp="1" noChangeArrowheads="1"/>
          </p:cNvSpPr>
          <p:nvPr>
            <p:ph type="subTitle" idx="1"/>
          </p:nvPr>
        </p:nvSpPr>
        <p:spPr>
          <a:xfrm>
            <a:off x="1143000" y="8290560"/>
            <a:ext cx="9692640" cy="477053"/>
          </a:xfrm>
        </p:spPr>
        <p:txBody>
          <a:bodyPr wrap="square" anchor="t">
            <a:noAutofit/>
          </a:bodyPr>
          <a:lstStyle>
            <a:lvl1pPr marL="0" indent="0" algn="l">
              <a:lnSpc>
                <a:spcPct val="90000"/>
              </a:lnSpc>
              <a:spcBef>
                <a:spcPts val="1000"/>
              </a:spcBef>
              <a:spcAft>
                <a:spcPts val="500"/>
              </a:spcAft>
              <a:buFontTx/>
              <a:buNone/>
              <a:defRPr sz="2400" b="0">
                <a:solidFill>
                  <a:schemeClr val="tx2"/>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1143000" y="6705601"/>
            <a:ext cx="9692640" cy="1638092"/>
          </a:xfrm>
        </p:spPr>
        <p:txBody>
          <a:bodyPr anchor="b">
            <a:noAutofit/>
          </a:bodyPr>
          <a:lstStyle>
            <a:lvl1pPr algn="l">
              <a:lnSpc>
                <a:spcPct val="90000"/>
              </a:lnSpc>
              <a:spcBef>
                <a:spcPts val="0"/>
              </a:spcBef>
              <a:defRPr sz="60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a:t>CLICK TO EDIT MASTER TITLE STYLE</a:t>
            </a:r>
          </a:p>
        </p:txBody>
      </p:sp>
      <p:pic>
        <p:nvPicPr>
          <p:cNvPr id="2" name="Graphic 1">
            <a:extLst>
              <a:ext uri="{FF2B5EF4-FFF2-40B4-BE49-F238E27FC236}">
                <a16:creationId xmlns:a16="http://schemas.microsoft.com/office/drawing/2014/main" id="{B3FC84FD-FDBC-467E-BC0E-BFA2F5D72269}"/>
              </a:ext>
            </a:extLst>
          </p:cNvPr>
          <p:cNvPicPr>
            <a:picLocks noChangeAspect="1"/>
          </p:cNvPicPr>
          <p:nvPr userDrawn="1"/>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40401" r="-3502"/>
          <a:stretch/>
        </p:blipFill>
        <p:spPr>
          <a:xfrm>
            <a:off x="3293717" y="3370707"/>
            <a:ext cx="3306588" cy="1815507"/>
          </a:xfrm>
          <a:prstGeom prst="rect">
            <a:avLst/>
          </a:prstGeom>
        </p:spPr>
      </p:pic>
    </p:spTree>
    <p:extLst>
      <p:ext uri="{BB962C8B-B14F-4D97-AF65-F5344CB8AC3E}">
        <p14:creationId xmlns:p14="http://schemas.microsoft.com/office/powerpoint/2010/main" val="308955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pic>
        <p:nvPicPr>
          <p:cNvPr id="9" name="Picture 8" descr="A close up of a spider&#10;&#10;Description automatically generated">
            <a:extLst>
              <a:ext uri="{FF2B5EF4-FFF2-40B4-BE49-F238E27FC236}">
                <a16:creationId xmlns:a16="http://schemas.microsoft.com/office/drawing/2014/main" id="{312387AB-4080-4B69-BFCF-F134EF12C77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8288000" cy="10287000"/>
          </a:xfrm>
          <a:prstGeom prst="rect">
            <a:avLst/>
          </a:prstGeom>
        </p:spPr>
      </p:pic>
      <p:pic>
        <p:nvPicPr>
          <p:cNvPr id="3" name="Picture 2" descr="A picture containing text&#10;&#10;Description automatically generated">
            <a:extLst>
              <a:ext uri="{FF2B5EF4-FFF2-40B4-BE49-F238E27FC236}">
                <a16:creationId xmlns:a16="http://schemas.microsoft.com/office/drawing/2014/main" id="{5D803607-04CC-4854-B44F-C75A2664FEB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400687" y="7982157"/>
            <a:ext cx="2669325" cy="2164380"/>
          </a:xfrm>
          <a:prstGeom prst="rect">
            <a:avLst/>
          </a:prstGeom>
        </p:spPr>
      </p:pic>
      <p:pic>
        <p:nvPicPr>
          <p:cNvPr id="5" name="Graphic 4">
            <a:extLst>
              <a:ext uri="{FF2B5EF4-FFF2-40B4-BE49-F238E27FC236}">
                <a16:creationId xmlns:a16="http://schemas.microsoft.com/office/drawing/2014/main" id="{7CA24084-E23F-444B-85F4-5957A1DD6531}"/>
              </a:ext>
            </a:extLst>
          </p:cNvPr>
          <p:cNvPicPr>
            <a:picLocks noChangeAspect="1"/>
          </p:cNvPicPr>
          <p:nvPr userDrawn="1"/>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40401" r="-3502"/>
          <a:stretch/>
        </p:blipFill>
        <p:spPr>
          <a:xfrm>
            <a:off x="14748655" y="8192089"/>
            <a:ext cx="3306588" cy="1815507"/>
          </a:xfrm>
          <a:prstGeom prst="rect">
            <a:avLst/>
          </a:prstGeom>
        </p:spPr>
      </p:pic>
    </p:spTree>
    <p:extLst>
      <p:ext uri="{BB962C8B-B14F-4D97-AF65-F5344CB8AC3E}">
        <p14:creationId xmlns:p14="http://schemas.microsoft.com/office/powerpoint/2010/main" val="2229450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0580" y="868681"/>
            <a:ext cx="16626840" cy="984885"/>
          </a:xfrm>
        </p:spPr>
        <p:txBody>
          <a:bodyPr/>
          <a:lstStyle>
            <a:lvl1pPr algn="ctr">
              <a:defRPr sz="4800"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861250" y="3505059"/>
            <a:ext cx="16581120" cy="6198208"/>
          </a:xfrm>
        </p:spPr>
        <p:txBody>
          <a:bodyPr/>
          <a:lstStyle>
            <a:lvl1pPr marL="0" indent="0">
              <a:buClr>
                <a:schemeClr val="bg2"/>
              </a:buClr>
              <a:buSzPct val="100000"/>
              <a:buFontTx/>
              <a:buNone/>
              <a:defRPr sz="2400">
                <a:solidFill>
                  <a:schemeClr val="accent4"/>
                </a:solidFill>
              </a:defRPr>
            </a:lvl1pPr>
            <a:lvl2pPr marL="952519" indent="0">
              <a:buClr>
                <a:schemeClr val="bg2"/>
              </a:buClr>
              <a:buSzPct val="100000"/>
              <a:buFontTx/>
              <a:buNone/>
              <a:defRPr sz="2000">
                <a:solidFill>
                  <a:schemeClr val="accent4"/>
                </a:solidFill>
              </a:defRPr>
            </a:lvl2pPr>
            <a:lvl3pPr marL="1815078" indent="0">
              <a:buClr>
                <a:schemeClr val="bg2"/>
              </a:buClr>
              <a:buSzPct val="100000"/>
              <a:buFontTx/>
              <a:buNone/>
              <a:defRPr sz="1833">
                <a:solidFill>
                  <a:schemeClr val="accent4"/>
                </a:solidFill>
              </a:defRPr>
            </a:lvl3pPr>
            <a:lvl4pPr marL="2958101" indent="-381008">
              <a:buClr>
                <a:schemeClr val="bg2"/>
              </a:buClr>
              <a:buFont typeface="Wingdings" panose="05000000000000000000" pitchFamily="2" charset="2"/>
              <a:buChar char="§"/>
              <a:defRPr sz="3000">
                <a:solidFill>
                  <a:schemeClr val="tx1"/>
                </a:solidFill>
              </a:defRPr>
            </a:lvl4pPr>
            <a:lvl5pPr marL="3529612" indent="-381008">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p:txBody>
      </p:sp>
      <p:sp>
        <p:nvSpPr>
          <p:cNvPr id="5" name="Text Placeholder 4"/>
          <p:cNvSpPr>
            <a:spLocks noGrp="1"/>
          </p:cNvSpPr>
          <p:nvPr>
            <p:ph type="body" sz="quarter" idx="10"/>
          </p:nvPr>
        </p:nvSpPr>
        <p:spPr>
          <a:xfrm>
            <a:off x="830580" y="1813561"/>
            <a:ext cx="16626840" cy="875772"/>
          </a:xfrm>
        </p:spPr>
        <p:txBody>
          <a:bodyPr/>
          <a:lstStyle>
            <a:lvl1pPr marL="0" indent="0" algn="ctr">
              <a:buFontTx/>
              <a:buNone/>
              <a:defRPr sz="3000" b="0">
                <a:solidFill>
                  <a:schemeClr val="tx2"/>
                </a:solidFill>
                <a:latin typeface="Trebuchet MS" panose="020B0603020202020204" pitchFamily="34" charset="0"/>
              </a:defRPr>
            </a:lvl1pPr>
            <a:lvl2pPr marL="952519" indent="0" algn="ctr">
              <a:buFontTx/>
              <a:buNone/>
              <a:defRPr sz="4667">
                <a:solidFill>
                  <a:schemeClr val="tx2"/>
                </a:solidFill>
                <a:latin typeface="Trebuchet MS" panose="020B0603020202020204" pitchFamily="34" charset="0"/>
              </a:defRPr>
            </a:lvl2pPr>
            <a:lvl3pPr marL="1815078" indent="0" algn="ctr">
              <a:buFontTx/>
              <a:buNone/>
              <a:defRPr sz="4667">
                <a:solidFill>
                  <a:schemeClr val="tx2"/>
                </a:solidFill>
                <a:latin typeface="Trebuchet MS" panose="020B0603020202020204" pitchFamily="34" charset="0"/>
              </a:defRPr>
            </a:lvl3pPr>
            <a:lvl4pPr marL="2577093" indent="0" algn="ctr">
              <a:buFontTx/>
              <a:buNone/>
              <a:defRPr sz="4667">
                <a:solidFill>
                  <a:schemeClr val="tx2"/>
                </a:solidFill>
                <a:latin typeface="Trebuchet MS" panose="020B0603020202020204" pitchFamily="34" charset="0"/>
              </a:defRPr>
            </a:lvl4pPr>
            <a:lvl5pPr marL="3148605" indent="0" algn="ctr">
              <a:buFontTx/>
              <a:buNone/>
              <a:defRPr sz="4667">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670597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0580" y="868681"/>
            <a:ext cx="16626840" cy="984885"/>
          </a:xfrm>
        </p:spPr>
        <p:txBody>
          <a:bodyPr/>
          <a:lstStyle>
            <a:lvl1pPr algn="ctr">
              <a:defRPr sz="4800"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861250" y="3505059"/>
            <a:ext cx="16581120" cy="6198208"/>
          </a:xfrm>
        </p:spPr>
        <p:txBody>
          <a:bodyPr/>
          <a:lstStyle>
            <a:lvl1pPr marL="383654" indent="-383654">
              <a:buClr>
                <a:schemeClr val="bg2"/>
              </a:buClr>
              <a:buSzPct val="75000"/>
              <a:buFontTx/>
              <a:buBlip>
                <a:blip r:embed="rId2"/>
              </a:buBlip>
              <a:defRPr sz="2400">
                <a:solidFill>
                  <a:schemeClr val="accent4"/>
                </a:solidFill>
              </a:defRPr>
            </a:lvl1pPr>
            <a:lvl2pPr marL="1333527" indent="-381008">
              <a:buClr>
                <a:schemeClr val="bg2"/>
              </a:buClr>
              <a:buSzPct val="75000"/>
              <a:buFontTx/>
              <a:buBlip>
                <a:blip r:embed="rId2"/>
              </a:buBlip>
              <a:defRPr sz="2000">
                <a:solidFill>
                  <a:schemeClr val="accent4"/>
                </a:solidFill>
              </a:defRPr>
            </a:lvl2pPr>
            <a:lvl3pPr marL="2098189" indent="-283111">
              <a:buClr>
                <a:schemeClr val="bg2"/>
              </a:buClr>
              <a:buSzPct val="75000"/>
              <a:buFontTx/>
              <a:buBlip>
                <a:blip r:embed="rId2"/>
              </a:buBlip>
              <a:defRPr sz="1800">
                <a:solidFill>
                  <a:schemeClr val="accent4"/>
                </a:solidFill>
              </a:defRPr>
            </a:lvl3pPr>
            <a:lvl4pPr marL="2958101" indent="-381008">
              <a:buClr>
                <a:schemeClr val="bg2"/>
              </a:buClr>
              <a:buSzPct val="75000"/>
              <a:buFontTx/>
              <a:buBlip>
                <a:blip r:embed="rId2"/>
              </a:buBlip>
              <a:defRPr sz="1600">
                <a:solidFill>
                  <a:schemeClr val="accent4"/>
                </a:solidFill>
                <a:latin typeface="Trebuchet MS" panose="020B0603020202020204" pitchFamily="34" charset="0"/>
              </a:defRPr>
            </a:lvl4pPr>
            <a:lvl5pPr marL="3529612" indent="-381008">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0"/>
          </p:nvPr>
        </p:nvSpPr>
        <p:spPr>
          <a:xfrm>
            <a:off x="830580" y="1813561"/>
            <a:ext cx="16626840" cy="875772"/>
          </a:xfrm>
        </p:spPr>
        <p:txBody>
          <a:bodyPr/>
          <a:lstStyle>
            <a:lvl1pPr marL="0" indent="0" algn="ctr">
              <a:buFontTx/>
              <a:buNone/>
              <a:defRPr sz="3000" b="0">
                <a:solidFill>
                  <a:schemeClr val="tx2"/>
                </a:solidFill>
                <a:latin typeface="Trebuchet MS" panose="020B0603020202020204" pitchFamily="34" charset="0"/>
              </a:defRPr>
            </a:lvl1pPr>
            <a:lvl2pPr marL="952519" indent="0" algn="ctr">
              <a:buFontTx/>
              <a:buNone/>
              <a:defRPr sz="4667">
                <a:solidFill>
                  <a:schemeClr val="tx2"/>
                </a:solidFill>
                <a:latin typeface="Trebuchet MS" panose="020B0603020202020204" pitchFamily="34" charset="0"/>
              </a:defRPr>
            </a:lvl2pPr>
            <a:lvl3pPr marL="1815078" indent="0" algn="ctr">
              <a:buFontTx/>
              <a:buNone/>
              <a:defRPr sz="4667">
                <a:solidFill>
                  <a:schemeClr val="tx2"/>
                </a:solidFill>
                <a:latin typeface="Trebuchet MS" panose="020B0603020202020204" pitchFamily="34" charset="0"/>
              </a:defRPr>
            </a:lvl3pPr>
            <a:lvl4pPr marL="2577093" indent="0" algn="ctr">
              <a:buFontTx/>
              <a:buNone/>
              <a:defRPr sz="4667">
                <a:solidFill>
                  <a:schemeClr val="tx2"/>
                </a:solidFill>
                <a:latin typeface="Trebuchet MS" panose="020B0603020202020204" pitchFamily="34" charset="0"/>
              </a:defRPr>
            </a:lvl4pPr>
            <a:lvl5pPr marL="3148605" indent="0" algn="ctr">
              <a:buFontTx/>
              <a:buNone/>
              <a:defRPr sz="4667">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968942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DE_BULLET_ICON_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0580" y="868681"/>
            <a:ext cx="16626840" cy="984885"/>
          </a:xfrm>
        </p:spPr>
        <p:txBody>
          <a:bodyPr/>
          <a:lstStyle>
            <a:lvl1pPr algn="ctr">
              <a:defRPr sz="4800" cap="none" baseline="0">
                <a:solidFill>
                  <a:schemeClr val="bg1"/>
                </a:solidFill>
                <a:latin typeface="Courier New" panose="02070309020205020404" pitchFamily="49" charset="0"/>
                <a:cs typeface="Courier New" panose="02070309020205020404" pitchFamily="49" charset="0"/>
              </a:defRPr>
            </a:lvl1pPr>
          </a:lstStyle>
          <a:p>
            <a:r>
              <a:rPr lang="en-US"/>
              <a:t>Click to Edit Master Title Style</a:t>
            </a:r>
          </a:p>
        </p:txBody>
      </p:sp>
      <p:sp>
        <p:nvSpPr>
          <p:cNvPr id="3" name="Content Placeholder 2"/>
          <p:cNvSpPr>
            <a:spLocks noGrp="1"/>
          </p:cNvSpPr>
          <p:nvPr>
            <p:ph idx="1"/>
          </p:nvPr>
        </p:nvSpPr>
        <p:spPr>
          <a:xfrm>
            <a:off x="861250" y="3505059"/>
            <a:ext cx="16581120" cy="6198208"/>
          </a:xfrm>
        </p:spPr>
        <p:txBody>
          <a:bodyPr/>
          <a:lstStyle>
            <a:lvl1pPr marL="383654" indent="-383654">
              <a:buClr>
                <a:schemeClr val="bg2"/>
              </a:buClr>
              <a:buSzPct val="75000"/>
              <a:buFontTx/>
              <a:buBlip>
                <a:blip r:embed="rId2"/>
              </a:buBlip>
              <a:defRPr sz="2400">
                <a:solidFill>
                  <a:schemeClr val="accent4"/>
                </a:solidFill>
              </a:defRPr>
            </a:lvl1pPr>
            <a:lvl2pPr marL="1333527" indent="-381008">
              <a:buClr>
                <a:schemeClr val="bg2"/>
              </a:buClr>
              <a:buSzPct val="75000"/>
              <a:buFontTx/>
              <a:buBlip>
                <a:blip r:embed="rId2"/>
              </a:buBlip>
              <a:defRPr sz="2000">
                <a:solidFill>
                  <a:schemeClr val="accent4"/>
                </a:solidFill>
              </a:defRPr>
            </a:lvl2pPr>
            <a:lvl3pPr marL="2098189" indent="-283111">
              <a:buClr>
                <a:schemeClr val="bg2"/>
              </a:buClr>
              <a:buSzPct val="75000"/>
              <a:buFontTx/>
              <a:buBlip>
                <a:blip r:embed="rId2"/>
              </a:buBlip>
              <a:defRPr sz="1800">
                <a:solidFill>
                  <a:schemeClr val="accent4"/>
                </a:solidFill>
              </a:defRPr>
            </a:lvl3pPr>
            <a:lvl4pPr marL="2958101" indent="-381008">
              <a:buClr>
                <a:schemeClr val="bg2"/>
              </a:buClr>
              <a:buSzPct val="75000"/>
              <a:buFontTx/>
              <a:buBlip>
                <a:blip r:embed="rId2"/>
              </a:buBlip>
              <a:defRPr sz="1600">
                <a:solidFill>
                  <a:schemeClr val="accent4"/>
                </a:solidFill>
                <a:latin typeface="Trebuchet MS" panose="020B0603020202020204" pitchFamily="34" charset="0"/>
              </a:defRPr>
            </a:lvl4pPr>
            <a:lvl5pPr marL="3529612" indent="-381008">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0"/>
          </p:nvPr>
        </p:nvSpPr>
        <p:spPr>
          <a:xfrm>
            <a:off x="830580" y="1813561"/>
            <a:ext cx="16626840" cy="875772"/>
          </a:xfrm>
        </p:spPr>
        <p:txBody>
          <a:bodyPr/>
          <a:lstStyle>
            <a:lvl1pPr marL="0" indent="0" algn="ctr">
              <a:buFontTx/>
              <a:buNone/>
              <a:defRPr sz="3000" b="0">
                <a:solidFill>
                  <a:schemeClr val="tx2"/>
                </a:solidFill>
                <a:latin typeface="Courier New" panose="02070309020205020404" pitchFamily="49" charset="0"/>
                <a:cs typeface="Courier New" panose="02070309020205020404" pitchFamily="49" charset="0"/>
              </a:defRPr>
            </a:lvl1pPr>
            <a:lvl2pPr marL="952519" indent="0" algn="ctr">
              <a:buFontTx/>
              <a:buNone/>
              <a:defRPr sz="4667">
                <a:solidFill>
                  <a:schemeClr val="tx2"/>
                </a:solidFill>
                <a:latin typeface="Trebuchet MS" panose="020B0603020202020204" pitchFamily="34" charset="0"/>
              </a:defRPr>
            </a:lvl2pPr>
            <a:lvl3pPr marL="1815078" indent="0" algn="ctr">
              <a:buFontTx/>
              <a:buNone/>
              <a:defRPr sz="4667">
                <a:solidFill>
                  <a:schemeClr val="tx2"/>
                </a:solidFill>
                <a:latin typeface="Trebuchet MS" panose="020B0603020202020204" pitchFamily="34" charset="0"/>
              </a:defRPr>
            </a:lvl3pPr>
            <a:lvl4pPr marL="2577093" indent="0" algn="ctr">
              <a:buFontTx/>
              <a:buNone/>
              <a:defRPr sz="4667">
                <a:solidFill>
                  <a:schemeClr val="tx2"/>
                </a:solidFill>
                <a:latin typeface="Trebuchet MS" panose="020B0603020202020204" pitchFamily="34" charset="0"/>
              </a:defRPr>
            </a:lvl4pPr>
            <a:lvl5pPr marL="3148605" indent="0" algn="ctr">
              <a:buFontTx/>
              <a:buNone/>
              <a:defRPr sz="4667">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400007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830580" y="868681"/>
            <a:ext cx="16626840" cy="984885"/>
          </a:xfrm>
        </p:spPr>
        <p:txBody>
          <a:bodyPr/>
          <a:lstStyle>
            <a:lvl1pPr algn="ctr">
              <a:defRPr sz="4800">
                <a:solidFill>
                  <a:schemeClr val="bg1"/>
                </a:solidFill>
              </a:defRPr>
            </a:lvl1pPr>
          </a:lstStyle>
          <a:p>
            <a:r>
              <a:rPr lang="en-US"/>
              <a:t>Click to edit Master title style</a:t>
            </a:r>
          </a:p>
        </p:txBody>
      </p:sp>
      <p:sp>
        <p:nvSpPr>
          <p:cNvPr id="3" name="Content Placeholder 2"/>
          <p:cNvSpPr>
            <a:spLocks noGrp="1"/>
          </p:cNvSpPr>
          <p:nvPr>
            <p:ph idx="1"/>
          </p:nvPr>
        </p:nvSpPr>
        <p:spPr>
          <a:xfrm>
            <a:off x="861250" y="3505059"/>
            <a:ext cx="16581120" cy="6198208"/>
          </a:xfrm>
        </p:spPr>
        <p:txBody>
          <a:bodyPr/>
          <a:lstStyle>
            <a:lvl1pPr marL="0" indent="0">
              <a:buClr>
                <a:schemeClr val="bg2"/>
              </a:buClr>
              <a:buSzPct val="100000"/>
              <a:buFontTx/>
              <a:buNone/>
              <a:defRPr sz="2400">
                <a:solidFill>
                  <a:schemeClr val="accent4"/>
                </a:solidFill>
              </a:defRPr>
            </a:lvl1pPr>
            <a:lvl2pPr marL="952519" indent="0">
              <a:buClr>
                <a:schemeClr val="bg2"/>
              </a:buClr>
              <a:buSzPct val="100000"/>
              <a:buFontTx/>
              <a:buNone/>
              <a:defRPr sz="2000">
                <a:solidFill>
                  <a:schemeClr val="accent4"/>
                </a:solidFill>
              </a:defRPr>
            </a:lvl2pPr>
            <a:lvl3pPr marL="1815078" indent="0">
              <a:buClr>
                <a:schemeClr val="bg2"/>
              </a:buClr>
              <a:buSzPct val="100000"/>
              <a:buFontTx/>
              <a:buNone/>
              <a:defRPr sz="1800">
                <a:solidFill>
                  <a:schemeClr val="accent4"/>
                </a:solidFill>
              </a:defRPr>
            </a:lvl3pPr>
            <a:lvl4pPr marL="2958101" indent="-381008">
              <a:buClr>
                <a:schemeClr val="bg2"/>
              </a:buClr>
              <a:buFont typeface="Wingdings" panose="05000000000000000000" pitchFamily="2" charset="2"/>
              <a:buChar char="§"/>
              <a:defRPr sz="3000">
                <a:solidFill>
                  <a:schemeClr val="tx1"/>
                </a:solidFill>
              </a:defRPr>
            </a:lvl4pPr>
            <a:lvl5pPr marL="3529612" indent="-381008">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830580" y="1813561"/>
            <a:ext cx="16626840" cy="875772"/>
          </a:xfrm>
        </p:spPr>
        <p:txBody>
          <a:bodyPr/>
          <a:lstStyle>
            <a:lvl1pPr marL="0" indent="0" algn="ctr">
              <a:buFontTx/>
              <a:buNone/>
              <a:defRPr sz="3000" b="0">
                <a:solidFill>
                  <a:schemeClr val="tx2"/>
                </a:solidFill>
                <a:latin typeface="Trebuchet MS" panose="020B0603020202020204" pitchFamily="34" charset="0"/>
              </a:defRPr>
            </a:lvl1pPr>
            <a:lvl2pPr marL="952519" indent="0" algn="ctr">
              <a:buFontTx/>
              <a:buNone/>
              <a:defRPr sz="4667">
                <a:solidFill>
                  <a:schemeClr val="tx2"/>
                </a:solidFill>
                <a:latin typeface="Trebuchet MS" panose="020B0603020202020204" pitchFamily="34" charset="0"/>
              </a:defRPr>
            </a:lvl2pPr>
            <a:lvl3pPr marL="1815078" indent="0" algn="ctr">
              <a:buFontTx/>
              <a:buNone/>
              <a:defRPr sz="4667">
                <a:solidFill>
                  <a:schemeClr val="tx2"/>
                </a:solidFill>
                <a:latin typeface="Trebuchet MS" panose="020B0603020202020204" pitchFamily="34" charset="0"/>
              </a:defRPr>
            </a:lvl3pPr>
            <a:lvl4pPr marL="2577093" indent="0" algn="ctr">
              <a:buFontTx/>
              <a:buNone/>
              <a:defRPr sz="4667">
                <a:solidFill>
                  <a:schemeClr val="tx2"/>
                </a:solidFill>
                <a:latin typeface="Trebuchet MS" panose="020B0603020202020204" pitchFamily="34" charset="0"/>
              </a:defRPr>
            </a:lvl4pPr>
            <a:lvl5pPr marL="3148605" indent="0" algn="ctr">
              <a:buFontTx/>
              <a:buNone/>
              <a:defRPr sz="4667">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userDrawn="1"/>
        </p:nvSpPr>
        <p:spPr>
          <a:xfrm>
            <a:off x="280472" y="9613267"/>
            <a:ext cx="4604777" cy="413570"/>
          </a:xfrm>
          <a:prstGeom prst="rect">
            <a:avLst/>
          </a:prstGeom>
          <a:noFill/>
          <a:ln w="25400" cap="flat" cmpd="sng" algn="ctr">
            <a:noFill/>
            <a:prstDash val="solid"/>
          </a:ln>
          <a:effectLst/>
        </p:spPr>
        <p:txBody>
          <a:bodyPr rtlCol="0" anchor="b"/>
          <a:lstStyle/>
          <a:p>
            <a:pPr marL="0" marR="0" lvl="0" indent="0" algn="l" defTabSz="762015" eaLnBrk="1" fontAlgn="auto" latinLnBrk="0" hangingPunct="1">
              <a:lnSpc>
                <a:spcPct val="90000"/>
              </a:lnSpc>
              <a:spcBef>
                <a:spcPts val="0"/>
              </a:spcBef>
              <a:spcAft>
                <a:spcPts val="0"/>
              </a:spcAft>
              <a:buClrTx/>
              <a:buSzTx/>
              <a:buFontTx/>
              <a:buNone/>
              <a:tabLst/>
              <a:defRPr/>
            </a:pPr>
            <a:r>
              <a:rPr lang="en-US" sz="1200" b="1" i="0" kern="0">
                <a:solidFill>
                  <a:schemeClr val="bg1"/>
                </a:solidFill>
                <a:latin typeface="Trebuchet MS"/>
              </a:rPr>
              <a:t>NVIDIA CONFIDENTIAL. DO NOT DISTRIBUTE.</a:t>
            </a:r>
          </a:p>
        </p:txBody>
      </p:sp>
    </p:spTree>
    <p:extLst>
      <p:ext uri="{BB962C8B-B14F-4D97-AF65-F5344CB8AC3E}">
        <p14:creationId xmlns:p14="http://schemas.microsoft.com/office/powerpoint/2010/main" val="1318272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830580" y="868681"/>
            <a:ext cx="16626840" cy="984885"/>
          </a:xfrm>
        </p:spPr>
        <p:txBody>
          <a:bodyPr/>
          <a:lstStyle>
            <a:lvl1pPr algn="ctr">
              <a:defRPr sz="4800">
                <a:solidFill>
                  <a:schemeClr val="bg1"/>
                </a:solidFill>
              </a:defRPr>
            </a:lvl1pPr>
          </a:lstStyle>
          <a:p>
            <a:r>
              <a:rPr lang="en-US"/>
              <a:t>Click to edit Master title style</a:t>
            </a:r>
          </a:p>
        </p:txBody>
      </p:sp>
      <p:sp>
        <p:nvSpPr>
          <p:cNvPr id="3" name="Content Placeholder 2"/>
          <p:cNvSpPr>
            <a:spLocks noGrp="1"/>
          </p:cNvSpPr>
          <p:nvPr>
            <p:ph idx="1"/>
          </p:nvPr>
        </p:nvSpPr>
        <p:spPr>
          <a:xfrm>
            <a:off x="853440" y="3505059"/>
            <a:ext cx="16581120" cy="6156263"/>
          </a:xfrm>
        </p:spPr>
        <p:txBody>
          <a:bodyPr/>
          <a:lstStyle>
            <a:lvl1pPr marL="0" indent="0">
              <a:buClr>
                <a:schemeClr val="bg2"/>
              </a:buClr>
              <a:buSzPct val="100000"/>
              <a:buFontTx/>
              <a:buNone/>
              <a:defRPr sz="2400">
                <a:solidFill>
                  <a:schemeClr val="accent4"/>
                </a:solidFill>
              </a:defRPr>
            </a:lvl1pPr>
            <a:lvl2pPr marL="952519" indent="0">
              <a:buClr>
                <a:schemeClr val="bg2"/>
              </a:buClr>
              <a:buSzPct val="100000"/>
              <a:buFontTx/>
              <a:buNone/>
              <a:defRPr sz="2000">
                <a:solidFill>
                  <a:schemeClr val="accent4"/>
                </a:solidFill>
              </a:defRPr>
            </a:lvl2pPr>
            <a:lvl3pPr marL="1815078" indent="0">
              <a:buClr>
                <a:schemeClr val="bg2"/>
              </a:buClr>
              <a:buSzPct val="100000"/>
              <a:buFontTx/>
              <a:buNone/>
              <a:defRPr sz="1800">
                <a:solidFill>
                  <a:schemeClr val="accent4"/>
                </a:solidFill>
              </a:defRPr>
            </a:lvl3pPr>
            <a:lvl4pPr marL="2958101" indent="-381008">
              <a:buClr>
                <a:schemeClr val="bg2"/>
              </a:buClr>
              <a:buFont typeface="Wingdings" panose="05000000000000000000" pitchFamily="2" charset="2"/>
              <a:buChar char="§"/>
              <a:defRPr sz="3000">
                <a:solidFill>
                  <a:schemeClr val="tx1"/>
                </a:solidFill>
              </a:defRPr>
            </a:lvl4pPr>
            <a:lvl5pPr marL="3529612" indent="-381008">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830580" y="1813561"/>
            <a:ext cx="16626840" cy="875772"/>
          </a:xfrm>
        </p:spPr>
        <p:txBody>
          <a:bodyPr/>
          <a:lstStyle>
            <a:lvl1pPr marL="0" indent="0" algn="ctr">
              <a:buFontTx/>
              <a:buNone/>
              <a:defRPr sz="3000" b="0">
                <a:solidFill>
                  <a:schemeClr val="tx2"/>
                </a:solidFill>
                <a:latin typeface="Trebuchet MS" panose="020B0603020202020204" pitchFamily="34" charset="0"/>
              </a:defRPr>
            </a:lvl1pPr>
            <a:lvl2pPr marL="952519" indent="0" algn="ctr">
              <a:buFontTx/>
              <a:buNone/>
              <a:defRPr sz="4667">
                <a:solidFill>
                  <a:schemeClr val="tx2"/>
                </a:solidFill>
                <a:latin typeface="Trebuchet MS" panose="020B0603020202020204" pitchFamily="34" charset="0"/>
              </a:defRPr>
            </a:lvl2pPr>
            <a:lvl3pPr marL="1815078" indent="0" algn="ctr">
              <a:buFontTx/>
              <a:buNone/>
              <a:defRPr sz="4667">
                <a:solidFill>
                  <a:schemeClr val="tx2"/>
                </a:solidFill>
                <a:latin typeface="Trebuchet MS" panose="020B0603020202020204" pitchFamily="34" charset="0"/>
              </a:defRPr>
            </a:lvl3pPr>
            <a:lvl4pPr marL="2577093" indent="0" algn="ctr">
              <a:buFontTx/>
              <a:buNone/>
              <a:defRPr sz="4667">
                <a:solidFill>
                  <a:schemeClr val="tx2"/>
                </a:solidFill>
                <a:latin typeface="Trebuchet MS" panose="020B0603020202020204" pitchFamily="34" charset="0"/>
              </a:defRPr>
            </a:lvl4pPr>
            <a:lvl5pPr marL="3148605" indent="0" algn="ctr">
              <a:buFontTx/>
              <a:buNone/>
              <a:defRPr sz="4667">
                <a:solidFill>
                  <a:schemeClr val="tx2"/>
                </a:solidFill>
                <a:latin typeface="Trebuchet MS" panose="020B0603020202020204" pitchFamily="34" charset="0"/>
              </a:defRPr>
            </a:lvl5pPr>
          </a:lstStyle>
          <a:p>
            <a:pPr lvl="0"/>
            <a:r>
              <a:rPr lang="en-US"/>
              <a:t>Click to edit Master text styles</a:t>
            </a:r>
          </a:p>
        </p:txBody>
      </p:sp>
      <p:sp>
        <p:nvSpPr>
          <p:cNvPr id="4" name="Rectangle 3">
            <a:extLst>
              <a:ext uri="{FF2B5EF4-FFF2-40B4-BE49-F238E27FC236}">
                <a16:creationId xmlns:a16="http://schemas.microsoft.com/office/drawing/2014/main" id="{018D8CF8-E6F1-4C71-A0F0-EB56510727F2}"/>
              </a:ext>
            </a:extLst>
          </p:cNvPr>
          <p:cNvSpPr/>
          <p:nvPr userDrawn="1"/>
        </p:nvSpPr>
        <p:spPr>
          <a:xfrm>
            <a:off x="16446823" y="9716467"/>
            <a:ext cx="1841178" cy="570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F2B99FC-81DD-40A1-9F56-0299A0ECAD29}"/>
              </a:ext>
            </a:extLst>
          </p:cNvPr>
          <p:cNvSpPr txBox="1"/>
          <p:nvPr userDrawn="1"/>
        </p:nvSpPr>
        <p:spPr>
          <a:xfrm>
            <a:off x="16248609" y="9792797"/>
            <a:ext cx="535045" cy="184666"/>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1200" kern="1200" smtClean="0">
                <a:solidFill>
                  <a:schemeClr val="accent5"/>
                </a:solidFill>
                <a:latin typeface="Trebuchet MS" panose="020B0603020202020204" pitchFamily="34" charset="0"/>
                <a:ea typeface="MS PGothic" pitchFamily="34" charset="-128"/>
                <a:cs typeface="+mn-cs"/>
              </a:rPr>
              <a:pPr algn="r"/>
              <a:t>‹#›</a:t>
            </a:fld>
            <a:r>
              <a:rPr lang="en-US" sz="1200" cap="none" baseline="0">
                <a:solidFill>
                  <a:schemeClr val="accent5"/>
                </a:solidFill>
                <a:latin typeface="Trebuchet MS" panose="020B0603020202020204" pitchFamily="34" charset="0"/>
              </a:rPr>
              <a:t> </a:t>
            </a:r>
            <a:endParaRPr lang="en-US" sz="1200" cap="none">
              <a:solidFill>
                <a:schemeClr val="accent5"/>
              </a:solidFill>
              <a:latin typeface="Trebuchet MS" panose="020B0603020202020204" pitchFamily="34" charset="0"/>
            </a:endParaRPr>
          </a:p>
        </p:txBody>
      </p:sp>
      <p:pic>
        <p:nvPicPr>
          <p:cNvPr id="15" name="Picture 14">
            <a:extLst>
              <a:ext uri="{FF2B5EF4-FFF2-40B4-BE49-F238E27FC236}">
                <a16:creationId xmlns:a16="http://schemas.microsoft.com/office/drawing/2014/main" id="{1502A7F8-2FCA-4506-BD4A-AC3663150A4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820890" y="9722868"/>
            <a:ext cx="1084725" cy="385407"/>
          </a:xfrm>
          <a:prstGeom prst="rect">
            <a:avLst/>
          </a:prstGeom>
        </p:spPr>
      </p:pic>
    </p:spTree>
    <p:extLst>
      <p:ext uri="{BB962C8B-B14F-4D97-AF65-F5344CB8AC3E}">
        <p14:creationId xmlns:p14="http://schemas.microsoft.com/office/powerpoint/2010/main" val="2248292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865387" y="2997651"/>
            <a:ext cx="7007337" cy="1031052"/>
          </a:xfrm>
        </p:spPr>
        <p:txBody>
          <a:bodyPr/>
          <a:lstStyle>
            <a:lvl1pPr algn="l">
              <a:defRPr sz="4800">
                <a:solidFill>
                  <a:schemeClr val="bg1"/>
                </a:solidFill>
              </a:defRPr>
            </a:lvl1pPr>
          </a:lstStyle>
          <a:p>
            <a:r>
              <a:rPr lang="en-US"/>
              <a:t>Click to edit Master title style</a:t>
            </a:r>
          </a:p>
        </p:txBody>
      </p:sp>
      <p:sp>
        <p:nvSpPr>
          <p:cNvPr id="3" name="Content Placeholder 2"/>
          <p:cNvSpPr>
            <a:spLocks noGrp="1"/>
          </p:cNvSpPr>
          <p:nvPr>
            <p:ph idx="1"/>
          </p:nvPr>
        </p:nvSpPr>
        <p:spPr>
          <a:xfrm>
            <a:off x="865386" y="5119299"/>
            <a:ext cx="6988068" cy="4195148"/>
          </a:xfrm>
        </p:spPr>
        <p:txBody>
          <a:bodyPr/>
          <a:lstStyle>
            <a:lvl1pPr marL="0" indent="0">
              <a:spcBef>
                <a:spcPts val="833"/>
              </a:spcBef>
              <a:spcAft>
                <a:spcPts val="833"/>
              </a:spcAft>
              <a:buClr>
                <a:schemeClr val="bg2"/>
              </a:buClr>
              <a:buSzPct val="100000"/>
              <a:buFontTx/>
              <a:buNone/>
              <a:defRPr sz="2000">
                <a:solidFill>
                  <a:schemeClr val="accent4"/>
                </a:solidFill>
              </a:defRPr>
            </a:lvl1pPr>
            <a:lvl2pPr marL="952519" indent="0">
              <a:spcBef>
                <a:spcPts val="833"/>
              </a:spcBef>
              <a:spcAft>
                <a:spcPts val="833"/>
              </a:spcAft>
              <a:buClr>
                <a:schemeClr val="bg2"/>
              </a:buClr>
              <a:buSzPct val="100000"/>
              <a:buFontTx/>
              <a:buNone/>
              <a:defRPr sz="1800">
                <a:solidFill>
                  <a:schemeClr val="accent4"/>
                </a:solidFill>
              </a:defRPr>
            </a:lvl2pPr>
            <a:lvl3pPr marL="1815078" indent="0">
              <a:spcBef>
                <a:spcPts val="833"/>
              </a:spcBef>
              <a:spcAft>
                <a:spcPts val="833"/>
              </a:spcAft>
              <a:buClr>
                <a:schemeClr val="bg2"/>
              </a:buClr>
              <a:buSzPct val="100000"/>
              <a:buFontTx/>
              <a:buNone/>
              <a:defRPr sz="1600">
                <a:solidFill>
                  <a:schemeClr val="accent4"/>
                </a:solidFill>
              </a:defRPr>
            </a:lvl3pPr>
            <a:lvl4pPr marL="2958101" indent="-381008">
              <a:buClr>
                <a:schemeClr val="bg2"/>
              </a:buClr>
              <a:buFont typeface="Wingdings" panose="05000000000000000000" pitchFamily="2" charset="2"/>
              <a:buChar char="§"/>
              <a:defRPr sz="3000">
                <a:solidFill>
                  <a:schemeClr val="tx1"/>
                </a:solidFill>
              </a:defRPr>
            </a:lvl4pPr>
            <a:lvl5pPr marL="3529612" indent="-381008">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865387" y="3913996"/>
            <a:ext cx="7007337" cy="875772"/>
          </a:xfrm>
        </p:spPr>
        <p:txBody>
          <a:bodyPr/>
          <a:lstStyle>
            <a:lvl1pPr marL="0" indent="0" algn="l">
              <a:buFontTx/>
              <a:buNone/>
              <a:defRPr sz="3000" b="0">
                <a:solidFill>
                  <a:schemeClr val="tx2"/>
                </a:solidFill>
                <a:latin typeface="Trebuchet MS" panose="020B0603020202020204" pitchFamily="34" charset="0"/>
              </a:defRPr>
            </a:lvl1pPr>
            <a:lvl2pPr marL="952519" indent="0" algn="ctr">
              <a:buFontTx/>
              <a:buNone/>
              <a:defRPr sz="4667">
                <a:solidFill>
                  <a:schemeClr val="tx2"/>
                </a:solidFill>
                <a:latin typeface="Trebuchet MS" panose="020B0603020202020204" pitchFamily="34" charset="0"/>
              </a:defRPr>
            </a:lvl2pPr>
            <a:lvl3pPr marL="1815078" indent="0" algn="ctr">
              <a:buFontTx/>
              <a:buNone/>
              <a:defRPr sz="4667">
                <a:solidFill>
                  <a:schemeClr val="tx2"/>
                </a:solidFill>
                <a:latin typeface="Trebuchet MS" panose="020B0603020202020204" pitchFamily="34" charset="0"/>
              </a:defRPr>
            </a:lvl3pPr>
            <a:lvl4pPr marL="2577093" indent="0" algn="ctr">
              <a:buFontTx/>
              <a:buNone/>
              <a:defRPr sz="4667">
                <a:solidFill>
                  <a:schemeClr val="tx2"/>
                </a:solidFill>
                <a:latin typeface="Trebuchet MS" panose="020B0603020202020204" pitchFamily="34" charset="0"/>
              </a:defRPr>
            </a:lvl4pPr>
            <a:lvl5pPr marL="3148605" indent="0" algn="ctr">
              <a:buFontTx/>
              <a:buNone/>
              <a:defRPr sz="4667">
                <a:solidFill>
                  <a:schemeClr val="tx2"/>
                </a:solidFill>
                <a:latin typeface="Trebuchet MS" panose="020B0603020202020204" pitchFamily="34" charset="0"/>
              </a:defRPr>
            </a:lvl5pPr>
          </a:lstStyle>
          <a:p>
            <a:pPr lvl="0"/>
            <a:r>
              <a:rPr lang="en-US"/>
              <a:t>Click to edit Master text styles</a:t>
            </a:r>
          </a:p>
        </p:txBody>
      </p:sp>
      <p:sp>
        <p:nvSpPr>
          <p:cNvPr id="4" name="Rectangle 3">
            <a:extLst>
              <a:ext uri="{FF2B5EF4-FFF2-40B4-BE49-F238E27FC236}">
                <a16:creationId xmlns:a16="http://schemas.microsoft.com/office/drawing/2014/main" id="{3208F0BB-1BE0-4D37-802F-86688BB7AF78}"/>
              </a:ext>
            </a:extLst>
          </p:cNvPr>
          <p:cNvSpPr/>
          <p:nvPr userDrawn="1"/>
        </p:nvSpPr>
        <p:spPr>
          <a:xfrm>
            <a:off x="16060020" y="9499859"/>
            <a:ext cx="2227980" cy="787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8DC585D-DB84-422C-9A7B-0D1DC0631FEC}"/>
              </a:ext>
            </a:extLst>
          </p:cNvPr>
          <p:cNvSpPr txBox="1"/>
          <p:nvPr userDrawn="1"/>
        </p:nvSpPr>
        <p:spPr>
          <a:xfrm>
            <a:off x="16248609" y="9792797"/>
            <a:ext cx="535045" cy="184666"/>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1200" kern="1200" smtClean="0">
                <a:solidFill>
                  <a:schemeClr val="accent5"/>
                </a:solidFill>
                <a:latin typeface="Trebuchet MS" panose="020B0603020202020204" pitchFamily="34" charset="0"/>
                <a:ea typeface="MS PGothic" pitchFamily="34" charset="-128"/>
                <a:cs typeface="+mn-cs"/>
              </a:rPr>
              <a:pPr algn="r"/>
              <a:t>‹#›</a:t>
            </a:fld>
            <a:r>
              <a:rPr lang="en-US" sz="1200" cap="none" baseline="0">
                <a:solidFill>
                  <a:schemeClr val="accent5"/>
                </a:solidFill>
                <a:latin typeface="Trebuchet MS" panose="020B0603020202020204" pitchFamily="34" charset="0"/>
              </a:rPr>
              <a:t> </a:t>
            </a:r>
            <a:endParaRPr lang="en-US" sz="1200" cap="none">
              <a:solidFill>
                <a:schemeClr val="accent5"/>
              </a:solidFill>
              <a:latin typeface="Trebuchet MS" panose="020B0603020202020204" pitchFamily="34" charset="0"/>
            </a:endParaRPr>
          </a:p>
        </p:txBody>
      </p:sp>
      <p:pic>
        <p:nvPicPr>
          <p:cNvPr id="11" name="Picture 10">
            <a:extLst>
              <a:ext uri="{FF2B5EF4-FFF2-40B4-BE49-F238E27FC236}">
                <a16:creationId xmlns:a16="http://schemas.microsoft.com/office/drawing/2014/main" id="{F048712A-17DE-4B43-8BD2-BA3A95C51C5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820890" y="9722868"/>
            <a:ext cx="1084725" cy="385407"/>
          </a:xfrm>
          <a:prstGeom prst="rect">
            <a:avLst/>
          </a:prstGeom>
        </p:spPr>
      </p:pic>
    </p:spTree>
    <p:extLst>
      <p:ext uri="{BB962C8B-B14F-4D97-AF65-F5344CB8AC3E}">
        <p14:creationId xmlns:p14="http://schemas.microsoft.com/office/powerpoint/2010/main" val="2569165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DE_Content with Photograph">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65387" y="2997651"/>
            <a:ext cx="7007337" cy="1031052"/>
          </a:xfrm>
        </p:spPr>
        <p:txBody>
          <a:bodyPr/>
          <a:lstStyle>
            <a:lvl1pPr algn="l">
              <a:defRPr sz="4800" cap="none" baseline="0">
                <a:solidFill>
                  <a:schemeClr val="bg1"/>
                </a:solidFill>
                <a:latin typeface="Courier New" panose="02070309020205020404" pitchFamily="49" charset="0"/>
                <a:cs typeface="Courier New" panose="02070309020205020404" pitchFamily="49" charset="0"/>
              </a:defRPr>
            </a:lvl1pPr>
          </a:lstStyle>
          <a:p>
            <a:r>
              <a:rPr lang="en-US"/>
              <a:t>Click to Edit Master Title Style</a:t>
            </a:r>
          </a:p>
        </p:txBody>
      </p:sp>
      <p:sp>
        <p:nvSpPr>
          <p:cNvPr id="3" name="Content Placeholder 2"/>
          <p:cNvSpPr>
            <a:spLocks noGrp="1"/>
          </p:cNvSpPr>
          <p:nvPr>
            <p:ph idx="1"/>
          </p:nvPr>
        </p:nvSpPr>
        <p:spPr>
          <a:xfrm>
            <a:off x="865386" y="5119299"/>
            <a:ext cx="6988068" cy="4195148"/>
          </a:xfrm>
        </p:spPr>
        <p:txBody>
          <a:bodyPr/>
          <a:lstStyle>
            <a:lvl1pPr marL="0" indent="0">
              <a:spcBef>
                <a:spcPts val="833"/>
              </a:spcBef>
              <a:spcAft>
                <a:spcPts val="833"/>
              </a:spcAft>
              <a:buClr>
                <a:schemeClr val="bg2"/>
              </a:buClr>
              <a:buSzPct val="100000"/>
              <a:buFontTx/>
              <a:buNone/>
              <a:defRPr sz="2000">
                <a:solidFill>
                  <a:schemeClr val="accent4"/>
                </a:solidFill>
              </a:defRPr>
            </a:lvl1pPr>
            <a:lvl2pPr marL="952519" indent="0">
              <a:spcBef>
                <a:spcPts val="833"/>
              </a:spcBef>
              <a:spcAft>
                <a:spcPts val="833"/>
              </a:spcAft>
              <a:buClr>
                <a:schemeClr val="bg2"/>
              </a:buClr>
              <a:buSzPct val="100000"/>
              <a:buFontTx/>
              <a:buNone/>
              <a:defRPr sz="1800">
                <a:solidFill>
                  <a:schemeClr val="accent4"/>
                </a:solidFill>
              </a:defRPr>
            </a:lvl2pPr>
            <a:lvl3pPr marL="1815078" indent="0">
              <a:spcBef>
                <a:spcPts val="833"/>
              </a:spcBef>
              <a:spcAft>
                <a:spcPts val="833"/>
              </a:spcAft>
              <a:buClr>
                <a:schemeClr val="bg2"/>
              </a:buClr>
              <a:buSzPct val="100000"/>
              <a:buFontTx/>
              <a:buNone/>
              <a:defRPr sz="1600">
                <a:solidFill>
                  <a:schemeClr val="accent4"/>
                </a:solidFill>
              </a:defRPr>
            </a:lvl3pPr>
            <a:lvl4pPr marL="2958101" indent="-381008">
              <a:buClr>
                <a:schemeClr val="bg2"/>
              </a:buClr>
              <a:buFont typeface="Wingdings" panose="05000000000000000000" pitchFamily="2" charset="2"/>
              <a:buChar char="§"/>
              <a:defRPr sz="3000">
                <a:solidFill>
                  <a:schemeClr val="tx1"/>
                </a:solidFill>
              </a:defRPr>
            </a:lvl4pPr>
            <a:lvl5pPr marL="3529612" indent="-381008">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865387" y="3913996"/>
            <a:ext cx="7007337" cy="875772"/>
          </a:xfrm>
        </p:spPr>
        <p:txBody>
          <a:bodyPr/>
          <a:lstStyle>
            <a:lvl1pPr marL="0" indent="0" algn="l">
              <a:buFontTx/>
              <a:buNone/>
              <a:defRPr sz="3000" b="0">
                <a:solidFill>
                  <a:schemeClr val="tx2"/>
                </a:solidFill>
                <a:latin typeface="Courier New" panose="02070309020205020404" pitchFamily="49" charset="0"/>
                <a:cs typeface="Courier New" panose="02070309020205020404" pitchFamily="49" charset="0"/>
              </a:defRPr>
            </a:lvl1pPr>
            <a:lvl2pPr marL="952519" indent="0" algn="ctr">
              <a:buFontTx/>
              <a:buNone/>
              <a:defRPr sz="4667">
                <a:solidFill>
                  <a:schemeClr val="tx2"/>
                </a:solidFill>
                <a:latin typeface="Trebuchet MS" panose="020B0603020202020204" pitchFamily="34" charset="0"/>
              </a:defRPr>
            </a:lvl2pPr>
            <a:lvl3pPr marL="1815078" indent="0" algn="ctr">
              <a:buFontTx/>
              <a:buNone/>
              <a:defRPr sz="4667">
                <a:solidFill>
                  <a:schemeClr val="tx2"/>
                </a:solidFill>
                <a:latin typeface="Trebuchet MS" panose="020B0603020202020204" pitchFamily="34" charset="0"/>
              </a:defRPr>
            </a:lvl3pPr>
            <a:lvl4pPr marL="2577093" indent="0" algn="ctr">
              <a:buFontTx/>
              <a:buNone/>
              <a:defRPr sz="4667">
                <a:solidFill>
                  <a:schemeClr val="tx2"/>
                </a:solidFill>
                <a:latin typeface="Trebuchet MS" panose="020B0603020202020204" pitchFamily="34" charset="0"/>
              </a:defRPr>
            </a:lvl4pPr>
            <a:lvl5pPr marL="3148605" indent="0" algn="ctr">
              <a:buFontTx/>
              <a:buNone/>
              <a:defRPr sz="4667">
                <a:solidFill>
                  <a:schemeClr val="tx2"/>
                </a:solidFill>
                <a:latin typeface="Trebuchet MS" panose="020B0603020202020204" pitchFamily="34" charset="0"/>
              </a:defRPr>
            </a:lvl5pPr>
          </a:lstStyle>
          <a:p>
            <a:pPr lvl="0"/>
            <a:r>
              <a:rPr lang="en-US"/>
              <a:t>Click to edit Master text styles</a:t>
            </a:r>
          </a:p>
        </p:txBody>
      </p:sp>
      <p:sp>
        <p:nvSpPr>
          <p:cNvPr id="4" name="Rectangle 3">
            <a:extLst>
              <a:ext uri="{FF2B5EF4-FFF2-40B4-BE49-F238E27FC236}">
                <a16:creationId xmlns:a16="http://schemas.microsoft.com/office/drawing/2014/main" id="{3208F0BB-1BE0-4D37-802F-86688BB7AF78}"/>
              </a:ext>
            </a:extLst>
          </p:cNvPr>
          <p:cNvSpPr/>
          <p:nvPr userDrawn="1"/>
        </p:nvSpPr>
        <p:spPr>
          <a:xfrm>
            <a:off x="16060020" y="9499859"/>
            <a:ext cx="2227980" cy="787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5C7B12B-CED0-499E-AF41-9ACC7DE783D6}"/>
              </a:ext>
            </a:extLst>
          </p:cNvPr>
          <p:cNvSpPr txBox="1"/>
          <p:nvPr userDrawn="1"/>
        </p:nvSpPr>
        <p:spPr>
          <a:xfrm>
            <a:off x="16248609" y="9792797"/>
            <a:ext cx="535045" cy="184666"/>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1200" kern="1200" smtClean="0">
                <a:solidFill>
                  <a:schemeClr val="accent5"/>
                </a:solidFill>
                <a:latin typeface="Trebuchet MS" panose="020B0603020202020204" pitchFamily="34" charset="0"/>
                <a:ea typeface="MS PGothic" pitchFamily="34" charset="-128"/>
                <a:cs typeface="+mn-cs"/>
              </a:rPr>
              <a:pPr algn="r"/>
              <a:t>‹#›</a:t>
            </a:fld>
            <a:r>
              <a:rPr lang="en-US" sz="1200" cap="none" baseline="0">
                <a:solidFill>
                  <a:schemeClr val="accent5"/>
                </a:solidFill>
                <a:latin typeface="Trebuchet MS" panose="020B0603020202020204" pitchFamily="34" charset="0"/>
              </a:rPr>
              <a:t> </a:t>
            </a:r>
            <a:endParaRPr lang="en-US" sz="1200" cap="none">
              <a:solidFill>
                <a:schemeClr val="accent5"/>
              </a:solidFill>
              <a:latin typeface="Trebuchet MS" panose="020B0603020202020204" pitchFamily="34" charset="0"/>
            </a:endParaRPr>
          </a:p>
        </p:txBody>
      </p:sp>
      <p:pic>
        <p:nvPicPr>
          <p:cNvPr id="9" name="Picture 8">
            <a:extLst>
              <a:ext uri="{FF2B5EF4-FFF2-40B4-BE49-F238E27FC236}">
                <a16:creationId xmlns:a16="http://schemas.microsoft.com/office/drawing/2014/main" id="{8B040755-92A7-4902-AEA7-08E9B082B71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820890" y="9722868"/>
            <a:ext cx="1084725" cy="385407"/>
          </a:xfrm>
          <a:prstGeom prst="rect">
            <a:avLst/>
          </a:prstGeom>
        </p:spPr>
      </p:pic>
    </p:spTree>
    <p:extLst>
      <p:ext uri="{BB962C8B-B14F-4D97-AF65-F5344CB8AC3E}">
        <p14:creationId xmlns:p14="http://schemas.microsoft.com/office/powerpoint/2010/main" val="535636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8305800" y="2997651"/>
            <a:ext cx="9067800" cy="1031052"/>
          </a:xfrm>
        </p:spPr>
        <p:txBody>
          <a:bodyPr/>
          <a:lstStyle>
            <a:lvl1pPr algn="l">
              <a:defRPr sz="4800">
                <a:solidFill>
                  <a:schemeClr val="bg1"/>
                </a:solidFill>
              </a:defRPr>
            </a:lvl1pPr>
          </a:lstStyle>
          <a:p>
            <a:r>
              <a:rPr lang="en-US"/>
              <a:t>Click to edit Master title style</a:t>
            </a:r>
          </a:p>
        </p:txBody>
      </p:sp>
      <p:sp>
        <p:nvSpPr>
          <p:cNvPr id="3" name="Content Placeholder 2"/>
          <p:cNvSpPr>
            <a:spLocks noGrp="1"/>
          </p:cNvSpPr>
          <p:nvPr>
            <p:ph idx="1"/>
          </p:nvPr>
        </p:nvSpPr>
        <p:spPr>
          <a:xfrm>
            <a:off x="8305800" y="4861561"/>
            <a:ext cx="9052560" cy="4195148"/>
          </a:xfrm>
        </p:spPr>
        <p:txBody>
          <a:bodyPr/>
          <a:lstStyle>
            <a:lvl1pPr marL="0" indent="0">
              <a:spcBef>
                <a:spcPts val="833"/>
              </a:spcBef>
              <a:spcAft>
                <a:spcPts val="833"/>
              </a:spcAft>
              <a:buClr>
                <a:schemeClr val="bg2"/>
              </a:buClr>
              <a:buSzPct val="100000"/>
              <a:buFontTx/>
              <a:buNone/>
              <a:defRPr sz="2000">
                <a:solidFill>
                  <a:schemeClr val="accent4"/>
                </a:solidFill>
              </a:defRPr>
            </a:lvl1pPr>
            <a:lvl2pPr marL="952519" indent="0">
              <a:spcBef>
                <a:spcPts val="833"/>
              </a:spcBef>
              <a:spcAft>
                <a:spcPts val="833"/>
              </a:spcAft>
              <a:buClr>
                <a:schemeClr val="bg2"/>
              </a:buClr>
              <a:buSzPct val="100000"/>
              <a:buFontTx/>
              <a:buNone/>
              <a:defRPr sz="1800">
                <a:solidFill>
                  <a:schemeClr val="accent4"/>
                </a:solidFill>
              </a:defRPr>
            </a:lvl2pPr>
            <a:lvl3pPr marL="1815078" indent="0">
              <a:spcBef>
                <a:spcPts val="833"/>
              </a:spcBef>
              <a:spcAft>
                <a:spcPts val="833"/>
              </a:spcAft>
              <a:buClr>
                <a:schemeClr val="bg2"/>
              </a:buClr>
              <a:buSzPct val="100000"/>
              <a:buFontTx/>
              <a:buNone/>
              <a:defRPr sz="1600">
                <a:solidFill>
                  <a:schemeClr val="accent4"/>
                </a:solidFill>
              </a:defRPr>
            </a:lvl3pPr>
            <a:lvl4pPr marL="2958101" indent="-381008">
              <a:buClr>
                <a:schemeClr val="bg2"/>
              </a:buClr>
              <a:buFont typeface="Wingdings" panose="05000000000000000000" pitchFamily="2" charset="2"/>
              <a:buChar char="§"/>
              <a:defRPr sz="3000">
                <a:solidFill>
                  <a:schemeClr val="tx1"/>
                </a:solidFill>
              </a:defRPr>
            </a:lvl4pPr>
            <a:lvl5pPr marL="3529612" indent="-381008">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8305800" y="3947161"/>
            <a:ext cx="9067800" cy="875772"/>
          </a:xfrm>
        </p:spPr>
        <p:txBody>
          <a:bodyPr/>
          <a:lstStyle>
            <a:lvl1pPr marL="0" indent="0" algn="l">
              <a:buFontTx/>
              <a:buNone/>
              <a:defRPr sz="3000" b="0">
                <a:solidFill>
                  <a:schemeClr val="tx2"/>
                </a:solidFill>
                <a:latin typeface="Trebuchet MS" panose="020B0603020202020204" pitchFamily="34" charset="0"/>
              </a:defRPr>
            </a:lvl1pPr>
            <a:lvl2pPr marL="952519" indent="0" algn="ctr">
              <a:buFontTx/>
              <a:buNone/>
              <a:defRPr sz="4667">
                <a:solidFill>
                  <a:schemeClr val="tx2"/>
                </a:solidFill>
                <a:latin typeface="Trebuchet MS" panose="020B0603020202020204" pitchFamily="34" charset="0"/>
              </a:defRPr>
            </a:lvl2pPr>
            <a:lvl3pPr marL="1815078" indent="0" algn="ctr">
              <a:buFontTx/>
              <a:buNone/>
              <a:defRPr sz="4667">
                <a:solidFill>
                  <a:schemeClr val="tx2"/>
                </a:solidFill>
                <a:latin typeface="Trebuchet MS" panose="020B0603020202020204" pitchFamily="34" charset="0"/>
              </a:defRPr>
            </a:lvl3pPr>
            <a:lvl4pPr marL="2577093" indent="0" algn="ctr">
              <a:buFontTx/>
              <a:buNone/>
              <a:defRPr sz="4667">
                <a:solidFill>
                  <a:schemeClr val="tx2"/>
                </a:solidFill>
                <a:latin typeface="Trebuchet MS" panose="020B0603020202020204" pitchFamily="34" charset="0"/>
              </a:defRPr>
            </a:lvl4pPr>
            <a:lvl5pPr marL="3148605" indent="0" algn="ctr">
              <a:buFontTx/>
              <a:buNone/>
              <a:defRPr sz="4667">
                <a:solidFill>
                  <a:schemeClr val="tx2"/>
                </a:solidFill>
                <a:latin typeface="Trebuchet MS" panose="020B0603020202020204" pitchFamily="34" charset="0"/>
              </a:defRPr>
            </a:lvl5pPr>
          </a:lstStyle>
          <a:p>
            <a:pPr lvl="0"/>
            <a:r>
              <a:rPr lang="en-US"/>
              <a:t>Click to edit Master text styles</a:t>
            </a:r>
          </a:p>
        </p:txBody>
      </p:sp>
      <p:sp>
        <p:nvSpPr>
          <p:cNvPr id="4" name="Rectangle 3">
            <a:extLst>
              <a:ext uri="{FF2B5EF4-FFF2-40B4-BE49-F238E27FC236}">
                <a16:creationId xmlns:a16="http://schemas.microsoft.com/office/drawing/2014/main" id="{3208F0BB-1BE0-4D37-802F-86688BB7AF78}"/>
              </a:ext>
            </a:extLst>
          </p:cNvPr>
          <p:cNvSpPr/>
          <p:nvPr userDrawn="1"/>
        </p:nvSpPr>
        <p:spPr>
          <a:xfrm>
            <a:off x="16060020" y="9499859"/>
            <a:ext cx="2227980" cy="787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FACDDEC-7B0F-4224-B7DD-1384AF6821DE}"/>
              </a:ext>
            </a:extLst>
          </p:cNvPr>
          <p:cNvSpPr txBox="1"/>
          <p:nvPr userDrawn="1"/>
        </p:nvSpPr>
        <p:spPr>
          <a:xfrm>
            <a:off x="16248609" y="9792797"/>
            <a:ext cx="535045" cy="184666"/>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1200" kern="1200" smtClean="0">
                <a:solidFill>
                  <a:schemeClr val="accent5"/>
                </a:solidFill>
                <a:latin typeface="Trebuchet MS" panose="020B0603020202020204" pitchFamily="34" charset="0"/>
                <a:ea typeface="MS PGothic" pitchFamily="34" charset="-128"/>
                <a:cs typeface="+mn-cs"/>
              </a:rPr>
              <a:pPr algn="r"/>
              <a:t>‹#›</a:t>
            </a:fld>
            <a:r>
              <a:rPr lang="en-US" sz="1200" cap="none" baseline="0">
                <a:solidFill>
                  <a:schemeClr val="accent5"/>
                </a:solidFill>
                <a:latin typeface="Trebuchet MS" panose="020B0603020202020204" pitchFamily="34" charset="0"/>
              </a:rPr>
              <a:t> </a:t>
            </a:r>
            <a:endParaRPr lang="en-US" sz="1200" cap="none">
              <a:solidFill>
                <a:schemeClr val="accent5"/>
              </a:solidFill>
              <a:latin typeface="Trebuchet MS" panose="020B0603020202020204" pitchFamily="34" charset="0"/>
            </a:endParaRPr>
          </a:p>
        </p:txBody>
      </p:sp>
      <p:pic>
        <p:nvPicPr>
          <p:cNvPr id="9" name="Picture 8">
            <a:extLst>
              <a:ext uri="{FF2B5EF4-FFF2-40B4-BE49-F238E27FC236}">
                <a16:creationId xmlns:a16="http://schemas.microsoft.com/office/drawing/2014/main" id="{63865C37-5E1F-4D9B-9A59-A229257C369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820890" y="9722868"/>
            <a:ext cx="1084725" cy="385407"/>
          </a:xfrm>
          <a:prstGeom prst="rect">
            <a:avLst/>
          </a:prstGeom>
        </p:spPr>
      </p:pic>
    </p:spTree>
    <p:extLst>
      <p:ext uri="{BB962C8B-B14F-4D97-AF65-F5344CB8AC3E}">
        <p14:creationId xmlns:p14="http://schemas.microsoft.com/office/powerpoint/2010/main" val="3138140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6302B7CA-37AE-4D42-BAAD-C239CA228AB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8288000" cy="10287000"/>
          </a:xfrm>
          <a:prstGeom prst="rect">
            <a:avLst/>
          </a:prstGeom>
        </p:spPr>
      </p:pic>
    </p:spTree>
    <p:extLst>
      <p:ext uri="{BB962C8B-B14F-4D97-AF65-F5344CB8AC3E}">
        <p14:creationId xmlns:p14="http://schemas.microsoft.com/office/powerpoint/2010/main" val="3688517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userDrawn="1"/>
        </p:nvSpPr>
        <p:spPr>
          <a:xfrm>
            <a:off x="0"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0580" y="868681"/>
            <a:ext cx="16626840" cy="984885"/>
          </a:xfrm>
        </p:spPr>
        <p:txBody>
          <a:bodyPr/>
          <a:lstStyle>
            <a:lvl1pPr algn="ctr">
              <a:defRPr sz="4800">
                <a:solidFill>
                  <a:schemeClr val="bg1"/>
                </a:solidFill>
              </a:defRPr>
            </a:lvl1pPr>
          </a:lstStyle>
          <a:p>
            <a:r>
              <a:rPr lang="en-US"/>
              <a:t>Click to edit Master title style</a:t>
            </a:r>
          </a:p>
        </p:txBody>
      </p:sp>
      <p:sp>
        <p:nvSpPr>
          <p:cNvPr id="3" name="TextBox 2">
            <a:extLst>
              <a:ext uri="{FF2B5EF4-FFF2-40B4-BE49-F238E27FC236}">
                <a16:creationId xmlns:a16="http://schemas.microsoft.com/office/drawing/2014/main" id="{4BE960C9-7EE1-466F-A367-895BB594529A}"/>
              </a:ext>
            </a:extLst>
          </p:cNvPr>
          <p:cNvSpPr txBox="1"/>
          <p:nvPr userDrawn="1"/>
        </p:nvSpPr>
        <p:spPr>
          <a:xfrm>
            <a:off x="16248609" y="9792797"/>
            <a:ext cx="535045" cy="184666"/>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1200" kern="1200" smtClean="0">
                <a:solidFill>
                  <a:schemeClr val="accent5"/>
                </a:solidFill>
                <a:latin typeface="Trebuchet MS" panose="020B0603020202020204" pitchFamily="34" charset="0"/>
                <a:ea typeface="MS PGothic" pitchFamily="34" charset="-128"/>
                <a:cs typeface="+mn-cs"/>
              </a:rPr>
              <a:pPr algn="r"/>
              <a:t>‹#›</a:t>
            </a:fld>
            <a:r>
              <a:rPr lang="en-US" sz="1200" cap="none" baseline="0">
                <a:solidFill>
                  <a:schemeClr val="accent5"/>
                </a:solidFill>
                <a:latin typeface="Trebuchet MS" panose="020B0603020202020204" pitchFamily="34" charset="0"/>
              </a:rPr>
              <a:t> </a:t>
            </a:r>
            <a:endParaRPr lang="en-US" sz="1200" cap="none">
              <a:solidFill>
                <a:schemeClr val="accent5"/>
              </a:solidFill>
              <a:latin typeface="Trebuchet MS" panose="020B0603020202020204" pitchFamily="34" charset="0"/>
            </a:endParaRPr>
          </a:p>
        </p:txBody>
      </p:sp>
      <p:pic>
        <p:nvPicPr>
          <p:cNvPr id="7" name="Picture 6">
            <a:extLst>
              <a:ext uri="{FF2B5EF4-FFF2-40B4-BE49-F238E27FC236}">
                <a16:creationId xmlns:a16="http://schemas.microsoft.com/office/drawing/2014/main" id="{D20F0376-86FF-4FFB-82E1-7CCF302892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820890" y="9722868"/>
            <a:ext cx="1084725" cy="385407"/>
          </a:xfrm>
          <a:prstGeom prst="rect">
            <a:avLst/>
          </a:prstGeom>
        </p:spPr>
      </p:pic>
    </p:spTree>
    <p:extLst>
      <p:ext uri="{BB962C8B-B14F-4D97-AF65-F5344CB8AC3E}">
        <p14:creationId xmlns:p14="http://schemas.microsoft.com/office/powerpoint/2010/main" val="3363860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8288000" cy="10287000"/>
          </a:xfrm>
          <a:prstGeom prst="rect">
            <a:avLst/>
          </a:prstGeom>
        </p:spPr>
      </p:pic>
      <p:sp>
        <p:nvSpPr>
          <p:cNvPr id="2" name="Title 1"/>
          <p:cNvSpPr>
            <a:spLocks noGrp="1"/>
          </p:cNvSpPr>
          <p:nvPr>
            <p:ph type="title"/>
          </p:nvPr>
        </p:nvSpPr>
        <p:spPr>
          <a:xfrm>
            <a:off x="8290560" y="7040881"/>
            <a:ext cx="8961120" cy="2289898"/>
          </a:xfrm>
        </p:spPr>
        <p:txBody>
          <a:bodyPr anchor="b"/>
          <a:lstStyle>
            <a:lvl1pPr algn="ctr">
              <a:defRPr sz="5800">
                <a:solidFill>
                  <a:schemeClr val="tx1"/>
                </a:solidFill>
              </a:defRPr>
            </a:lvl1pPr>
          </a:lstStyle>
          <a:p>
            <a:r>
              <a:rPr lang="en-US"/>
              <a:t>Click to edit Master title style</a:t>
            </a:r>
          </a:p>
        </p:txBody>
      </p:sp>
    </p:spTree>
    <p:extLst>
      <p:ext uri="{BB962C8B-B14F-4D97-AF65-F5344CB8AC3E}">
        <p14:creationId xmlns:p14="http://schemas.microsoft.com/office/powerpoint/2010/main" val="3835555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userDrawn="1"/>
        </p:nvGrpSpPr>
        <p:grpSpPr>
          <a:xfrm>
            <a:off x="-2212179" y="-674777"/>
            <a:ext cx="22711115" cy="11638877"/>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userDrawn="1"/>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779DBA0E-78FD-499D-B7C5-9610ED16A58F}"/>
                </a:ext>
              </a:extLst>
            </p:cNvPr>
            <p:cNvSpPr>
              <a:spLocks noEditPoints="1"/>
            </p:cNvSpPr>
            <p:nvPr userDrawn="1"/>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6">
              <a:extLst>
                <a:ext uri="{FF2B5EF4-FFF2-40B4-BE49-F238E27FC236}">
                  <a16:creationId xmlns:a16="http://schemas.microsoft.com/office/drawing/2014/main" id="{4856087B-5738-47BA-B257-0AE16578FE0D}"/>
                </a:ext>
              </a:extLst>
            </p:cNvPr>
            <p:cNvSpPr>
              <a:spLocks noEditPoints="1"/>
            </p:cNvSpPr>
            <p:nvPr userDrawn="1"/>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30EA3BC0-CA75-4A9F-844C-9DF7651395F9}"/>
                </a:ext>
              </a:extLst>
            </p:cNvPr>
            <p:cNvSpPr>
              <a:spLocks noEditPoints="1"/>
            </p:cNvSpPr>
            <p:nvPr userDrawn="1"/>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6">
              <a:extLst>
                <a:ext uri="{FF2B5EF4-FFF2-40B4-BE49-F238E27FC236}">
                  <a16:creationId xmlns:a16="http://schemas.microsoft.com/office/drawing/2014/main" id="{09D9D0DC-416F-4D02-AE51-DC94179FE30F}"/>
                </a:ext>
              </a:extLst>
            </p:cNvPr>
            <p:cNvSpPr>
              <a:spLocks noEditPoints="1"/>
            </p:cNvSpPr>
            <p:nvPr userDrawn="1"/>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6">
              <a:extLst>
                <a:ext uri="{FF2B5EF4-FFF2-40B4-BE49-F238E27FC236}">
                  <a16:creationId xmlns:a16="http://schemas.microsoft.com/office/drawing/2014/main" id="{B3F11494-DD54-4DA3-999D-60884617ABD4}"/>
                </a:ext>
              </a:extLst>
            </p:cNvPr>
            <p:cNvSpPr>
              <a:spLocks noEditPoints="1"/>
            </p:cNvSpPr>
            <p:nvPr userDrawn="1"/>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6">
              <a:extLst>
                <a:ext uri="{FF2B5EF4-FFF2-40B4-BE49-F238E27FC236}">
                  <a16:creationId xmlns:a16="http://schemas.microsoft.com/office/drawing/2014/main" id="{B8DA5A4A-C129-4A6A-8590-D776A55A56C4}"/>
                </a:ext>
              </a:extLst>
            </p:cNvPr>
            <p:cNvSpPr>
              <a:spLocks noEditPoints="1"/>
            </p:cNvSpPr>
            <p:nvPr userDrawn="1"/>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AA72853C-EBAC-4426-B8F7-4D7FF7CE7610}"/>
                </a:ext>
              </a:extLst>
            </p:cNvPr>
            <p:cNvSpPr>
              <a:spLocks noEditPoints="1"/>
            </p:cNvSpPr>
            <p:nvPr userDrawn="1"/>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6">
              <a:extLst>
                <a:ext uri="{FF2B5EF4-FFF2-40B4-BE49-F238E27FC236}">
                  <a16:creationId xmlns:a16="http://schemas.microsoft.com/office/drawing/2014/main" id="{0AA148D7-A843-4289-9E59-D4B56EBE964F}"/>
                </a:ext>
              </a:extLst>
            </p:cNvPr>
            <p:cNvSpPr>
              <a:spLocks noEditPoints="1"/>
            </p:cNvSpPr>
            <p:nvPr userDrawn="1"/>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6">
              <a:extLst>
                <a:ext uri="{FF2B5EF4-FFF2-40B4-BE49-F238E27FC236}">
                  <a16:creationId xmlns:a16="http://schemas.microsoft.com/office/drawing/2014/main" id="{3DFDAB2E-4FBE-4EA1-9068-98D2A1969CAD}"/>
                </a:ext>
              </a:extLst>
            </p:cNvPr>
            <p:cNvSpPr>
              <a:spLocks noEditPoints="1"/>
            </p:cNvSpPr>
            <p:nvPr userDrawn="1"/>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6">
              <a:extLst>
                <a:ext uri="{FF2B5EF4-FFF2-40B4-BE49-F238E27FC236}">
                  <a16:creationId xmlns:a16="http://schemas.microsoft.com/office/drawing/2014/main" id="{1CB7337C-1F1B-4024-8C1B-114529041011}"/>
                </a:ext>
              </a:extLst>
            </p:cNvPr>
            <p:cNvSpPr>
              <a:spLocks noEditPoints="1"/>
            </p:cNvSpPr>
            <p:nvPr userDrawn="1"/>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3AC71E65-025E-4CD8-9C62-5C672876AB2A}"/>
                </a:ext>
              </a:extLst>
            </p:cNvPr>
            <p:cNvSpPr>
              <a:spLocks noEditPoints="1"/>
            </p:cNvSpPr>
            <p:nvPr userDrawn="1"/>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6">
              <a:extLst>
                <a:ext uri="{FF2B5EF4-FFF2-40B4-BE49-F238E27FC236}">
                  <a16:creationId xmlns:a16="http://schemas.microsoft.com/office/drawing/2014/main" id="{CC69994B-2A96-4E6B-90E0-7C6012E4388B}"/>
                </a:ext>
              </a:extLst>
            </p:cNvPr>
            <p:cNvSpPr>
              <a:spLocks noEditPoints="1"/>
            </p:cNvSpPr>
            <p:nvPr userDrawn="1"/>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95DA46AF-2C01-438F-ABE1-131B508F707C}"/>
                </a:ext>
              </a:extLst>
            </p:cNvPr>
            <p:cNvSpPr>
              <a:spLocks noEditPoints="1"/>
            </p:cNvSpPr>
            <p:nvPr userDrawn="1"/>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AD1F7F7D-46C6-41FC-9A05-60CDDDABC9B8}"/>
                </a:ext>
              </a:extLst>
            </p:cNvPr>
            <p:cNvSpPr>
              <a:spLocks noEditPoints="1"/>
            </p:cNvSpPr>
            <p:nvPr userDrawn="1"/>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E6044945-DD35-4A1F-B666-67B79DB3B9E2}"/>
                </a:ext>
              </a:extLst>
            </p:cNvPr>
            <p:cNvSpPr>
              <a:spLocks noEditPoints="1"/>
            </p:cNvSpPr>
            <p:nvPr userDrawn="1"/>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B6707B12-7E15-44BA-A75C-D231A0BD9DDF}"/>
                </a:ext>
              </a:extLst>
            </p:cNvPr>
            <p:cNvSpPr>
              <a:spLocks noEditPoints="1"/>
            </p:cNvSpPr>
            <p:nvPr userDrawn="1"/>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6">
              <a:extLst>
                <a:ext uri="{FF2B5EF4-FFF2-40B4-BE49-F238E27FC236}">
                  <a16:creationId xmlns:a16="http://schemas.microsoft.com/office/drawing/2014/main" id="{C9CA6F74-E612-4E07-826D-3714EA654BEB}"/>
                </a:ext>
              </a:extLst>
            </p:cNvPr>
            <p:cNvSpPr>
              <a:spLocks noEditPoints="1"/>
            </p:cNvSpPr>
            <p:nvPr userDrawn="1"/>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9C232950-AF88-4D8C-98A2-58E2906C02B8}"/>
                </a:ext>
              </a:extLst>
            </p:cNvPr>
            <p:cNvSpPr>
              <a:spLocks noEditPoints="1"/>
            </p:cNvSpPr>
            <p:nvPr userDrawn="1"/>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577A18B0-195A-44F8-8045-DEE9F4805CFE}"/>
                </a:ext>
              </a:extLst>
            </p:cNvPr>
            <p:cNvSpPr>
              <a:spLocks noEditPoints="1"/>
            </p:cNvSpPr>
            <p:nvPr userDrawn="1"/>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C57DA582-5E40-4087-915C-A8AFB763CE7F}"/>
                </a:ext>
              </a:extLst>
            </p:cNvPr>
            <p:cNvSpPr>
              <a:spLocks noEditPoints="1"/>
            </p:cNvSpPr>
            <p:nvPr userDrawn="1"/>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6B9446B2-AA95-41F1-8CE9-9C293FF2FFB9}"/>
                </a:ext>
              </a:extLst>
            </p:cNvPr>
            <p:cNvSpPr>
              <a:spLocks noEditPoints="1"/>
            </p:cNvSpPr>
            <p:nvPr userDrawn="1"/>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6">
              <a:extLst>
                <a:ext uri="{FF2B5EF4-FFF2-40B4-BE49-F238E27FC236}">
                  <a16:creationId xmlns:a16="http://schemas.microsoft.com/office/drawing/2014/main" id="{09C2F6DB-63BE-4BEF-BD50-8E85A06AF348}"/>
                </a:ext>
              </a:extLst>
            </p:cNvPr>
            <p:cNvSpPr>
              <a:spLocks noEditPoints="1"/>
            </p:cNvSpPr>
            <p:nvPr userDrawn="1"/>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6">
              <a:extLst>
                <a:ext uri="{FF2B5EF4-FFF2-40B4-BE49-F238E27FC236}">
                  <a16:creationId xmlns:a16="http://schemas.microsoft.com/office/drawing/2014/main" id="{AB269B44-FFE3-44F5-9547-2D6656916371}"/>
                </a:ext>
              </a:extLst>
            </p:cNvPr>
            <p:cNvSpPr>
              <a:spLocks noEditPoints="1"/>
            </p:cNvSpPr>
            <p:nvPr userDrawn="1"/>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D7B33E0B-D54D-4AD0-93EB-2D85D95AA705}"/>
                </a:ext>
              </a:extLst>
            </p:cNvPr>
            <p:cNvSpPr>
              <a:spLocks noEditPoints="1"/>
            </p:cNvSpPr>
            <p:nvPr userDrawn="1"/>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6">
              <a:extLst>
                <a:ext uri="{FF2B5EF4-FFF2-40B4-BE49-F238E27FC236}">
                  <a16:creationId xmlns:a16="http://schemas.microsoft.com/office/drawing/2014/main" id="{C82CDED5-DC3C-4291-8FB5-4FBECACC0932}"/>
                </a:ext>
              </a:extLst>
            </p:cNvPr>
            <p:cNvSpPr>
              <a:spLocks noEditPoints="1"/>
            </p:cNvSpPr>
            <p:nvPr userDrawn="1"/>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6">
              <a:extLst>
                <a:ext uri="{FF2B5EF4-FFF2-40B4-BE49-F238E27FC236}">
                  <a16:creationId xmlns:a16="http://schemas.microsoft.com/office/drawing/2014/main" id="{38B0CFAC-4CC8-4BD7-9602-D3F62B41114E}"/>
                </a:ext>
              </a:extLst>
            </p:cNvPr>
            <p:cNvSpPr>
              <a:spLocks noEditPoints="1"/>
            </p:cNvSpPr>
            <p:nvPr userDrawn="1"/>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6">
              <a:extLst>
                <a:ext uri="{FF2B5EF4-FFF2-40B4-BE49-F238E27FC236}">
                  <a16:creationId xmlns:a16="http://schemas.microsoft.com/office/drawing/2014/main" id="{9D7BB7E2-49CE-405B-BBC3-0D3235E735E9}"/>
                </a:ext>
              </a:extLst>
            </p:cNvPr>
            <p:cNvSpPr>
              <a:spLocks noEditPoints="1"/>
            </p:cNvSpPr>
            <p:nvPr userDrawn="1"/>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6">
              <a:extLst>
                <a:ext uri="{FF2B5EF4-FFF2-40B4-BE49-F238E27FC236}">
                  <a16:creationId xmlns:a16="http://schemas.microsoft.com/office/drawing/2014/main" id="{D724979D-D321-46A4-8BFB-4BE56A78EDC3}"/>
                </a:ext>
              </a:extLst>
            </p:cNvPr>
            <p:cNvSpPr>
              <a:spLocks noEditPoints="1"/>
            </p:cNvSpPr>
            <p:nvPr userDrawn="1"/>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6">
              <a:extLst>
                <a:ext uri="{FF2B5EF4-FFF2-40B4-BE49-F238E27FC236}">
                  <a16:creationId xmlns:a16="http://schemas.microsoft.com/office/drawing/2014/main" id="{A90ECEE1-1C0E-48A4-8212-4FDF80E34007}"/>
                </a:ext>
              </a:extLst>
            </p:cNvPr>
            <p:cNvSpPr>
              <a:spLocks noEditPoints="1"/>
            </p:cNvSpPr>
            <p:nvPr userDrawn="1"/>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6">
              <a:extLst>
                <a:ext uri="{FF2B5EF4-FFF2-40B4-BE49-F238E27FC236}">
                  <a16:creationId xmlns:a16="http://schemas.microsoft.com/office/drawing/2014/main" id="{6A4F312E-AC0E-438F-85DE-734894B59F55}"/>
                </a:ext>
              </a:extLst>
            </p:cNvPr>
            <p:cNvSpPr>
              <a:spLocks noEditPoints="1"/>
            </p:cNvSpPr>
            <p:nvPr userDrawn="1"/>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6">
              <a:extLst>
                <a:ext uri="{FF2B5EF4-FFF2-40B4-BE49-F238E27FC236}">
                  <a16:creationId xmlns:a16="http://schemas.microsoft.com/office/drawing/2014/main" id="{1143C46B-BB0E-42E1-91DB-CF7866DEF0A7}"/>
                </a:ext>
              </a:extLst>
            </p:cNvPr>
            <p:cNvSpPr>
              <a:spLocks noEditPoints="1"/>
            </p:cNvSpPr>
            <p:nvPr userDrawn="1"/>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6">
              <a:extLst>
                <a:ext uri="{FF2B5EF4-FFF2-40B4-BE49-F238E27FC236}">
                  <a16:creationId xmlns:a16="http://schemas.microsoft.com/office/drawing/2014/main" id="{8789D5ED-08F4-45B7-96D5-9DB37E826F7A}"/>
                </a:ext>
              </a:extLst>
            </p:cNvPr>
            <p:cNvSpPr>
              <a:spLocks noEditPoints="1"/>
            </p:cNvSpPr>
            <p:nvPr userDrawn="1"/>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6">
              <a:extLst>
                <a:ext uri="{FF2B5EF4-FFF2-40B4-BE49-F238E27FC236}">
                  <a16:creationId xmlns:a16="http://schemas.microsoft.com/office/drawing/2014/main" id="{C71D4383-262D-49BE-8F2A-35EABE4CA514}"/>
                </a:ext>
              </a:extLst>
            </p:cNvPr>
            <p:cNvSpPr>
              <a:spLocks noEditPoints="1"/>
            </p:cNvSpPr>
            <p:nvPr userDrawn="1"/>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6">
              <a:extLst>
                <a:ext uri="{FF2B5EF4-FFF2-40B4-BE49-F238E27FC236}">
                  <a16:creationId xmlns:a16="http://schemas.microsoft.com/office/drawing/2014/main" id="{B2D051A4-B41D-49C5-BCBA-B200CE92746B}"/>
                </a:ext>
              </a:extLst>
            </p:cNvPr>
            <p:cNvSpPr>
              <a:spLocks noEditPoints="1"/>
            </p:cNvSpPr>
            <p:nvPr userDrawn="1"/>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6">
              <a:extLst>
                <a:ext uri="{FF2B5EF4-FFF2-40B4-BE49-F238E27FC236}">
                  <a16:creationId xmlns:a16="http://schemas.microsoft.com/office/drawing/2014/main" id="{EA204CAE-8CAD-4182-AFDF-6D71A5318AFE}"/>
                </a:ext>
              </a:extLst>
            </p:cNvPr>
            <p:cNvSpPr>
              <a:spLocks noEditPoints="1"/>
            </p:cNvSpPr>
            <p:nvPr userDrawn="1"/>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6">
              <a:extLst>
                <a:ext uri="{FF2B5EF4-FFF2-40B4-BE49-F238E27FC236}">
                  <a16:creationId xmlns:a16="http://schemas.microsoft.com/office/drawing/2014/main" id="{F2D419D0-1198-497F-8FCB-0E4E01ABEB55}"/>
                </a:ext>
              </a:extLst>
            </p:cNvPr>
            <p:cNvSpPr>
              <a:spLocks noEditPoints="1"/>
            </p:cNvSpPr>
            <p:nvPr userDrawn="1"/>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42DA3B58-E508-46A3-B351-BFD7A44A3407}"/>
                </a:ext>
              </a:extLst>
            </p:cNvPr>
            <p:cNvSpPr>
              <a:spLocks noEditPoints="1"/>
            </p:cNvSpPr>
            <p:nvPr userDrawn="1"/>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6">
              <a:extLst>
                <a:ext uri="{FF2B5EF4-FFF2-40B4-BE49-F238E27FC236}">
                  <a16:creationId xmlns:a16="http://schemas.microsoft.com/office/drawing/2014/main" id="{E56F4597-4576-4F1D-9E8B-57D61B7AF97B}"/>
                </a:ext>
              </a:extLst>
            </p:cNvPr>
            <p:cNvSpPr>
              <a:spLocks noEditPoints="1"/>
            </p:cNvSpPr>
            <p:nvPr userDrawn="1"/>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6">
              <a:extLst>
                <a:ext uri="{FF2B5EF4-FFF2-40B4-BE49-F238E27FC236}">
                  <a16:creationId xmlns:a16="http://schemas.microsoft.com/office/drawing/2014/main" id="{C16A7CB5-E8F5-43EC-B4DA-8367563CBA22}"/>
                </a:ext>
              </a:extLst>
            </p:cNvPr>
            <p:cNvSpPr>
              <a:spLocks noEditPoints="1"/>
            </p:cNvSpPr>
            <p:nvPr userDrawn="1"/>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6">
              <a:extLst>
                <a:ext uri="{FF2B5EF4-FFF2-40B4-BE49-F238E27FC236}">
                  <a16:creationId xmlns:a16="http://schemas.microsoft.com/office/drawing/2014/main" id="{B63EEF7E-F8C7-40A7-9EC5-7A2377B3E9AD}"/>
                </a:ext>
              </a:extLst>
            </p:cNvPr>
            <p:cNvSpPr>
              <a:spLocks noEditPoints="1"/>
            </p:cNvSpPr>
            <p:nvPr userDrawn="1"/>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18561612-6FBC-464D-9063-754B5DF158DD}"/>
                </a:ext>
              </a:extLst>
            </p:cNvPr>
            <p:cNvSpPr>
              <a:spLocks noEditPoints="1"/>
            </p:cNvSpPr>
            <p:nvPr userDrawn="1"/>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9FB80B49-CDD0-491F-B397-AF746CB74515}"/>
                </a:ext>
              </a:extLst>
            </p:cNvPr>
            <p:cNvSpPr>
              <a:spLocks noEditPoints="1"/>
            </p:cNvSpPr>
            <p:nvPr userDrawn="1"/>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F04631F3-C493-4A64-AAFD-4686A560F6A4}"/>
                </a:ext>
              </a:extLst>
            </p:cNvPr>
            <p:cNvSpPr>
              <a:spLocks noEditPoints="1"/>
            </p:cNvSpPr>
            <p:nvPr userDrawn="1"/>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6">
              <a:extLst>
                <a:ext uri="{FF2B5EF4-FFF2-40B4-BE49-F238E27FC236}">
                  <a16:creationId xmlns:a16="http://schemas.microsoft.com/office/drawing/2014/main" id="{A457E3A0-7D3B-4D8D-909F-FA0F06B944BC}"/>
                </a:ext>
              </a:extLst>
            </p:cNvPr>
            <p:cNvSpPr>
              <a:spLocks noEditPoints="1"/>
            </p:cNvSpPr>
            <p:nvPr userDrawn="1"/>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6">
              <a:extLst>
                <a:ext uri="{FF2B5EF4-FFF2-40B4-BE49-F238E27FC236}">
                  <a16:creationId xmlns:a16="http://schemas.microsoft.com/office/drawing/2014/main" id="{D8E8EADD-8531-47CC-A9F2-A5B20F7DA151}"/>
                </a:ext>
              </a:extLst>
            </p:cNvPr>
            <p:cNvSpPr>
              <a:spLocks noEditPoints="1"/>
            </p:cNvSpPr>
            <p:nvPr userDrawn="1"/>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6">
              <a:extLst>
                <a:ext uri="{FF2B5EF4-FFF2-40B4-BE49-F238E27FC236}">
                  <a16:creationId xmlns:a16="http://schemas.microsoft.com/office/drawing/2014/main" id="{24D2EADF-B7B9-4986-AEDB-A2D41F636C1C}"/>
                </a:ext>
              </a:extLst>
            </p:cNvPr>
            <p:cNvSpPr>
              <a:spLocks noEditPoints="1"/>
            </p:cNvSpPr>
            <p:nvPr userDrawn="1"/>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6">
              <a:extLst>
                <a:ext uri="{FF2B5EF4-FFF2-40B4-BE49-F238E27FC236}">
                  <a16:creationId xmlns:a16="http://schemas.microsoft.com/office/drawing/2014/main" id="{0683D26A-EB07-4380-8914-B6AECFE4BF3D}"/>
                </a:ext>
              </a:extLst>
            </p:cNvPr>
            <p:cNvSpPr>
              <a:spLocks noEditPoints="1"/>
            </p:cNvSpPr>
            <p:nvPr userDrawn="1"/>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6">
              <a:extLst>
                <a:ext uri="{FF2B5EF4-FFF2-40B4-BE49-F238E27FC236}">
                  <a16:creationId xmlns:a16="http://schemas.microsoft.com/office/drawing/2014/main" id="{78C3AD2F-A184-4332-ADCE-E7FEDE7BA62B}"/>
                </a:ext>
              </a:extLst>
            </p:cNvPr>
            <p:cNvSpPr>
              <a:spLocks noEditPoints="1"/>
            </p:cNvSpPr>
            <p:nvPr userDrawn="1"/>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16">
              <a:extLst>
                <a:ext uri="{FF2B5EF4-FFF2-40B4-BE49-F238E27FC236}">
                  <a16:creationId xmlns:a16="http://schemas.microsoft.com/office/drawing/2014/main" id="{01ACBB54-13C8-4052-B203-3996848511D8}"/>
                </a:ext>
              </a:extLst>
            </p:cNvPr>
            <p:cNvSpPr>
              <a:spLocks noEditPoints="1"/>
            </p:cNvSpPr>
            <p:nvPr userDrawn="1"/>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6">
              <a:extLst>
                <a:ext uri="{FF2B5EF4-FFF2-40B4-BE49-F238E27FC236}">
                  <a16:creationId xmlns:a16="http://schemas.microsoft.com/office/drawing/2014/main" id="{892B4C18-A783-475D-8EEF-F11FBA1A3271}"/>
                </a:ext>
              </a:extLst>
            </p:cNvPr>
            <p:cNvSpPr>
              <a:spLocks noEditPoints="1"/>
            </p:cNvSpPr>
            <p:nvPr userDrawn="1"/>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6">
              <a:extLst>
                <a:ext uri="{FF2B5EF4-FFF2-40B4-BE49-F238E27FC236}">
                  <a16:creationId xmlns:a16="http://schemas.microsoft.com/office/drawing/2014/main" id="{A62353FE-8604-486E-9560-78C474AC8F4C}"/>
                </a:ext>
              </a:extLst>
            </p:cNvPr>
            <p:cNvSpPr>
              <a:spLocks noEditPoints="1"/>
            </p:cNvSpPr>
            <p:nvPr userDrawn="1"/>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6">
              <a:extLst>
                <a:ext uri="{FF2B5EF4-FFF2-40B4-BE49-F238E27FC236}">
                  <a16:creationId xmlns:a16="http://schemas.microsoft.com/office/drawing/2014/main" id="{4A5FC7DA-BB86-43EB-AC23-48D1752A6A68}"/>
                </a:ext>
              </a:extLst>
            </p:cNvPr>
            <p:cNvSpPr>
              <a:spLocks noEditPoints="1"/>
            </p:cNvSpPr>
            <p:nvPr userDrawn="1"/>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6">
              <a:extLst>
                <a:ext uri="{FF2B5EF4-FFF2-40B4-BE49-F238E27FC236}">
                  <a16:creationId xmlns:a16="http://schemas.microsoft.com/office/drawing/2014/main" id="{57B12D9F-3BBD-4FAF-A8AB-5C3268032924}"/>
                </a:ext>
              </a:extLst>
            </p:cNvPr>
            <p:cNvSpPr>
              <a:spLocks noEditPoints="1"/>
            </p:cNvSpPr>
            <p:nvPr userDrawn="1"/>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6">
              <a:extLst>
                <a:ext uri="{FF2B5EF4-FFF2-40B4-BE49-F238E27FC236}">
                  <a16:creationId xmlns:a16="http://schemas.microsoft.com/office/drawing/2014/main" id="{B7B50CA6-941B-4F77-891D-BA2C28D0CABB}"/>
                </a:ext>
              </a:extLst>
            </p:cNvPr>
            <p:cNvSpPr>
              <a:spLocks noEditPoints="1"/>
            </p:cNvSpPr>
            <p:nvPr userDrawn="1"/>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6">
              <a:extLst>
                <a:ext uri="{FF2B5EF4-FFF2-40B4-BE49-F238E27FC236}">
                  <a16:creationId xmlns:a16="http://schemas.microsoft.com/office/drawing/2014/main" id="{0194FC04-B2A1-4C52-B275-3D32DD41DDB9}"/>
                </a:ext>
              </a:extLst>
            </p:cNvPr>
            <p:cNvSpPr>
              <a:spLocks noEditPoints="1"/>
            </p:cNvSpPr>
            <p:nvPr userDrawn="1"/>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6">
              <a:extLst>
                <a:ext uri="{FF2B5EF4-FFF2-40B4-BE49-F238E27FC236}">
                  <a16:creationId xmlns:a16="http://schemas.microsoft.com/office/drawing/2014/main" id="{3055B924-F529-4C4C-A7F1-F0D1B50A73A8}"/>
                </a:ext>
              </a:extLst>
            </p:cNvPr>
            <p:cNvSpPr>
              <a:spLocks noEditPoints="1"/>
            </p:cNvSpPr>
            <p:nvPr userDrawn="1"/>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6">
              <a:extLst>
                <a:ext uri="{FF2B5EF4-FFF2-40B4-BE49-F238E27FC236}">
                  <a16:creationId xmlns:a16="http://schemas.microsoft.com/office/drawing/2014/main" id="{1DCBE022-831C-4DEF-8567-F73AB476C6EB}"/>
                </a:ext>
              </a:extLst>
            </p:cNvPr>
            <p:cNvSpPr>
              <a:spLocks noEditPoints="1"/>
            </p:cNvSpPr>
            <p:nvPr userDrawn="1"/>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6">
              <a:extLst>
                <a:ext uri="{FF2B5EF4-FFF2-40B4-BE49-F238E27FC236}">
                  <a16:creationId xmlns:a16="http://schemas.microsoft.com/office/drawing/2014/main" id="{4677A0E0-1BE9-4AD9-8081-3970B6DE7614}"/>
                </a:ext>
              </a:extLst>
            </p:cNvPr>
            <p:cNvSpPr>
              <a:spLocks noEditPoints="1"/>
            </p:cNvSpPr>
            <p:nvPr userDrawn="1"/>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16">
              <a:extLst>
                <a:ext uri="{FF2B5EF4-FFF2-40B4-BE49-F238E27FC236}">
                  <a16:creationId xmlns:a16="http://schemas.microsoft.com/office/drawing/2014/main" id="{5056D7AA-7E9E-4019-92DE-9258C7BADCAC}"/>
                </a:ext>
              </a:extLst>
            </p:cNvPr>
            <p:cNvSpPr>
              <a:spLocks noEditPoints="1"/>
            </p:cNvSpPr>
            <p:nvPr userDrawn="1"/>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6">
              <a:extLst>
                <a:ext uri="{FF2B5EF4-FFF2-40B4-BE49-F238E27FC236}">
                  <a16:creationId xmlns:a16="http://schemas.microsoft.com/office/drawing/2014/main" id="{B52F2FF3-8B1D-4A44-8280-D43163EC0C72}"/>
                </a:ext>
              </a:extLst>
            </p:cNvPr>
            <p:cNvSpPr>
              <a:spLocks noEditPoints="1"/>
            </p:cNvSpPr>
            <p:nvPr userDrawn="1"/>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6">
              <a:extLst>
                <a:ext uri="{FF2B5EF4-FFF2-40B4-BE49-F238E27FC236}">
                  <a16:creationId xmlns:a16="http://schemas.microsoft.com/office/drawing/2014/main" id="{8B2B15A4-341E-44E2-AA50-1BF44E938792}"/>
                </a:ext>
              </a:extLst>
            </p:cNvPr>
            <p:cNvSpPr>
              <a:spLocks noEditPoints="1"/>
            </p:cNvSpPr>
            <p:nvPr userDrawn="1"/>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6">
              <a:extLst>
                <a:ext uri="{FF2B5EF4-FFF2-40B4-BE49-F238E27FC236}">
                  <a16:creationId xmlns:a16="http://schemas.microsoft.com/office/drawing/2014/main" id="{ACC84E38-6617-4E04-B995-881604F99C4A}"/>
                </a:ext>
              </a:extLst>
            </p:cNvPr>
            <p:cNvSpPr>
              <a:spLocks noEditPoints="1"/>
            </p:cNvSpPr>
            <p:nvPr userDrawn="1"/>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6">
              <a:extLst>
                <a:ext uri="{FF2B5EF4-FFF2-40B4-BE49-F238E27FC236}">
                  <a16:creationId xmlns:a16="http://schemas.microsoft.com/office/drawing/2014/main" id="{C6B285A5-12A2-48AF-893D-59830166139E}"/>
                </a:ext>
              </a:extLst>
            </p:cNvPr>
            <p:cNvSpPr>
              <a:spLocks noEditPoints="1"/>
            </p:cNvSpPr>
            <p:nvPr userDrawn="1"/>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6">
              <a:extLst>
                <a:ext uri="{FF2B5EF4-FFF2-40B4-BE49-F238E27FC236}">
                  <a16:creationId xmlns:a16="http://schemas.microsoft.com/office/drawing/2014/main" id="{47084835-C1A6-434A-A2AB-3E7DA4267BA8}"/>
                </a:ext>
              </a:extLst>
            </p:cNvPr>
            <p:cNvSpPr>
              <a:spLocks noEditPoints="1"/>
            </p:cNvSpPr>
            <p:nvPr userDrawn="1"/>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6">
              <a:extLst>
                <a:ext uri="{FF2B5EF4-FFF2-40B4-BE49-F238E27FC236}">
                  <a16:creationId xmlns:a16="http://schemas.microsoft.com/office/drawing/2014/main" id="{82D26294-EE4F-4381-8B0F-4CE7F3A1A32F}"/>
                </a:ext>
              </a:extLst>
            </p:cNvPr>
            <p:cNvSpPr>
              <a:spLocks noEditPoints="1"/>
            </p:cNvSpPr>
            <p:nvPr userDrawn="1"/>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16">
              <a:extLst>
                <a:ext uri="{FF2B5EF4-FFF2-40B4-BE49-F238E27FC236}">
                  <a16:creationId xmlns:a16="http://schemas.microsoft.com/office/drawing/2014/main" id="{B1EE9A53-A80E-4B20-9E04-100060C781A7}"/>
                </a:ext>
              </a:extLst>
            </p:cNvPr>
            <p:cNvSpPr>
              <a:spLocks noEditPoints="1"/>
            </p:cNvSpPr>
            <p:nvPr userDrawn="1"/>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6">
              <a:extLst>
                <a:ext uri="{FF2B5EF4-FFF2-40B4-BE49-F238E27FC236}">
                  <a16:creationId xmlns:a16="http://schemas.microsoft.com/office/drawing/2014/main" id="{C3C136FE-F981-49F6-8875-8AD586CA8527}"/>
                </a:ext>
              </a:extLst>
            </p:cNvPr>
            <p:cNvSpPr>
              <a:spLocks noEditPoints="1"/>
            </p:cNvSpPr>
            <p:nvPr userDrawn="1"/>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6">
              <a:extLst>
                <a:ext uri="{FF2B5EF4-FFF2-40B4-BE49-F238E27FC236}">
                  <a16:creationId xmlns:a16="http://schemas.microsoft.com/office/drawing/2014/main" id="{FC84C1D9-DA95-4BF6-A71F-86DC6A2FA963}"/>
                </a:ext>
              </a:extLst>
            </p:cNvPr>
            <p:cNvSpPr>
              <a:spLocks noEditPoints="1"/>
            </p:cNvSpPr>
            <p:nvPr userDrawn="1"/>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16">
              <a:extLst>
                <a:ext uri="{FF2B5EF4-FFF2-40B4-BE49-F238E27FC236}">
                  <a16:creationId xmlns:a16="http://schemas.microsoft.com/office/drawing/2014/main" id="{EC336BD7-D0E5-4907-BEDB-AA01C56DDA7F}"/>
                </a:ext>
              </a:extLst>
            </p:cNvPr>
            <p:cNvSpPr>
              <a:spLocks noEditPoints="1"/>
            </p:cNvSpPr>
            <p:nvPr userDrawn="1"/>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BAAF41C9-7EAA-475D-83F2-1253B7055B29}"/>
                </a:ext>
              </a:extLst>
            </p:cNvPr>
            <p:cNvSpPr>
              <a:spLocks noEditPoints="1"/>
            </p:cNvSpPr>
            <p:nvPr userDrawn="1"/>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16">
              <a:extLst>
                <a:ext uri="{FF2B5EF4-FFF2-40B4-BE49-F238E27FC236}">
                  <a16:creationId xmlns:a16="http://schemas.microsoft.com/office/drawing/2014/main" id="{C4C84E12-C6BC-4AF0-9151-76A20D031CF8}"/>
                </a:ext>
              </a:extLst>
            </p:cNvPr>
            <p:cNvSpPr>
              <a:spLocks noEditPoints="1"/>
            </p:cNvSpPr>
            <p:nvPr userDrawn="1"/>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16">
              <a:extLst>
                <a:ext uri="{FF2B5EF4-FFF2-40B4-BE49-F238E27FC236}">
                  <a16:creationId xmlns:a16="http://schemas.microsoft.com/office/drawing/2014/main" id="{98FB1073-101D-401C-B499-E80B2DCCDB48}"/>
                </a:ext>
              </a:extLst>
            </p:cNvPr>
            <p:cNvSpPr>
              <a:spLocks noEditPoints="1"/>
            </p:cNvSpPr>
            <p:nvPr userDrawn="1"/>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16">
              <a:extLst>
                <a:ext uri="{FF2B5EF4-FFF2-40B4-BE49-F238E27FC236}">
                  <a16:creationId xmlns:a16="http://schemas.microsoft.com/office/drawing/2014/main" id="{3E52FE15-A88E-4B8E-B23B-7E8107531242}"/>
                </a:ext>
              </a:extLst>
            </p:cNvPr>
            <p:cNvSpPr>
              <a:spLocks noEditPoints="1"/>
            </p:cNvSpPr>
            <p:nvPr userDrawn="1"/>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16">
              <a:extLst>
                <a:ext uri="{FF2B5EF4-FFF2-40B4-BE49-F238E27FC236}">
                  <a16:creationId xmlns:a16="http://schemas.microsoft.com/office/drawing/2014/main" id="{E83FECA9-6276-4B79-96AD-84BED6F80D9C}"/>
                </a:ext>
              </a:extLst>
            </p:cNvPr>
            <p:cNvSpPr>
              <a:spLocks noEditPoints="1"/>
            </p:cNvSpPr>
            <p:nvPr userDrawn="1"/>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16">
              <a:extLst>
                <a:ext uri="{FF2B5EF4-FFF2-40B4-BE49-F238E27FC236}">
                  <a16:creationId xmlns:a16="http://schemas.microsoft.com/office/drawing/2014/main" id="{B18137A3-C9B0-4C35-8A20-53EC5864E5B3}"/>
                </a:ext>
              </a:extLst>
            </p:cNvPr>
            <p:cNvSpPr>
              <a:spLocks noEditPoints="1"/>
            </p:cNvSpPr>
            <p:nvPr userDrawn="1"/>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16">
              <a:extLst>
                <a:ext uri="{FF2B5EF4-FFF2-40B4-BE49-F238E27FC236}">
                  <a16:creationId xmlns:a16="http://schemas.microsoft.com/office/drawing/2014/main" id="{52DE848A-E413-47C4-8173-DB2CA8EEA35D}"/>
                </a:ext>
              </a:extLst>
            </p:cNvPr>
            <p:cNvSpPr>
              <a:spLocks noEditPoints="1"/>
            </p:cNvSpPr>
            <p:nvPr userDrawn="1"/>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16">
              <a:extLst>
                <a:ext uri="{FF2B5EF4-FFF2-40B4-BE49-F238E27FC236}">
                  <a16:creationId xmlns:a16="http://schemas.microsoft.com/office/drawing/2014/main" id="{14D3DEFF-25FB-44EA-876C-8BD7E213C17B}"/>
                </a:ext>
              </a:extLst>
            </p:cNvPr>
            <p:cNvSpPr>
              <a:spLocks noEditPoints="1"/>
            </p:cNvSpPr>
            <p:nvPr userDrawn="1"/>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16">
              <a:extLst>
                <a:ext uri="{FF2B5EF4-FFF2-40B4-BE49-F238E27FC236}">
                  <a16:creationId xmlns:a16="http://schemas.microsoft.com/office/drawing/2014/main" id="{F8DD5E7B-8D6A-46DF-B7B8-0A96095CA77F}"/>
                </a:ext>
              </a:extLst>
            </p:cNvPr>
            <p:cNvSpPr>
              <a:spLocks noEditPoints="1"/>
            </p:cNvSpPr>
            <p:nvPr userDrawn="1"/>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16">
              <a:extLst>
                <a:ext uri="{FF2B5EF4-FFF2-40B4-BE49-F238E27FC236}">
                  <a16:creationId xmlns:a16="http://schemas.microsoft.com/office/drawing/2014/main" id="{140EA7A3-E20E-49A8-B7DF-746F09BE226C}"/>
                </a:ext>
              </a:extLst>
            </p:cNvPr>
            <p:cNvSpPr>
              <a:spLocks noEditPoints="1"/>
            </p:cNvSpPr>
            <p:nvPr userDrawn="1"/>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16">
              <a:extLst>
                <a:ext uri="{FF2B5EF4-FFF2-40B4-BE49-F238E27FC236}">
                  <a16:creationId xmlns:a16="http://schemas.microsoft.com/office/drawing/2014/main" id="{A30FB1C7-E929-4CCD-BEC9-3D5F967B88FD}"/>
                </a:ext>
              </a:extLst>
            </p:cNvPr>
            <p:cNvSpPr>
              <a:spLocks noEditPoints="1"/>
            </p:cNvSpPr>
            <p:nvPr userDrawn="1"/>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16">
              <a:extLst>
                <a:ext uri="{FF2B5EF4-FFF2-40B4-BE49-F238E27FC236}">
                  <a16:creationId xmlns:a16="http://schemas.microsoft.com/office/drawing/2014/main" id="{106589F0-5AFE-476A-B71B-0A4F47482894}"/>
                </a:ext>
              </a:extLst>
            </p:cNvPr>
            <p:cNvSpPr>
              <a:spLocks noEditPoints="1"/>
            </p:cNvSpPr>
            <p:nvPr userDrawn="1"/>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16">
              <a:extLst>
                <a:ext uri="{FF2B5EF4-FFF2-40B4-BE49-F238E27FC236}">
                  <a16:creationId xmlns:a16="http://schemas.microsoft.com/office/drawing/2014/main" id="{852272BE-007F-4591-87D4-4C058623A4E7}"/>
                </a:ext>
              </a:extLst>
            </p:cNvPr>
            <p:cNvSpPr>
              <a:spLocks noEditPoints="1"/>
            </p:cNvSpPr>
            <p:nvPr userDrawn="1"/>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16">
              <a:extLst>
                <a:ext uri="{FF2B5EF4-FFF2-40B4-BE49-F238E27FC236}">
                  <a16:creationId xmlns:a16="http://schemas.microsoft.com/office/drawing/2014/main" id="{2D5A05AC-D4E7-4583-9D07-33F99E8EE145}"/>
                </a:ext>
              </a:extLst>
            </p:cNvPr>
            <p:cNvSpPr>
              <a:spLocks noEditPoints="1"/>
            </p:cNvSpPr>
            <p:nvPr userDrawn="1"/>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16">
              <a:extLst>
                <a:ext uri="{FF2B5EF4-FFF2-40B4-BE49-F238E27FC236}">
                  <a16:creationId xmlns:a16="http://schemas.microsoft.com/office/drawing/2014/main" id="{FA87D9B9-82A6-4511-B55E-096518071AEC}"/>
                </a:ext>
              </a:extLst>
            </p:cNvPr>
            <p:cNvSpPr>
              <a:spLocks noEditPoints="1"/>
            </p:cNvSpPr>
            <p:nvPr userDrawn="1"/>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16">
              <a:extLst>
                <a:ext uri="{FF2B5EF4-FFF2-40B4-BE49-F238E27FC236}">
                  <a16:creationId xmlns:a16="http://schemas.microsoft.com/office/drawing/2014/main" id="{82686F07-3802-48D8-BD5E-CF63B4EBB3CC}"/>
                </a:ext>
              </a:extLst>
            </p:cNvPr>
            <p:cNvSpPr>
              <a:spLocks noEditPoints="1"/>
            </p:cNvSpPr>
            <p:nvPr userDrawn="1"/>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16">
              <a:extLst>
                <a:ext uri="{FF2B5EF4-FFF2-40B4-BE49-F238E27FC236}">
                  <a16:creationId xmlns:a16="http://schemas.microsoft.com/office/drawing/2014/main" id="{F1444EAF-3866-48AD-95F7-91B593B79534}"/>
                </a:ext>
              </a:extLst>
            </p:cNvPr>
            <p:cNvSpPr>
              <a:spLocks noEditPoints="1"/>
            </p:cNvSpPr>
            <p:nvPr userDrawn="1"/>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6">
              <a:extLst>
                <a:ext uri="{FF2B5EF4-FFF2-40B4-BE49-F238E27FC236}">
                  <a16:creationId xmlns:a16="http://schemas.microsoft.com/office/drawing/2014/main" id="{938A681C-25A3-449B-A881-F76613FC964B}"/>
                </a:ext>
              </a:extLst>
            </p:cNvPr>
            <p:cNvSpPr>
              <a:spLocks noEditPoints="1"/>
            </p:cNvSpPr>
            <p:nvPr userDrawn="1"/>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6">
              <a:extLst>
                <a:ext uri="{FF2B5EF4-FFF2-40B4-BE49-F238E27FC236}">
                  <a16:creationId xmlns:a16="http://schemas.microsoft.com/office/drawing/2014/main" id="{98089678-D463-4C4A-9D1A-1FC1390E4B1C}"/>
                </a:ext>
              </a:extLst>
            </p:cNvPr>
            <p:cNvSpPr>
              <a:spLocks noEditPoints="1"/>
            </p:cNvSpPr>
            <p:nvPr userDrawn="1"/>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6">
              <a:extLst>
                <a:ext uri="{FF2B5EF4-FFF2-40B4-BE49-F238E27FC236}">
                  <a16:creationId xmlns:a16="http://schemas.microsoft.com/office/drawing/2014/main" id="{045CD8C6-72C7-424E-8145-FCCA8DA12450}"/>
                </a:ext>
              </a:extLst>
            </p:cNvPr>
            <p:cNvSpPr>
              <a:spLocks noEditPoints="1"/>
            </p:cNvSpPr>
            <p:nvPr userDrawn="1"/>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6">
              <a:extLst>
                <a:ext uri="{FF2B5EF4-FFF2-40B4-BE49-F238E27FC236}">
                  <a16:creationId xmlns:a16="http://schemas.microsoft.com/office/drawing/2014/main" id="{BCBD54C4-E64F-46E5-B0A1-0FBF34779AA3}"/>
                </a:ext>
              </a:extLst>
            </p:cNvPr>
            <p:cNvSpPr>
              <a:spLocks noEditPoints="1"/>
            </p:cNvSpPr>
            <p:nvPr userDrawn="1"/>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6">
              <a:extLst>
                <a:ext uri="{FF2B5EF4-FFF2-40B4-BE49-F238E27FC236}">
                  <a16:creationId xmlns:a16="http://schemas.microsoft.com/office/drawing/2014/main" id="{B158F302-8B95-435F-8FB0-83556B22F47D}"/>
                </a:ext>
              </a:extLst>
            </p:cNvPr>
            <p:cNvSpPr>
              <a:spLocks noEditPoints="1"/>
            </p:cNvSpPr>
            <p:nvPr userDrawn="1"/>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16">
              <a:extLst>
                <a:ext uri="{FF2B5EF4-FFF2-40B4-BE49-F238E27FC236}">
                  <a16:creationId xmlns:a16="http://schemas.microsoft.com/office/drawing/2014/main" id="{169E18F6-73D6-442E-8CB4-23C90D727B13}"/>
                </a:ext>
              </a:extLst>
            </p:cNvPr>
            <p:cNvSpPr>
              <a:spLocks noEditPoints="1"/>
            </p:cNvSpPr>
            <p:nvPr userDrawn="1"/>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16">
              <a:extLst>
                <a:ext uri="{FF2B5EF4-FFF2-40B4-BE49-F238E27FC236}">
                  <a16:creationId xmlns:a16="http://schemas.microsoft.com/office/drawing/2014/main" id="{ABAC07F3-4764-4532-A67C-B8DDA82C539E}"/>
                </a:ext>
              </a:extLst>
            </p:cNvPr>
            <p:cNvSpPr>
              <a:spLocks noEditPoints="1"/>
            </p:cNvSpPr>
            <p:nvPr userDrawn="1"/>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16">
              <a:extLst>
                <a:ext uri="{FF2B5EF4-FFF2-40B4-BE49-F238E27FC236}">
                  <a16:creationId xmlns:a16="http://schemas.microsoft.com/office/drawing/2014/main" id="{3EE3A1D8-3AAF-4FAE-91BD-EE716E1E52EC}"/>
                </a:ext>
              </a:extLst>
            </p:cNvPr>
            <p:cNvSpPr>
              <a:spLocks noEditPoints="1"/>
            </p:cNvSpPr>
            <p:nvPr userDrawn="1"/>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16">
              <a:extLst>
                <a:ext uri="{FF2B5EF4-FFF2-40B4-BE49-F238E27FC236}">
                  <a16:creationId xmlns:a16="http://schemas.microsoft.com/office/drawing/2014/main" id="{78F80FF2-18C9-4DE9-8D2D-648C6F957059}"/>
                </a:ext>
              </a:extLst>
            </p:cNvPr>
            <p:cNvSpPr>
              <a:spLocks noEditPoints="1"/>
            </p:cNvSpPr>
            <p:nvPr userDrawn="1"/>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16">
              <a:extLst>
                <a:ext uri="{FF2B5EF4-FFF2-40B4-BE49-F238E27FC236}">
                  <a16:creationId xmlns:a16="http://schemas.microsoft.com/office/drawing/2014/main" id="{E9B1FC89-6E1D-463F-B7E4-4F62397C5092}"/>
                </a:ext>
              </a:extLst>
            </p:cNvPr>
            <p:cNvSpPr>
              <a:spLocks noEditPoints="1"/>
            </p:cNvSpPr>
            <p:nvPr userDrawn="1"/>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6">
              <a:extLst>
                <a:ext uri="{FF2B5EF4-FFF2-40B4-BE49-F238E27FC236}">
                  <a16:creationId xmlns:a16="http://schemas.microsoft.com/office/drawing/2014/main" id="{1504CF42-A3AD-43AF-BC77-F4293F782154}"/>
                </a:ext>
              </a:extLst>
            </p:cNvPr>
            <p:cNvSpPr>
              <a:spLocks noEditPoints="1"/>
            </p:cNvSpPr>
            <p:nvPr userDrawn="1"/>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16">
              <a:extLst>
                <a:ext uri="{FF2B5EF4-FFF2-40B4-BE49-F238E27FC236}">
                  <a16:creationId xmlns:a16="http://schemas.microsoft.com/office/drawing/2014/main" id="{F0742A4B-B722-474E-833A-AF064D3CD9E5}"/>
                </a:ext>
              </a:extLst>
            </p:cNvPr>
            <p:cNvSpPr>
              <a:spLocks noEditPoints="1"/>
            </p:cNvSpPr>
            <p:nvPr userDrawn="1"/>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16">
              <a:extLst>
                <a:ext uri="{FF2B5EF4-FFF2-40B4-BE49-F238E27FC236}">
                  <a16:creationId xmlns:a16="http://schemas.microsoft.com/office/drawing/2014/main" id="{56AB6434-0B69-41B7-841E-1A9ECDA5F2EF}"/>
                </a:ext>
              </a:extLst>
            </p:cNvPr>
            <p:cNvSpPr>
              <a:spLocks noEditPoints="1"/>
            </p:cNvSpPr>
            <p:nvPr userDrawn="1"/>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16">
              <a:extLst>
                <a:ext uri="{FF2B5EF4-FFF2-40B4-BE49-F238E27FC236}">
                  <a16:creationId xmlns:a16="http://schemas.microsoft.com/office/drawing/2014/main" id="{409BE632-16FF-4B4D-93DE-08E52DEE5ACA}"/>
                </a:ext>
              </a:extLst>
            </p:cNvPr>
            <p:cNvSpPr>
              <a:spLocks noEditPoints="1"/>
            </p:cNvSpPr>
            <p:nvPr userDrawn="1"/>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16">
              <a:extLst>
                <a:ext uri="{FF2B5EF4-FFF2-40B4-BE49-F238E27FC236}">
                  <a16:creationId xmlns:a16="http://schemas.microsoft.com/office/drawing/2014/main" id="{F6D1D24A-DEFB-4B95-9E28-5334F985B979}"/>
                </a:ext>
              </a:extLst>
            </p:cNvPr>
            <p:cNvSpPr>
              <a:spLocks noEditPoints="1"/>
            </p:cNvSpPr>
            <p:nvPr userDrawn="1"/>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16">
              <a:extLst>
                <a:ext uri="{FF2B5EF4-FFF2-40B4-BE49-F238E27FC236}">
                  <a16:creationId xmlns:a16="http://schemas.microsoft.com/office/drawing/2014/main" id="{4D490E6F-B375-40F3-B24C-E712E32AFAF5}"/>
                </a:ext>
              </a:extLst>
            </p:cNvPr>
            <p:cNvSpPr>
              <a:spLocks noEditPoints="1"/>
            </p:cNvSpPr>
            <p:nvPr userDrawn="1"/>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16">
              <a:extLst>
                <a:ext uri="{FF2B5EF4-FFF2-40B4-BE49-F238E27FC236}">
                  <a16:creationId xmlns:a16="http://schemas.microsoft.com/office/drawing/2014/main" id="{B1156AD0-A975-4D2C-B96A-5C2D1D5006E1}"/>
                </a:ext>
              </a:extLst>
            </p:cNvPr>
            <p:cNvSpPr>
              <a:spLocks noEditPoints="1"/>
            </p:cNvSpPr>
            <p:nvPr userDrawn="1"/>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16">
              <a:extLst>
                <a:ext uri="{FF2B5EF4-FFF2-40B4-BE49-F238E27FC236}">
                  <a16:creationId xmlns:a16="http://schemas.microsoft.com/office/drawing/2014/main" id="{8C5C7092-27B9-46A8-A5CB-88DDD889D6D9}"/>
                </a:ext>
              </a:extLst>
            </p:cNvPr>
            <p:cNvSpPr>
              <a:spLocks noEditPoints="1"/>
            </p:cNvSpPr>
            <p:nvPr userDrawn="1"/>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16">
              <a:extLst>
                <a:ext uri="{FF2B5EF4-FFF2-40B4-BE49-F238E27FC236}">
                  <a16:creationId xmlns:a16="http://schemas.microsoft.com/office/drawing/2014/main" id="{BF4DD3C7-5444-4AE1-8656-CFEA1F9643A2}"/>
                </a:ext>
              </a:extLst>
            </p:cNvPr>
            <p:cNvSpPr>
              <a:spLocks noEditPoints="1"/>
            </p:cNvSpPr>
            <p:nvPr userDrawn="1"/>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16">
              <a:extLst>
                <a:ext uri="{FF2B5EF4-FFF2-40B4-BE49-F238E27FC236}">
                  <a16:creationId xmlns:a16="http://schemas.microsoft.com/office/drawing/2014/main" id="{D467BF95-5ED3-4FD4-83F5-8070D7EE77D9}"/>
                </a:ext>
              </a:extLst>
            </p:cNvPr>
            <p:cNvSpPr>
              <a:spLocks noEditPoints="1"/>
            </p:cNvSpPr>
            <p:nvPr userDrawn="1"/>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16">
              <a:extLst>
                <a:ext uri="{FF2B5EF4-FFF2-40B4-BE49-F238E27FC236}">
                  <a16:creationId xmlns:a16="http://schemas.microsoft.com/office/drawing/2014/main" id="{CDB313B9-C607-49FC-BC0F-4BDDB157AFF6}"/>
                </a:ext>
              </a:extLst>
            </p:cNvPr>
            <p:cNvSpPr>
              <a:spLocks noEditPoints="1"/>
            </p:cNvSpPr>
            <p:nvPr userDrawn="1"/>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16">
              <a:extLst>
                <a:ext uri="{FF2B5EF4-FFF2-40B4-BE49-F238E27FC236}">
                  <a16:creationId xmlns:a16="http://schemas.microsoft.com/office/drawing/2014/main" id="{23871273-FB35-489A-824B-B8913F9CC456}"/>
                </a:ext>
              </a:extLst>
            </p:cNvPr>
            <p:cNvSpPr>
              <a:spLocks noEditPoints="1"/>
            </p:cNvSpPr>
            <p:nvPr userDrawn="1"/>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16">
              <a:extLst>
                <a:ext uri="{FF2B5EF4-FFF2-40B4-BE49-F238E27FC236}">
                  <a16:creationId xmlns:a16="http://schemas.microsoft.com/office/drawing/2014/main" id="{6C17C940-E405-42C7-95FF-4654386A8961}"/>
                </a:ext>
              </a:extLst>
            </p:cNvPr>
            <p:cNvSpPr>
              <a:spLocks noEditPoints="1"/>
            </p:cNvSpPr>
            <p:nvPr userDrawn="1"/>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6">
              <a:extLst>
                <a:ext uri="{FF2B5EF4-FFF2-40B4-BE49-F238E27FC236}">
                  <a16:creationId xmlns:a16="http://schemas.microsoft.com/office/drawing/2014/main" id="{F26C33C6-2F43-40B4-BB2D-1DD906A22803}"/>
                </a:ext>
              </a:extLst>
            </p:cNvPr>
            <p:cNvSpPr>
              <a:spLocks noEditPoints="1"/>
            </p:cNvSpPr>
            <p:nvPr userDrawn="1"/>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16">
              <a:extLst>
                <a:ext uri="{FF2B5EF4-FFF2-40B4-BE49-F238E27FC236}">
                  <a16:creationId xmlns:a16="http://schemas.microsoft.com/office/drawing/2014/main" id="{4AF169A6-6482-40AF-85D0-0743C46622D2}"/>
                </a:ext>
              </a:extLst>
            </p:cNvPr>
            <p:cNvSpPr>
              <a:spLocks noEditPoints="1"/>
            </p:cNvSpPr>
            <p:nvPr userDrawn="1"/>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6">
              <a:extLst>
                <a:ext uri="{FF2B5EF4-FFF2-40B4-BE49-F238E27FC236}">
                  <a16:creationId xmlns:a16="http://schemas.microsoft.com/office/drawing/2014/main" id="{E0513C84-01AF-4A9C-9822-98303318D0FD}"/>
                </a:ext>
              </a:extLst>
            </p:cNvPr>
            <p:cNvSpPr>
              <a:spLocks noEditPoints="1"/>
            </p:cNvSpPr>
            <p:nvPr userDrawn="1"/>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16">
              <a:extLst>
                <a:ext uri="{FF2B5EF4-FFF2-40B4-BE49-F238E27FC236}">
                  <a16:creationId xmlns:a16="http://schemas.microsoft.com/office/drawing/2014/main" id="{BC2CD672-1D59-47B2-8BA3-8F1F5D7E660C}"/>
                </a:ext>
              </a:extLst>
            </p:cNvPr>
            <p:cNvSpPr>
              <a:spLocks noEditPoints="1"/>
            </p:cNvSpPr>
            <p:nvPr userDrawn="1"/>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16">
              <a:extLst>
                <a:ext uri="{FF2B5EF4-FFF2-40B4-BE49-F238E27FC236}">
                  <a16:creationId xmlns:a16="http://schemas.microsoft.com/office/drawing/2014/main" id="{5CF49A84-7902-40A6-A48F-B657DB995EB9}"/>
                </a:ext>
              </a:extLst>
            </p:cNvPr>
            <p:cNvSpPr>
              <a:spLocks noEditPoints="1"/>
            </p:cNvSpPr>
            <p:nvPr userDrawn="1"/>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16">
              <a:extLst>
                <a:ext uri="{FF2B5EF4-FFF2-40B4-BE49-F238E27FC236}">
                  <a16:creationId xmlns:a16="http://schemas.microsoft.com/office/drawing/2014/main" id="{0413E21A-6735-49F7-84A0-262341ED4348}"/>
                </a:ext>
              </a:extLst>
            </p:cNvPr>
            <p:cNvSpPr>
              <a:spLocks noEditPoints="1"/>
            </p:cNvSpPr>
            <p:nvPr userDrawn="1"/>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16">
              <a:extLst>
                <a:ext uri="{FF2B5EF4-FFF2-40B4-BE49-F238E27FC236}">
                  <a16:creationId xmlns:a16="http://schemas.microsoft.com/office/drawing/2014/main" id="{B3515FD2-D67D-4964-A1C7-366A2381E295}"/>
                </a:ext>
              </a:extLst>
            </p:cNvPr>
            <p:cNvSpPr>
              <a:spLocks noEditPoints="1"/>
            </p:cNvSpPr>
            <p:nvPr userDrawn="1"/>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16">
              <a:extLst>
                <a:ext uri="{FF2B5EF4-FFF2-40B4-BE49-F238E27FC236}">
                  <a16:creationId xmlns:a16="http://schemas.microsoft.com/office/drawing/2014/main" id="{988F666F-A0C2-4684-BAAE-BF79FEBCB153}"/>
                </a:ext>
              </a:extLst>
            </p:cNvPr>
            <p:cNvSpPr>
              <a:spLocks noEditPoints="1"/>
            </p:cNvSpPr>
            <p:nvPr userDrawn="1"/>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16">
              <a:extLst>
                <a:ext uri="{FF2B5EF4-FFF2-40B4-BE49-F238E27FC236}">
                  <a16:creationId xmlns:a16="http://schemas.microsoft.com/office/drawing/2014/main" id="{D64D2D99-CFE5-40EB-81E4-E29105359993}"/>
                </a:ext>
              </a:extLst>
            </p:cNvPr>
            <p:cNvSpPr>
              <a:spLocks noEditPoints="1"/>
            </p:cNvSpPr>
            <p:nvPr userDrawn="1"/>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16">
              <a:extLst>
                <a:ext uri="{FF2B5EF4-FFF2-40B4-BE49-F238E27FC236}">
                  <a16:creationId xmlns:a16="http://schemas.microsoft.com/office/drawing/2014/main" id="{6F1D8EC0-2F8B-4B55-829F-5D11897D2E63}"/>
                </a:ext>
              </a:extLst>
            </p:cNvPr>
            <p:cNvSpPr>
              <a:spLocks noEditPoints="1"/>
            </p:cNvSpPr>
            <p:nvPr userDrawn="1"/>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16">
              <a:extLst>
                <a:ext uri="{FF2B5EF4-FFF2-40B4-BE49-F238E27FC236}">
                  <a16:creationId xmlns:a16="http://schemas.microsoft.com/office/drawing/2014/main" id="{7612A0CC-BF09-49BF-BA72-D8A716237830}"/>
                </a:ext>
              </a:extLst>
            </p:cNvPr>
            <p:cNvSpPr>
              <a:spLocks noEditPoints="1"/>
            </p:cNvSpPr>
            <p:nvPr userDrawn="1"/>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16">
              <a:extLst>
                <a:ext uri="{FF2B5EF4-FFF2-40B4-BE49-F238E27FC236}">
                  <a16:creationId xmlns:a16="http://schemas.microsoft.com/office/drawing/2014/main" id="{5834C3D7-D7F3-46F0-95B2-22E7990457B3}"/>
                </a:ext>
              </a:extLst>
            </p:cNvPr>
            <p:cNvSpPr>
              <a:spLocks noEditPoints="1"/>
            </p:cNvSpPr>
            <p:nvPr userDrawn="1"/>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16">
              <a:extLst>
                <a:ext uri="{FF2B5EF4-FFF2-40B4-BE49-F238E27FC236}">
                  <a16:creationId xmlns:a16="http://schemas.microsoft.com/office/drawing/2014/main" id="{FD9ABA39-4B6C-4C7A-BFF6-C9192C33F513}"/>
                </a:ext>
              </a:extLst>
            </p:cNvPr>
            <p:cNvSpPr>
              <a:spLocks noEditPoints="1"/>
            </p:cNvSpPr>
            <p:nvPr userDrawn="1"/>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16">
              <a:extLst>
                <a:ext uri="{FF2B5EF4-FFF2-40B4-BE49-F238E27FC236}">
                  <a16:creationId xmlns:a16="http://schemas.microsoft.com/office/drawing/2014/main" id="{7A304270-705C-435B-A170-7613148DB7AE}"/>
                </a:ext>
              </a:extLst>
            </p:cNvPr>
            <p:cNvSpPr>
              <a:spLocks noEditPoints="1"/>
            </p:cNvSpPr>
            <p:nvPr userDrawn="1"/>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16">
              <a:extLst>
                <a:ext uri="{FF2B5EF4-FFF2-40B4-BE49-F238E27FC236}">
                  <a16:creationId xmlns:a16="http://schemas.microsoft.com/office/drawing/2014/main" id="{78BD2E8E-0F2A-497D-A0F8-D0D05765BA64}"/>
                </a:ext>
              </a:extLst>
            </p:cNvPr>
            <p:cNvSpPr>
              <a:spLocks noEditPoints="1"/>
            </p:cNvSpPr>
            <p:nvPr userDrawn="1"/>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16">
              <a:extLst>
                <a:ext uri="{FF2B5EF4-FFF2-40B4-BE49-F238E27FC236}">
                  <a16:creationId xmlns:a16="http://schemas.microsoft.com/office/drawing/2014/main" id="{F8691056-2A9C-4EAE-898B-E8C145A3A09E}"/>
                </a:ext>
              </a:extLst>
            </p:cNvPr>
            <p:cNvSpPr>
              <a:spLocks noEditPoints="1"/>
            </p:cNvSpPr>
            <p:nvPr userDrawn="1"/>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16">
              <a:extLst>
                <a:ext uri="{FF2B5EF4-FFF2-40B4-BE49-F238E27FC236}">
                  <a16:creationId xmlns:a16="http://schemas.microsoft.com/office/drawing/2014/main" id="{7644BFA6-53D3-4200-97D5-A0826C91221C}"/>
                </a:ext>
              </a:extLst>
            </p:cNvPr>
            <p:cNvSpPr>
              <a:spLocks noEditPoints="1"/>
            </p:cNvSpPr>
            <p:nvPr userDrawn="1"/>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16">
              <a:extLst>
                <a:ext uri="{FF2B5EF4-FFF2-40B4-BE49-F238E27FC236}">
                  <a16:creationId xmlns:a16="http://schemas.microsoft.com/office/drawing/2014/main" id="{31DD1366-4AF2-4675-8C09-B16FF18F4AFB}"/>
                </a:ext>
              </a:extLst>
            </p:cNvPr>
            <p:cNvSpPr>
              <a:spLocks noEditPoints="1"/>
            </p:cNvSpPr>
            <p:nvPr userDrawn="1"/>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16">
              <a:extLst>
                <a:ext uri="{FF2B5EF4-FFF2-40B4-BE49-F238E27FC236}">
                  <a16:creationId xmlns:a16="http://schemas.microsoft.com/office/drawing/2014/main" id="{05FAFC32-B238-4EC6-9F94-250901C580A0}"/>
                </a:ext>
              </a:extLst>
            </p:cNvPr>
            <p:cNvSpPr>
              <a:spLocks noEditPoints="1"/>
            </p:cNvSpPr>
            <p:nvPr userDrawn="1"/>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16">
              <a:extLst>
                <a:ext uri="{FF2B5EF4-FFF2-40B4-BE49-F238E27FC236}">
                  <a16:creationId xmlns:a16="http://schemas.microsoft.com/office/drawing/2014/main" id="{94EDFDD1-CC0F-4CE9-A5E1-6F34763C59D7}"/>
                </a:ext>
              </a:extLst>
            </p:cNvPr>
            <p:cNvSpPr>
              <a:spLocks noEditPoints="1"/>
            </p:cNvSpPr>
            <p:nvPr userDrawn="1"/>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16">
              <a:extLst>
                <a:ext uri="{FF2B5EF4-FFF2-40B4-BE49-F238E27FC236}">
                  <a16:creationId xmlns:a16="http://schemas.microsoft.com/office/drawing/2014/main" id="{89391791-3406-405C-A52A-325E0ACEF0EF}"/>
                </a:ext>
              </a:extLst>
            </p:cNvPr>
            <p:cNvSpPr>
              <a:spLocks noEditPoints="1"/>
            </p:cNvSpPr>
            <p:nvPr userDrawn="1"/>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16">
              <a:extLst>
                <a:ext uri="{FF2B5EF4-FFF2-40B4-BE49-F238E27FC236}">
                  <a16:creationId xmlns:a16="http://schemas.microsoft.com/office/drawing/2014/main" id="{C45408BD-5A4C-4B71-9A10-180FFAA3CF67}"/>
                </a:ext>
              </a:extLst>
            </p:cNvPr>
            <p:cNvSpPr>
              <a:spLocks noEditPoints="1"/>
            </p:cNvSpPr>
            <p:nvPr userDrawn="1"/>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6">
              <a:extLst>
                <a:ext uri="{FF2B5EF4-FFF2-40B4-BE49-F238E27FC236}">
                  <a16:creationId xmlns:a16="http://schemas.microsoft.com/office/drawing/2014/main" id="{262DA3C5-1F52-431A-AA77-2EBDF5CD4D0B}"/>
                </a:ext>
              </a:extLst>
            </p:cNvPr>
            <p:cNvSpPr>
              <a:spLocks noEditPoints="1"/>
            </p:cNvSpPr>
            <p:nvPr userDrawn="1"/>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16">
              <a:extLst>
                <a:ext uri="{FF2B5EF4-FFF2-40B4-BE49-F238E27FC236}">
                  <a16:creationId xmlns:a16="http://schemas.microsoft.com/office/drawing/2014/main" id="{158567EE-7ECE-4308-AF7E-DEA507E8E4A9}"/>
                </a:ext>
              </a:extLst>
            </p:cNvPr>
            <p:cNvSpPr>
              <a:spLocks noEditPoints="1"/>
            </p:cNvSpPr>
            <p:nvPr userDrawn="1"/>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6">
              <a:extLst>
                <a:ext uri="{FF2B5EF4-FFF2-40B4-BE49-F238E27FC236}">
                  <a16:creationId xmlns:a16="http://schemas.microsoft.com/office/drawing/2014/main" id="{D2894DDF-45DE-4178-BFC7-4F0B8D8EF9D5}"/>
                </a:ext>
              </a:extLst>
            </p:cNvPr>
            <p:cNvSpPr>
              <a:spLocks noEditPoints="1"/>
            </p:cNvSpPr>
            <p:nvPr userDrawn="1"/>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6">
              <a:extLst>
                <a:ext uri="{FF2B5EF4-FFF2-40B4-BE49-F238E27FC236}">
                  <a16:creationId xmlns:a16="http://schemas.microsoft.com/office/drawing/2014/main" id="{36B1E453-1287-45A9-9339-730E3914F14B}"/>
                </a:ext>
              </a:extLst>
            </p:cNvPr>
            <p:cNvSpPr>
              <a:spLocks noEditPoints="1"/>
            </p:cNvSpPr>
            <p:nvPr userDrawn="1"/>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6">
              <a:extLst>
                <a:ext uri="{FF2B5EF4-FFF2-40B4-BE49-F238E27FC236}">
                  <a16:creationId xmlns:a16="http://schemas.microsoft.com/office/drawing/2014/main" id="{4D1CFF21-2793-4E1D-A631-989F34A2CB26}"/>
                </a:ext>
              </a:extLst>
            </p:cNvPr>
            <p:cNvSpPr>
              <a:spLocks noEditPoints="1"/>
            </p:cNvSpPr>
            <p:nvPr userDrawn="1"/>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6">
              <a:extLst>
                <a:ext uri="{FF2B5EF4-FFF2-40B4-BE49-F238E27FC236}">
                  <a16:creationId xmlns:a16="http://schemas.microsoft.com/office/drawing/2014/main" id="{FFFFE495-6317-4046-8780-509B3F7DE408}"/>
                </a:ext>
              </a:extLst>
            </p:cNvPr>
            <p:cNvSpPr>
              <a:spLocks noEditPoints="1"/>
            </p:cNvSpPr>
            <p:nvPr userDrawn="1"/>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6">
              <a:extLst>
                <a:ext uri="{FF2B5EF4-FFF2-40B4-BE49-F238E27FC236}">
                  <a16:creationId xmlns:a16="http://schemas.microsoft.com/office/drawing/2014/main" id="{07F2B335-6843-4188-BE58-F99705AE7348}"/>
                </a:ext>
              </a:extLst>
            </p:cNvPr>
            <p:cNvSpPr>
              <a:spLocks noEditPoints="1"/>
            </p:cNvSpPr>
            <p:nvPr userDrawn="1"/>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6">
              <a:extLst>
                <a:ext uri="{FF2B5EF4-FFF2-40B4-BE49-F238E27FC236}">
                  <a16:creationId xmlns:a16="http://schemas.microsoft.com/office/drawing/2014/main" id="{6A1AA564-0530-4B23-B215-595CC54E23C4}"/>
                </a:ext>
              </a:extLst>
            </p:cNvPr>
            <p:cNvSpPr>
              <a:spLocks noEditPoints="1"/>
            </p:cNvSpPr>
            <p:nvPr userDrawn="1"/>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6">
              <a:extLst>
                <a:ext uri="{FF2B5EF4-FFF2-40B4-BE49-F238E27FC236}">
                  <a16:creationId xmlns:a16="http://schemas.microsoft.com/office/drawing/2014/main" id="{4876FBCA-0D51-4B33-9375-D3F71918F7FC}"/>
                </a:ext>
              </a:extLst>
            </p:cNvPr>
            <p:cNvSpPr>
              <a:spLocks noEditPoints="1"/>
            </p:cNvSpPr>
            <p:nvPr userDrawn="1"/>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16">
              <a:extLst>
                <a:ext uri="{FF2B5EF4-FFF2-40B4-BE49-F238E27FC236}">
                  <a16:creationId xmlns:a16="http://schemas.microsoft.com/office/drawing/2014/main" id="{B025D520-F3BC-4D3B-BF86-05B537F2482B}"/>
                </a:ext>
              </a:extLst>
            </p:cNvPr>
            <p:cNvSpPr>
              <a:spLocks noEditPoints="1"/>
            </p:cNvSpPr>
            <p:nvPr userDrawn="1"/>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16">
              <a:extLst>
                <a:ext uri="{FF2B5EF4-FFF2-40B4-BE49-F238E27FC236}">
                  <a16:creationId xmlns:a16="http://schemas.microsoft.com/office/drawing/2014/main" id="{24765AAF-1343-40B6-9F77-11BC4F9E47DC}"/>
                </a:ext>
              </a:extLst>
            </p:cNvPr>
            <p:cNvSpPr>
              <a:spLocks noEditPoints="1"/>
            </p:cNvSpPr>
            <p:nvPr userDrawn="1"/>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16">
              <a:extLst>
                <a:ext uri="{FF2B5EF4-FFF2-40B4-BE49-F238E27FC236}">
                  <a16:creationId xmlns:a16="http://schemas.microsoft.com/office/drawing/2014/main" id="{CAE5A3F7-0924-495D-8844-A0BFFEA3F5A6}"/>
                </a:ext>
              </a:extLst>
            </p:cNvPr>
            <p:cNvSpPr>
              <a:spLocks noEditPoints="1"/>
            </p:cNvSpPr>
            <p:nvPr userDrawn="1"/>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16">
              <a:extLst>
                <a:ext uri="{FF2B5EF4-FFF2-40B4-BE49-F238E27FC236}">
                  <a16:creationId xmlns:a16="http://schemas.microsoft.com/office/drawing/2014/main" id="{CFDA1116-035D-4E54-AFBB-4D27A956C253}"/>
                </a:ext>
              </a:extLst>
            </p:cNvPr>
            <p:cNvSpPr>
              <a:spLocks noEditPoints="1"/>
            </p:cNvSpPr>
            <p:nvPr userDrawn="1"/>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16">
              <a:extLst>
                <a:ext uri="{FF2B5EF4-FFF2-40B4-BE49-F238E27FC236}">
                  <a16:creationId xmlns:a16="http://schemas.microsoft.com/office/drawing/2014/main" id="{5F363A19-6283-48F8-85FA-6B7CCCB51846}"/>
                </a:ext>
              </a:extLst>
            </p:cNvPr>
            <p:cNvSpPr>
              <a:spLocks noEditPoints="1"/>
            </p:cNvSpPr>
            <p:nvPr userDrawn="1"/>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16">
              <a:extLst>
                <a:ext uri="{FF2B5EF4-FFF2-40B4-BE49-F238E27FC236}">
                  <a16:creationId xmlns:a16="http://schemas.microsoft.com/office/drawing/2014/main" id="{2A698C8C-4D32-4D3F-9F80-BEC6A13B8458}"/>
                </a:ext>
              </a:extLst>
            </p:cNvPr>
            <p:cNvSpPr>
              <a:spLocks noEditPoints="1"/>
            </p:cNvSpPr>
            <p:nvPr userDrawn="1"/>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16">
              <a:extLst>
                <a:ext uri="{FF2B5EF4-FFF2-40B4-BE49-F238E27FC236}">
                  <a16:creationId xmlns:a16="http://schemas.microsoft.com/office/drawing/2014/main" id="{4570646F-A2EF-470F-BE69-65F48D8F63F9}"/>
                </a:ext>
              </a:extLst>
            </p:cNvPr>
            <p:cNvSpPr>
              <a:spLocks noEditPoints="1"/>
            </p:cNvSpPr>
            <p:nvPr userDrawn="1"/>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16">
              <a:extLst>
                <a:ext uri="{FF2B5EF4-FFF2-40B4-BE49-F238E27FC236}">
                  <a16:creationId xmlns:a16="http://schemas.microsoft.com/office/drawing/2014/main" id="{6076E36D-73D2-4127-BE4A-21CD4864C9DA}"/>
                </a:ext>
              </a:extLst>
            </p:cNvPr>
            <p:cNvSpPr>
              <a:spLocks noEditPoints="1"/>
            </p:cNvSpPr>
            <p:nvPr userDrawn="1"/>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16">
              <a:extLst>
                <a:ext uri="{FF2B5EF4-FFF2-40B4-BE49-F238E27FC236}">
                  <a16:creationId xmlns:a16="http://schemas.microsoft.com/office/drawing/2014/main" id="{7C8BE7DC-9C93-4AE4-849A-1438EF43DADA}"/>
                </a:ext>
              </a:extLst>
            </p:cNvPr>
            <p:cNvSpPr>
              <a:spLocks noEditPoints="1"/>
            </p:cNvSpPr>
            <p:nvPr userDrawn="1"/>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16">
              <a:extLst>
                <a:ext uri="{FF2B5EF4-FFF2-40B4-BE49-F238E27FC236}">
                  <a16:creationId xmlns:a16="http://schemas.microsoft.com/office/drawing/2014/main" id="{7A7E7F5E-396F-402D-87C2-4ECEE23A833E}"/>
                </a:ext>
              </a:extLst>
            </p:cNvPr>
            <p:cNvSpPr>
              <a:spLocks noEditPoints="1"/>
            </p:cNvSpPr>
            <p:nvPr userDrawn="1"/>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16">
              <a:extLst>
                <a:ext uri="{FF2B5EF4-FFF2-40B4-BE49-F238E27FC236}">
                  <a16:creationId xmlns:a16="http://schemas.microsoft.com/office/drawing/2014/main" id="{97EC6D43-68CC-4F32-BFB8-1B15CFBD5927}"/>
                </a:ext>
              </a:extLst>
            </p:cNvPr>
            <p:cNvSpPr>
              <a:spLocks noEditPoints="1"/>
            </p:cNvSpPr>
            <p:nvPr userDrawn="1"/>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16">
              <a:extLst>
                <a:ext uri="{FF2B5EF4-FFF2-40B4-BE49-F238E27FC236}">
                  <a16:creationId xmlns:a16="http://schemas.microsoft.com/office/drawing/2014/main" id="{AA1D0C14-2069-4DE9-A088-6C76A61F20B1}"/>
                </a:ext>
              </a:extLst>
            </p:cNvPr>
            <p:cNvSpPr>
              <a:spLocks noEditPoints="1"/>
            </p:cNvSpPr>
            <p:nvPr userDrawn="1"/>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16">
              <a:extLst>
                <a:ext uri="{FF2B5EF4-FFF2-40B4-BE49-F238E27FC236}">
                  <a16:creationId xmlns:a16="http://schemas.microsoft.com/office/drawing/2014/main" id="{72C3829D-1796-4F37-B8F1-5C9A26E28C99}"/>
                </a:ext>
              </a:extLst>
            </p:cNvPr>
            <p:cNvSpPr>
              <a:spLocks noEditPoints="1"/>
            </p:cNvSpPr>
            <p:nvPr userDrawn="1"/>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16">
              <a:extLst>
                <a:ext uri="{FF2B5EF4-FFF2-40B4-BE49-F238E27FC236}">
                  <a16:creationId xmlns:a16="http://schemas.microsoft.com/office/drawing/2014/main" id="{F74CEB28-F72C-46BF-955A-1DFBE9110A11}"/>
                </a:ext>
              </a:extLst>
            </p:cNvPr>
            <p:cNvSpPr>
              <a:spLocks noEditPoints="1"/>
            </p:cNvSpPr>
            <p:nvPr userDrawn="1"/>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6">
              <a:extLst>
                <a:ext uri="{FF2B5EF4-FFF2-40B4-BE49-F238E27FC236}">
                  <a16:creationId xmlns:a16="http://schemas.microsoft.com/office/drawing/2014/main" id="{7052B90E-88FE-46F1-B64B-F574689D491B}"/>
                </a:ext>
              </a:extLst>
            </p:cNvPr>
            <p:cNvSpPr>
              <a:spLocks noEditPoints="1"/>
            </p:cNvSpPr>
            <p:nvPr userDrawn="1"/>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6">
              <a:extLst>
                <a:ext uri="{FF2B5EF4-FFF2-40B4-BE49-F238E27FC236}">
                  <a16:creationId xmlns:a16="http://schemas.microsoft.com/office/drawing/2014/main" id="{F8F128E0-3AD1-4260-A7E5-19E8751009D9}"/>
                </a:ext>
              </a:extLst>
            </p:cNvPr>
            <p:cNvSpPr>
              <a:spLocks noEditPoints="1"/>
            </p:cNvSpPr>
            <p:nvPr userDrawn="1"/>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6">
              <a:extLst>
                <a:ext uri="{FF2B5EF4-FFF2-40B4-BE49-F238E27FC236}">
                  <a16:creationId xmlns:a16="http://schemas.microsoft.com/office/drawing/2014/main" id="{969B39FA-8605-4E46-98D4-7C699D24F4C4}"/>
                </a:ext>
              </a:extLst>
            </p:cNvPr>
            <p:cNvSpPr>
              <a:spLocks noEditPoints="1"/>
            </p:cNvSpPr>
            <p:nvPr userDrawn="1"/>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6">
              <a:extLst>
                <a:ext uri="{FF2B5EF4-FFF2-40B4-BE49-F238E27FC236}">
                  <a16:creationId xmlns:a16="http://schemas.microsoft.com/office/drawing/2014/main" id="{DD141AA4-FDDD-4DF1-A51F-34017775CB16}"/>
                </a:ext>
              </a:extLst>
            </p:cNvPr>
            <p:cNvSpPr>
              <a:spLocks noEditPoints="1"/>
            </p:cNvSpPr>
            <p:nvPr userDrawn="1"/>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6">
              <a:extLst>
                <a:ext uri="{FF2B5EF4-FFF2-40B4-BE49-F238E27FC236}">
                  <a16:creationId xmlns:a16="http://schemas.microsoft.com/office/drawing/2014/main" id="{855CBA53-E52B-4687-96C6-EBA404B23D4F}"/>
                </a:ext>
              </a:extLst>
            </p:cNvPr>
            <p:cNvSpPr>
              <a:spLocks noEditPoints="1"/>
            </p:cNvSpPr>
            <p:nvPr userDrawn="1"/>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6">
              <a:extLst>
                <a:ext uri="{FF2B5EF4-FFF2-40B4-BE49-F238E27FC236}">
                  <a16:creationId xmlns:a16="http://schemas.microsoft.com/office/drawing/2014/main" id="{BA45AD96-F5AF-4075-86DE-27366EF2792C}"/>
                </a:ext>
              </a:extLst>
            </p:cNvPr>
            <p:cNvSpPr>
              <a:spLocks noEditPoints="1"/>
            </p:cNvSpPr>
            <p:nvPr userDrawn="1"/>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6">
              <a:extLst>
                <a:ext uri="{FF2B5EF4-FFF2-40B4-BE49-F238E27FC236}">
                  <a16:creationId xmlns:a16="http://schemas.microsoft.com/office/drawing/2014/main" id="{BB34F054-D296-4BA7-A495-E174D9BE84D6}"/>
                </a:ext>
              </a:extLst>
            </p:cNvPr>
            <p:cNvSpPr>
              <a:spLocks noEditPoints="1"/>
            </p:cNvSpPr>
            <p:nvPr userDrawn="1"/>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6">
              <a:extLst>
                <a:ext uri="{FF2B5EF4-FFF2-40B4-BE49-F238E27FC236}">
                  <a16:creationId xmlns:a16="http://schemas.microsoft.com/office/drawing/2014/main" id="{F429DE27-C226-4AA5-9816-E6376A4E2A9C}"/>
                </a:ext>
              </a:extLst>
            </p:cNvPr>
            <p:cNvSpPr>
              <a:spLocks noEditPoints="1"/>
            </p:cNvSpPr>
            <p:nvPr userDrawn="1"/>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6">
              <a:extLst>
                <a:ext uri="{FF2B5EF4-FFF2-40B4-BE49-F238E27FC236}">
                  <a16:creationId xmlns:a16="http://schemas.microsoft.com/office/drawing/2014/main" id="{EE6506CD-9CC1-4BC6-BC32-DFD6FB136AF1}"/>
                </a:ext>
              </a:extLst>
            </p:cNvPr>
            <p:cNvSpPr>
              <a:spLocks noEditPoints="1"/>
            </p:cNvSpPr>
            <p:nvPr userDrawn="1"/>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6">
              <a:extLst>
                <a:ext uri="{FF2B5EF4-FFF2-40B4-BE49-F238E27FC236}">
                  <a16:creationId xmlns:a16="http://schemas.microsoft.com/office/drawing/2014/main" id="{B3A7E91D-34EB-4744-A1A0-13EC637748C3}"/>
                </a:ext>
              </a:extLst>
            </p:cNvPr>
            <p:cNvSpPr>
              <a:spLocks noEditPoints="1"/>
            </p:cNvSpPr>
            <p:nvPr userDrawn="1"/>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6">
              <a:extLst>
                <a:ext uri="{FF2B5EF4-FFF2-40B4-BE49-F238E27FC236}">
                  <a16:creationId xmlns:a16="http://schemas.microsoft.com/office/drawing/2014/main" id="{65A23728-E731-4707-AC6B-35FB937AE7A4}"/>
                </a:ext>
              </a:extLst>
            </p:cNvPr>
            <p:cNvSpPr>
              <a:spLocks noEditPoints="1"/>
            </p:cNvSpPr>
            <p:nvPr userDrawn="1"/>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6">
              <a:extLst>
                <a:ext uri="{FF2B5EF4-FFF2-40B4-BE49-F238E27FC236}">
                  <a16:creationId xmlns:a16="http://schemas.microsoft.com/office/drawing/2014/main" id="{D8983A2E-8721-4A78-B55C-FD0940B28E97}"/>
                </a:ext>
              </a:extLst>
            </p:cNvPr>
            <p:cNvSpPr>
              <a:spLocks noEditPoints="1"/>
            </p:cNvSpPr>
            <p:nvPr userDrawn="1"/>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6">
              <a:extLst>
                <a:ext uri="{FF2B5EF4-FFF2-40B4-BE49-F238E27FC236}">
                  <a16:creationId xmlns:a16="http://schemas.microsoft.com/office/drawing/2014/main" id="{FD4BBBB1-537D-4BF3-9BCC-DB166F1B91EF}"/>
                </a:ext>
              </a:extLst>
            </p:cNvPr>
            <p:cNvSpPr>
              <a:spLocks noEditPoints="1"/>
            </p:cNvSpPr>
            <p:nvPr userDrawn="1"/>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6">
              <a:extLst>
                <a:ext uri="{FF2B5EF4-FFF2-40B4-BE49-F238E27FC236}">
                  <a16:creationId xmlns:a16="http://schemas.microsoft.com/office/drawing/2014/main" id="{AB55ADFF-1418-463B-9F69-0448C6BC5598}"/>
                </a:ext>
              </a:extLst>
            </p:cNvPr>
            <p:cNvSpPr>
              <a:spLocks noEditPoints="1"/>
            </p:cNvSpPr>
            <p:nvPr userDrawn="1"/>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6">
              <a:extLst>
                <a:ext uri="{FF2B5EF4-FFF2-40B4-BE49-F238E27FC236}">
                  <a16:creationId xmlns:a16="http://schemas.microsoft.com/office/drawing/2014/main" id="{7DB31205-26C8-4B40-84B2-A21E042869C4}"/>
                </a:ext>
              </a:extLst>
            </p:cNvPr>
            <p:cNvSpPr>
              <a:spLocks noEditPoints="1"/>
            </p:cNvSpPr>
            <p:nvPr userDrawn="1"/>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6">
              <a:extLst>
                <a:ext uri="{FF2B5EF4-FFF2-40B4-BE49-F238E27FC236}">
                  <a16:creationId xmlns:a16="http://schemas.microsoft.com/office/drawing/2014/main" id="{A55615A4-EA9A-41B6-9F9B-5608693927A9}"/>
                </a:ext>
              </a:extLst>
            </p:cNvPr>
            <p:cNvSpPr>
              <a:spLocks noEditPoints="1"/>
            </p:cNvSpPr>
            <p:nvPr userDrawn="1"/>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16">
              <a:extLst>
                <a:ext uri="{FF2B5EF4-FFF2-40B4-BE49-F238E27FC236}">
                  <a16:creationId xmlns:a16="http://schemas.microsoft.com/office/drawing/2014/main" id="{A66AFF9B-47A8-431E-A764-E6AFD677715E}"/>
                </a:ext>
              </a:extLst>
            </p:cNvPr>
            <p:cNvSpPr>
              <a:spLocks noEditPoints="1"/>
            </p:cNvSpPr>
            <p:nvPr userDrawn="1"/>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16">
              <a:extLst>
                <a:ext uri="{FF2B5EF4-FFF2-40B4-BE49-F238E27FC236}">
                  <a16:creationId xmlns:a16="http://schemas.microsoft.com/office/drawing/2014/main" id="{BB50F388-4C4F-4B03-AD18-01111D1C59A1}"/>
                </a:ext>
              </a:extLst>
            </p:cNvPr>
            <p:cNvSpPr>
              <a:spLocks noEditPoints="1"/>
            </p:cNvSpPr>
            <p:nvPr userDrawn="1"/>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16">
              <a:extLst>
                <a:ext uri="{FF2B5EF4-FFF2-40B4-BE49-F238E27FC236}">
                  <a16:creationId xmlns:a16="http://schemas.microsoft.com/office/drawing/2014/main" id="{CF3FB584-0B0E-423F-925C-1180324EBD34}"/>
                </a:ext>
              </a:extLst>
            </p:cNvPr>
            <p:cNvSpPr>
              <a:spLocks noEditPoints="1"/>
            </p:cNvSpPr>
            <p:nvPr userDrawn="1"/>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16">
              <a:extLst>
                <a:ext uri="{FF2B5EF4-FFF2-40B4-BE49-F238E27FC236}">
                  <a16:creationId xmlns:a16="http://schemas.microsoft.com/office/drawing/2014/main" id="{ED4EC88C-3F33-4DC1-85B0-07C4415BBD45}"/>
                </a:ext>
              </a:extLst>
            </p:cNvPr>
            <p:cNvSpPr>
              <a:spLocks noEditPoints="1"/>
            </p:cNvSpPr>
            <p:nvPr userDrawn="1"/>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16">
              <a:extLst>
                <a:ext uri="{FF2B5EF4-FFF2-40B4-BE49-F238E27FC236}">
                  <a16:creationId xmlns:a16="http://schemas.microsoft.com/office/drawing/2014/main" id="{1C4B329A-FB4F-44FB-B230-B1047E59B394}"/>
                </a:ext>
              </a:extLst>
            </p:cNvPr>
            <p:cNvSpPr>
              <a:spLocks noEditPoints="1"/>
            </p:cNvSpPr>
            <p:nvPr userDrawn="1"/>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16">
              <a:extLst>
                <a:ext uri="{FF2B5EF4-FFF2-40B4-BE49-F238E27FC236}">
                  <a16:creationId xmlns:a16="http://schemas.microsoft.com/office/drawing/2014/main" id="{BE396084-F429-410A-AF78-35CDD96AF6BE}"/>
                </a:ext>
              </a:extLst>
            </p:cNvPr>
            <p:cNvSpPr>
              <a:spLocks noEditPoints="1"/>
            </p:cNvSpPr>
            <p:nvPr userDrawn="1"/>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16">
              <a:extLst>
                <a:ext uri="{FF2B5EF4-FFF2-40B4-BE49-F238E27FC236}">
                  <a16:creationId xmlns:a16="http://schemas.microsoft.com/office/drawing/2014/main" id="{6F0A9973-4361-4CB5-876A-37B001931E15}"/>
                </a:ext>
              </a:extLst>
            </p:cNvPr>
            <p:cNvSpPr>
              <a:spLocks noEditPoints="1"/>
            </p:cNvSpPr>
            <p:nvPr userDrawn="1"/>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16">
              <a:extLst>
                <a:ext uri="{FF2B5EF4-FFF2-40B4-BE49-F238E27FC236}">
                  <a16:creationId xmlns:a16="http://schemas.microsoft.com/office/drawing/2014/main" id="{1F716BE4-ED9D-4AFC-8882-00791784384A}"/>
                </a:ext>
              </a:extLst>
            </p:cNvPr>
            <p:cNvSpPr>
              <a:spLocks noEditPoints="1"/>
            </p:cNvSpPr>
            <p:nvPr userDrawn="1"/>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16">
              <a:extLst>
                <a:ext uri="{FF2B5EF4-FFF2-40B4-BE49-F238E27FC236}">
                  <a16:creationId xmlns:a16="http://schemas.microsoft.com/office/drawing/2014/main" id="{A3188B9A-07AD-4D67-9017-92061B138A3F}"/>
                </a:ext>
              </a:extLst>
            </p:cNvPr>
            <p:cNvSpPr>
              <a:spLocks noEditPoints="1"/>
            </p:cNvSpPr>
            <p:nvPr userDrawn="1"/>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16">
              <a:extLst>
                <a:ext uri="{FF2B5EF4-FFF2-40B4-BE49-F238E27FC236}">
                  <a16:creationId xmlns:a16="http://schemas.microsoft.com/office/drawing/2014/main" id="{DE8AD78A-ABB9-4B8E-A0F9-F7CCA2E2EF8F}"/>
                </a:ext>
              </a:extLst>
            </p:cNvPr>
            <p:cNvSpPr>
              <a:spLocks noEditPoints="1"/>
            </p:cNvSpPr>
            <p:nvPr userDrawn="1"/>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16">
              <a:extLst>
                <a:ext uri="{FF2B5EF4-FFF2-40B4-BE49-F238E27FC236}">
                  <a16:creationId xmlns:a16="http://schemas.microsoft.com/office/drawing/2014/main" id="{02865DC5-04F0-4328-8C93-50994C40E460}"/>
                </a:ext>
              </a:extLst>
            </p:cNvPr>
            <p:cNvSpPr>
              <a:spLocks noEditPoints="1"/>
            </p:cNvSpPr>
            <p:nvPr userDrawn="1"/>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16">
              <a:extLst>
                <a:ext uri="{FF2B5EF4-FFF2-40B4-BE49-F238E27FC236}">
                  <a16:creationId xmlns:a16="http://schemas.microsoft.com/office/drawing/2014/main" id="{541DB8F0-C031-42C1-A57D-729DA2CFF352}"/>
                </a:ext>
              </a:extLst>
            </p:cNvPr>
            <p:cNvSpPr>
              <a:spLocks noEditPoints="1"/>
            </p:cNvSpPr>
            <p:nvPr userDrawn="1"/>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16">
              <a:extLst>
                <a:ext uri="{FF2B5EF4-FFF2-40B4-BE49-F238E27FC236}">
                  <a16:creationId xmlns:a16="http://schemas.microsoft.com/office/drawing/2014/main" id="{E74F6813-CEDF-4C90-9515-18F2D2808D82}"/>
                </a:ext>
              </a:extLst>
            </p:cNvPr>
            <p:cNvSpPr>
              <a:spLocks noEditPoints="1"/>
            </p:cNvSpPr>
            <p:nvPr userDrawn="1"/>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16">
              <a:extLst>
                <a:ext uri="{FF2B5EF4-FFF2-40B4-BE49-F238E27FC236}">
                  <a16:creationId xmlns:a16="http://schemas.microsoft.com/office/drawing/2014/main" id="{178439D5-98F9-4547-AA18-8F0D15FA5033}"/>
                </a:ext>
              </a:extLst>
            </p:cNvPr>
            <p:cNvSpPr>
              <a:spLocks noEditPoints="1"/>
            </p:cNvSpPr>
            <p:nvPr userDrawn="1"/>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16">
              <a:extLst>
                <a:ext uri="{FF2B5EF4-FFF2-40B4-BE49-F238E27FC236}">
                  <a16:creationId xmlns:a16="http://schemas.microsoft.com/office/drawing/2014/main" id="{FF65ACCA-B29A-4B23-99DF-9E8988FE7762}"/>
                </a:ext>
              </a:extLst>
            </p:cNvPr>
            <p:cNvSpPr>
              <a:spLocks noEditPoints="1"/>
            </p:cNvSpPr>
            <p:nvPr userDrawn="1"/>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16">
              <a:extLst>
                <a:ext uri="{FF2B5EF4-FFF2-40B4-BE49-F238E27FC236}">
                  <a16:creationId xmlns:a16="http://schemas.microsoft.com/office/drawing/2014/main" id="{08202144-2699-405E-B70E-10ACB625045A}"/>
                </a:ext>
              </a:extLst>
            </p:cNvPr>
            <p:cNvSpPr>
              <a:spLocks noEditPoints="1"/>
            </p:cNvSpPr>
            <p:nvPr userDrawn="1"/>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16">
              <a:extLst>
                <a:ext uri="{FF2B5EF4-FFF2-40B4-BE49-F238E27FC236}">
                  <a16:creationId xmlns:a16="http://schemas.microsoft.com/office/drawing/2014/main" id="{8F59B94B-2422-4834-BD86-CFE3D8A53F90}"/>
                </a:ext>
              </a:extLst>
            </p:cNvPr>
            <p:cNvSpPr>
              <a:spLocks noEditPoints="1"/>
            </p:cNvSpPr>
            <p:nvPr userDrawn="1"/>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16">
              <a:extLst>
                <a:ext uri="{FF2B5EF4-FFF2-40B4-BE49-F238E27FC236}">
                  <a16:creationId xmlns:a16="http://schemas.microsoft.com/office/drawing/2014/main" id="{C5893D12-2CAA-4072-80FB-D3E997100566}"/>
                </a:ext>
              </a:extLst>
            </p:cNvPr>
            <p:cNvSpPr>
              <a:spLocks noEditPoints="1"/>
            </p:cNvSpPr>
            <p:nvPr userDrawn="1"/>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16">
              <a:extLst>
                <a:ext uri="{FF2B5EF4-FFF2-40B4-BE49-F238E27FC236}">
                  <a16:creationId xmlns:a16="http://schemas.microsoft.com/office/drawing/2014/main" id="{C5D33650-F7DF-4640-8624-E4A406586BE1}"/>
                </a:ext>
              </a:extLst>
            </p:cNvPr>
            <p:cNvSpPr>
              <a:spLocks noEditPoints="1"/>
            </p:cNvSpPr>
            <p:nvPr userDrawn="1"/>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16">
              <a:extLst>
                <a:ext uri="{FF2B5EF4-FFF2-40B4-BE49-F238E27FC236}">
                  <a16:creationId xmlns:a16="http://schemas.microsoft.com/office/drawing/2014/main" id="{D8E569D6-7F89-4731-A6B8-6AFEB4544E17}"/>
                </a:ext>
              </a:extLst>
            </p:cNvPr>
            <p:cNvSpPr>
              <a:spLocks noEditPoints="1"/>
            </p:cNvSpPr>
            <p:nvPr userDrawn="1"/>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6">
              <a:extLst>
                <a:ext uri="{FF2B5EF4-FFF2-40B4-BE49-F238E27FC236}">
                  <a16:creationId xmlns:a16="http://schemas.microsoft.com/office/drawing/2014/main" id="{80CEE136-CAF7-4993-84B3-67A0917C53FB}"/>
                </a:ext>
              </a:extLst>
            </p:cNvPr>
            <p:cNvSpPr>
              <a:spLocks noEditPoints="1"/>
            </p:cNvSpPr>
            <p:nvPr userDrawn="1"/>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6">
              <a:extLst>
                <a:ext uri="{FF2B5EF4-FFF2-40B4-BE49-F238E27FC236}">
                  <a16:creationId xmlns:a16="http://schemas.microsoft.com/office/drawing/2014/main" id="{FFDB2B08-42EF-46F1-9397-9A855C1A24CA}"/>
                </a:ext>
              </a:extLst>
            </p:cNvPr>
            <p:cNvSpPr>
              <a:spLocks noEditPoints="1"/>
            </p:cNvSpPr>
            <p:nvPr userDrawn="1"/>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16">
              <a:extLst>
                <a:ext uri="{FF2B5EF4-FFF2-40B4-BE49-F238E27FC236}">
                  <a16:creationId xmlns:a16="http://schemas.microsoft.com/office/drawing/2014/main" id="{AB77A349-A09C-4B90-9A2C-EA856A8D86D5}"/>
                </a:ext>
              </a:extLst>
            </p:cNvPr>
            <p:cNvSpPr>
              <a:spLocks noEditPoints="1"/>
            </p:cNvSpPr>
            <p:nvPr userDrawn="1"/>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16">
              <a:extLst>
                <a:ext uri="{FF2B5EF4-FFF2-40B4-BE49-F238E27FC236}">
                  <a16:creationId xmlns:a16="http://schemas.microsoft.com/office/drawing/2014/main" id="{48608721-EE4A-426A-91C2-C463004F9706}"/>
                </a:ext>
              </a:extLst>
            </p:cNvPr>
            <p:cNvSpPr>
              <a:spLocks noEditPoints="1"/>
            </p:cNvSpPr>
            <p:nvPr userDrawn="1"/>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16">
              <a:extLst>
                <a:ext uri="{FF2B5EF4-FFF2-40B4-BE49-F238E27FC236}">
                  <a16:creationId xmlns:a16="http://schemas.microsoft.com/office/drawing/2014/main" id="{B927CE31-5623-45C2-9E5E-6EF014536534}"/>
                </a:ext>
              </a:extLst>
            </p:cNvPr>
            <p:cNvSpPr>
              <a:spLocks noEditPoints="1"/>
            </p:cNvSpPr>
            <p:nvPr userDrawn="1"/>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16">
              <a:extLst>
                <a:ext uri="{FF2B5EF4-FFF2-40B4-BE49-F238E27FC236}">
                  <a16:creationId xmlns:a16="http://schemas.microsoft.com/office/drawing/2014/main" id="{664A9588-E7C2-4376-869E-12661D073ADF}"/>
                </a:ext>
              </a:extLst>
            </p:cNvPr>
            <p:cNvSpPr>
              <a:spLocks noEditPoints="1"/>
            </p:cNvSpPr>
            <p:nvPr userDrawn="1"/>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16">
              <a:extLst>
                <a:ext uri="{FF2B5EF4-FFF2-40B4-BE49-F238E27FC236}">
                  <a16:creationId xmlns:a16="http://schemas.microsoft.com/office/drawing/2014/main" id="{C07EBDA9-99B9-4FEA-8E61-CF7766C803D2}"/>
                </a:ext>
              </a:extLst>
            </p:cNvPr>
            <p:cNvSpPr>
              <a:spLocks noEditPoints="1"/>
            </p:cNvSpPr>
            <p:nvPr userDrawn="1"/>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16">
              <a:extLst>
                <a:ext uri="{FF2B5EF4-FFF2-40B4-BE49-F238E27FC236}">
                  <a16:creationId xmlns:a16="http://schemas.microsoft.com/office/drawing/2014/main" id="{E44A3FF9-F9CA-4868-B495-9C7AAE9DDF96}"/>
                </a:ext>
              </a:extLst>
            </p:cNvPr>
            <p:cNvSpPr>
              <a:spLocks noEditPoints="1"/>
            </p:cNvSpPr>
            <p:nvPr userDrawn="1"/>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16">
              <a:extLst>
                <a:ext uri="{FF2B5EF4-FFF2-40B4-BE49-F238E27FC236}">
                  <a16:creationId xmlns:a16="http://schemas.microsoft.com/office/drawing/2014/main" id="{CCF5D671-0529-4209-8A7C-1149C280118B}"/>
                </a:ext>
              </a:extLst>
            </p:cNvPr>
            <p:cNvSpPr>
              <a:spLocks noEditPoints="1"/>
            </p:cNvSpPr>
            <p:nvPr userDrawn="1"/>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6">
              <a:extLst>
                <a:ext uri="{FF2B5EF4-FFF2-40B4-BE49-F238E27FC236}">
                  <a16:creationId xmlns:a16="http://schemas.microsoft.com/office/drawing/2014/main" id="{DCA290DC-6B1F-40EB-A9F0-F96F5851B398}"/>
                </a:ext>
              </a:extLst>
            </p:cNvPr>
            <p:cNvSpPr>
              <a:spLocks noEditPoints="1"/>
            </p:cNvSpPr>
            <p:nvPr userDrawn="1"/>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6">
              <a:extLst>
                <a:ext uri="{FF2B5EF4-FFF2-40B4-BE49-F238E27FC236}">
                  <a16:creationId xmlns:a16="http://schemas.microsoft.com/office/drawing/2014/main" id="{36C813C9-8C14-4372-801A-DBB3E037EEFE}"/>
                </a:ext>
              </a:extLst>
            </p:cNvPr>
            <p:cNvSpPr>
              <a:spLocks noEditPoints="1"/>
            </p:cNvSpPr>
            <p:nvPr userDrawn="1"/>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6">
              <a:extLst>
                <a:ext uri="{FF2B5EF4-FFF2-40B4-BE49-F238E27FC236}">
                  <a16:creationId xmlns:a16="http://schemas.microsoft.com/office/drawing/2014/main" id="{F253EC72-B338-4BBF-9042-C191E60067EF}"/>
                </a:ext>
              </a:extLst>
            </p:cNvPr>
            <p:cNvSpPr>
              <a:spLocks noEditPoints="1"/>
            </p:cNvSpPr>
            <p:nvPr userDrawn="1"/>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6">
              <a:extLst>
                <a:ext uri="{FF2B5EF4-FFF2-40B4-BE49-F238E27FC236}">
                  <a16:creationId xmlns:a16="http://schemas.microsoft.com/office/drawing/2014/main" id="{7B28B5DF-2DA6-4E8F-817A-C1902DCD4552}"/>
                </a:ext>
              </a:extLst>
            </p:cNvPr>
            <p:cNvSpPr>
              <a:spLocks noEditPoints="1"/>
            </p:cNvSpPr>
            <p:nvPr userDrawn="1"/>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6">
              <a:extLst>
                <a:ext uri="{FF2B5EF4-FFF2-40B4-BE49-F238E27FC236}">
                  <a16:creationId xmlns:a16="http://schemas.microsoft.com/office/drawing/2014/main" id="{09D7394F-F75D-4FED-8923-575F140FA2B8}"/>
                </a:ext>
              </a:extLst>
            </p:cNvPr>
            <p:cNvSpPr>
              <a:spLocks noEditPoints="1"/>
            </p:cNvSpPr>
            <p:nvPr userDrawn="1"/>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6">
              <a:extLst>
                <a:ext uri="{FF2B5EF4-FFF2-40B4-BE49-F238E27FC236}">
                  <a16:creationId xmlns:a16="http://schemas.microsoft.com/office/drawing/2014/main" id="{F172134A-6C32-4752-97D8-E661E6A26310}"/>
                </a:ext>
              </a:extLst>
            </p:cNvPr>
            <p:cNvSpPr>
              <a:spLocks noEditPoints="1"/>
            </p:cNvSpPr>
            <p:nvPr userDrawn="1"/>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6">
              <a:extLst>
                <a:ext uri="{FF2B5EF4-FFF2-40B4-BE49-F238E27FC236}">
                  <a16:creationId xmlns:a16="http://schemas.microsoft.com/office/drawing/2014/main" id="{6CAB8EBC-D1A2-4B27-9297-ADFA1B5C1AF7}"/>
                </a:ext>
              </a:extLst>
            </p:cNvPr>
            <p:cNvSpPr>
              <a:spLocks noEditPoints="1"/>
            </p:cNvSpPr>
            <p:nvPr userDrawn="1"/>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6">
              <a:extLst>
                <a:ext uri="{FF2B5EF4-FFF2-40B4-BE49-F238E27FC236}">
                  <a16:creationId xmlns:a16="http://schemas.microsoft.com/office/drawing/2014/main" id="{6E5A44D5-4DED-4075-8C18-C4EE1E61AB39}"/>
                </a:ext>
              </a:extLst>
            </p:cNvPr>
            <p:cNvSpPr>
              <a:spLocks noEditPoints="1"/>
            </p:cNvSpPr>
            <p:nvPr userDrawn="1"/>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6">
              <a:extLst>
                <a:ext uri="{FF2B5EF4-FFF2-40B4-BE49-F238E27FC236}">
                  <a16:creationId xmlns:a16="http://schemas.microsoft.com/office/drawing/2014/main" id="{47E67357-8F43-4716-AF36-C4D3FAD5776D}"/>
                </a:ext>
              </a:extLst>
            </p:cNvPr>
            <p:cNvSpPr>
              <a:spLocks noEditPoints="1"/>
            </p:cNvSpPr>
            <p:nvPr userDrawn="1"/>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16">
              <a:extLst>
                <a:ext uri="{FF2B5EF4-FFF2-40B4-BE49-F238E27FC236}">
                  <a16:creationId xmlns:a16="http://schemas.microsoft.com/office/drawing/2014/main" id="{CDB9D3D1-A9FF-4CC6-B6AD-51D73FCAE1D4}"/>
                </a:ext>
              </a:extLst>
            </p:cNvPr>
            <p:cNvSpPr>
              <a:spLocks noEditPoints="1"/>
            </p:cNvSpPr>
            <p:nvPr userDrawn="1"/>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6">
              <a:extLst>
                <a:ext uri="{FF2B5EF4-FFF2-40B4-BE49-F238E27FC236}">
                  <a16:creationId xmlns:a16="http://schemas.microsoft.com/office/drawing/2014/main" id="{B1C55A0F-DE6D-4BE9-B90E-685770171078}"/>
                </a:ext>
              </a:extLst>
            </p:cNvPr>
            <p:cNvSpPr>
              <a:spLocks noEditPoints="1"/>
            </p:cNvSpPr>
            <p:nvPr userDrawn="1"/>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6627EE65-8BCE-41D8-BE30-34A95B942473}"/>
                </a:ext>
              </a:extLst>
            </p:cNvPr>
            <p:cNvSpPr>
              <a:spLocks noEditPoints="1"/>
            </p:cNvSpPr>
            <p:nvPr userDrawn="1"/>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6">
              <a:extLst>
                <a:ext uri="{FF2B5EF4-FFF2-40B4-BE49-F238E27FC236}">
                  <a16:creationId xmlns:a16="http://schemas.microsoft.com/office/drawing/2014/main" id="{FA999AE1-300A-4580-A684-3752E1FB0EF1}"/>
                </a:ext>
              </a:extLst>
            </p:cNvPr>
            <p:cNvSpPr>
              <a:spLocks noEditPoints="1"/>
            </p:cNvSpPr>
            <p:nvPr userDrawn="1"/>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6">
              <a:extLst>
                <a:ext uri="{FF2B5EF4-FFF2-40B4-BE49-F238E27FC236}">
                  <a16:creationId xmlns:a16="http://schemas.microsoft.com/office/drawing/2014/main" id="{9BB492A4-E274-4551-A97A-AD8A2538EB6E}"/>
                </a:ext>
              </a:extLst>
            </p:cNvPr>
            <p:cNvSpPr>
              <a:spLocks noEditPoints="1"/>
            </p:cNvSpPr>
            <p:nvPr userDrawn="1"/>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6">
              <a:extLst>
                <a:ext uri="{FF2B5EF4-FFF2-40B4-BE49-F238E27FC236}">
                  <a16:creationId xmlns:a16="http://schemas.microsoft.com/office/drawing/2014/main" id="{CBF53111-DF01-47C3-8596-B57862E0C31E}"/>
                </a:ext>
              </a:extLst>
            </p:cNvPr>
            <p:cNvSpPr>
              <a:spLocks noEditPoints="1"/>
            </p:cNvSpPr>
            <p:nvPr userDrawn="1"/>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6">
              <a:extLst>
                <a:ext uri="{FF2B5EF4-FFF2-40B4-BE49-F238E27FC236}">
                  <a16:creationId xmlns:a16="http://schemas.microsoft.com/office/drawing/2014/main" id="{C53F7DDB-439E-47C6-90BD-B22EA9B7CDF3}"/>
                </a:ext>
              </a:extLst>
            </p:cNvPr>
            <p:cNvSpPr>
              <a:spLocks noEditPoints="1"/>
            </p:cNvSpPr>
            <p:nvPr userDrawn="1"/>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16">
              <a:extLst>
                <a:ext uri="{FF2B5EF4-FFF2-40B4-BE49-F238E27FC236}">
                  <a16:creationId xmlns:a16="http://schemas.microsoft.com/office/drawing/2014/main" id="{81E7F6E6-2542-47E1-AE43-9B182D375826}"/>
                </a:ext>
              </a:extLst>
            </p:cNvPr>
            <p:cNvSpPr>
              <a:spLocks noEditPoints="1"/>
            </p:cNvSpPr>
            <p:nvPr userDrawn="1"/>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16">
              <a:extLst>
                <a:ext uri="{FF2B5EF4-FFF2-40B4-BE49-F238E27FC236}">
                  <a16:creationId xmlns:a16="http://schemas.microsoft.com/office/drawing/2014/main" id="{E777532A-71A5-494B-820C-48C05EC74CA0}"/>
                </a:ext>
              </a:extLst>
            </p:cNvPr>
            <p:cNvSpPr>
              <a:spLocks noEditPoints="1"/>
            </p:cNvSpPr>
            <p:nvPr userDrawn="1"/>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16">
              <a:extLst>
                <a:ext uri="{FF2B5EF4-FFF2-40B4-BE49-F238E27FC236}">
                  <a16:creationId xmlns:a16="http://schemas.microsoft.com/office/drawing/2014/main" id="{70329985-9DF6-417E-8BE0-92923294554F}"/>
                </a:ext>
              </a:extLst>
            </p:cNvPr>
            <p:cNvSpPr>
              <a:spLocks noEditPoints="1"/>
            </p:cNvSpPr>
            <p:nvPr userDrawn="1"/>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16">
              <a:extLst>
                <a:ext uri="{FF2B5EF4-FFF2-40B4-BE49-F238E27FC236}">
                  <a16:creationId xmlns:a16="http://schemas.microsoft.com/office/drawing/2014/main" id="{00252936-908A-4F1A-B1D6-E291EDBA6E00}"/>
                </a:ext>
              </a:extLst>
            </p:cNvPr>
            <p:cNvSpPr>
              <a:spLocks noEditPoints="1"/>
            </p:cNvSpPr>
            <p:nvPr userDrawn="1"/>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16">
              <a:extLst>
                <a:ext uri="{FF2B5EF4-FFF2-40B4-BE49-F238E27FC236}">
                  <a16:creationId xmlns:a16="http://schemas.microsoft.com/office/drawing/2014/main" id="{1614E059-CFCA-409A-8521-5A7B0CD0E428}"/>
                </a:ext>
              </a:extLst>
            </p:cNvPr>
            <p:cNvSpPr>
              <a:spLocks noEditPoints="1"/>
            </p:cNvSpPr>
            <p:nvPr userDrawn="1"/>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16">
              <a:extLst>
                <a:ext uri="{FF2B5EF4-FFF2-40B4-BE49-F238E27FC236}">
                  <a16:creationId xmlns:a16="http://schemas.microsoft.com/office/drawing/2014/main" id="{D67A4711-AC1A-4F94-B614-DDA70F4AB3ED}"/>
                </a:ext>
              </a:extLst>
            </p:cNvPr>
            <p:cNvSpPr>
              <a:spLocks noEditPoints="1"/>
            </p:cNvSpPr>
            <p:nvPr userDrawn="1"/>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16">
              <a:extLst>
                <a:ext uri="{FF2B5EF4-FFF2-40B4-BE49-F238E27FC236}">
                  <a16:creationId xmlns:a16="http://schemas.microsoft.com/office/drawing/2014/main" id="{7AC93D6D-B965-4CFB-82B3-C2F8189DD772}"/>
                </a:ext>
              </a:extLst>
            </p:cNvPr>
            <p:cNvSpPr>
              <a:spLocks noEditPoints="1"/>
            </p:cNvSpPr>
            <p:nvPr userDrawn="1"/>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16">
              <a:extLst>
                <a:ext uri="{FF2B5EF4-FFF2-40B4-BE49-F238E27FC236}">
                  <a16:creationId xmlns:a16="http://schemas.microsoft.com/office/drawing/2014/main" id="{00CA144B-A572-487C-B67D-E0784F6971CB}"/>
                </a:ext>
              </a:extLst>
            </p:cNvPr>
            <p:cNvSpPr>
              <a:spLocks noEditPoints="1"/>
            </p:cNvSpPr>
            <p:nvPr userDrawn="1"/>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16">
              <a:extLst>
                <a:ext uri="{FF2B5EF4-FFF2-40B4-BE49-F238E27FC236}">
                  <a16:creationId xmlns:a16="http://schemas.microsoft.com/office/drawing/2014/main" id="{E1487B58-3826-42D4-A325-3E4E04785B12}"/>
                </a:ext>
              </a:extLst>
            </p:cNvPr>
            <p:cNvSpPr>
              <a:spLocks noEditPoints="1"/>
            </p:cNvSpPr>
            <p:nvPr userDrawn="1"/>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16">
              <a:extLst>
                <a:ext uri="{FF2B5EF4-FFF2-40B4-BE49-F238E27FC236}">
                  <a16:creationId xmlns:a16="http://schemas.microsoft.com/office/drawing/2014/main" id="{3C65D50D-4B63-4F19-93C9-926E0DA6253B}"/>
                </a:ext>
              </a:extLst>
            </p:cNvPr>
            <p:cNvSpPr>
              <a:spLocks noEditPoints="1"/>
            </p:cNvSpPr>
            <p:nvPr userDrawn="1"/>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16">
              <a:extLst>
                <a:ext uri="{FF2B5EF4-FFF2-40B4-BE49-F238E27FC236}">
                  <a16:creationId xmlns:a16="http://schemas.microsoft.com/office/drawing/2014/main" id="{91A9FD33-BBFB-4EB4-B633-06A023CB6087}"/>
                </a:ext>
              </a:extLst>
            </p:cNvPr>
            <p:cNvSpPr>
              <a:spLocks noEditPoints="1"/>
            </p:cNvSpPr>
            <p:nvPr userDrawn="1"/>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6">
              <a:extLst>
                <a:ext uri="{FF2B5EF4-FFF2-40B4-BE49-F238E27FC236}">
                  <a16:creationId xmlns:a16="http://schemas.microsoft.com/office/drawing/2014/main" id="{8A25449F-C96E-43A9-BE7E-8415CB8CA956}"/>
                </a:ext>
              </a:extLst>
            </p:cNvPr>
            <p:cNvSpPr>
              <a:spLocks noEditPoints="1"/>
            </p:cNvSpPr>
            <p:nvPr userDrawn="1"/>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16">
              <a:extLst>
                <a:ext uri="{FF2B5EF4-FFF2-40B4-BE49-F238E27FC236}">
                  <a16:creationId xmlns:a16="http://schemas.microsoft.com/office/drawing/2014/main" id="{E852D294-5AE3-4C12-AE2F-1361C06DF29D}"/>
                </a:ext>
              </a:extLst>
            </p:cNvPr>
            <p:cNvSpPr>
              <a:spLocks noEditPoints="1"/>
            </p:cNvSpPr>
            <p:nvPr userDrawn="1"/>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6">
              <a:extLst>
                <a:ext uri="{FF2B5EF4-FFF2-40B4-BE49-F238E27FC236}">
                  <a16:creationId xmlns:a16="http://schemas.microsoft.com/office/drawing/2014/main" id="{D75B22CF-07E7-4A6F-B17D-758BBE553840}"/>
                </a:ext>
              </a:extLst>
            </p:cNvPr>
            <p:cNvSpPr>
              <a:spLocks noEditPoints="1"/>
            </p:cNvSpPr>
            <p:nvPr userDrawn="1"/>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6">
              <a:extLst>
                <a:ext uri="{FF2B5EF4-FFF2-40B4-BE49-F238E27FC236}">
                  <a16:creationId xmlns:a16="http://schemas.microsoft.com/office/drawing/2014/main" id="{45BB4DE2-44BF-43BF-9C16-259FA3450315}"/>
                </a:ext>
              </a:extLst>
            </p:cNvPr>
            <p:cNvSpPr>
              <a:spLocks noEditPoints="1"/>
            </p:cNvSpPr>
            <p:nvPr userDrawn="1"/>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16">
              <a:extLst>
                <a:ext uri="{FF2B5EF4-FFF2-40B4-BE49-F238E27FC236}">
                  <a16:creationId xmlns:a16="http://schemas.microsoft.com/office/drawing/2014/main" id="{9082519B-328F-4D85-9648-AA99F35AF427}"/>
                </a:ext>
              </a:extLst>
            </p:cNvPr>
            <p:cNvSpPr>
              <a:spLocks noEditPoints="1"/>
            </p:cNvSpPr>
            <p:nvPr userDrawn="1"/>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6">
              <a:extLst>
                <a:ext uri="{FF2B5EF4-FFF2-40B4-BE49-F238E27FC236}">
                  <a16:creationId xmlns:a16="http://schemas.microsoft.com/office/drawing/2014/main" id="{D9C1B58C-398E-452F-88B1-1E2D056BC39E}"/>
                </a:ext>
              </a:extLst>
            </p:cNvPr>
            <p:cNvSpPr>
              <a:spLocks noEditPoints="1"/>
            </p:cNvSpPr>
            <p:nvPr userDrawn="1"/>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6">
              <a:extLst>
                <a:ext uri="{FF2B5EF4-FFF2-40B4-BE49-F238E27FC236}">
                  <a16:creationId xmlns:a16="http://schemas.microsoft.com/office/drawing/2014/main" id="{1215C438-62B6-48E8-93BD-2400CE7DCBC7}"/>
                </a:ext>
              </a:extLst>
            </p:cNvPr>
            <p:cNvSpPr>
              <a:spLocks noEditPoints="1"/>
            </p:cNvSpPr>
            <p:nvPr userDrawn="1"/>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16">
              <a:extLst>
                <a:ext uri="{FF2B5EF4-FFF2-40B4-BE49-F238E27FC236}">
                  <a16:creationId xmlns:a16="http://schemas.microsoft.com/office/drawing/2014/main" id="{74287A1C-61DC-4764-AD91-0D8AE5D32FD9}"/>
                </a:ext>
              </a:extLst>
            </p:cNvPr>
            <p:cNvSpPr>
              <a:spLocks noEditPoints="1"/>
            </p:cNvSpPr>
            <p:nvPr userDrawn="1"/>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6">
              <a:extLst>
                <a:ext uri="{FF2B5EF4-FFF2-40B4-BE49-F238E27FC236}">
                  <a16:creationId xmlns:a16="http://schemas.microsoft.com/office/drawing/2014/main" id="{935F5F69-3B06-47EE-8A58-9EFC1B83EC69}"/>
                </a:ext>
              </a:extLst>
            </p:cNvPr>
            <p:cNvSpPr>
              <a:spLocks noEditPoints="1"/>
            </p:cNvSpPr>
            <p:nvPr userDrawn="1"/>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6">
              <a:extLst>
                <a:ext uri="{FF2B5EF4-FFF2-40B4-BE49-F238E27FC236}">
                  <a16:creationId xmlns:a16="http://schemas.microsoft.com/office/drawing/2014/main" id="{1101FFF9-CF37-4721-8186-544775DE501D}"/>
                </a:ext>
              </a:extLst>
            </p:cNvPr>
            <p:cNvSpPr>
              <a:spLocks noEditPoints="1"/>
            </p:cNvSpPr>
            <p:nvPr userDrawn="1"/>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16">
              <a:extLst>
                <a:ext uri="{FF2B5EF4-FFF2-40B4-BE49-F238E27FC236}">
                  <a16:creationId xmlns:a16="http://schemas.microsoft.com/office/drawing/2014/main" id="{DA07B02B-AB92-4E6D-BE68-38C0C55A704F}"/>
                </a:ext>
              </a:extLst>
            </p:cNvPr>
            <p:cNvSpPr>
              <a:spLocks noEditPoints="1"/>
            </p:cNvSpPr>
            <p:nvPr userDrawn="1"/>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16">
              <a:extLst>
                <a:ext uri="{FF2B5EF4-FFF2-40B4-BE49-F238E27FC236}">
                  <a16:creationId xmlns:a16="http://schemas.microsoft.com/office/drawing/2014/main" id="{5C7F6697-9CF8-4C52-8134-856F37E69B55}"/>
                </a:ext>
              </a:extLst>
            </p:cNvPr>
            <p:cNvSpPr>
              <a:spLocks noEditPoints="1"/>
            </p:cNvSpPr>
            <p:nvPr userDrawn="1"/>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16">
              <a:extLst>
                <a:ext uri="{FF2B5EF4-FFF2-40B4-BE49-F238E27FC236}">
                  <a16:creationId xmlns:a16="http://schemas.microsoft.com/office/drawing/2014/main" id="{71AE8640-CA8D-45ED-B293-E41C04107BB9}"/>
                </a:ext>
              </a:extLst>
            </p:cNvPr>
            <p:cNvSpPr>
              <a:spLocks noEditPoints="1"/>
            </p:cNvSpPr>
            <p:nvPr userDrawn="1"/>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16">
              <a:extLst>
                <a:ext uri="{FF2B5EF4-FFF2-40B4-BE49-F238E27FC236}">
                  <a16:creationId xmlns:a16="http://schemas.microsoft.com/office/drawing/2014/main" id="{63C196AF-4D4C-4362-BDBF-EC89D3AF7E17}"/>
                </a:ext>
              </a:extLst>
            </p:cNvPr>
            <p:cNvSpPr>
              <a:spLocks noEditPoints="1"/>
            </p:cNvSpPr>
            <p:nvPr userDrawn="1"/>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16">
              <a:extLst>
                <a:ext uri="{FF2B5EF4-FFF2-40B4-BE49-F238E27FC236}">
                  <a16:creationId xmlns:a16="http://schemas.microsoft.com/office/drawing/2014/main" id="{ACA5D87D-1923-4B8B-9B95-C833F20B3FCA}"/>
                </a:ext>
              </a:extLst>
            </p:cNvPr>
            <p:cNvSpPr>
              <a:spLocks noEditPoints="1"/>
            </p:cNvSpPr>
            <p:nvPr userDrawn="1"/>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16">
              <a:extLst>
                <a:ext uri="{FF2B5EF4-FFF2-40B4-BE49-F238E27FC236}">
                  <a16:creationId xmlns:a16="http://schemas.microsoft.com/office/drawing/2014/main" id="{5168EF6E-C030-46F7-940B-B2259B19D5DB}"/>
                </a:ext>
              </a:extLst>
            </p:cNvPr>
            <p:cNvSpPr>
              <a:spLocks noEditPoints="1"/>
            </p:cNvSpPr>
            <p:nvPr userDrawn="1"/>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6">
              <a:extLst>
                <a:ext uri="{FF2B5EF4-FFF2-40B4-BE49-F238E27FC236}">
                  <a16:creationId xmlns:a16="http://schemas.microsoft.com/office/drawing/2014/main" id="{A141EFDE-9FF6-4BED-B3E7-F887DDD96035}"/>
                </a:ext>
              </a:extLst>
            </p:cNvPr>
            <p:cNvSpPr>
              <a:spLocks noEditPoints="1"/>
            </p:cNvSpPr>
            <p:nvPr userDrawn="1"/>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6">
              <a:extLst>
                <a:ext uri="{FF2B5EF4-FFF2-40B4-BE49-F238E27FC236}">
                  <a16:creationId xmlns:a16="http://schemas.microsoft.com/office/drawing/2014/main" id="{F1BD7350-6598-41F6-9255-7CC3E3138875}"/>
                </a:ext>
              </a:extLst>
            </p:cNvPr>
            <p:cNvSpPr>
              <a:spLocks noEditPoints="1"/>
            </p:cNvSpPr>
            <p:nvPr userDrawn="1"/>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16">
              <a:extLst>
                <a:ext uri="{FF2B5EF4-FFF2-40B4-BE49-F238E27FC236}">
                  <a16:creationId xmlns:a16="http://schemas.microsoft.com/office/drawing/2014/main" id="{22AC9D57-87D8-4EB4-9431-D6A909D9B344}"/>
                </a:ext>
              </a:extLst>
            </p:cNvPr>
            <p:cNvSpPr>
              <a:spLocks noEditPoints="1"/>
            </p:cNvSpPr>
            <p:nvPr userDrawn="1"/>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16">
              <a:extLst>
                <a:ext uri="{FF2B5EF4-FFF2-40B4-BE49-F238E27FC236}">
                  <a16:creationId xmlns:a16="http://schemas.microsoft.com/office/drawing/2014/main" id="{5E5F28C9-581C-4582-AFD5-64DAF5C058C8}"/>
                </a:ext>
              </a:extLst>
            </p:cNvPr>
            <p:cNvSpPr>
              <a:spLocks noEditPoints="1"/>
            </p:cNvSpPr>
            <p:nvPr userDrawn="1"/>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16">
              <a:extLst>
                <a:ext uri="{FF2B5EF4-FFF2-40B4-BE49-F238E27FC236}">
                  <a16:creationId xmlns:a16="http://schemas.microsoft.com/office/drawing/2014/main" id="{A3946BBE-EEEB-45AB-8953-28E740687DEF}"/>
                </a:ext>
              </a:extLst>
            </p:cNvPr>
            <p:cNvSpPr>
              <a:spLocks noEditPoints="1"/>
            </p:cNvSpPr>
            <p:nvPr userDrawn="1"/>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16">
              <a:extLst>
                <a:ext uri="{FF2B5EF4-FFF2-40B4-BE49-F238E27FC236}">
                  <a16:creationId xmlns:a16="http://schemas.microsoft.com/office/drawing/2014/main" id="{6CBC4E02-AAC1-4F30-A6A1-640557D976C5}"/>
                </a:ext>
              </a:extLst>
            </p:cNvPr>
            <p:cNvSpPr>
              <a:spLocks noEditPoints="1"/>
            </p:cNvSpPr>
            <p:nvPr userDrawn="1"/>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16">
              <a:extLst>
                <a:ext uri="{FF2B5EF4-FFF2-40B4-BE49-F238E27FC236}">
                  <a16:creationId xmlns:a16="http://schemas.microsoft.com/office/drawing/2014/main" id="{B048D2CD-AC09-4285-A6D5-6EA03B390362}"/>
                </a:ext>
              </a:extLst>
            </p:cNvPr>
            <p:cNvSpPr>
              <a:spLocks noEditPoints="1"/>
            </p:cNvSpPr>
            <p:nvPr userDrawn="1"/>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16">
              <a:extLst>
                <a:ext uri="{FF2B5EF4-FFF2-40B4-BE49-F238E27FC236}">
                  <a16:creationId xmlns:a16="http://schemas.microsoft.com/office/drawing/2014/main" id="{15EF59CC-EAE4-472E-9711-C258CA656229}"/>
                </a:ext>
              </a:extLst>
            </p:cNvPr>
            <p:cNvSpPr>
              <a:spLocks noEditPoints="1"/>
            </p:cNvSpPr>
            <p:nvPr userDrawn="1"/>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16">
              <a:extLst>
                <a:ext uri="{FF2B5EF4-FFF2-40B4-BE49-F238E27FC236}">
                  <a16:creationId xmlns:a16="http://schemas.microsoft.com/office/drawing/2014/main" id="{0C37583E-F9BD-44A9-BE2D-5885FBF11A0D}"/>
                </a:ext>
              </a:extLst>
            </p:cNvPr>
            <p:cNvSpPr>
              <a:spLocks noEditPoints="1"/>
            </p:cNvSpPr>
            <p:nvPr userDrawn="1"/>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16">
              <a:extLst>
                <a:ext uri="{FF2B5EF4-FFF2-40B4-BE49-F238E27FC236}">
                  <a16:creationId xmlns:a16="http://schemas.microsoft.com/office/drawing/2014/main" id="{C8F816AA-7759-4D40-8B9F-93CE389699BC}"/>
                </a:ext>
              </a:extLst>
            </p:cNvPr>
            <p:cNvSpPr>
              <a:spLocks noEditPoints="1"/>
            </p:cNvSpPr>
            <p:nvPr userDrawn="1"/>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16">
              <a:extLst>
                <a:ext uri="{FF2B5EF4-FFF2-40B4-BE49-F238E27FC236}">
                  <a16:creationId xmlns:a16="http://schemas.microsoft.com/office/drawing/2014/main" id="{B65B9489-7839-490A-B77D-E0E3DFA52E40}"/>
                </a:ext>
              </a:extLst>
            </p:cNvPr>
            <p:cNvSpPr>
              <a:spLocks noEditPoints="1"/>
            </p:cNvSpPr>
            <p:nvPr userDrawn="1"/>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16">
              <a:extLst>
                <a:ext uri="{FF2B5EF4-FFF2-40B4-BE49-F238E27FC236}">
                  <a16:creationId xmlns:a16="http://schemas.microsoft.com/office/drawing/2014/main" id="{BECB7B9E-23EE-46B4-90EA-B68B9533FE1F}"/>
                </a:ext>
              </a:extLst>
            </p:cNvPr>
            <p:cNvSpPr>
              <a:spLocks noEditPoints="1"/>
            </p:cNvSpPr>
            <p:nvPr userDrawn="1"/>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16">
              <a:extLst>
                <a:ext uri="{FF2B5EF4-FFF2-40B4-BE49-F238E27FC236}">
                  <a16:creationId xmlns:a16="http://schemas.microsoft.com/office/drawing/2014/main" id="{37F81689-425B-4586-BA28-A52EA6461BD3}"/>
                </a:ext>
              </a:extLst>
            </p:cNvPr>
            <p:cNvSpPr>
              <a:spLocks noEditPoints="1"/>
            </p:cNvSpPr>
            <p:nvPr userDrawn="1"/>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Freeform 16">
              <a:extLst>
                <a:ext uri="{FF2B5EF4-FFF2-40B4-BE49-F238E27FC236}">
                  <a16:creationId xmlns:a16="http://schemas.microsoft.com/office/drawing/2014/main" id="{F4E46C55-E55C-4DB9-84CB-12BA4E8360B2}"/>
                </a:ext>
              </a:extLst>
            </p:cNvPr>
            <p:cNvSpPr>
              <a:spLocks noEditPoints="1"/>
            </p:cNvSpPr>
            <p:nvPr userDrawn="1"/>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userDrawn="1"/>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67" name="Group 266">
              <a:extLst>
                <a:ext uri="{FF2B5EF4-FFF2-40B4-BE49-F238E27FC236}">
                  <a16:creationId xmlns:a16="http://schemas.microsoft.com/office/drawing/2014/main" id="{B79D6001-5C23-4D4D-89FC-00A862D67E58}"/>
                </a:ext>
              </a:extLst>
            </p:cNvPr>
            <p:cNvGrpSpPr/>
            <p:nvPr userDrawn="1"/>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userDrawn="1"/>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11">
                <a:extLst>
                  <a:ext uri="{FF2B5EF4-FFF2-40B4-BE49-F238E27FC236}">
                    <a16:creationId xmlns:a16="http://schemas.microsoft.com/office/drawing/2014/main" id="{9622CA32-E887-4015-BE52-CE59C58A50BC}"/>
                  </a:ext>
                </a:extLst>
              </p:cNvPr>
              <p:cNvSpPr>
                <a:spLocks/>
              </p:cNvSpPr>
              <p:nvPr userDrawn="1"/>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2">
                <a:extLst>
                  <a:ext uri="{FF2B5EF4-FFF2-40B4-BE49-F238E27FC236}">
                    <a16:creationId xmlns:a16="http://schemas.microsoft.com/office/drawing/2014/main" id="{15857072-129D-4B83-AEDA-E98AD3A5AEF2}"/>
                  </a:ext>
                </a:extLst>
              </p:cNvPr>
              <p:cNvSpPr>
                <a:spLocks/>
              </p:cNvSpPr>
              <p:nvPr userDrawn="1"/>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68" name="Rectangle 267">
              <a:extLst>
                <a:ext uri="{FF2B5EF4-FFF2-40B4-BE49-F238E27FC236}">
                  <a16:creationId xmlns:a16="http://schemas.microsoft.com/office/drawing/2014/main" id="{395FD607-A9EB-4369-8C8B-71A1A9564207}"/>
                </a:ext>
              </a:extLst>
            </p:cNvPr>
            <p:cNvSpPr/>
            <p:nvPr userDrawn="1"/>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CCAC69A-2B74-4981-825D-C3244AD95072}"/>
                </a:ext>
              </a:extLst>
            </p:cNvPr>
            <p:cNvSpPr/>
            <p:nvPr userDrawn="1"/>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660DB5A1-D3C7-4B82-A883-81AAAD318502}"/>
                </a:ext>
              </a:extLst>
            </p:cNvPr>
            <p:cNvSpPr/>
            <p:nvPr userDrawn="1"/>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02F05F0F-A34E-4FE9-AFF6-B23AF6C59A1F}"/>
                </a:ext>
              </a:extLst>
            </p:cNvPr>
            <p:cNvSpPr/>
            <p:nvPr userDrawn="1"/>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4770120" y="6278881"/>
            <a:ext cx="12435840" cy="984885"/>
          </a:xfrm>
        </p:spPr>
        <p:txBody>
          <a:bodyPr/>
          <a:lstStyle>
            <a:lvl1pPr algn="l">
              <a:defRPr sz="4800">
                <a:solidFill>
                  <a:schemeClr val="tx1"/>
                </a:solidFill>
              </a:defRPr>
            </a:lvl1pPr>
          </a:lstStyle>
          <a:p>
            <a:r>
              <a:rPr lang="en-US"/>
              <a:t>Click to edit Master title style</a:t>
            </a:r>
          </a:p>
        </p:txBody>
      </p:sp>
      <p:sp>
        <p:nvSpPr>
          <p:cNvPr id="5" name="Text Placeholder 4"/>
          <p:cNvSpPr>
            <a:spLocks noGrp="1"/>
          </p:cNvSpPr>
          <p:nvPr>
            <p:ph type="body" sz="quarter" idx="10"/>
          </p:nvPr>
        </p:nvSpPr>
        <p:spPr>
          <a:xfrm>
            <a:off x="4770120" y="7269481"/>
            <a:ext cx="12435840" cy="875772"/>
          </a:xfrm>
        </p:spPr>
        <p:txBody>
          <a:bodyPr/>
          <a:lstStyle>
            <a:lvl1pPr marL="0" indent="0" algn="l">
              <a:buFontTx/>
              <a:buNone/>
              <a:defRPr sz="4000" b="0">
                <a:solidFill>
                  <a:schemeClr val="tx1"/>
                </a:solidFill>
                <a:latin typeface="Trebuchet MS" panose="020B0603020202020204" pitchFamily="34" charset="0"/>
              </a:defRPr>
            </a:lvl1pPr>
            <a:lvl2pPr marL="952519" indent="0" algn="ctr">
              <a:buFontTx/>
              <a:buNone/>
              <a:defRPr sz="4667">
                <a:solidFill>
                  <a:schemeClr val="tx2"/>
                </a:solidFill>
                <a:latin typeface="Trebuchet MS" panose="020B0603020202020204" pitchFamily="34" charset="0"/>
              </a:defRPr>
            </a:lvl2pPr>
            <a:lvl3pPr marL="1815078" indent="0" algn="ctr">
              <a:buFontTx/>
              <a:buNone/>
              <a:defRPr sz="4667">
                <a:solidFill>
                  <a:schemeClr val="tx2"/>
                </a:solidFill>
                <a:latin typeface="Trebuchet MS" panose="020B0603020202020204" pitchFamily="34" charset="0"/>
              </a:defRPr>
            </a:lvl3pPr>
            <a:lvl4pPr marL="2577093" indent="0" algn="ctr">
              <a:buFontTx/>
              <a:buNone/>
              <a:defRPr sz="4667">
                <a:solidFill>
                  <a:schemeClr val="tx2"/>
                </a:solidFill>
                <a:latin typeface="Trebuchet MS" panose="020B0603020202020204" pitchFamily="34" charset="0"/>
              </a:defRPr>
            </a:lvl4pPr>
            <a:lvl5pPr marL="3148605" indent="0" algn="ctr">
              <a:buFontTx/>
              <a:buNone/>
              <a:defRPr sz="4667">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81578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7112A4-5D5B-4EFA-A84C-A0A181665097}"/>
              </a:ext>
            </a:extLst>
          </p:cNvPr>
          <p:cNvSpPr/>
          <p:nvPr userDrawn="1"/>
        </p:nvSpPr>
        <p:spPr>
          <a:xfrm>
            <a:off x="16433210" y="9536605"/>
            <a:ext cx="1677580" cy="5288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4739340-3649-4D8C-89CF-13D20880D50E}"/>
              </a:ext>
            </a:extLst>
          </p:cNvPr>
          <p:cNvSpPr txBox="1"/>
          <p:nvPr userDrawn="1"/>
        </p:nvSpPr>
        <p:spPr>
          <a:xfrm>
            <a:off x="16248609" y="9792797"/>
            <a:ext cx="535045" cy="184666"/>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1200" kern="1200" smtClean="0">
                <a:solidFill>
                  <a:schemeClr val="accent5"/>
                </a:solidFill>
                <a:latin typeface="Trebuchet MS" panose="020B0603020202020204" pitchFamily="34" charset="0"/>
                <a:ea typeface="MS PGothic" pitchFamily="34" charset="-128"/>
                <a:cs typeface="+mn-cs"/>
              </a:rPr>
              <a:pPr algn="r"/>
              <a:t>‹#›</a:t>
            </a:fld>
            <a:r>
              <a:rPr lang="en-US" sz="1200" cap="none" baseline="0">
                <a:solidFill>
                  <a:schemeClr val="accent5"/>
                </a:solidFill>
                <a:latin typeface="Trebuchet MS" panose="020B0603020202020204" pitchFamily="34" charset="0"/>
              </a:rPr>
              <a:t> </a:t>
            </a:r>
            <a:endParaRPr lang="en-US" sz="1200" cap="none">
              <a:solidFill>
                <a:schemeClr val="accent5"/>
              </a:solidFill>
              <a:latin typeface="Trebuchet MS" panose="020B0603020202020204" pitchFamily="34" charset="0"/>
            </a:endParaRPr>
          </a:p>
        </p:txBody>
      </p:sp>
      <p:pic>
        <p:nvPicPr>
          <p:cNvPr id="6" name="Picture 5">
            <a:extLst>
              <a:ext uri="{FF2B5EF4-FFF2-40B4-BE49-F238E27FC236}">
                <a16:creationId xmlns:a16="http://schemas.microsoft.com/office/drawing/2014/main" id="{878CA877-0F73-4AA5-B944-ADC4B5B81EF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820890" y="9722868"/>
            <a:ext cx="1084725" cy="385407"/>
          </a:xfrm>
          <a:prstGeom prst="rect">
            <a:avLst/>
          </a:prstGeom>
        </p:spPr>
      </p:pic>
    </p:spTree>
    <p:extLst>
      <p:ext uri="{BB962C8B-B14F-4D97-AF65-F5344CB8AC3E}">
        <p14:creationId xmlns:p14="http://schemas.microsoft.com/office/powerpoint/2010/main" val="149932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p:cNvSpPr/>
          <p:nvPr userDrawn="1"/>
        </p:nvSpPr>
        <p:spPr>
          <a:xfrm>
            <a:off x="0"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A6F720E-B055-4C1E-945E-E6CA4B843BBF}"/>
              </a:ext>
            </a:extLst>
          </p:cNvPr>
          <p:cNvSpPr txBox="1"/>
          <p:nvPr userDrawn="1"/>
        </p:nvSpPr>
        <p:spPr>
          <a:xfrm>
            <a:off x="16248609" y="9792797"/>
            <a:ext cx="535045" cy="184666"/>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1200" kern="1200" smtClean="0">
                <a:solidFill>
                  <a:schemeClr val="accent5"/>
                </a:solidFill>
                <a:latin typeface="Trebuchet MS" panose="020B0603020202020204" pitchFamily="34" charset="0"/>
                <a:ea typeface="MS PGothic" pitchFamily="34" charset="-128"/>
                <a:cs typeface="+mn-cs"/>
              </a:rPr>
              <a:pPr algn="r"/>
              <a:t>‹#›</a:t>
            </a:fld>
            <a:r>
              <a:rPr lang="en-US" sz="1200" cap="none" baseline="0">
                <a:solidFill>
                  <a:schemeClr val="accent5"/>
                </a:solidFill>
                <a:latin typeface="Trebuchet MS" panose="020B0603020202020204" pitchFamily="34" charset="0"/>
              </a:rPr>
              <a:t> </a:t>
            </a:r>
            <a:endParaRPr lang="en-US" sz="1200" cap="none">
              <a:solidFill>
                <a:schemeClr val="accent5"/>
              </a:solidFill>
              <a:latin typeface="Trebuchet MS" panose="020B0603020202020204" pitchFamily="34" charset="0"/>
            </a:endParaRPr>
          </a:p>
        </p:txBody>
      </p:sp>
      <p:pic>
        <p:nvPicPr>
          <p:cNvPr id="6" name="Picture 5">
            <a:extLst>
              <a:ext uri="{FF2B5EF4-FFF2-40B4-BE49-F238E27FC236}">
                <a16:creationId xmlns:a16="http://schemas.microsoft.com/office/drawing/2014/main" id="{0B80375D-227C-4AD1-A1C4-8FA754AB594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820890" y="9722868"/>
            <a:ext cx="1084725" cy="385407"/>
          </a:xfrm>
          <a:prstGeom prst="rect">
            <a:avLst/>
          </a:prstGeom>
        </p:spPr>
      </p:pic>
    </p:spTree>
    <p:extLst>
      <p:ext uri="{BB962C8B-B14F-4D97-AF65-F5344CB8AC3E}">
        <p14:creationId xmlns:p14="http://schemas.microsoft.com/office/powerpoint/2010/main" val="14090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0580" y="8615789"/>
            <a:ext cx="16626840" cy="892552"/>
          </a:xfrm>
        </p:spPr>
        <p:txBody>
          <a:bodyPr anchor="ctr"/>
          <a:lstStyle>
            <a:lvl1pPr algn="ctr">
              <a:defRPr sz="4800">
                <a:solidFill>
                  <a:schemeClr val="bg1"/>
                </a:solidFill>
              </a:defRPr>
            </a:lvl1pPr>
          </a:lstStyle>
          <a:p>
            <a:r>
              <a:rPr lang="en-US"/>
              <a:t>Click to edit Master title style</a:t>
            </a:r>
          </a:p>
        </p:txBody>
      </p:sp>
      <p:sp>
        <p:nvSpPr>
          <p:cNvPr id="3" name="TextBox 2">
            <a:extLst>
              <a:ext uri="{FF2B5EF4-FFF2-40B4-BE49-F238E27FC236}">
                <a16:creationId xmlns:a16="http://schemas.microsoft.com/office/drawing/2014/main" id="{FEA917CE-050C-4AE3-A9CF-B16C84942F57}"/>
              </a:ext>
            </a:extLst>
          </p:cNvPr>
          <p:cNvSpPr txBox="1"/>
          <p:nvPr userDrawn="1"/>
        </p:nvSpPr>
        <p:spPr>
          <a:xfrm>
            <a:off x="16248609" y="9792797"/>
            <a:ext cx="535045" cy="184666"/>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1200" kern="1200" smtClean="0">
                <a:solidFill>
                  <a:schemeClr val="accent5"/>
                </a:solidFill>
                <a:latin typeface="Trebuchet MS" panose="020B0603020202020204" pitchFamily="34" charset="0"/>
                <a:ea typeface="MS PGothic" pitchFamily="34" charset="-128"/>
                <a:cs typeface="+mn-cs"/>
              </a:rPr>
              <a:pPr algn="r"/>
              <a:t>‹#›</a:t>
            </a:fld>
            <a:r>
              <a:rPr lang="en-US" sz="1200" cap="none" baseline="0">
                <a:solidFill>
                  <a:schemeClr val="accent5"/>
                </a:solidFill>
                <a:latin typeface="Trebuchet MS" panose="020B0603020202020204" pitchFamily="34" charset="0"/>
              </a:rPr>
              <a:t> </a:t>
            </a:r>
            <a:endParaRPr lang="en-US" sz="1200" cap="none">
              <a:solidFill>
                <a:schemeClr val="accent5"/>
              </a:solidFill>
              <a:latin typeface="Trebuchet MS" panose="020B0603020202020204" pitchFamily="34" charset="0"/>
            </a:endParaRPr>
          </a:p>
        </p:txBody>
      </p:sp>
      <p:pic>
        <p:nvPicPr>
          <p:cNvPr id="7" name="Picture 6">
            <a:extLst>
              <a:ext uri="{FF2B5EF4-FFF2-40B4-BE49-F238E27FC236}">
                <a16:creationId xmlns:a16="http://schemas.microsoft.com/office/drawing/2014/main" id="{3E4F6385-A086-4712-BCFF-4101C88EB5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820890" y="9722868"/>
            <a:ext cx="1084725" cy="385407"/>
          </a:xfrm>
          <a:prstGeom prst="rect">
            <a:avLst/>
          </a:prstGeom>
        </p:spPr>
      </p:pic>
    </p:spTree>
    <p:extLst>
      <p:ext uri="{BB962C8B-B14F-4D97-AF65-F5344CB8AC3E}">
        <p14:creationId xmlns:p14="http://schemas.microsoft.com/office/powerpoint/2010/main" val="3689393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8288000" cy="10287000"/>
          </a:xfrm>
          <a:prstGeom prst="rect">
            <a:avLst/>
          </a:prstGeom>
        </p:spPr>
      </p:pic>
    </p:spTree>
    <p:extLst>
      <p:ext uri="{BB962C8B-B14F-4D97-AF65-F5344CB8AC3E}">
        <p14:creationId xmlns:p14="http://schemas.microsoft.com/office/powerpoint/2010/main" val="344749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941F-88E5-4038-BD84-1F61E0BFAA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976A75-3926-4B35-93B1-F23B60BBB6F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959FFC-62B1-4823-9979-573BEC5B3868}"/>
              </a:ext>
            </a:extLst>
          </p:cNvPr>
          <p:cNvSpPr>
            <a:spLocks noGrp="1"/>
          </p:cNvSpPr>
          <p:nvPr>
            <p:ph type="dt" sz="half" idx="10"/>
          </p:nvPr>
        </p:nvSpPr>
        <p:spPr/>
        <p:txBody>
          <a:bodyPr/>
          <a:lstStyle/>
          <a:p>
            <a:fld id="{828D95BC-C67D-4D17-B3D5-6D69EC71ECD9}" type="datetimeFigureOut">
              <a:rPr lang="en-US" smtClean="0"/>
              <a:t>12/19/2023</a:t>
            </a:fld>
            <a:endParaRPr lang="en-US"/>
          </a:p>
        </p:txBody>
      </p:sp>
      <p:sp>
        <p:nvSpPr>
          <p:cNvPr id="5" name="Footer Placeholder 4">
            <a:extLst>
              <a:ext uri="{FF2B5EF4-FFF2-40B4-BE49-F238E27FC236}">
                <a16:creationId xmlns:a16="http://schemas.microsoft.com/office/drawing/2014/main" id="{0D08B129-3DD1-44A4-8BD7-BD15244967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6759FE-F8DA-4F5A-BB2D-28EC953C5DD7}"/>
              </a:ext>
            </a:extLst>
          </p:cNvPr>
          <p:cNvSpPr>
            <a:spLocks noGrp="1"/>
          </p:cNvSpPr>
          <p:nvPr>
            <p:ph type="sldNum" sz="quarter" idx="12"/>
          </p:nvPr>
        </p:nvSpPr>
        <p:spPr/>
        <p:txBody>
          <a:bodyPr/>
          <a:lstStyle/>
          <a:p>
            <a:fld id="{465D9BD7-5D9B-4048-BB53-4B228B0E9A57}" type="slidenum">
              <a:rPr lang="en-US" smtClean="0"/>
              <a:t>‹#›</a:t>
            </a:fld>
            <a:endParaRPr lang="en-US"/>
          </a:p>
        </p:txBody>
      </p:sp>
    </p:spTree>
    <p:extLst>
      <p:ext uri="{BB962C8B-B14F-4D97-AF65-F5344CB8AC3E}">
        <p14:creationId xmlns:p14="http://schemas.microsoft.com/office/powerpoint/2010/main" val="36869079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userDrawn="1"/>
        </p:nvSpPr>
        <p:spPr>
          <a:xfrm>
            <a:off x="0" y="0"/>
            <a:ext cx="18288000"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046E4A-4011-49A2-955F-F689C05DCB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8288000" cy="102870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userDrawn="1"/>
        </p:nvSpPr>
        <p:spPr>
          <a:xfrm>
            <a:off x="0" y="0"/>
            <a:ext cx="18288000" cy="102870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E187F1F-4ACA-4D48-ACDC-152646CBD130}"/>
              </a:ext>
            </a:extLst>
          </p:cNvPr>
          <p:cNvSpPr/>
          <p:nvPr userDrawn="1"/>
        </p:nvSpPr>
        <p:spPr>
          <a:xfrm>
            <a:off x="0" y="0"/>
            <a:ext cx="18288000" cy="102870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0580" y="4651059"/>
            <a:ext cx="16626840" cy="984885"/>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674908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17"/>
        <p:cNvGrpSpPr/>
        <p:nvPr/>
      </p:nvGrpSpPr>
      <p:grpSpPr>
        <a:xfrm>
          <a:off x="0" y="0"/>
          <a:ext cx="0" cy="0"/>
          <a:chOff x="0" y="0"/>
          <a:chExt cx="0" cy="0"/>
        </a:xfrm>
      </p:grpSpPr>
      <p:pic>
        <p:nvPicPr>
          <p:cNvPr id="18" name="Google Shape;18;p37"/>
          <p:cNvPicPr preferRelativeResize="0"/>
          <p:nvPr/>
        </p:nvPicPr>
        <p:blipFill rotWithShape="1">
          <a:blip r:embed="rId2">
            <a:alphaModFix/>
          </a:blip>
          <a:srcRect l="17747" t="16214" r="9586" b="11122"/>
          <a:stretch/>
        </p:blipFill>
        <p:spPr>
          <a:xfrm>
            <a:off x="0" y="0"/>
            <a:ext cx="18288000" cy="10287000"/>
          </a:xfrm>
          <a:prstGeom prst="rect">
            <a:avLst/>
          </a:prstGeom>
          <a:noFill/>
          <a:ln>
            <a:noFill/>
          </a:ln>
        </p:spPr>
      </p:pic>
      <p:pic>
        <p:nvPicPr>
          <p:cNvPr id="19" name="Google Shape;19;p37" descr="A picture containing text&#10;&#10;Description automatically generated"/>
          <p:cNvPicPr preferRelativeResize="0"/>
          <p:nvPr/>
        </p:nvPicPr>
        <p:blipFill rotWithShape="1">
          <a:blip r:embed="rId3">
            <a:alphaModFix/>
          </a:blip>
          <a:srcRect/>
          <a:stretch/>
        </p:blipFill>
        <p:spPr>
          <a:xfrm>
            <a:off x="945749" y="3160775"/>
            <a:ext cx="2669325" cy="2164380"/>
          </a:xfrm>
          <a:prstGeom prst="rect">
            <a:avLst/>
          </a:prstGeom>
          <a:noFill/>
          <a:ln>
            <a:noFill/>
          </a:ln>
        </p:spPr>
      </p:pic>
      <p:sp>
        <p:nvSpPr>
          <p:cNvPr id="20" name="Google Shape;20;p37"/>
          <p:cNvSpPr txBox="1">
            <a:spLocks noGrp="1"/>
          </p:cNvSpPr>
          <p:nvPr>
            <p:ph type="subTitle" idx="1"/>
          </p:nvPr>
        </p:nvSpPr>
        <p:spPr>
          <a:xfrm>
            <a:off x="1143000" y="8290560"/>
            <a:ext cx="9692640" cy="477053"/>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lvl="1" algn="l">
              <a:lnSpc>
                <a:spcPct val="90000"/>
              </a:lnSpc>
              <a:spcBef>
                <a:spcPts val="1500"/>
              </a:spcBef>
              <a:spcAft>
                <a:spcPts val="0"/>
              </a:spcAft>
              <a:buSzPts val="1800"/>
              <a:buNone/>
              <a:defRPr/>
            </a:lvl2pPr>
            <a:lvl3pPr lvl="2" algn="l">
              <a:lnSpc>
                <a:spcPct val="90000"/>
              </a:lnSpc>
              <a:spcBef>
                <a:spcPts val="1500"/>
              </a:spcBef>
              <a:spcAft>
                <a:spcPts val="0"/>
              </a:spcAft>
              <a:buSzPts val="1800"/>
              <a:buNone/>
              <a:defRPr/>
            </a:lvl3pPr>
            <a:lvl4pPr lvl="3" algn="l">
              <a:spcBef>
                <a:spcPts val="15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1" name="Google Shape;21;p37"/>
          <p:cNvSpPr txBox="1">
            <a:spLocks noGrp="1"/>
          </p:cNvSpPr>
          <p:nvPr>
            <p:ph type="title"/>
          </p:nvPr>
        </p:nvSpPr>
        <p:spPr>
          <a:xfrm>
            <a:off x="1143000" y="6705601"/>
            <a:ext cx="9692640" cy="163809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535023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22"/>
        <p:cNvGrpSpPr/>
        <p:nvPr/>
      </p:nvGrpSpPr>
      <p:grpSpPr>
        <a:xfrm>
          <a:off x="0" y="0"/>
          <a:ext cx="0" cy="0"/>
          <a:chOff x="0" y="0"/>
          <a:chExt cx="0" cy="0"/>
        </a:xfrm>
      </p:grpSpPr>
      <p:pic>
        <p:nvPicPr>
          <p:cNvPr id="23" name="Google Shape;23;p38"/>
          <p:cNvPicPr preferRelativeResize="0"/>
          <p:nvPr/>
        </p:nvPicPr>
        <p:blipFill rotWithShape="1">
          <a:blip r:embed="rId2">
            <a:alphaModFix/>
          </a:blip>
          <a:srcRect l="11639" t="50000" r="51879" b="17166"/>
          <a:stretch/>
        </p:blipFill>
        <p:spPr>
          <a:xfrm>
            <a:off x="0" y="0"/>
            <a:ext cx="18288000" cy="10287000"/>
          </a:xfrm>
          <a:prstGeom prst="rect">
            <a:avLst/>
          </a:prstGeom>
          <a:noFill/>
          <a:ln>
            <a:noFill/>
          </a:ln>
        </p:spPr>
      </p:pic>
      <p:sp>
        <p:nvSpPr>
          <p:cNvPr id="24" name="Google Shape;24;p38"/>
          <p:cNvSpPr txBox="1">
            <a:spLocks noGrp="1"/>
          </p:cNvSpPr>
          <p:nvPr>
            <p:ph type="title"/>
          </p:nvPr>
        </p:nvSpPr>
        <p:spPr>
          <a:xfrm>
            <a:off x="8290560" y="7040881"/>
            <a:ext cx="8961120" cy="2289898"/>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5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657025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Video">
  <p:cSld name="Video">
    <p:spTree>
      <p:nvGrpSpPr>
        <p:cNvPr id="1" name="Shape 25"/>
        <p:cNvGrpSpPr/>
        <p:nvPr/>
      </p:nvGrpSpPr>
      <p:grpSpPr>
        <a:xfrm>
          <a:off x="0" y="0"/>
          <a:ext cx="0" cy="0"/>
          <a:chOff x="0" y="0"/>
          <a:chExt cx="0" cy="0"/>
        </a:xfrm>
      </p:grpSpPr>
      <p:sp>
        <p:nvSpPr>
          <p:cNvPr id="26" name="Google Shape;26;p39"/>
          <p:cNvSpPr/>
          <p:nvPr/>
        </p:nvSpPr>
        <p:spPr>
          <a:xfrm>
            <a:off x="16433209" y="9536605"/>
            <a:ext cx="1677580" cy="52888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4274006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 Side by Side Compare">
  <p:cSld name="1 Side by Side Compare">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861250" y="3009331"/>
            <a:ext cx="8078034" cy="669393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dk1"/>
              </a:buClr>
              <a:buSzPts val="2400"/>
              <a:buFont typeface="Trebuchet MS"/>
              <a:buNone/>
              <a:defRPr sz="2400">
                <a:solidFill>
                  <a:schemeClr val="accent4"/>
                </a:solidFill>
              </a:defRPr>
            </a:lvl1pPr>
            <a:lvl2pPr marL="914400" lvl="1" indent="-228600" algn="l">
              <a:lnSpc>
                <a:spcPct val="90000"/>
              </a:lnSpc>
              <a:spcBef>
                <a:spcPts val="1500"/>
              </a:spcBef>
              <a:spcAft>
                <a:spcPts val="0"/>
              </a:spcAft>
              <a:buClr>
                <a:schemeClr val="dk1"/>
              </a:buClr>
              <a:buSzPts val="2000"/>
              <a:buFont typeface="Trebuchet MS"/>
              <a:buNone/>
              <a:defRPr sz="2000">
                <a:solidFill>
                  <a:schemeClr val="accent4"/>
                </a:solidFill>
              </a:defRPr>
            </a:lvl2pPr>
            <a:lvl3pPr marL="1371600" lvl="2" indent="-228600" algn="l">
              <a:lnSpc>
                <a:spcPct val="90000"/>
              </a:lnSpc>
              <a:spcBef>
                <a:spcPts val="1500"/>
              </a:spcBef>
              <a:spcAft>
                <a:spcPts val="0"/>
              </a:spcAft>
              <a:buClr>
                <a:schemeClr val="dk1"/>
              </a:buClr>
              <a:buSzPts val="1833"/>
              <a:buFont typeface="Trebuchet MS"/>
              <a:buNone/>
              <a:defRPr sz="1833">
                <a:solidFill>
                  <a:schemeClr val="accent4"/>
                </a:solidFill>
              </a:defRPr>
            </a:lvl3pPr>
            <a:lvl4pPr marL="1828800" lvl="3" indent="-419100" algn="l">
              <a:spcBef>
                <a:spcPts val="1500"/>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 name="Google Shape;30;p40"/>
          <p:cNvSpPr txBox="1">
            <a:spLocks noGrp="1"/>
          </p:cNvSpPr>
          <p:nvPr>
            <p:ph type="body" idx="2"/>
          </p:nvPr>
        </p:nvSpPr>
        <p:spPr>
          <a:xfrm>
            <a:off x="830580" y="2307195"/>
            <a:ext cx="8108704" cy="4541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3200"/>
              <a:buFont typeface="Trebuchet MS"/>
              <a:buNone/>
              <a:defRPr sz="32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1" name="Google Shape;31;p40"/>
          <p:cNvSpPr txBox="1">
            <a:spLocks noGrp="1"/>
          </p:cNvSpPr>
          <p:nvPr>
            <p:ph type="body" idx="3"/>
          </p:nvPr>
        </p:nvSpPr>
        <p:spPr>
          <a:xfrm>
            <a:off x="9379388" y="3009331"/>
            <a:ext cx="8078034" cy="6693936"/>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dk1"/>
              </a:buClr>
              <a:buSzPts val="2400"/>
              <a:buFont typeface="Trebuchet MS"/>
              <a:buNone/>
              <a:defRPr sz="2400">
                <a:solidFill>
                  <a:schemeClr val="accent4"/>
                </a:solidFill>
              </a:defRPr>
            </a:lvl1pPr>
            <a:lvl2pPr marL="914400" lvl="1" indent="-228600" algn="l">
              <a:lnSpc>
                <a:spcPct val="90000"/>
              </a:lnSpc>
              <a:spcBef>
                <a:spcPts val="1500"/>
              </a:spcBef>
              <a:spcAft>
                <a:spcPts val="0"/>
              </a:spcAft>
              <a:buClr>
                <a:schemeClr val="dk1"/>
              </a:buClr>
              <a:buSzPts val="2000"/>
              <a:buFont typeface="Trebuchet MS"/>
              <a:buNone/>
              <a:defRPr sz="2000">
                <a:solidFill>
                  <a:schemeClr val="accent4"/>
                </a:solidFill>
              </a:defRPr>
            </a:lvl2pPr>
            <a:lvl3pPr marL="1371600" lvl="2" indent="-228600" algn="l">
              <a:lnSpc>
                <a:spcPct val="90000"/>
              </a:lnSpc>
              <a:spcBef>
                <a:spcPts val="1500"/>
              </a:spcBef>
              <a:spcAft>
                <a:spcPts val="0"/>
              </a:spcAft>
              <a:buClr>
                <a:schemeClr val="dk1"/>
              </a:buClr>
              <a:buSzPts val="1833"/>
              <a:buFont typeface="Trebuchet MS"/>
              <a:buNone/>
              <a:defRPr sz="1833">
                <a:solidFill>
                  <a:schemeClr val="accent4"/>
                </a:solidFill>
              </a:defRPr>
            </a:lvl3pPr>
            <a:lvl4pPr marL="1828800" lvl="3" indent="-419100" algn="l">
              <a:spcBef>
                <a:spcPts val="1500"/>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2" name="Google Shape;32;p40"/>
          <p:cNvSpPr txBox="1">
            <a:spLocks noGrp="1"/>
          </p:cNvSpPr>
          <p:nvPr>
            <p:ph type="body" idx="4"/>
          </p:nvPr>
        </p:nvSpPr>
        <p:spPr>
          <a:xfrm>
            <a:off x="9348718" y="2307195"/>
            <a:ext cx="8108704" cy="4541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3200"/>
              <a:buFont typeface="Trebuchet MS"/>
              <a:buNone/>
              <a:defRPr sz="32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77732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728">
          <p15:clr>
            <a:srgbClr val="FBAE40"/>
          </p15:clr>
        </p15:guide>
        <p15:guide id="2" pos="5760">
          <p15:clr>
            <a:srgbClr val="FBAE40"/>
          </p15:clr>
        </p15:guide>
        <p15:guide id="3" orient="horz" pos="33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3"/>
        <p:cNvGrpSpPr/>
        <p:nvPr/>
      </p:nvGrpSpPr>
      <p:grpSpPr>
        <a:xfrm>
          <a:off x="0" y="0"/>
          <a:ext cx="0" cy="0"/>
          <a:chOff x="0" y="0"/>
          <a:chExt cx="0" cy="0"/>
        </a:xfrm>
      </p:grpSpPr>
      <p:sp>
        <p:nvSpPr>
          <p:cNvPr id="34" name="Google Shape;34;p41"/>
          <p:cNvSpPr txBox="1">
            <a:spLocks noGrp="1"/>
          </p:cNvSpPr>
          <p:nvPr>
            <p:ph type="title"/>
          </p:nvPr>
        </p:nvSpPr>
        <p:spPr>
          <a:xfrm>
            <a:off x="830580" y="583733"/>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861250" y="2761367"/>
            <a:ext cx="16581120" cy="69419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dk1"/>
              </a:buClr>
              <a:buSzPts val="2400"/>
              <a:buFont typeface="Trebuchet MS"/>
              <a:buNone/>
              <a:defRPr sz="2400">
                <a:solidFill>
                  <a:schemeClr val="accent4"/>
                </a:solidFill>
              </a:defRPr>
            </a:lvl1pPr>
            <a:lvl2pPr marL="914400" lvl="1" indent="-228600" algn="l">
              <a:lnSpc>
                <a:spcPct val="90000"/>
              </a:lnSpc>
              <a:spcBef>
                <a:spcPts val="1500"/>
              </a:spcBef>
              <a:spcAft>
                <a:spcPts val="0"/>
              </a:spcAft>
              <a:buClr>
                <a:schemeClr val="dk1"/>
              </a:buClr>
              <a:buSzPts val="2000"/>
              <a:buFont typeface="Trebuchet MS"/>
              <a:buNone/>
              <a:defRPr sz="2000">
                <a:solidFill>
                  <a:schemeClr val="accent4"/>
                </a:solidFill>
              </a:defRPr>
            </a:lvl2pPr>
            <a:lvl3pPr marL="1371600" lvl="2" indent="-228600" algn="l">
              <a:lnSpc>
                <a:spcPct val="90000"/>
              </a:lnSpc>
              <a:spcBef>
                <a:spcPts val="1500"/>
              </a:spcBef>
              <a:spcAft>
                <a:spcPts val="0"/>
              </a:spcAft>
              <a:buClr>
                <a:schemeClr val="dk1"/>
              </a:buClr>
              <a:buSzPts val="1833"/>
              <a:buFont typeface="Trebuchet MS"/>
              <a:buNone/>
              <a:defRPr sz="1833">
                <a:solidFill>
                  <a:schemeClr val="accent4"/>
                </a:solidFill>
              </a:defRPr>
            </a:lvl3pPr>
            <a:lvl4pPr marL="1828800" lvl="3" indent="-419100" algn="l">
              <a:spcBef>
                <a:spcPts val="1500"/>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6" name="Google Shape;36;p41"/>
          <p:cNvSpPr txBox="1">
            <a:spLocks noGrp="1"/>
          </p:cNvSpPr>
          <p:nvPr>
            <p:ph type="body" idx="2"/>
          </p:nvPr>
        </p:nvSpPr>
        <p:spPr>
          <a:xfrm>
            <a:off x="830580" y="1931746"/>
            <a:ext cx="16626841" cy="4541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218834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orient="horz" pos="1728">
          <p15:clr>
            <a:srgbClr val="FBAE40"/>
          </p15:clr>
        </p15:guide>
        <p15:guide id="2" pos="5760">
          <p15:clr>
            <a:srgbClr val="FBAE40"/>
          </p15:clr>
        </p15:guide>
        <p15:guide id="3" orient="horz" pos="33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37"/>
        <p:cNvGrpSpPr/>
        <p:nvPr/>
      </p:nvGrpSpPr>
      <p:grpSpPr>
        <a:xfrm>
          <a:off x="0" y="0"/>
          <a:ext cx="0" cy="0"/>
          <a:chOff x="0" y="0"/>
          <a:chExt cx="0" cy="0"/>
        </a:xfrm>
      </p:grpSpPr>
      <p:sp>
        <p:nvSpPr>
          <p:cNvPr id="38" name="Google Shape;38;p42"/>
          <p:cNvSpPr txBox="1">
            <a:spLocks noGrp="1"/>
          </p:cNvSpPr>
          <p:nvPr>
            <p:ph type="title"/>
          </p:nvPr>
        </p:nvSpPr>
        <p:spPr>
          <a:xfrm>
            <a:off x="830580" y="1090588"/>
            <a:ext cx="16627200" cy="985200"/>
          </a:xfrm>
          <a:prstGeom prst="rect">
            <a:avLst/>
          </a:prstGeom>
          <a:noFill/>
          <a:ln>
            <a:noFill/>
          </a:ln>
        </p:spPr>
        <p:txBody>
          <a:bodyPr spcFirstLastPara="1" wrap="square" lIns="76200" tIns="38075" rIns="76200" bIns="38075" anchor="b" anchorCtr="0">
            <a:noAutofit/>
          </a:bodyPr>
          <a:lstStyle>
            <a:lvl1pPr lvl="0" algn="ctr">
              <a:lnSpc>
                <a:spcPct val="90000"/>
              </a:lnSpc>
              <a:spcBef>
                <a:spcPts val="0"/>
              </a:spcBef>
              <a:spcAft>
                <a:spcPts val="0"/>
              </a:spcAft>
              <a:buClr>
                <a:schemeClr val="dk2"/>
              </a:buClr>
              <a:buSzPts val="1200"/>
              <a:buFont typeface="Trebuchet MS"/>
              <a:buNone/>
              <a:defRPr>
                <a:solidFill>
                  <a:schemeClr val="dk2"/>
                </a:solidFill>
              </a:defRPr>
            </a:lvl1pPr>
            <a:lvl2pPr lvl="1" algn="l">
              <a:spcBef>
                <a:spcPts val="0"/>
              </a:spcBef>
              <a:spcAft>
                <a:spcPts val="0"/>
              </a:spcAft>
              <a:buClr>
                <a:srgbClr val="73B900"/>
              </a:buClr>
              <a:buSzPts val="1200"/>
              <a:buFont typeface="Arial"/>
              <a:buNone/>
              <a:defRPr/>
            </a:lvl2pPr>
            <a:lvl3pPr lvl="2" algn="l">
              <a:spcBef>
                <a:spcPts val="0"/>
              </a:spcBef>
              <a:spcAft>
                <a:spcPts val="0"/>
              </a:spcAft>
              <a:buClr>
                <a:srgbClr val="73B900"/>
              </a:buClr>
              <a:buSzPts val="1200"/>
              <a:buFont typeface="Arial"/>
              <a:buNone/>
              <a:defRPr/>
            </a:lvl3pPr>
            <a:lvl4pPr lvl="3" algn="l">
              <a:spcBef>
                <a:spcPts val="0"/>
              </a:spcBef>
              <a:spcAft>
                <a:spcPts val="0"/>
              </a:spcAft>
              <a:buClr>
                <a:srgbClr val="73B900"/>
              </a:buClr>
              <a:buSzPts val="1200"/>
              <a:buFont typeface="Arial"/>
              <a:buNone/>
              <a:defRPr/>
            </a:lvl4pPr>
            <a:lvl5pPr lvl="4" algn="l">
              <a:spcBef>
                <a:spcPts val="0"/>
              </a:spcBef>
              <a:spcAft>
                <a:spcPts val="0"/>
              </a:spcAft>
              <a:buClr>
                <a:srgbClr val="73B900"/>
              </a:buClr>
              <a:buSzPts val="1200"/>
              <a:buFont typeface="Arial"/>
              <a:buNone/>
              <a:defRPr/>
            </a:lvl5pPr>
            <a:lvl6pPr lvl="5" algn="l">
              <a:spcBef>
                <a:spcPts val="0"/>
              </a:spcBef>
              <a:spcAft>
                <a:spcPts val="0"/>
              </a:spcAft>
              <a:buClr>
                <a:srgbClr val="73B900"/>
              </a:buClr>
              <a:buSzPts val="1200"/>
              <a:buFont typeface="Arial"/>
              <a:buNone/>
              <a:defRPr/>
            </a:lvl6pPr>
            <a:lvl7pPr lvl="6" algn="l">
              <a:spcBef>
                <a:spcPts val="0"/>
              </a:spcBef>
              <a:spcAft>
                <a:spcPts val="0"/>
              </a:spcAft>
              <a:buClr>
                <a:srgbClr val="73B900"/>
              </a:buClr>
              <a:buSzPts val="1200"/>
              <a:buFont typeface="Arial"/>
              <a:buNone/>
              <a:defRPr/>
            </a:lvl7pPr>
            <a:lvl8pPr lvl="7" algn="l">
              <a:spcBef>
                <a:spcPts val="0"/>
              </a:spcBef>
              <a:spcAft>
                <a:spcPts val="0"/>
              </a:spcAft>
              <a:buClr>
                <a:srgbClr val="73B900"/>
              </a:buClr>
              <a:buSzPts val="1200"/>
              <a:buFont typeface="Arial"/>
              <a:buNone/>
              <a:defRPr/>
            </a:lvl8pPr>
            <a:lvl9pPr lvl="8" algn="l">
              <a:spcBef>
                <a:spcPts val="0"/>
              </a:spcBef>
              <a:spcAft>
                <a:spcPts val="0"/>
              </a:spcAft>
              <a:buClr>
                <a:srgbClr val="73B900"/>
              </a:buClr>
              <a:buSzPts val="1200"/>
              <a:buFont typeface="Arial"/>
              <a:buNone/>
              <a:defRPr/>
            </a:lvl9pPr>
          </a:lstStyle>
          <a:p>
            <a:endParaRPr/>
          </a:p>
        </p:txBody>
      </p:sp>
      <p:sp>
        <p:nvSpPr>
          <p:cNvPr id="39" name="Google Shape;39;p42"/>
          <p:cNvSpPr txBox="1">
            <a:spLocks noGrp="1"/>
          </p:cNvSpPr>
          <p:nvPr>
            <p:ph type="body" idx="1"/>
          </p:nvPr>
        </p:nvSpPr>
        <p:spPr>
          <a:xfrm>
            <a:off x="830582" y="3519436"/>
            <a:ext cx="8242200" cy="6156000"/>
          </a:xfrm>
          <a:prstGeom prst="rect">
            <a:avLst/>
          </a:prstGeom>
          <a:noFill/>
          <a:ln>
            <a:noFill/>
          </a:ln>
        </p:spPr>
        <p:txBody>
          <a:bodyPr spcFirstLastPara="1" wrap="square" lIns="76200" tIns="38075" rIns="76200" bIns="38075" anchor="t" anchorCtr="0">
            <a:noAutofit/>
          </a:bodyPr>
          <a:lstStyle>
            <a:lvl1pPr marL="457200" lvl="0" indent="-355600" algn="l">
              <a:lnSpc>
                <a:spcPct val="90000"/>
              </a:lnSpc>
              <a:spcBef>
                <a:spcPts val="1600"/>
              </a:spcBef>
              <a:spcAft>
                <a:spcPts val="0"/>
              </a:spcAft>
              <a:buSzPts val="2000"/>
              <a:buFont typeface="Trebuchet MS"/>
              <a:buChar char="•"/>
              <a:defRPr sz="4000" b="0">
                <a:solidFill>
                  <a:schemeClr val="dk2"/>
                </a:solidFill>
              </a:defRPr>
            </a:lvl1pPr>
            <a:lvl2pPr marL="914400" lvl="1" indent="-336550" algn="l">
              <a:lnSpc>
                <a:spcPct val="90000"/>
              </a:lnSpc>
              <a:spcBef>
                <a:spcPts val="1600"/>
              </a:spcBef>
              <a:spcAft>
                <a:spcPts val="0"/>
              </a:spcAft>
              <a:buSzPts val="1700"/>
              <a:buFont typeface="Trebuchet MS"/>
              <a:buChar char="•"/>
              <a:defRPr sz="3400" b="0">
                <a:solidFill>
                  <a:schemeClr val="dk2"/>
                </a:solidFill>
              </a:defRPr>
            </a:lvl2pPr>
            <a:lvl3pPr marL="1371600" lvl="2" indent="-323850" algn="l">
              <a:lnSpc>
                <a:spcPct val="90000"/>
              </a:lnSpc>
              <a:spcBef>
                <a:spcPts val="1600"/>
              </a:spcBef>
              <a:spcAft>
                <a:spcPts val="0"/>
              </a:spcAft>
              <a:buSzPts val="1500"/>
              <a:buFont typeface="Trebuchet MS"/>
              <a:buChar char="•"/>
              <a:defRPr sz="3000" b="0">
                <a:solidFill>
                  <a:schemeClr val="dk2"/>
                </a:solidFill>
              </a:defRPr>
            </a:lvl3pPr>
            <a:lvl4pPr marL="1828800" lvl="3" indent="-323850" algn="l">
              <a:spcBef>
                <a:spcPts val="1600"/>
              </a:spcBef>
              <a:spcAft>
                <a:spcPts val="0"/>
              </a:spcAft>
              <a:buClr>
                <a:schemeClr val="lt1"/>
              </a:buClr>
              <a:buSzPts val="1500"/>
              <a:buFont typeface="Noto Sans Symbols"/>
              <a:buChar char="▪"/>
              <a:defRPr sz="3000" b="0">
                <a:solidFill>
                  <a:schemeClr val="lt1"/>
                </a:solidFill>
              </a:defRPr>
            </a:lvl4pPr>
            <a:lvl5pPr marL="2286000" lvl="4" indent="-323850" algn="l">
              <a:spcBef>
                <a:spcPts val="600"/>
              </a:spcBef>
              <a:spcAft>
                <a:spcPts val="0"/>
              </a:spcAft>
              <a:buClr>
                <a:schemeClr val="lt1"/>
              </a:buClr>
              <a:buSzPts val="1500"/>
              <a:buFont typeface="Noto Sans Symbols"/>
              <a:buChar char="▪"/>
              <a:defRPr sz="3000" b="0">
                <a:solidFill>
                  <a:schemeClr val="lt1"/>
                </a:solidFill>
              </a:defRPr>
            </a:lvl5pPr>
            <a:lvl6pPr marL="2743200" lvl="5" indent="-323850" algn="l">
              <a:spcBef>
                <a:spcPts val="600"/>
              </a:spcBef>
              <a:spcAft>
                <a:spcPts val="0"/>
              </a:spcAft>
              <a:buClr>
                <a:schemeClr val="dk2"/>
              </a:buClr>
              <a:buSzPts val="1500"/>
              <a:buFont typeface="Trebuchet MS"/>
              <a:buChar char="»"/>
              <a:defRPr sz="3000"/>
            </a:lvl6pPr>
            <a:lvl7pPr marL="3200400" lvl="6" indent="-323850" algn="l">
              <a:spcBef>
                <a:spcPts val="600"/>
              </a:spcBef>
              <a:spcAft>
                <a:spcPts val="0"/>
              </a:spcAft>
              <a:buClr>
                <a:schemeClr val="dk2"/>
              </a:buClr>
              <a:buSzPts val="1500"/>
              <a:buFont typeface="Trebuchet MS"/>
              <a:buChar char="»"/>
              <a:defRPr sz="3000"/>
            </a:lvl7pPr>
            <a:lvl8pPr marL="3657600" lvl="7" indent="-323850" algn="l">
              <a:spcBef>
                <a:spcPts val="600"/>
              </a:spcBef>
              <a:spcAft>
                <a:spcPts val="0"/>
              </a:spcAft>
              <a:buClr>
                <a:schemeClr val="dk2"/>
              </a:buClr>
              <a:buSzPts val="1500"/>
              <a:buFont typeface="Trebuchet MS"/>
              <a:buChar char="»"/>
              <a:defRPr sz="3000"/>
            </a:lvl8pPr>
            <a:lvl9pPr marL="4114800" lvl="8" indent="-323850" algn="l">
              <a:spcBef>
                <a:spcPts val="600"/>
              </a:spcBef>
              <a:spcAft>
                <a:spcPts val="0"/>
              </a:spcAft>
              <a:buClr>
                <a:schemeClr val="dk2"/>
              </a:buClr>
              <a:buSzPts val="1500"/>
              <a:buFont typeface="Trebuchet MS"/>
              <a:buChar char="»"/>
              <a:defRPr sz="3000"/>
            </a:lvl9pPr>
          </a:lstStyle>
          <a:p>
            <a:endParaRPr/>
          </a:p>
        </p:txBody>
      </p:sp>
      <p:sp>
        <p:nvSpPr>
          <p:cNvPr id="40" name="Google Shape;40;p42"/>
          <p:cNvSpPr txBox="1">
            <a:spLocks noGrp="1"/>
          </p:cNvSpPr>
          <p:nvPr>
            <p:ph type="body" idx="2"/>
          </p:nvPr>
        </p:nvSpPr>
        <p:spPr>
          <a:xfrm>
            <a:off x="9215652" y="3519436"/>
            <a:ext cx="8242200" cy="6156000"/>
          </a:xfrm>
          <a:prstGeom prst="rect">
            <a:avLst/>
          </a:prstGeom>
          <a:noFill/>
          <a:ln>
            <a:noFill/>
          </a:ln>
        </p:spPr>
        <p:txBody>
          <a:bodyPr spcFirstLastPara="1" wrap="square" lIns="76200" tIns="38075" rIns="76200" bIns="38075" anchor="t" anchorCtr="0">
            <a:noAutofit/>
          </a:bodyPr>
          <a:lstStyle>
            <a:lvl1pPr marL="457200" lvl="0" indent="-355600" algn="l">
              <a:lnSpc>
                <a:spcPct val="90000"/>
              </a:lnSpc>
              <a:spcBef>
                <a:spcPts val="1600"/>
              </a:spcBef>
              <a:spcAft>
                <a:spcPts val="0"/>
              </a:spcAft>
              <a:buSzPts val="2000"/>
              <a:buFont typeface="Trebuchet MS"/>
              <a:buChar char="•"/>
              <a:defRPr sz="4000" b="0">
                <a:solidFill>
                  <a:schemeClr val="dk2"/>
                </a:solidFill>
              </a:defRPr>
            </a:lvl1pPr>
            <a:lvl2pPr marL="914400" lvl="1" indent="-336550" algn="l">
              <a:lnSpc>
                <a:spcPct val="90000"/>
              </a:lnSpc>
              <a:spcBef>
                <a:spcPts val="1600"/>
              </a:spcBef>
              <a:spcAft>
                <a:spcPts val="0"/>
              </a:spcAft>
              <a:buSzPts val="1700"/>
              <a:buFont typeface="Trebuchet MS"/>
              <a:buChar char="•"/>
              <a:defRPr sz="3400" b="0">
                <a:solidFill>
                  <a:schemeClr val="dk2"/>
                </a:solidFill>
              </a:defRPr>
            </a:lvl2pPr>
            <a:lvl3pPr marL="1371600" lvl="2" indent="-323850" algn="l">
              <a:lnSpc>
                <a:spcPct val="90000"/>
              </a:lnSpc>
              <a:spcBef>
                <a:spcPts val="1600"/>
              </a:spcBef>
              <a:spcAft>
                <a:spcPts val="0"/>
              </a:spcAft>
              <a:buSzPts val="1500"/>
              <a:buFont typeface="Trebuchet MS"/>
              <a:buChar char="•"/>
              <a:defRPr sz="3000" b="0">
                <a:solidFill>
                  <a:schemeClr val="dk2"/>
                </a:solidFill>
              </a:defRPr>
            </a:lvl3pPr>
            <a:lvl4pPr marL="1828800" lvl="3" indent="-323850" algn="l">
              <a:spcBef>
                <a:spcPts val="1600"/>
              </a:spcBef>
              <a:spcAft>
                <a:spcPts val="0"/>
              </a:spcAft>
              <a:buClr>
                <a:schemeClr val="lt1"/>
              </a:buClr>
              <a:buSzPts val="1500"/>
              <a:buFont typeface="Noto Sans Symbols"/>
              <a:buChar char="▪"/>
              <a:defRPr sz="3000" b="0">
                <a:solidFill>
                  <a:schemeClr val="lt1"/>
                </a:solidFill>
              </a:defRPr>
            </a:lvl4pPr>
            <a:lvl5pPr marL="2286000" lvl="4" indent="-323850" algn="l">
              <a:spcBef>
                <a:spcPts val="600"/>
              </a:spcBef>
              <a:spcAft>
                <a:spcPts val="0"/>
              </a:spcAft>
              <a:buClr>
                <a:schemeClr val="lt1"/>
              </a:buClr>
              <a:buSzPts val="1500"/>
              <a:buFont typeface="Noto Sans Symbols"/>
              <a:buChar char="▪"/>
              <a:defRPr sz="3000" b="0">
                <a:solidFill>
                  <a:schemeClr val="lt1"/>
                </a:solidFill>
              </a:defRPr>
            </a:lvl5pPr>
            <a:lvl6pPr marL="2743200" lvl="5" indent="-323850" algn="l">
              <a:spcBef>
                <a:spcPts val="600"/>
              </a:spcBef>
              <a:spcAft>
                <a:spcPts val="0"/>
              </a:spcAft>
              <a:buClr>
                <a:schemeClr val="dk2"/>
              </a:buClr>
              <a:buSzPts val="1500"/>
              <a:buFont typeface="Trebuchet MS"/>
              <a:buChar char="»"/>
              <a:defRPr sz="3000"/>
            </a:lvl6pPr>
            <a:lvl7pPr marL="3200400" lvl="6" indent="-323850" algn="l">
              <a:spcBef>
                <a:spcPts val="600"/>
              </a:spcBef>
              <a:spcAft>
                <a:spcPts val="0"/>
              </a:spcAft>
              <a:buClr>
                <a:schemeClr val="dk2"/>
              </a:buClr>
              <a:buSzPts val="1500"/>
              <a:buFont typeface="Trebuchet MS"/>
              <a:buChar char="»"/>
              <a:defRPr sz="3000"/>
            </a:lvl7pPr>
            <a:lvl8pPr marL="3657600" lvl="7" indent="-323850" algn="l">
              <a:spcBef>
                <a:spcPts val="600"/>
              </a:spcBef>
              <a:spcAft>
                <a:spcPts val="0"/>
              </a:spcAft>
              <a:buClr>
                <a:schemeClr val="dk2"/>
              </a:buClr>
              <a:buSzPts val="1500"/>
              <a:buFont typeface="Trebuchet MS"/>
              <a:buChar char="»"/>
              <a:defRPr sz="3000"/>
            </a:lvl8pPr>
            <a:lvl9pPr marL="4114800" lvl="8" indent="-323850" algn="l">
              <a:spcBef>
                <a:spcPts val="600"/>
              </a:spcBef>
              <a:spcAft>
                <a:spcPts val="0"/>
              </a:spcAft>
              <a:buClr>
                <a:schemeClr val="dk2"/>
              </a:buClr>
              <a:buSzPts val="1500"/>
              <a:buFont typeface="Trebuchet MS"/>
              <a:buChar char="»"/>
              <a:defRPr sz="3000"/>
            </a:lvl9pPr>
          </a:lstStyle>
          <a:p>
            <a:endParaRPr/>
          </a:p>
        </p:txBody>
      </p:sp>
      <p:sp>
        <p:nvSpPr>
          <p:cNvPr id="41" name="Google Shape;41;p42"/>
          <p:cNvSpPr txBox="1">
            <a:spLocks noGrp="1"/>
          </p:cNvSpPr>
          <p:nvPr>
            <p:ph type="body" idx="3"/>
          </p:nvPr>
        </p:nvSpPr>
        <p:spPr>
          <a:xfrm>
            <a:off x="830580" y="1967616"/>
            <a:ext cx="16627200" cy="876000"/>
          </a:xfrm>
          <a:prstGeom prst="rect">
            <a:avLst/>
          </a:prstGeom>
          <a:noFill/>
          <a:ln>
            <a:noFill/>
          </a:ln>
        </p:spPr>
        <p:txBody>
          <a:bodyPr spcFirstLastPara="1" wrap="square" lIns="76200" tIns="38075" rIns="76200" bIns="38075" anchor="t" anchorCtr="0">
            <a:noAutofit/>
          </a:bodyPr>
          <a:lstStyle>
            <a:lvl1pPr marL="457200" lvl="0" indent="-228600" algn="ctr">
              <a:lnSpc>
                <a:spcPct val="90000"/>
              </a:lnSpc>
              <a:spcBef>
                <a:spcPts val="1600"/>
              </a:spcBef>
              <a:spcAft>
                <a:spcPts val="0"/>
              </a:spcAft>
              <a:buSzPts val="2000"/>
              <a:buFont typeface="Trebuchet MS"/>
              <a:buNone/>
              <a:defRPr sz="4000" b="0">
                <a:solidFill>
                  <a:schemeClr val="lt2"/>
                </a:solidFill>
                <a:latin typeface="Trebuchet MS"/>
                <a:ea typeface="Trebuchet MS"/>
                <a:cs typeface="Trebuchet MS"/>
                <a:sym typeface="Trebuchet MS"/>
              </a:defRPr>
            </a:lvl1pPr>
            <a:lvl2pPr marL="914400" lvl="1" indent="-228600" algn="ctr">
              <a:lnSpc>
                <a:spcPct val="90000"/>
              </a:lnSpc>
              <a:spcBef>
                <a:spcPts val="1600"/>
              </a:spcBef>
              <a:spcAft>
                <a:spcPts val="0"/>
              </a:spcAft>
              <a:buSzPts val="2300"/>
              <a:buFont typeface="Trebuchet MS"/>
              <a:buNone/>
              <a:defRPr sz="4600">
                <a:solidFill>
                  <a:schemeClr val="lt2"/>
                </a:solidFill>
                <a:latin typeface="Trebuchet MS"/>
                <a:ea typeface="Trebuchet MS"/>
                <a:cs typeface="Trebuchet MS"/>
                <a:sym typeface="Trebuchet MS"/>
              </a:defRPr>
            </a:lvl2pPr>
            <a:lvl3pPr marL="1371600" lvl="2" indent="-228600" algn="ctr">
              <a:lnSpc>
                <a:spcPct val="90000"/>
              </a:lnSpc>
              <a:spcBef>
                <a:spcPts val="1600"/>
              </a:spcBef>
              <a:spcAft>
                <a:spcPts val="0"/>
              </a:spcAft>
              <a:buSzPts val="2300"/>
              <a:buFont typeface="Trebuchet MS"/>
              <a:buNone/>
              <a:defRPr sz="4600">
                <a:solidFill>
                  <a:schemeClr val="lt2"/>
                </a:solidFill>
                <a:latin typeface="Trebuchet MS"/>
                <a:ea typeface="Trebuchet MS"/>
                <a:cs typeface="Trebuchet MS"/>
                <a:sym typeface="Trebuchet MS"/>
              </a:defRPr>
            </a:lvl3pPr>
            <a:lvl4pPr marL="1828800" lvl="3" indent="-228600" algn="ctr">
              <a:spcBef>
                <a:spcPts val="1600"/>
              </a:spcBef>
              <a:spcAft>
                <a:spcPts val="0"/>
              </a:spcAft>
              <a:buClr>
                <a:schemeClr val="lt2"/>
              </a:buClr>
              <a:buSzPts val="2300"/>
              <a:buFont typeface="Trebuchet MS"/>
              <a:buNone/>
              <a:defRPr sz="4600">
                <a:solidFill>
                  <a:schemeClr val="lt2"/>
                </a:solidFill>
                <a:latin typeface="Trebuchet MS"/>
                <a:ea typeface="Trebuchet MS"/>
                <a:cs typeface="Trebuchet MS"/>
                <a:sym typeface="Trebuchet MS"/>
              </a:defRPr>
            </a:lvl4pPr>
            <a:lvl5pPr marL="2286000" lvl="4" indent="-228600" algn="ctr">
              <a:spcBef>
                <a:spcPts val="1000"/>
              </a:spcBef>
              <a:spcAft>
                <a:spcPts val="0"/>
              </a:spcAft>
              <a:buClr>
                <a:schemeClr val="lt2"/>
              </a:buClr>
              <a:buSzPts val="2300"/>
              <a:buFont typeface="Trebuchet MS"/>
              <a:buNone/>
              <a:defRPr sz="4600">
                <a:solidFill>
                  <a:schemeClr val="lt2"/>
                </a:solidFill>
                <a:latin typeface="Trebuchet MS"/>
                <a:ea typeface="Trebuchet MS"/>
                <a:cs typeface="Trebuchet MS"/>
                <a:sym typeface="Trebuchet MS"/>
              </a:defRPr>
            </a:lvl5pPr>
            <a:lvl6pPr marL="2743200" lvl="5" indent="-323850" algn="l">
              <a:spcBef>
                <a:spcPts val="600"/>
              </a:spcBef>
              <a:spcAft>
                <a:spcPts val="0"/>
              </a:spcAft>
              <a:buClr>
                <a:schemeClr val="dk2"/>
              </a:buClr>
              <a:buSzPts val="1500"/>
              <a:buFont typeface="Trebuchet MS"/>
              <a:buChar char="»"/>
              <a:defRPr/>
            </a:lvl6pPr>
            <a:lvl7pPr marL="3200400" lvl="6" indent="-323850" algn="l">
              <a:spcBef>
                <a:spcPts val="600"/>
              </a:spcBef>
              <a:spcAft>
                <a:spcPts val="0"/>
              </a:spcAft>
              <a:buClr>
                <a:schemeClr val="dk2"/>
              </a:buClr>
              <a:buSzPts val="1500"/>
              <a:buFont typeface="Trebuchet MS"/>
              <a:buChar char="»"/>
              <a:defRPr/>
            </a:lvl7pPr>
            <a:lvl8pPr marL="3657600" lvl="7" indent="-323850" algn="l">
              <a:spcBef>
                <a:spcPts val="600"/>
              </a:spcBef>
              <a:spcAft>
                <a:spcPts val="0"/>
              </a:spcAft>
              <a:buClr>
                <a:schemeClr val="dk2"/>
              </a:buClr>
              <a:buSzPts val="1500"/>
              <a:buFont typeface="Trebuchet MS"/>
              <a:buChar char="»"/>
              <a:defRPr/>
            </a:lvl8pPr>
            <a:lvl9pPr marL="4114800" lvl="8" indent="-323850" algn="l">
              <a:spcBef>
                <a:spcPts val="600"/>
              </a:spcBef>
              <a:spcAft>
                <a:spcPts val="0"/>
              </a:spcAft>
              <a:buClr>
                <a:schemeClr val="dk2"/>
              </a:buClr>
              <a:buSzPts val="1500"/>
              <a:buFont typeface="Trebuchet MS"/>
              <a:buChar char="»"/>
              <a:defRPr/>
            </a:lvl9pPr>
          </a:lstStyle>
          <a:p>
            <a:endParaRPr/>
          </a:p>
        </p:txBody>
      </p:sp>
    </p:spTree>
    <p:extLst>
      <p:ext uri="{BB962C8B-B14F-4D97-AF65-F5344CB8AC3E}">
        <p14:creationId xmlns:p14="http://schemas.microsoft.com/office/powerpoint/2010/main" val="2531631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42"/>
        <p:cNvGrpSpPr/>
        <p:nvPr/>
      </p:nvGrpSpPr>
      <p:grpSpPr>
        <a:xfrm>
          <a:off x="0" y="0"/>
          <a:ext cx="0" cy="0"/>
          <a:chOff x="0" y="0"/>
          <a:chExt cx="0" cy="0"/>
        </a:xfrm>
      </p:grpSpPr>
      <p:sp>
        <p:nvSpPr>
          <p:cNvPr id="43" name="Google Shape;43;p43"/>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3"/>
          <p:cNvSpPr txBox="1">
            <a:spLocks noGrp="1"/>
          </p:cNvSpPr>
          <p:nvPr>
            <p:ph type="body" idx="1"/>
          </p:nvPr>
        </p:nvSpPr>
        <p:spPr>
          <a:xfrm>
            <a:off x="861250" y="3505059"/>
            <a:ext cx="16581120" cy="619820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500"/>
              </a:spcBef>
              <a:spcAft>
                <a:spcPts val="0"/>
              </a:spcAft>
              <a:buClr>
                <a:schemeClr val="dk1"/>
              </a:buClr>
              <a:buSzPts val="1800"/>
              <a:buFont typeface="Trebuchet MS"/>
              <a:buChar char="•"/>
              <a:defRPr sz="2400">
                <a:solidFill>
                  <a:schemeClr val="accent4"/>
                </a:solidFill>
              </a:defRPr>
            </a:lvl1pPr>
            <a:lvl2pPr marL="914400" lvl="1" indent="-323850" algn="l">
              <a:lnSpc>
                <a:spcPct val="90000"/>
              </a:lnSpc>
              <a:spcBef>
                <a:spcPts val="1500"/>
              </a:spcBef>
              <a:spcAft>
                <a:spcPts val="0"/>
              </a:spcAft>
              <a:buClr>
                <a:schemeClr val="dk1"/>
              </a:buClr>
              <a:buSzPts val="1500"/>
              <a:buFont typeface="Trebuchet MS"/>
              <a:buChar char="•"/>
              <a:defRPr sz="2000">
                <a:solidFill>
                  <a:schemeClr val="accent4"/>
                </a:solidFill>
              </a:defRPr>
            </a:lvl2pPr>
            <a:lvl3pPr marL="1371600" lvl="2" indent="-314325" algn="l">
              <a:lnSpc>
                <a:spcPct val="90000"/>
              </a:lnSpc>
              <a:spcBef>
                <a:spcPts val="1500"/>
              </a:spcBef>
              <a:spcAft>
                <a:spcPts val="0"/>
              </a:spcAft>
              <a:buClr>
                <a:schemeClr val="dk1"/>
              </a:buClr>
              <a:buSzPts val="1350"/>
              <a:buFont typeface="Trebuchet MS"/>
              <a:buChar char="•"/>
              <a:defRPr sz="1800">
                <a:solidFill>
                  <a:schemeClr val="accent4"/>
                </a:solidFill>
              </a:defRPr>
            </a:lvl3pPr>
            <a:lvl4pPr marL="1828800" lvl="3" indent="-304800" algn="l">
              <a:spcBef>
                <a:spcPts val="1500"/>
              </a:spcBef>
              <a:spcAft>
                <a:spcPts val="0"/>
              </a:spcAft>
              <a:buClr>
                <a:schemeClr val="dk1"/>
              </a:buClr>
              <a:buSzPts val="1200"/>
              <a:buFont typeface="Trebuchet MS"/>
              <a:buChar char="•"/>
              <a:defRPr sz="1600">
                <a:solidFill>
                  <a:schemeClr val="accent4"/>
                </a:solidFill>
                <a:latin typeface="Trebuchet MS"/>
                <a:ea typeface="Trebuchet MS"/>
                <a:cs typeface="Trebuchet MS"/>
                <a:sym typeface="Trebuchet MS"/>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5" name="Google Shape;45;p43"/>
          <p:cNvSpPr txBox="1">
            <a:spLocks noGrp="1"/>
          </p:cNvSpPr>
          <p:nvPr>
            <p:ph type="body" idx="2"/>
          </p:nvPr>
        </p:nvSpPr>
        <p:spPr>
          <a:xfrm>
            <a:off x="830580" y="1931746"/>
            <a:ext cx="16626841" cy="4541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1608397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46"/>
        <p:cNvGrpSpPr/>
        <p:nvPr/>
      </p:nvGrpSpPr>
      <p:grpSpPr>
        <a:xfrm>
          <a:off x="0" y="0"/>
          <a:ext cx="0" cy="0"/>
          <a:chOff x="0" y="0"/>
          <a:chExt cx="0" cy="0"/>
        </a:xfrm>
      </p:grpSpPr>
      <p:sp>
        <p:nvSpPr>
          <p:cNvPr id="47" name="Google Shape;47;p44"/>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4"/>
          <p:cNvSpPr txBox="1">
            <a:spLocks noGrp="1"/>
          </p:cNvSpPr>
          <p:nvPr>
            <p:ph type="body" idx="1"/>
          </p:nvPr>
        </p:nvSpPr>
        <p:spPr>
          <a:xfrm>
            <a:off x="853440" y="3505059"/>
            <a:ext cx="16581120" cy="61562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dk1"/>
              </a:buClr>
              <a:buSzPts val="2400"/>
              <a:buFont typeface="Trebuchet MS"/>
              <a:buNone/>
              <a:defRPr sz="2400">
                <a:solidFill>
                  <a:schemeClr val="accent4"/>
                </a:solidFill>
              </a:defRPr>
            </a:lvl1pPr>
            <a:lvl2pPr marL="914400" lvl="1" indent="-228600" algn="l">
              <a:lnSpc>
                <a:spcPct val="90000"/>
              </a:lnSpc>
              <a:spcBef>
                <a:spcPts val="1500"/>
              </a:spcBef>
              <a:spcAft>
                <a:spcPts val="0"/>
              </a:spcAft>
              <a:buClr>
                <a:schemeClr val="dk1"/>
              </a:buClr>
              <a:buSzPts val="2000"/>
              <a:buFont typeface="Trebuchet MS"/>
              <a:buNone/>
              <a:defRPr sz="2000">
                <a:solidFill>
                  <a:schemeClr val="accent4"/>
                </a:solidFill>
              </a:defRPr>
            </a:lvl2pPr>
            <a:lvl3pPr marL="1371600" lvl="2" indent="-228600" algn="l">
              <a:lnSpc>
                <a:spcPct val="90000"/>
              </a:lnSpc>
              <a:spcBef>
                <a:spcPts val="1500"/>
              </a:spcBef>
              <a:spcAft>
                <a:spcPts val="0"/>
              </a:spcAft>
              <a:buClr>
                <a:schemeClr val="dk1"/>
              </a:buClr>
              <a:buSzPts val="1800"/>
              <a:buFont typeface="Trebuchet MS"/>
              <a:buNone/>
              <a:defRPr sz="1800">
                <a:solidFill>
                  <a:schemeClr val="accent4"/>
                </a:solidFill>
              </a:defRPr>
            </a:lvl3pPr>
            <a:lvl4pPr marL="1828800" lvl="3" indent="-419100" algn="l">
              <a:spcBef>
                <a:spcPts val="1500"/>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9" name="Google Shape;49;p44"/>
          <p:cNvSpPr/>
          <p:nvPr/>
        </p:nvSpPr>
        <p:spPr>
          <a:xfrm>
            <a:off x="16446823" y="9716467"/>
            <a:ext cx="1841178" cy="57053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 name="Google Shape;50;p44"/>
          <p:cNvSpPr txBox="1">
            <a:spLocks noGrp="1"/>
          </p:cNvSpPr>
          <p:nvPr>
            <p:ph type="body" idx="2"/>
          </p:nvPr>
        </p:nvSpPr>
        <p:spPr>
          <a:xfrm>
            <a:off x="830580" y="1931746"/>
            <a:ext cx="16626841" cy="4541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3429659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51"/>
        <p:cNvGrpSpPr/>
        <p:nvPr/>
      </p:nvGrpSpPr>
      <p:grpSpPr>
        <a:xfrm>
          <a:off x="0" y="0"/>
          <a:ext cx="0" cy="0"/>
          <a:chOff x="0" y="0"/>
          <a:chExt cx="0" cy="0"/>
        </a:xfrm>
      </p:grpSpPr>
      <p:sp>
        <p:nvSpPr>
          <p:cNvPr id="52" name="Google Shape;52;p45"/>
          <p:cNvSpPr txBox="1">
            <a:spLocks noGrp="1"/>
          </p:cNvSpPr>
          <p:nvPr>
            <p:ph type="title"/>
          </p:nvPr>
        </p:nvSpPr>
        <p:spPr>
          <a:xfrm>
            <a:off x="623400" y="890050"/>
            <a:ext cx="17041200" cy="1145400"/>
          </a:xfrm>
          <a:prstGeom prst="rect">
            <a:avLst/>
          </a:prstGeom>
          <a:noFill/>
          <a:ln>
            <a:noFill/>
          </a:ln>
        </p:spPr>
        <p:txBody>
          <a:bodyPr spcFirstLastPara="1" wrap="square" lIns="76200" tIns="38075" rIns="76200" bIns="38075" anchor="b" anchorCtr="0">
            <a:noAutofit/>
          </a:bodyPr>
          <a:lstStyle>
            <a:lvl1pPr lvl="0" algn="ctr">
              <a:lnSpc>
                <a:spcPct val="90000"/>
              </a:lnSpc>
              <a:spcBef>
                <a:spcPts val="0"/>
              </a:spcBef>
              <a:spcAft>
                <a:spcPts val="0"/>
              </a:spcAft>
              <a:buClr>
                <a:schemeClr val="dk2"/>
              </a:buClr>
              <a:buSzPts val="1200"/>
              <a:buFont typeface="Trebuchet MS"/>
              <a:buNone/>
              <a:defRPr/>
            </a:lvl1pPr>
            <a:lvl2pPr lvl="1" algn="l">
              <a:spcBef>
                <a:spcPts val="0"/>
              </a:spcBef>
              <a:spcAft>
                <a:spcPts val="0"/>
              </a:spcAft>
              <a:buClr>
                <a:srgbClr val="73B900"/>
              </a:buClr>
              <a:buSzPts val="1200"/>
              <a:buFont typeface="Arial"/>
              <a:buNone/>
              <a:defRPr/>
            </a:lvl2pPr>
            <a:lvl3pPr lvl="2" algn="l">
              <a:spcBef>
                <a:spcPts val="0"/>
              </a:spcBef>
              <a:spcAft>
                <a:spcPts val="0"/>
              </a:spcAft>
              <a:buClr>
                <a:srgbClr val="73B900"/>
              </a:buClr>
              <a:buSzPts val="1200"/>
              <a:buFont typeface="Arial"/>
              <a:buNone/>
              <a:defRPr/>
            </a:lvl3pPr>
            <a:lvl4pPr lvl="3" algn="l">
              <a:spcBef>
                <a:spcPts val="0"/>
              </a:spcBef>
              <a:spcAft>
                <a:spcPts val="0"/>
              </a:spcAft>
              <a:buClr>
                <a:srgbClr val="73B900"/>
              </a:buClr>
              <a:buSzPts val="1200"/>
              <a:buFont typeface="Arial"/>
              <a:buNone/>
              <a:defRPr/>
            </a:lvl4pPr>
            <a:lvl5pPr lvl="4" algn="l">
              <a:spcBef>
                <a:spcPts val="0"/>
              </a:spcBef>
              <a:spcAft>
                <a:spcPts val="0"/>
              </a:spcAft>
              <a:buClr>
                <a:srgbClr val="73B900"/>
              </a:buClr>
              <a:buSzPts val="1200"/>
              <a:buFont typeface="Arial"/>
              <a:buNone/>
              <a:defRPr/>
            </a:lvl5pPr>
            <a:lvl6pPr lvl="5" algn="l">
              <a:spcBef>
                <a:spcPts val="0"/>
              </a:spcBef>
              <a:spcAft>
                <a:spcPts val="0"/>
              </a:spcAft>
              <a:buClr>
                <a:srgbClr val="73B900"/>
              </a:buClr>
              <a:buSzPts val="1200"/>
              <a:buFont typeface="Arial"/>
              <a:buNone/>
              <a:defRPr/>
            </a:lvl6pPr>
            <a:lvl7pPr lvl="6" algn="l">
              <a:spcBef>
                <a:spcPts val="0"/>
              </a:spcBef>
              <a:spcAft>
                <a:spcPts val="0"/>
              </a:spcAft>
              <a:buClr>
                <a:srgbClr val="73B900"/>
              </a:buClr>
              <a:buSzPts val="1200"/>
              <a:buFont typeface="Arial"/>
              <a:buNone/>
              <a:defRPr/>
            </a:lvl7pPr>
            <a:lvl8pPr lvl="7" algn="l">
              <a:spcBef>
                <a:spcPts val="0"/>
              </a:spcBef>
              <a:spcAft>
                <a:spcPts val="0"/>
              </a:spcAft>
              <a:buClr>
                <a:srgbClr val="73B900"/>
              </a:buClr>
              <a:buSzPts val="1200"/>
              <a:buFont typeface="Arial"/>
              <a:buNone/>
              <a:defRPr/>
            </a:lvl8pPr>
            <a:lvl9pPr lvl="8" algn="l">
              <a:spcBef>
                <a:spcPts val="0"/>
              </a:spcBef>
              <a:spcAft>
                <a:spcPts val="0"/>
              </a:spcAft>
              <a:buClr>
                <a:srgbClr val="73B900"/>
              </a:buClr>
              <a:buSzPts val="1200"/>
              <a:buFont typeface="Arial"/>
              <a:buNone/>
              <a:defRPr/>
            </a:lvl9pPr>
          </a:lstStyle>
          <a:p>
            <a:endParaRPr/>
          </a:p>
        </p:txBody>
      </p:sp>
      <p:sp>
        <p:nvSpPr>
          <p:cNvPr id="53" name="Google Shape;53;p45"/>
          <p:cNvSpPr txBox="1">
            <a:spLocks noGrp="1"/>
          </p:cNvSpPr>
          <p:nvPr>
            <p:ph type="body" idx="1"/>
          </p:nvPr>
        </p:nvSpPr>
        <p:spPr>
          <a:xfrm>
            <a:off x="623400" y="2304950"/>
            <a:ext cx="17041200" cy="6832800"/>
          </a:xfrm>
          <a:prstGeom prst="rect">
            <a:avLst/>
          </a:prstGeom>
          <a:noFill/>
          <a:ln>
            <a:noFill/>
          </a:ln>
        </p:spPr>
        <p:txBody>
          <a:bodyPr spcFirstLastPara="1" wrap="square" lIns="76200" tIns="38075" rIns="76200" bIns="38075" anchor="t" anchorCtr="0">
            <a:noAutofit/>
          </a:bodyPr>
          <a:lstStyle>
            <a:lvl1pPr marL="457200" lvl="0" indent="-228600" algn="l">
              <a:lnSpc>
                <a:spcPct val="90000"/>
              </a:lnSpc>
              <a:spcBef>
                <a:spcPts val="1600"/>
              </a:spcBef>
              <a:spcAft>
                <a:spcPts val="0"/>
              </a:spcAft>
              <a:buSzPts val="1200"/>
              <a:buFont typeface="Trebuchet MS"/>
              <a:buNone/>
              <a:defRPr/>
            </a:lvl1pPr>
            <a:lvl2pPr marL="914400" lvl="1" indent="-228600" algn="l">
              <a:lnSpc>
                <a:spcPct val="90000"/>
              </a:lnSpc>
              <a:spcBef>
                <a:spcPts val="1600"/>
              </a:spcBef>
              <a:spcAft>
                <a:spcPts val="0"/>
              </a:spcAft>
              <a:buSzPts val="1000"/>
              <a:buFont typeface="Trebuchet MS"/>
              <a:buNone/>
              <a:defRPr/>
            </a:lvl2pPr>
            <a:lvl3pPr marL="1371600" lvl="2" indent="-228600" algn="l">
              <a:lnSpc>
                <a:spcPct val="90000"/>
              </a:lnSpc>
              <a:spcBef>
                <a:spcPts val="1600"/>
              </a:spcBef>
              <a:spcAft>
                <a:spcPts val="0"/>
              </a:spcAft>
              <a:buSzPts val="900"/>
              <a:buFont typeface="Trebuchet MS"/>
              <a:buNone/>
              <a:defRPr/>
            </a:lvl3pPr>
            <a:lvl4pPr marL="1828800" lvl="3" indent="-336550" algn="l">
              <a:spcBef>
                <a:spcPts val="1600"/>
              </a:spcBef>
              <a:spcAft>
                <a:spcPts val="0"/>
              </a:spcAft>
              <a:buClr>
                <a:schemeClr val="dk2"/>
              </a:buClr>
              <a:buSzPts val="1700"/>
              <a:buFont typeface="Trebuchet MS"/>
              <a:buChar char="–"/>
              <a:defRPr/>
            </a:lvl4pPr>
            <a:lvl5pPr marL="2286000" lvl="4" indent="-336550" algn="l">
              <a:spcBef>
                <a:spcPts val="600"/>
              </a:spcBef>
              <a:spcAft>
                <a:spcPts val="0"/>
              </a:spcAft>
              <a:buClr>
                <a:schemeClr val="dk2"/>
              </a:buClr>
              <a:buSzPts val="1700"/>
              <a:buFont typeface="Trebuchet MS"/>
              <a:buChar char="»"/>
              <a:defRPr/>
            </a:lvl5pPr>
            <a:lvl6pPr marL="2743200" lvl="5" indent="-336550" algn="l">
              <a:spcBef>
                <a:spcPts val="600"/>
              </a:spcBef>
              <a:spcAft>
                <a:spcPts val="0"/>
              </a:spcAft>
              <a:buClr>
                <a:schemeClr val="dk2"/>
              </a:buClr>
              <a:buSzPts val="1700"/>
              <a:buFont typeface="Trebuchet MS"/>
              <a:buChar char="»"/>
              <a:defRPr/>
            </a:lvl6pPr>
            <a:lvl7pPr marL="3200400" lvl="6" indent="-336550" algn="l">
              <a:spcBef>
                <a:spcPts val="600"/>
              </a:spcBef>
              <a:spcAft>
                <a:spcPts val="0"/>
              </a:spcAft>
              <a:buClr>
                <a:schemeClr val="dk2"/>
              </a:buClr>
              <a:buSzPts val="1700"/>
              <a:buFont typeface="Trebuchet MS"/>
              <a:buChar char="»"/>
              <a:defRPr/>
            </a:lvl7pPr>
            <a:lvl8pPr marL="3657600" lvl="7" indent="-336550" algn="l">
              <a:spcBef>
                <a:spcPts val="600"/>
              </a:spcBef>
              <a:spcAft>
                <a:spcPts val="0"/>
              </a:spcAft>
              <a:buClr>
                <a:schemeClr val="dk2"/>
              </a:buClr>
              <a:buSzPts val="1700"/>
              <a:buFont typeface="Trebuchet MS"/>
              <a:buChar char="»"/>
              <a:defRPr/>
            </a:lvl8pPr>
            <a:lvl9pPr marL="4114800" lvl="8" indent="-336550" algn="l">
              <a:spcBef>
                <a:spcPts val="600"/>
              </a:spcBef>
              <a:spcAft>
                <a:spcPts val="0"/>
              </a:spcAft>
              <a:buClr>
                <a:schemeClr val="dk2"/>
              </a:buClr>
              <a:buSzPts val="1700"/>
              <a:buFont typeface="Trebuchet MS"/>
              <a:buChar char="»"/>
              <a:defRPr/>
            </a:lvl9pPr>
          </a:lstStyle>
          <a:p>
            <a:endParaRPr/>
          </a:p>
        </p:txBody>
      </p:sp>
      <p:sp>
        <p:nvSpPr>
          <p:cNvPr id="54" name="Google Shape;54;p45"/>
          <p:cNvSpPr txBox="1">
            <a:spLocks noGrp="1"/>
          </p:cNvSpPr>
          <p:nvPr>
            <p:ph type="sldNum" idx="12"/>
          </p:nvPr>
        </p:nvSpPr>
        <p:spPr>
          <a:xfrm>
            <a:off x="16944916" y="9326434"/>
            <a:ext cx="1097400" cy="7872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marL="0" marR="0" lvl="1" indent="0" algn="l" rtl="0">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2pPr>
            <a:lvl3pPr marL="0" marR="0" lvl="2" indent="0" algn="l" rtl="0">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3pPr>
            <a:lvl4pPr marL="0" marR="0" lvl="3" indent="0" algn="l" rtl="0">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4pPr>
            <a:lvl5pPr marL="0" marR="0" lvl="4" indent="0" algn="l" rtl="0">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5pPr>
            <a:lvl6pPr marL="0" marR="0" lvl="5" indent="0" algn="l" rtl="0">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6pPr>
            <a:lvl7pPr marL="0" marR="0" lvl="6" indent="0" algn="l" rtl="0">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7pPr>
            <a:lvl8pPr marL="0" marR="0" lvl="7" indent="0" algn="l" rtl="0">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8pPr>
            <a:lvl9pPr marL="0" marR="0" lvl="8" indent="0" algn="l" rtl="0">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516787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55"/>
        <p:cNvGrpSpPr/>
        <p:nvPr/>
      </p:nvGrpSpPr>
      <p:grpSpPr>
        <a:xfrm>
          <a:off x="0" y="0"/>
          <a:ext cx="0" cy="0"/>
          <a:chOff x="0" y="0"/>
          <a:chExt cx="0" cy="0"/>
        </a:xfrm>
      </p:grpSpPr>
      <p:sp>
        <p:nvSpPr>
          <p:cNvPr id="56" name="Google Shape;56;p46"/>
          <p:cNvSpPr txBox="1">
            <a:spLocks noGrp="1"/>
          </p:cNvSpPr>
          <p:nvPr>
            <p:ph type="title"/>
          </p:nvPr>
        </p:nvSpPr>
        <p:spPr>
          <a:xfrm>
            <a:off x="865387" y="2997651"/>
            <a:ext cx="7007337" cy="103105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6"/>
          <p:cNvSpPr txBox="1">
            <a:spLocks noGrp="1"/>
          </p:cNvSpPr>
          <p:nvPr>
            <p:ph type="body" idx="1"/>
          </p:nvPr>
        </p:nvSpPr>
        <p:spPr>
          <a:xfrm>
            <a:off x="865386" y="5119299"/>
            <a:ext cx="6988068" cy="419514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833"/>
              </a:spcBef>
              <a:spcAft>
                <a:spcPts val="0"/>
              </a:spcAft>
              <a:buClr>
                <a:schemeClr val="dk1"/>
              </a:buClr>
              <a:buSzPts val="2000"/>
              <a:buFont typeface="Trebuchet MS"/>
              <a:buNone/>
              <a:defRPr sz="2000">
                <a:solidFill>
                  <a:schemeClr val="accent4"/>
                </a:solidFill>
              </a:defRPr>
            </a:lvl1pPr>
            <a:lvl2pPr marL="914400" lvl="1" indent="-228600" algn="l">
              <a:lnSpc>
                <a:spcPct val="90000"/>
              </a:lnSpc>
              <a:spcBef>
                <a:spcPts val="833"/>
              </a:spcBef>
              <a:spcAft>
                <a:spcPts val="0"/>
              </a:spcAft>
              <a:buClr>
                <a:schemeClr val="dk1"/>
              </a:buClr>
              <a:buSzPts val="1800"/>
              <a:buFont typeface="Trebuchet MS"/>
              <a:buNone/>
              <a:defRPr sz="1800">
                <a:solidFill>
                  <a:schemeClr val="accent4"/>
                </a:solidFill>
              </a:defRPr>
            </a:lvl2pPr>
            <a:lvl3pPr marL="1371600" lvl="2" indent="-228600" algn="l">
              <a:lnSpc>
                <a:spcPct val="90000"/>
              </a:lnSpc>
              <a:spcBef>
                <a:spcPts val="833"/>
              </a:spcBef>
              <a:spcAft>
                <a:spcPts val="0"/>
              </a:spcAft>
              <a:buClr>
                <a:schemeClr val="dk1"/>
              </a:buClr>
              <a:buSzPts val="1600"/>
              <a:buFont typeface="Trebuchet MS"/>
              <a:buNone/>
              <a:defRPr sz="1600">
                <a:solidFill>
                  <a:schemeClr val="accent4"/>
                </a:solidFill>
              </a:defRPr>
            </a:lvl3pPr>
            <a:lvl4pPr marL="1828800" lvl="3" indent="-419100" algn="l">
              <a:spcBef>
                <a:spcPts val="833"/>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8" name="Google Shape;58;p46"/>
          <p:cNvSpPr txBox="1">
            <a:spLocks noGrp="1"/>
          </p:cNvSpPr>
          <p:nvPr>
            <p:ph type="body" idx="2"/>
          </p:nvPr>
        </p:nvSpPr>
        <p:spPr>
          <a:xfrm>
            <a:off x="865387" y="4129938"/>
            <a:ext cx="7007337" cy="65982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SzPts val="2800"/>
              <a:buFont typeface="Trebuchet MS"/>
              <a:buNone/>
              <a:defRPr sz="28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9" name="Google Shape;59;p46"/>
          <p:cNvSpPr/>
          <p:nvPr/>
        </p:nvSpPr>
        <p:spPr>
          <a:xfrm>
            <a:off x="16060020" y="9499859"/>
            <a:ext cx="2227980" cy="78714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3028364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60"/>
        <p:cNvGrpSpPr/>
        <p:nvPr/>
      </p:nvGrpSpPr>
      <p:grpSpPr>
        <a:xfrm>
          <a:off x="0" y="0"/>
          <a:ext cx="0" cy="0"/>
          <a:chOff x="0" y="0"/>
          <a:chExt cx="0" cy="0"/>
        </a:xfrm>
      </p:grpSpPr>
      <p:pic>
        <p:nvPicPr>
          <p:cNvPr id="61" name="Google Shape;61;p47" descr="A close up of a spider&#10;&#10;Description automatically generated"/>
          <p:cNvPicPr preferRelativeResize="0"/>
          <p:nvPr/>
        </p:nvPicPr>
        <p:blipFill rotWithShape="1">
          <a:blip r:embed="rId2">
            <a:alphaModFix/>
          </a:blip>
          <a:srcRect l="10305" t="3895" r="12403" b="26543"/>
          <a:stretch/>
        </p:blipFill>
        <p:spPr>
          <a:xfrm>
            <a:off x="0" y="0"/>
            <a:ext cx="18288000" cy="10287000"/>
          </a:xfrm>
          <a:prstGeom prst="rect">
            <a:avLst/>
          </a:prstGeom>
          <a:noFill/>
          <a:ln>
            <a:noFill/>
          </a:ln>
        </p:spPr>
      </p:pic>
      <p:pic>
        <p:nvPicPr>
          <p:cNvPr id="62" name="Google Shape;62;p47" descr="A picture containing text&#10;&#10;Description automatically generated"/>
          <p:cNvPicPr preferRelativeResize="0"/>
          <p:nvPr/>
        </p:nvPicPr>
        <p:blipFill rotWithShape="1">
          <a:blip r:embed="rId3">
            <a:alphaModFix/>
          </a:blip>
          <a:srcRect/>
          <a:stretch/>
        </p:blipFill>
        <p:spPr>
          <a:xfrm>
            <a:off x="14856483" y="7394108"/>
            <a:ext cx="2669325" cy="2164380"/>
          </a:xfrm>
          <a:prstGeom prst="rect">
            <a:avLst/>
          </a:prstGeom>
          <a:noFill/>
          <a:ln>
            <a:noFill/>
          </a:ln>
        </p:spPr>
      </p:pic>
    </p:spTree>
    <p:extLst>
      <p:ext uri="{BB962C8B-B14F-4D97-AF65-F5344CB8AC3E}">
        <p14:creationId xmlns:p14="http://schemas.microsoft.com/office/powerpoint/2010/main" val="465499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with Photograph">
  <p:cSld name="1_Content with Photograph">
    <p:spTree>
      <p:nvGrpSpPr>
        <p:cNvPr id="1" name="Shape 63"/>
        <p:cNvGrpSpPr/>
        <p:nvPr/>
      </p:nvGrpSpPr>
      <p:grpSpPr>
        <a:xfrm>
          <a:off x="0" y="0"/>
          <a:ext cx="0" cy="0"/>
          <a:chOff x="0" y="0"/>
          <a:chExt cx="0" cy="0"/>
        </a:xfrm>
      </p:grpSpPr>
      <p:sp>
        <p:nvSpPr>
          <p:cNvPr id="64" name="Google Shape;64;p48"/>
          <p:cNvSpPr/>
          <p:nvPr/>
        </p:nvSpPr>
        <p:spPr>
          <a:xfrm>
            <a:off x="0" y="0"/>
            <a:ext cx="18288001" cy="10287000"/>
          </a:xfrm>
          <a:prstGeom prst="rect">
            <a:avLst/>
          </a:prstGeom>
          <a:solidFill>
            <a:schemeClr val="lt1"/>
          </a:solidFill>
          <a:ln>
            <a:noFill/>
          </a:ln>
        </p:spPr>
        <p:txBody>
          <a:bodyPr spcFirstLastPara="1" wrap="square" lIns="137150" tIns="68525" rIns="137150" bIns="68525" anchor="ctr" anchorCtr="0">
            <a:noAutofit/>
          </a:bodyPr>
          <a:lstStyle/>
          <a:p>
            <a:pPr marL="0" marR="0" lvl="0" indent="0" algn="ctr" rtl="0">
              <a:spcBef>
                <a:spcPts val="0"/>
              </a:spcBef>
              <a:spcAft>
                <a:spcPts val="0"/>
              </a:spcAft>
              <a:buClr>
                <a:schemeClr val="lt1"/>
              </a:buClr>
              <a:buSzPts val="3000"/>
              <a:buFont typeface="Arial"/>
              <a:buNone/>
            </a:pPr>
            <a:endParaRPr sz="3000">
              <a:solidFill>
                <a:schemeClr val="lt1"/>
              </a:solidFill>
              <a:latin typeface="Trebuchet MS"/>
              <a:ea typeface="Trebuchet MS"/>
              <a:cs typeface="Trebuchet MS"/>
              <a:sym typeface="Trebuchet MS"/>
            </a:endParaRPr>
          </a:p>
        </p:txBody>
      </p:sp>
      <p:sp>
        <p:nvSpPr>
          <p:cNvPr id="65" name="Google Shape;65;p48"/>
          <p:cNvSpPr txBox="1">
            <a:spLocks noGrp="1"/>
          </p:cNvSpPr>
          <p:nvPr>
            <p:ph type="title"/>
          </p:nvPr>
        </p:nvSpPr>
        <p:spPr>
          <a:xfrm>
            <a:off x="830582" y="1055877"/>
            <a:ext cx="8313500" cy="1031000"/>
          </a:xfrm>
          <a:prstGeom prst="rect">
            <a:avLst/>
          </a:prstGeom>
          <a:noFill/>
          <a:ln>
            <a:noFill/>
          </a:ln>
        </p:spPr>
        <p:txBody>
          <a:bodyPr spcFirstLastPara="1" wrap="square" lIns="82300" tIns="41125" rIns="82300" bIns="41125" anchor="b" anchorCtr="0">
            <a:noAutofit/>
          </a:bodyPr>
          <a:lstStyle>
            <a:lvl1pPr lvl="0" algn="l">
              <a:lnSpc>
                <a:spcPct val="90000"/>
              </a:lnSpc>
              <a:spcBef>
                <a:spcPts val="0"/>
              </a:spcBef>
              <a:spcAft>
                <a:spcPts val="0"/>
              </a:spcAft>
              <a:buClr>
                <a:schemeClr val="dk2"/>
              </a:buClr>
              <a:buSzPts val="1300"/>
              <a:buFont typeface="Trebuchet MS"/>
              <a:buNone/>
              <a:defRPr sz="4667">
                <a:solidFill>
                  <a:schemeClr val="dk2"/>
                </a:solidFill>
              </a:defRPr>
            </a:lvl1pPr>
            <a:lvl2pPr lvl="1" algn="l">
              <a:spcBef>
                <a:spcPts val="0"/>
              </a:spcBef>
              <a:spcAft>
                <a:spcPts val="0"/>
              </a:spcAft>
              <a:buClr>
                <a:srgbClr val="73B900"/>
              </a:buClr>
              <a:buSzPts val="1300"/>
              <a:buFont typeface="Arial"/>
              <a:buNone/>
              <a:defRPr/>
            </a:lvl2pPr>
            <a:lvl3pPr lvl="2" algn="l">
              <a:spcBef>
                <a:spcPts val="0"/>
              </a:spcBef>
              <a:spcAft>
                <a:spcPts val="0"/>
              </a:spcAft>
              <a:buClr>
                <a:srgbClr val="73B900"/>
              </a:buClr>
              <a:buSzPts val="1300"/>
              <a:buFont typeface="Arial"/>
              <a:buNone/>
              <a:defRPr/>
            </a:lvl3pPr>
            <a:lvl4pPr lvl="3" algn="l">
              <a:spcBef>
                <a:spcPts val="0"/>
              </a:spcBef>
              <a:spcAft>
                <a:spcPts val="0"/>
              </a:spcAft>
              <a:buClr>
                <a:srgbClr val="73B900"/>
              </a:buClr>
              <a:buSzPts val="1300"/>
              <a:buFont typeface="Arial"/>
              <a:buNone/>
              <a:defRPr/>
            </a:lvl4pPr>
            <a:lvl5pPr lvl="4" algn="l">
              <a:spcBef>
                <a:spcPts val="0"/>
              </a:spcBef>
              <a:spcAft>
                <a:spcPts val="0"/>
              </a:spcAft>
              <a:buClr>
                <a:srgbClr val="73B900"/>
              </a:buClr>
              <a:buSzPts val="1300"/>
              <a:buFont typeface="Arial"/>
              <a:buNone/>
              <a:defRPr/>
            </a:lvl5pPr>
            <a:lvl6pPr lvl="5" algn="l">
              <a:spcBef>
                <a:spcPts val="0"/>
              </a:spcBef>
              <a:spcAft>
                <a:spcPts val="0"/>
              </a:spcAft>
              <a:buClr>
                <a:srgbClr val="73B900"/>
              </a:buClr>
              <a:buSzPts val="1300"/>
              <a:buFont typeface="Arial"/>
              <a:buNone/>
              <a:defRPr/>
            </a:lvl6pPr>
            <a:lvl7pPr lvl="6" algn="l">
              <a:spcBef>
                <a:spcPts val="0"/>
              </a:spcBef>
              <a:spcAft>
                <a:spcPts val="0"/>
              </a:spcAft>
              <a:buClr>
                <a:srgbClr val="73B900"/>
              </a:buClr>
              <a:buSzPts val="1300"/>
              <a:buFont typeface="Arial"/>
              <a:buNone/>
              <a:defRPr/>
            </a:lvl7pPr>
            <a:lvl8pPr lvl="7" algn="l">
              <a:spcBef>
                <a:spcPts val="0"/>
              </a:spcBef>
              <a:spcAft>
                <a:spcPts val="0"/>
              </a:spcAft>
              <a:buClr>
                <a:srgbClr val="73B900"/>
              </a:buClr>
              <a:buSzPts val="1300"/>
              <a:buFont typeface="Arial"/>
              <a:buNone/>
              <a:defRPr/>
            </a:lvl8pPr>
            <a:lvl9pPr lvl="8" algn="l">
              <a:spcBef>
                <a:spcPts val="0"/>
              </a:spcBef>
              <a:spcAft>
                <a:spcPts val="0"/>
              </a:spcAft>
              <a:buClr>
                <a:srgbClr val="73B900"/>
              </a:buClr>
              <a:buSzPts val="1300"/>
              <a:buFont typeface="Arial"/>
              <a:buNone/>
              <a:defRPr/>
            </a:lvl9pPr>
          </a:lstStyle>
          <a:p>
            <a:endParaRPr/>
          </a:p>
        </p:txBody>
      </p:sp>
      <p:sp>
        <p:nvSpPr>
          <p:cNvPr id="66" name="Google Shape;66;p48"/>
          <p:cNvSpPr txBox="1">
            <a:spLocks noGrp="1"/>
          </p:cNvSpPr>
          <p:nvPr>
            <p:ph type="body" idx="1"/>
          </p:nvPr>
        </p:nvSpPr>
        <p:spPr>
          <a:xfrm>
            <a:off x="853442" y="3619500"/>
            <a:ext cx="8291000" cy="6041500"/>
          </a:xfrm>
          <a:prstGeom prst="rect">
            <a:avLst/>
          </a:prstGeom>
          <a:noFill/>
          <a:ln>
            <a:noFill/>
          </a:ln>
        </p:spPr>
        <p:txBody>
          <a:bodyPr spcFirstLastPara="1" wrap="square" lIns="82300" tIns="41125" rIns="82300" bIns="41125" anchor="t" anchorCtr="0">
            <a:noAutofit/>
          </a:bodyPr>
          <a:lstStyle>
            <a:lvl1pPr marL="457200" lvl="0" indent="-228600" algn="l">
              <a:lnSpc>
                <a:spcPct val="90000"/>
              </a:lnSpc>
              <a:spcBef>
                <a:spcPts val="1667"/>
              </a:spcBef>
              <a:spcAft>
                <a:spcPts val="0"/>
              </a:spcAft>
              <a:buClr>
                <a:schemeClr val="dk1"/>
              </a:buClr>
              <a:buSzPts val="1800"/>
              <a:buFont typeface="Trebuchet MS"/>
              <a:buNone/>
              <a:defRPr sz="3000">
                <a:solidFill>
                  <a:schemeClr val="dk2"/>
                </a:solidFill>
              </a:defRPr>
            </a:lvl1pPr>
            <a:lvl2pPr marL="914400" lvl="1" indent="-228600" algn="l">
              <a:lnSpc>
                <a:spcPct val="90000"/>
              </a:lnSpc>
              <a:spcBef>
                <a:spcPts val="1667"/>
              </a:spcBef>
              <a:spcAft>
                <a:spcPts val="0"/>
              </a:spcAft>
              <a:buClr>
                <a:schemeClr val="dk1"/>
              </a:buClr>
              <a:buSzPts val="1400"/>
              <a:buFont typeface="Trebuchet MS"/>
              <a:buNone/>
              <a:defRPr sz="2333">
                <a:solidFill>
                  <a:schemeClr val="dk2"/>
                </a:solidFill>
              </a:defRPr>
            </a:lvl2pPr>
            <a:lvl3pPr marL="1371600" lvl="2" indent="-228600" algn="l">
              <a:lnSpc>
                <a:spcPct val="90000"/>
              </a:lnSpc>
              <a:spcBef>
                <a:spcPts val="1667"/>
              </a:spcBef>
              <a:spcAft>
                <a:spcPts val="0"/>
              </a:spcAft>
              <a:buClr>
                <a:schemeClr val="dk1"/>
              </a:buClr>
              <a:buSzPts val="1200"/>
              <a:buFont typeface="Trebuchet MS"/>
              <a:buNone/>
              <a:defRPr sz="2000">
                <a:solidFill>
                  <a:schemeClr val="dk2"/>
                </a:solidFill>
              </a:defRPr>
            </a:lvl3pPr>
            <a:lvl4pPr marL="1828800" lvl="3" indent="-342900" algn="l">
              <a:spcBef>
                <a:spcPts val="1667"/>
              </a:spcBef>
              <a:spcAft>
                <a:spcPts val="0"/>
              </a:spcAft>
              <a:buClr>
                <a:schemeClr val="dk1"/>
              </a:buClr>
              <a:buSzPts val="1800"/>
              <a:buFont typeface="Noto Sans Symbols"/>
              <a:buChar char="▪"/>
              <a:defRPr sz="3000">
                <a:solidFill>
                  <a:schemeClr val="lt1"/>
                </a:solidFill>
              </a:defRPr>
            </a:lvl4pPr>
            <a:lvl5pPr marL="2286000" lvl="4" indent="-355600" algn="l">
              <a:spcBef>
                <a:spcPts val="667"/>
              </a:spcBef>
              <a:spcAft>
                <a:spcPts val="0"/>
              </a:spcAft>
              <a:buClr>
                <a:schemeClr val="dk1"/>
              </a:buClr>
              <a:buSzPts val="2000"/>
              <a:buFont typeface="Noto Sans Symbols"/>
              <a:buChar char="▪"/>
              <a:defRPr>
                <a:solidFill>
                  <a:schemeClr val="lt1"/>
                </a:solidFill>
              </a:defRPr>
            </a:lvl5pPr>
            <a:lvl6pPr marL="2743200" lvl="5" indent="-330200" algn="l">
              <a:spcBef>
                <a:spcPts val="667"/>
              </a:spcBef>
              <a:spcAft>
                <a:spcPts val="0"/>
              </a:spcAft>
              <a:buClr>
                <a:schemeClr val="dk2"/>
              </a:buClr>
              <a:buSzPts val="1600"/>
              <a:buFont typeface="Trebuchet MS"/>
              <a:buChar char="»"/>
              <a:defRPr/>
            </a:lvl6pPr>
            <a:lvl7pPr marL="3200400" lvl="6" indent="-330200" algn="l">
              <a:spcBef>
                <a:spcPts val="667"/>
              </a:spcBef>
              <a:spcAft>
                <a:spcPts val="0"/>
              </a:spcAft>
              <a:buClr>
                <a:schemeClr val="dk2"/>
              </a:buClr>
              <a:buSzPts val="1600"/>
              <a:buFont typeface="Trebuchet MS"/>
              <a:buChar char="»"/>
              <a:defRPr/>
            </a:lvl7pPr>
            <a:lvl8pPr marL="3657600" lvl="7" indent="-330200" algn="l">
              <a:spcBef>
                <a:spcPts val="667"/>
              </a:spcBef>
              <a:spcAft>
                <a:spcPts val="0"/>
              </a:spcAft>
              <a:buClr>
                <a:schemeClr val="dk2"/>
              </a:buClr>
              <a:buSzPts val="1600"/>
              <a:buFont typeface="Trebuchet MS"/>
              <a:buChar char="»"/>
              <a:defRPr/>
            </a:lvl8pPr>
            <a:lvl9pPr marL="4114800" lvl="8" indent="-330200" algn="l">
              <a:spcBef>
                <a:spcPts val="667"/>
              </a:spcBef>
              <a:spcAft>
                <a:spcPts val="0"/>
              </a:spcAft>
              <a:buClr>
                <a:schemeClr val="dk2"/>
              </a:buClr>
              <a:buSzPts val="1600"/>
              <a:buFont typeface="Trebuchet MS"/>
              <a:buChar char="»"/>
              <a:defRPr/>
            </a:lvl9pPr>
          </a:lstStyle>
          <a:p>
            <a:endParaRPr/>
          </a:p>
        </p:txBody>
      </p:sp>
      <p:sp>
        <p:nvSpPr>
          <p:cNvPr id="67" name="Google Shape;67;p48"/>
          <p:cNvSpPr txBox="1">
            <a:spLocks noGrp="1"/>
          </p:cNvSpPr>
          <p:nvPr>
            <p:ph type="body" idx="2"/>
          </p:nvPr>
        </p:nvSpPr>
        <p:spPr>
          <a:xfrm>
            <a:off x="830582" y="1972223"/>
            <a:ext cx="8313500" cy="875500"/>
          </a:xfrm>
          <a:prstGeom prst="rect">
            <a:avLst/>
          </a:prstGeom>
          <a:noFill/>
          <a:ln>
            <a:noFill/>
          </a:ln>
        </p:spPr>
        <p:txBody>
          <a:bodyPr spcFirstLastPara="1" wrap="square" lIns="82300" tIns="41125" rIns="82300" bIns="41125" anchor="t" anchorCtr="0">
            <a:noAutofit/>
          </a:bodyPr>
          <a:lstStyle>
            <a:lvl1pPr marL="457200" lvl="0" indent="-228600" algn="l">
              <a:lnSpc>
                <a:spcPct val="90000"/>
              </a:lnSpc>
              <a:spcBef>
                <a:spcPts val="1667"/>
              </a:spcBef>
              <a:spcAft>
                <a:spcPts val="0"/>
              </a:spcAft>
              <a:buSzPts val="1800"/>
              <a:buFont typeface="Trebuchet MS"/>
              <a:buNone/>
              <a:defRPr sz="3000" b="0">
                <a:solidFill>
                  <a:schemeClr val="lt2"/>
                </a:solidFill>
                <a:latin typeface="Trebuchet MS"/>
                <a:ea typeface="Trebuchet MS"/>
                <a:cs typeface="Trebuchet MS"/>
                <a:sym typeface="Trebuchet MS"/>
              </a:defRPr>
            </a:lvl1pPr>
            <a:lvl2pPr marL="914400" lvl="1" indent="-228600" algn="ctr">
              <a:lnSpc>
                <a:spcPct val="90000"/>
              </a:lnSpc>
              <a:spcBef>
                <a:spcPts val="1667"/>
              </a:spcBef>
              <a:spcAft>
                <a:spcPts val="0"/>
              </a:spcAft>
              <a:buSzPts val="2800"/>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667"/>
              </a:spcBef>
              <a:spcAft>
                <a:spcPts val="0"/>
              </a:spcAft>
              <a:buSzPts val="2800"/>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667"/>
              </a:spcBef>
              <a:spcAft>
                <a:spcPts val="0"/>
              </a:spcAft>
              <a:buClr>
                <a:schemeClr val="lt2"/>
              </a:buClr>
              <a:buSzPts val="2800"/>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1000"/>
              </a:spcBef>
              <a:spcAft>
                <a:spcPts val="0"/>
              </a:spcAft>
              <a:buClr>
                <a:schemeClr val="lt2"/>
              </a:buClr>
              <a:buSzPts val="2800"/>
              <a:buFont typeface="Trebuchet MS"/>
              <a:buNone/>
              <a:defRPr sz="4667">
                <a:solidFill>
                  <a:schemeClr val="lt2"/>
                </a:solidFill>
                <a:latin typeface="Trebuchet MS"/>
                <a:ea typeface="Trebuchet MS"/>
                <a:cs typeface="Trebuchet MS"/>
                <a:sym typeface="Trebuchet MS"/>
              </a:defRPr>
            </a:lvl5pPr>
            <a:lvl6pPr marL="2743200" lvl="5" indent="-330200" algn="l">
              <a:spcBef>
                <a:spcPts val="667"/>
              </a:spcBef>
              <a:spcAft>
                <a:spcPts val="0"/>
              </a:spcAft>
              <a:buClr>
                <a:schemeClr val="dk2"/>
              </a:buClr>
              <a:buSzPts val="1600"/>
              <a:buFont typeface="Trebuchet MS"/>
              <a:buChar char="»"/>
              <a:defRPr/>
            </a:lvl6pPr>
            <a:lvl7pPr marL="3200400" lvl="6" indent="-330200" algn="l">
              <a:spcBef>
                <a:spcPts val="667"/>
              </a:spcBef>
              <a:spcAft>
                <a:spcPts val="0"/>
              </a:spcAft>
              <a:buClr>
                <a:schemeClr val="dk2"/>
              </a:buClr>
              <a:buSzPts val="1600"/>
              <a:buFont typeface="Trebuchet MS"/>
              <a:buChar char="»"/>
              <a:defRPr/>
            </a:lvl7pPr>
            <a:lvl8pPr marL="3657600" lvl="7" indent="-330200" algn="l">
              <a:spcBef>
                <a:spcPts val="667"/>
              </a:spcBef>
              <a:spcAft>
                <a:spcPts val="0"/>
              </a:spcAft>
              <a:buClr>
                <a:schemeClr val="dk2"/>
              </a:buClr>
              <a:buSzPts val="1600"/>
              <a:buFont typeface="Trebuchet MS"/>
              <a:buChar char="»"/>
              <a:defRPr/>
            </a:lvl8pPr>
            <a:lvl9pPr marL="4114800" lvl="8" indent="-330200" algn="l">
              <a:spcBef>
                <a:spcPts val="667"/>
              </a:spcBef>
              <a:spcAft>
                <a:spcPts val="0"/>
              </a:spcAft>
              <a:buClr>
                <a:schemeClr val="dk2"/>
              </a:buClr>
              <a:buSzPts val="1600"/>
              <a:buFont typeface="Trebuchet MS"/>
              <a:buChar char="»"/>
              <a:defRPr/>
            </a:lvl9pPr>
          </a:lstStyle>
          <a:p>
            <a:endParaRPr/>
          </a:p>
        </p:txBody>
      </p:sp>
    </p:spTree>
    <p:extLst>
      <p:ext uri="{BB962C8B-B14F-4D97-AF65-F5344CB8AC3E}">
        <p14:creationId xmlns:p14="http://schemas.microsoft.com/office/powerpoint/2010/main" val="2311966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8"/>
        <p:cNvGrpSpPr/>
        <p:nvPr/>
      </p:nvGrpSpPr>
      <p:grpSpPr>
        <a:xfrm>
          <a:off x="0" y="0"/>
          <a:ext cx="0" cy="0"/>
          <a:chOff x="0" y="0"/>
          <a:chExt cx="0" cy="0"/>
        </a:xfrm>
      </p:grpSpPr>
      <p:sp>
        <p:nvSpPr>
          <p:cNvPr id="69" name="Google Shape;69;p49"/>
          <p:cNvSpPr txBox="1">
            <a:spLocks noGrp="1"/>
          </p:cNvSpPr>
          <p:nvPr>
            <p:ph type="title"/>
          </p:nvPr>
        </p:nvSpPr>
        <p:spPr>
          <a:xfrm>
            <a:off x="1043684" y="1102044"/>
            <a:ext cx="16200600" cy="985200"/>
          </a:xfrm>
          <a:prstGeom prst="rect">
            <a:avLst/>
          </a:prstGeom>
          <a:noFill/>
          <a:ln>
            <a:noFill/>
          </a:ln>
        </p:spPr>
        <p:txBody>
          <a:bodyPr spcFirstLastPara="1" wrap="square" lIns="76200" tIns="38100" rIns="76200" bIns="38100" anchor="b" anchorCtr="0">
            <a:noAutofit/>
          </a:bodyPr>
          <a:lstStyle>
            <a:lvl1pPr lvl="0" algn="l">
              <a:lnSpc>
                <a:spcPct val="90000"/>
              </a:lnSpc>
              <a:spcBef>
                <a:spcPts val="0"/>
              </a:spcBef>
              <a:spcAft>
                <a:spcPts val="0"/>
              </a:spcAft>
              <a:buClr>
                <a:schemeClr val="dk2"/>
              </a:buClr>
              <a:buSzPts val="1200"/>
              <a:buFont typeface="Trebuchet MS"/>
              <a:buNone/>
              <a:defRPr>
                <a:solidFill>
                  <a:schemeClr val="dk2"/>
                </a:solidFill>
              </a:defRPr>
            </a:lvl1pPr>
            <a:lvl2pPr lvl="1" algn="l">
              <a:spcBef>
                <a:spcPts val="0"/>
              </a:spcBef>
              <a:spcAft>
                <a:spcPts val="0"/>
              </a:spcAft>
              <a:buClr>
                <a:srgbClr val="73B900"/>
              </a:buClr>
              <a:buSzPts val="1200"/>
              <a:buFont typeface="Arial"/>
              <a:buNone/>
              <a:defRPr/>
            </a:lvl2pPr>
            <a:lvl3pPr lvl="2" algn="l">
              <a:spcBef>
                <a:spcPts val="0"/>
              </a:spcBef>
              <a:spcAft>
                <a:spcPts val="0"/>
              </a:spcAft>
              <a:buClr>
                <a:srgbClr val="73B900"/>
              </a:buClr>
              <a:buSzPts val="1200"/>
              <a:buFont typeface="Arial"/>
              <a:buNone/>
              <a:defRPr/>
            </a:lvl3pPr>
            <a:lvl4pPr lvl="3" algn="l">
              <a:spcBef>
                <a:spcPts val="0"/>
              </a:spcBef>
              <a:spcAft>
                <a:spcPts val="0"/>
              </a:spcAft>
              <a:buClr>
                <a:srgbClr val="73B900"/>
              </a:buClr>
              <a:buSzPts val="1200"/>
              <a:buFont typeface="Arial"/>
              <a:buNone/>
              <a:defRPr/>
            </a:lvl4pPr>
            <a:lvl5pPr lvl="4" algn="l">
              <a:spcBef>
                <a:spcPts val="0"/>
              </a:spcBef>
              <a:spcAft>
                <a:spcPts val="0"/>
              </a:spcAft>
              <a:buClr>
                <a:srgbClr val="73B900"/>
              </a:buClr>
              <a:buSzPts val="1200"/>
              <a:buFont typeface="Arial"/>
              <a:buNone/>
              <a:defRPr/>
            </a:lvl5pPr>
            <a:lvl6pPr lvl="5" algn="l">
              <a:spcBef>
                <a:spcPts val="0"/>
              </a:spcBef>
              <a:spcAft>
                <a:spcPts val="0"/>
              </a:spcAft>
              <a:buClr>
                <a:srgbClr val="73B900"/>
              </a:buClr>
              <a:buSzPts val="1200"/>
              <a:buFont typeface="Arial"/>
              <a:buNone/>
              <a:defRPr/>
            </a:lvl6pPr>
            <a:lvl7pPr lvl="6" algn="l">
              <a:spcBef>
                <a:spcPts val="0"/>
              </a:spcBef>
              <a:spcAft>
                <a:spcPts val="0"/>
              </a:spcAft>
              <a:buClr>
                <a:srgbClr val="73B900"/>
              </a:buClr>
              <a:buSzPts val="1200"/>
              <a:buFont typeface="Arial"/>
              <a:buNone/>
              <a:defRPr/>
            </a:lvl7pPr>
            <a:lvl8pPr lvl="7" algn="l">
              <a:spcBef>
                <a:spcPts val="0"/>
              </a:spcBef>
              <a:spcAft>
                <a:spcPts val="0"/>
              </a:spcAft>
              <a:buClr>
                <a:srgbClr val="73B900"/>
              </a:buClr>
              <a:buSzPts val="1200"/>
              <a:buFont typeface="Arial"/>
              <a:buNone/>
              <a:defRPr/>
            </a:lvl8pPr>
            <a:lvl9pPr lvl="8" algn="l">
              <a:spcBef>
                <a:spcPts val="0"/>
              </a:spcBef>
              <a:spcAft>
                <a:spcPts val="0"/>
              </a:spcAft>
              <a:buClr>
                <a:srgbClr val="73B900"/>
              </a:buClr>
              <a:buSzPts val="1200"/>
              <a:buFont typeface="Arial"/>
              <a:buNone/>
              <a:defRPr/>
            </a:lvl9pPr>
          </a:lstStyle>
          <a:p>
            <a:endParaRPr/>
          </a:p>
        </p:txBody>
      </p:sp>
      <p:sp>
        <p:nvSpPr>
          <p:cNvPr id="70" name="Google Shape;70;p49"/>
          <p:cNvSpPr txBox="1">
            <a:spLocks noGrp="1"/>
          </p:cNvSpPr>
          <p:nvPr>
            <p:ph type="body" idx="1"/>
          </p:nvPr>
        </p:nvSpPr>
        <p:spPr>
          <a:xfrm>
            <a:off x="1043982" y="2487284"/>
            <a:ext cx="16200000" cy="6453000"/>
          </a:xfrm>
          <a:prstGeom prst="rect">
            <a:avLst/>
          </a:prstGeom>
          <a:noFill/>
          <a:ln>
            <a:noFill/>
          </a:ln>
        </p:spPr>
        <p:txBody>
          <a:bodyPr spcFirstLastPara="1" wrap="square" lIns="76200" tIns="38100" rIns="76200" bIns="38100" anchor="t" anchorCtr="0">
            <a:noAutofit/>
          </a:bodyPr>
          <a:lstStyle>
            <a:lvl1pPr marL="457200" lvl="0" indent="-323850" algn="l">
              <a:lnSpc>
                <a:spcPct val="90000"/>
              </a:lnSpc>
              <a:spcBef>
                <a:spcPts val="1600"/>
              </a:spcBef>
              <a:spcAft>
                <a:spcPts val="0"/>
              </a:spcAft>
              <a:buClr>
                <a:schemeClr val="dk1"/>
              </a:buClr>
              <a:buSzPts val="1500"/>
              <a:buFont typeface="Arial"/>
              <a:buChar char="•"/>
              <a:defRPr sz="3000">
                <a:solidFill>
                  <a:schemeClr val="dk2"/>
                </a:solidFill>
              </a:defRPr>
            </a:lvl1pPr>
            <a:lvl2pPr marL="914400" lvl="1" indent="-317500" algn="l">
              <a:lnSpc>
                <a:spcPct val="90000"/>
              </a:lnSpc>
              <a:spcBef>
                <a:spcPts val="1600"/>
              </a:spcBef>
              <a:spcAft>
                <a:spcPts val="0"/>
              </a:spcAft>
              <a:buClr>
                <a:schemeClr val="dk1"/>
              </a:buClr>
              <a:buSzPts val="1400"/>
              <a:buFont typeface="Arial"/>
              <a:buChar char="•"/>
              <a:defRPr sz="2800">
                <a:solidFill>
                  <a:schemeClr val="dk2"/>
                </a:solidFill>
              </a:defRPr>
            </a:lvl2pPr>
            <a:lvl3pPr marL="1371600" lvl="2" indent="-304800" algn="l">
              <a:lnSpc>
                <a:spcPct val="90000"/>
              </a:lnSpc>
              <a:spcBef>
                <a:spcPts val="1600"/>
              </a:spcBef>
              <a:spcAft>
                <a:spcPts val="0"/>
              </a:spcAft>
              <a:buClr>
                <a:schemeClr val="dk1"/>
              </a:buClr>
              <a:buSzPts val="1200"/>
              <a:buFont typeface="Arial"/>
              <a:buChar char="•"/>
              <a:defRPr sz="2400">
                <a:solidFill>
                  <a:schemeClr val="dk2"/>
                </a:solidFill>
              </a:defRPr>
            </a:lvl3pPr>
            <a:lvl4pPr marL="1828800" lvl="3" indent="-323850" algn="l">
              <a:spcBef>
                <a:spcPts val="1600"/>
              </a:spcBef>
              <a:spcAft>
                <a:spcPts val="0"/>
              </a:spcAft>
              <a:buClr>
                <a:schemeClr val="dk1"/>
              </a:buClr>
              <a:buSzPts val="1500"/>
              <a:buFont typeface="Noto Sans Symbols"/>
              <a:buChar char="▪"/>
              <a:defRPr sz="3000">
                <a:solidFill>
                  <a:schemeClr val="lt1"/>
                </a:solidFill>
              </a:defRPr>
            </a:lvl4pPr>
            <a:lvl5pPr marL="2286000" lvl="4" indent="-336550" algn="l">
              <a:spcBef>
                <a:spcPts val="800"/>
              </a:spcBef>
              <a:spcAft>
                <a:spcPts val="0"/>
              </a:spcAft>
              <a:buClr>
                <a:schemeClr val="dk1"/>
              </a:buClr>
              <a:buSzPts val="1700"/>
              <a:buFont typeface="Noto Sans Symbols"/>
              <a:buChar char="▪"/>
              <a:defRPr>
                <a:solidFill>
                  <a:schemeClr val="lt1"/>
                </a:solidFill>
              </a:defRPr>
            </a:lvl5pPr>
            <a:lvl6pPr marL="2743200" lvl="5" indent="-323850" algn="l">
              <a:spcBef>
                <a:spcPts val="600"/>
              </a:spcBef>
              <a:spcAft>
                <a:spcPts val="0"/>
              </a:spcAft>
              <a:buClr>
                <a:schemeClr val="dk2"/>
              </a:buClr>
              <a:buSzPts val="1500"/>
              <a:buFont typeface="Trebuchet MS"/>
              <a:buChar char="»"/>
              <a:defRPr/>
            </a:lvl6pPr>
            <a:lvl7pPr marL="3200400" lvl="6" indent="-323850" algn="l">
              <a:spcBef>
                <a:spcPts val="600"/>
              </a:spcBef>
              <a:spcAft>
                <a:spcPts val="0"/>
              </a:spcAft>
              <a:buClr>
                <a:schemeClr val="dk2"/>
              </a:buClr>
              <a:buSzPts val="1500"/>
              <a:buFont typeface="Trebuchet MS"/>
              <a:buChar char="»"/>
              <a:defRPr/>
            </a:lvl7pPr>
            <a:lvl8pPr marL="3657600" lvl="7" indent="-323850" algn="l">
              <a:spcBef>
                <a:spcPts val="600"/>
              </a:spcBef>
              <a:spcAft>
                <a:spcPts val="0"/>
              </a:spcAft>
              <a:buClr>
                <a:schemeClr val="dk2"/>
              </a:buClr>
              <a:buSzPts val="1500"/>
              <a:buFont typeface="Trebuchet MS"/>
              <a:buChar char="»"/>
              <a:defRPr/>
            </a:lvl8pPr>
            <a:lvl9pPr marL="4114800" lvl="8" indent="-323850" algn="l">
              <a:spcBef>
                <a:spcPts val="600"/>
              </a:spcBef>
              <a:spcAft>
                <a:spcPts val="0"/>
              </a:spcAft>
              <a:buClr>
                <a:schemeClr val="dk2"/>
              </a:buClr>
              <a:buSzPts val="1500"/>
              <a:buFont typeface="Trebuchet MS"/>
              <a:buChar char="»"/>
              <a:defRPr/>
            </a:lvl9pPr>
          </a:lstStyle>
          <a:p>
            <a:endParaRPr/>
          </a:p>
        </p:txBody>
      </p:sp>
      <p:sp>
        <p:nvSpPr>
          <p:cNvPr id="71" name="Google Shape;71;p49"/>
          <p:cNvSpPr txBox="1">
            <a:spLocks noGrp="1"/>
          </p:cNvSpPr>
          <p:nvPr>
            <p:ph type="sldNum" idx="12"/>
          </p:nvPr>
        </p:nvSpPr>
        <p:spPr>
          <a:xfrm>
            <a:off x="17113569" y="9499702"/>
            <a:ext cx="1097400" cy="787800"/>
          </a:xfrm>
          <a:prstGeom prst="rect">
            <a:avLst/>
          </a:prstGeom>
          <a:noFill/>
          <a:ln>
            <a:noFill/>
          </a:ln>
        </p:spPr>
        <p:txBody>
          <a:bodyPr spcFirstLastPara="1" wrap="square" lIns="76200" tIns="76200" rIns="76200" bIns="76200" anchor="t" anchorCtr="0">
            <a:noAutofit/>
          </a:bodyPr>
          <a:lstStyle>
            <a:lvl1pPr marL="0" marR="0" lvl="0"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marL="0" marR="0" lvl="1"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2pPr>
            <a:lvl3pPr marL="0" marR="0" lvl="2"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3pPr>
            <a:lvl4pPr marL="0" marR="0" lvl="3"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4pPr>
            <a:lvl5pPr marL="0" marR="0" lvl="4"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5pPr>
            <a:lvl6pPr marL="0" marR="0" lvl="5"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6pPr>
            <a:lvl7pPr marL="0" marR="0" lvl="6"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7pPr>
            <a:lvl8pPr marL="0" marR="0" lvl="7"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8pPr>
            <a:lvl9pPr marL="0" marR="0" lvl="8"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69076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72"/>
        <p:cNvGrpSpPr/>
        <p:nvPr/>
      </p:nvGrpSpPr>
      <p:grpSpPr>
        <a:xfrm>
          <a:off x="0" y="0"/>
          <a:ext cx="0" cy="0"/>
          <a:chOff x="0" y="0"/>
          <a:chExt cx="0" cy="0"/>
        </a:xfrm>
      </p:grpSpPr>
      <p:sp>
        <p:nvSpPr>
          <p:cNvPr id="73" name="Google Shape;73;p50"/>
          <p:cNvSpPr txBox="1">
            <a:spLocks noGrp="1"/>
          </p:cNvSpPr>
          <p:nvPr>
            <p:ph type="title"/>
          </p:nvPr>
        </p:nvSpPr>
        <p:spPr>
          <a:xfrm>
            <a:off x="830580" y="1229043"/>
            <a:ext cx="16626999" cy="985000"/>
          </a:xfrm>
          <a:prstGeom prst="rect">
            <a:avLst/>
          </a:prstGeom>
          <a:noFill/>
          <a:ln>
            <a:noFill/>
          </a:ln>
        </p:spPr>
        <p:txBody>
          <a:bodyPr spcFirstLastPara="1" wrap="square" lIns="91400" tIns="45700" rIns="91400" bIns="45700" anchor="b" anchorCtr="0">
            <a:noAutofit/>
          </a:bodyPr>
          <a:lstStyle>
            <a:lvl1pPr lvl="0" algn="ctr">
              <a:lnSpc>
                <a:spcPct val="90000"/>
              </a:lnSpc>
              <a:spcBef>
                <a:spcPts val="0"/>
              </a:spcBef>
              <a:spcAft>
                <a:spcPts val="0"/>
              </a:spcAft>
              <a:buClr>
                <a:schemeClr val="dk2"/>
              </a:buClr>
              <a:buSzPts val="1400"/>
              <a:buFont typeface="Trebuchet MS"/>
              <a:buNone/>
              <a:defRPr>
                <a:solidFill>
                  <a:schemeClr val="dk2"/>
                </a:solidFill>
              </a:defRPr>
            </a:lvl1pPr>
            <a:lvl2pPr lvl="1" algn="l">
              <a:lnSpc>
                <a:spcPct val="100000"/>
              </a:lnSpc>
              <a:spcBef>
                <a:spcPts val="0"/>
              </a:spcBef>
              <a:spcAft>
                <a:spcPts val="0"/>
              </a:spcAft>
              <a:buClr>
                <a:srgbClr val="73B900"/>
              </a:buClr>
              <a:buSzPts val="1400"/>
              <a:buFont typeface="Arial"/>
              <a:buNone/>
              <a:defRPr/>
            </a:lvl2pPr>
            <a:lvl3pPr lvl="2" algn="l">
              <a:lnSpc>
                <a:spcPct val="100000"/>
              </a:lnSpc>
              <a:spcBef>
                <a:spcPts val="0"/>
              </a:spcBef>
              <a:spcAft>
                <a:spcPts val="0"/>
              </a:spcAft>
              <a:buClr>
                <a:srgbClr val="73B900"/>
              </a:buClr>
              <a:buSzPts val="1400"/>
              <a:buFont typeface="Arial"/>
              <a:buNone/>
              <a:defRPr/>
            </a:lvl3pPr>
            <a:lvl4pPr lvl="3" algn="l">
              <a:lnSpc>
                <a:spcPct val="100000"/>
              </a:lnSpc>
              <a:spcBef>
                <a:spcPts val="0"/>
              </a:spcBef>
              <a:spcAft>
                <a:spcPts val="0"/>
              </a:spcAft>
              <a:buClr>
                <a:srgbClr val="73B900"/>
              </a:buClr>
              <a:buSzPts val="1400"/>
              <a:buFont typeface="Arial"/>
              <a:buNone/>
              <a:defRPr/>
            </a:lvl4pPr>
            <a:lvl5pPr lvl="4" algn="l">
              <a:lnSpc>
                <a:spcPct val="100000"/>
              </a:lnSpc>
              <a:spcBef>
                <a:spcPts val="0"/>
              </a:spcBef>
              <a:spcAft>
                <a:spcPts val="0"/>
              </a:spcAft>
              <a:buClr>
                <a:srgbClr val="73B900"/>
              </a:buClr>
              <a:buSzPts val="1400"/>
              <a:buFont typeface="Arial"/>
              <a:buNone/>
              <a:defRPr/>
            </a:lvl5pPr>
            <a:lvl6pPr lvl="5" algn="l">
              <a:lnSpc>
                <a:spcPct val="100000"/>
              </a:lnSpc>
              <a:spcBef>
                <a:spcPts val="0"/>
              </a:spcBef>
              <a:spcAft>
                <a:spcPts val="0"/>
              </a:spcAft>
              <a:buClr>
                <a:srgbClr val="73B900"/>
              </a:buClr>
              <a:buSzPts val="1400"/>
              <a:buFont typeface="Arial"/>
              <a:buNone/>
              <a:defRPr/>
            </a:lvl6pPr>
            <a:lvl7pPr lvl="6" algn="l">
              <a:lnSpc>
                <a:spcPct val="100000"/>
              </a:lnSpc>
              <a:spcBef>
                <a:spcPts val="0"/>
              </a:spcBef>
              <a:spcAft>
                <a:spcPts val="0"/>
              </a:spcAft>
              <a:buClr>
                <a:srgbClr val="73B900"/>
              </a:buClr>
              <a:buSzPts val="1400"/>
              <a:buFont typeface="Arial"/>
              <a:buNone/>
              <a:defRPr/>
            </a:lvl7pPr>
            <a:lvl8pPr lvl="7" algn="l">
              <a:lnSpc>
                <a:spcPct val="100000"/>
              </a:lnSpc>
              <a:spcBef>
                <a:spcPts val="0"/>
              </a:spcBef>
              <a:spcAft>
                <a:spcPts val="0"/>
              </a:spcAft>
              <a:buClr>
                <a:srgbClr val="73B900"/>
              </a:buClr>
              <a:buSzPts val="1400"/>
              <a:buFont typeface="Arial"/>
              <a:buNone/>
              <a:defRPr/>
            </a:lvl8pPr>
            <a:lvl9pPr lvl="8" algn="l">
              <a:lnSpc>
                <a:spcPct val="100000"/>
              </a:lnSpc>
              <a:spcBef>
                <a:spcPts val="0"/>
              </a:spcBef>
              <a:spcAft>
                <a:spcPts val="0"/>
              </a:spcAft>
              <a:buClr>
                <a:srgbClr val="73B900"/>
              </a:buClr>
              <a:buSzPts val="1400"/>
              <a:buFont typeface="Arial"/>
              <a:buNone/>
              <a:defRPr/>
            </a:lvl9pPr>
          </a:lstStyle>
          <a:p>
            <a:endParaRPr/>
          </a:p>
        </p:txBody>
      </p:sp>
      <p:sp>
        <p:nvSpPr>
          <p:cNvPr id="74" name="Google Shape;74;p50"/>
          <p:cNvSpPr txBox="1">
            <a:spLocks noGrp="1"/>
          </p:cNvSpPr>
          <p:nvPr>
            <p:ph type="body" idx="1"/>
          </p:nvPr>
        </p:nvSpPr>
        <p:spPr>
          <a:xfrm>
            <a:off x="861250" y="3505058"/>
            <a:ext cx="16581000" cy="6198000"/>
          </a:xfrm>
          <a:prstGeom prst="rect">
            <a:avLst/>
          </a:prstGeom>
          <a:noFill/>
          <a:ln>
            <a:noFill/>
          </a:ln>
        </p:spPr>
        <p:txBody>
          <a:bodyPr spcFirstLastPara="1" wrap="square" lIns="91400" tIns="45700" rIns="91400" bIns="45700" anchor="t" anchorCtr="0">
            <a:noAutofit/>
          </a:bodyPr>
          <a:lstStyle>
            <a:lvl1pPr marL="457200" lvl="0" indent="-228600" algn="l">
              <a:lnSpc>
                <a:spcPct val="90000"/>
              </a:lnSpc>
              <a:spcBef>
                <a:spcPts val="1667"/>
              </a:spcBef>
              <a:spcAft>
                <a:spcPts val="0"/>
              </a:spcAft>
              <a:buClr>
                <a:schemeClr val="dk1"/>
              </a:buClr>
              <a:buSzPts val="1800"/>
              <a:buFont typeface="Trebuchet MS"/>
              <a:buNone/>
              <a:defRPr sz="3000">
                <a:solidFill>
                  <a:schemeClr val="dk2"/>
                </a:solidFill>
              </a:defRPr>
            </a:lvl1pPr>
            <a:lvl2pPr marL="914400" lvl="1" indent="-228600" algn="l">
              <a:lnSpc>
                <a:spcPct val="90000"/>
              </a:lnSpc>
              <a:spcBef>
                <a:spcPts val="1667"/>
              </a:spcBef>
              <a:spcAft>
                <a:spcPts val="0"/>
              </a:spcAft>
              <a:buClr>
                <a:schemeClr val="dk1"/>
              </a:buClr>
              <a:buSzPts val="1700"/>
              <a:buFont typeface="Trebuchet MS"/>
              <a:buNone/>
              <a:defRPr sz="2833">
                <a:solidFill>
                  <a:schemeClr val="dk2"/>
                </a:solidFill>
              </a:defRPr>
            </a:lvl2pPr>
            <a:lvl3pPr marL="1371600" lvl="2" indent="-228600" algn="l">
              <a:lnSpc>
                <a:spcPct val="90000"/>
              </a:lnSpc>
              <a:spcBef>
                <a:spcPts val="1667"/>
              </a:spcBef>
              <a:spcAft>
                <a:spcPts val="0"/>
              </a:spcAft>
              <a:buClr>
                <a:schemeClr val="dk1"/>
              </a:buClr>
              <a:buSzPts val="1400"/>
              <a:buFont typeface="Trebuchet MS"/>
              <a:buNone/>
              <a:defRPr sz="2333">
                <a:solidFill>
                  <a:schemeClr val="dk2"/>
                </a:solidFill>
              </a:defRPr>
            </a:lvl3pPr>
            <a:lvl4pPr marL="1828800" lvl="3" indent="-342900" algn="l">
              <a:lnSpc>
                <a:spcPct val="100000"/>
              </a:lnSpc>
              <a:spcBef>
                <a:spcPts val="1667"/>
              </a:spcBef>
              <a:spcAft>
                <a:spcPts val="0"/>
              </a:spcAft>
              <a:buClr>
                <a:schemeClr val="dk1"/>
              </a:buClr>
              <a:buSzPts val="1800"/>
              <a:buFont typeface="Noto Sans Symbols"/>
              <a:buChar char="▪"/>
              <a:defRPr sz="3000">
                <a:solidFill>
                  <a:schemeClr val="lt1"/>
                </a:solidFill>
              </a:defRPr>
            </a:lvl4pPr>
            <a:lvl5pPr marL="2286000" lvl="4" indent="-355600" algn="l">
              <a:lnSpc>
                <a:spcPct val="100000"/>
              </a:lnSpc>
              <a:spcBef>
                <a:spcPts val="667"/>
              </a:spcBef>
              <a:spcAft>
                <a:spcPts val="0"/>
              </a:spcAft>
              <a:buClr>
                <a:schemeClr val="dk1"/>
              </a:buClr>
              <a:buSzPts val="2000"/>
              <a:buFont typeface="Noto Sans Symbols"/>
              <a:buChar char="▪"/>
              <a:defRPr>
                <a:solidFill>
                  <a:schemeClr val="lt1"/>
                </a:solidFill>
              </a:defRPr>
            </a:lvl5pPr>
            <a:lvl6pPr marL="2743200" lvl="5" indent="-342900" algn="l">
              <a:lnSpc>
                <a:spcPct val="100000"/>
              </a:lnSpc>
              <a:spcBef>
                <a:spcPts val="667"/>
              </a:spcBef>
              <a:spcAft>
                <a:spcPts val="0"/>
              </a:spcAft>
              <a:buClr>
                <a:schemeClr val="dk2"/>
              </a:buClr>
              <a:buSzPts val="1800"/>
              <a:buFont typeface="Trebuchet MS"/>
              <a:buChar char="»"/>
              <a:defRPr/>
            </a:lvl6pPr>
            <a:lvl7pPr marL="3200400" lvl="6" indent="-342900" algn="l">
              <a:lnSpc>
                <a:spcPct val="100000"/>
              </a:lnSpc>
              <a:spcBef>
                <a:spcPts val="667"/>
              </a:spcBef>
              <a:spcAft>
                <a:spcPts val="0"/>
              </a:spcAft>
              <a:buClr>
                <a:schemeClr val="dk2"/>
              </a:buClr>
              <a:buSzPts val="1800"/>
              <a:buFont typeface="Trebuchet MS"/>
              <a:buChar char="»"/>
              <a:defRPr/>
            </a:lvl7pPr>
            <a:lvl8pPr marL="3657600" lvl="7" indent="-342900" algn="l">
              <a:lnSpc>
                <a:spcPct val="100000"/>
              </a:lnSpc>
              <a:spcBef>
                <a:spcPts val="667"/>
              </a:spcBef>
              <a:spcAft>
                <a:spcPts val="0"/>
              </a:spcAft>
              <a:buClr>
                <a:schemeClr val="dk2"/>
              </a:buClr>
              <a:buSzPts val="1800"/>
              <a:buFont typeface="Trebuchet MS"/>
              <a:buChar char="»"/>
              <a:defRPr/>
            </a:lvl8pPr>
            <a:lvl9pPr marL="4114800" lvl="8" indent="-342900" algn="l">
              <a:lnSpc>
                <a:spcPct val="100000"/>
              </a:lnSpc>
              <a:spcBef>
                <a:spcPts val="667"/>
              </a:spcBef>
              <a:spcAft>
                <a:spcPts val="0"/>
              </a:spcAft>
              <a:buClr>
                <a:schemeClr val="dk2"/>
              </a:buClr>
              <a:buSzPts val="1800"/>
              <a:buFont typeface="Trebuchet MS"/>
              <a:buChar char="»"/>
              <a:defRPr/>
            </a:lvl9pPr>
          </a:lstStyle>
          <a:p>
            <a:endParaRPr/>
          </a:p>
        </p:txBody>
      </p:sp>
      <p:sp>
        <p:nvSpPr>
          <p:cNvPr id="75" name="Google Shape;75;p50"/>
          <p:cNvSpPr txBox="1">
            <a:spLocks noGrp="1"/>
          </p:cNvSpPr>
          <p:nvPr>
            <p:ph type="body" idx="2"/>
          </p:nvPr>
        </p:nvSpPr>
        <p:spPr>
          <a:xfrm>
            <a:off x="830580" y="2099222"/>
            <a:ext cx="16626999" cy="876000"/>
          </a:xfrm>
          <a:prstGeom prst="rect">
            <a:avLst/>
          </a:prstGeom>
          <a:noFill/>
          <a:ln>
            <a:noFill/>
          </a:ln>
        </p:spPr>
        <p:txBody>
          <a:bodyPr spcFirstLastPara="1" wrap="square" lIns="91400" tIns="45700" rIns="91400" bIns="45700" anchor="t" anchorCtr="0">
            <a:noAutofit/>
          </a:bodyPr>
          <a:lstStyle>
            <a:lvl1pPr marL="457200" lvl="0" indent="-228600" algn="ctr">
              <a:lnSpc>
                <a:spcPct val="90000"/>
              </a:lnSpc>
              <a:spcBef>
                <a:spcPts val="1667"/>
              </a:spcBef>
              <a:spcAft>
                <a:spcPts val="0"/>
              </a:spcAft>
              <a:buSzPts val="2400"/>
              <a:buFont typeface="Trebuchet MS"/>
              <a:buNone/>
              <a:defRPr sz="4000" b="0">
                <a:solidFill>
                  <a:schemeClr val="lt2"/>
                </a:solidFill>
                <a:latin typeface="Trebuchet MS"/>
                <a:ea typeface="Trebuchet MS"/>
                <a:cs typeface="Trebuchet MS"/>
                <a:sym typeface="Trebuchet MS"/>
              </a:defRPr>
            </a:lvl1pPr>
            <a:lvl2pPr marL="914400" lvl="1" indent="-228600" algn="ctr">
              <a:lnSpc>
                <a:spcPct val="90000"/>
              </a:lnSpc>
              <a:spcBef>
                <a:spcPts val="1667"/>
              </a:spcBef>
              <a:spcAft>
                <a:spcPts val="0"/>
              </a:spcAft>
              <a:buSzPts val="2800"/>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667"/>
              </a:spcBef>
              <a:spcAft>
                <a:spcPts val="0"/>
              </a:spcAft>
              <a:buSzPts val="2800"/>
              <a:buFont typeface="Trebuchet MS"/>
              <a:buNone/>
              <a:defRPr sz="4667">
                <a:solidFill>
                  <a:schemeClr val="lt2"/>
                </a:solidFill>
                <a:latin typeface="Trebuchet MS"/>
                <a:ea typeface="Trebuchet MS"/>
                <a:cs typeface="Trebuchet MS"/>
                <a:sym typeface="Trebuchet MS"/>
              </a:defRPr>
            </a:lvl3pPr>
            <a:lvl4pPr marL="1828800" lvl="3" indent="-228600" algn="ctr">
              <a:lnSpc>
                <a:spcPct val="100000"/>
              </a:lnSpc>
              <a:spcBef>
                <a:spcPts val="1667"/>
              </a:spcBef>
              <a:spcAft>
                <a:spcPts val="0"/>
              </a:spcAft>
              <a:buClr>
                <a:schemeClr val="lt2"/>
              </a:buClr>
              <a:buSzPts val="2800"/>
              <a:buFont typeface="Trebuchet MS"/>
              <a:buNone/>
              <a:defRPr sz="4667">
                <a:solidFill>
                  <a:schemeClr val="lt2"/>
                </a:solidFill>
                <a:latin typeface="Trebuchet MS"/>
                <a:ea typeface="Trebuchet MS"/>
                <a:cs typeface="Trebuchet MS"/>
                <a:sym typeface="Trebuchet MS"/>
              </a:defRPr>
            </a:lvl4pPr>
            <a:lvl5pPr marL="2286000" lvl="4" indent="-228600" algn="ctr">
              <a:lnSpc>
                <a:spcPct val="100000"/>
              </a:lnSpc>
              <a:spcBef>
                <a:spcPts val="1000"/>
              </a:spcBef>
              <a:spcAft>
                <a:spcPts val="0"/>
              </a:spcAft>
              <a:buClr>
                <a:schemeClr val="lt2"/>
              </a:buClr>
              <a:buSzPts val="2800"/>
              <a:buFont typeface="Trebuchet MS"/>
              <a:buNone/>
              <a:defRPr sz="4667">
                <a:solidFill>
                  <a:schemeClr val="lt2"/>
                </a:solidFill>
                <a:latin typeface="Trebuchet MS"/>
                <a:ea typeface="Trebuchet MS"/>
                <a:cs typeface="Trebuchet MS"/>
                <a:sym typeface="Trebuchet MS"/>
              </a:defRPr>
            </a:lvl5pPr>
            <a:lvl6pPr marL="2743200" lvl="5" indent="-342900" algn="l">
              <a:lnSpc>
                <a:spcPct val="100000"/>
              </a:lnSpc>
              <a:spcBef>
                <a:spcPts val="667"/>
              </a:spcBef>
              <a:spcAft>
                <a:spcPts val="0"/>
              </a:spcAft>
              <a:buClr>
                <a:schemeClr val="dk2"/>
              </a:buClr>
              <a:buSzPts val="1800"/>
              <a:buFont typeface="Trebuchet MS"/>
              <a:buChar char="»"/>
              <a:defRPr/>
            </a:lvl6pPr>
            <a:lvl7pPr marL="3200400" lvl="6" indent="-342900" algn="l">
              <a:lnSpc>
                <a:spcPct val="100000"/>
              </a:lnSpc>
              <a:spcBef>
                <a:spcPts val="667"/>
              </a:spcBef>
              <a:spcAft>
                <a:spcPts val="0"/>
              </a:spcAft>
              <a:buClr>
                <a:schemeClr val="dk2"/>
              </a:buClr>
              <a:buSzPts val="1800"/>
              <a:buFont typeface="Trebuchet MS"/>
              <a:buChar char="»"/>
              <a:defRPr/>
            </a:lvl7pPr>
            <a:lvl8pPr marL="3657600" lvl="7" indent="-342900" algn="l">
              <a:lnSpc>
                <a:spcPct val="100000"/>
              </a:lnSpc>
              <a:spcBef>
                <a:spcPts val="667"/>
              </a:spcBef>
              <a:spcAft>
                <a:spcPts val="0"/>
              </a:spcAft>
              <a:buClr>
                <a:schemeClr val="dk2"/>
              </a:buClr>
              <a:buSzPts val="1800"/>
              <a:buFont typeface="Trebuchet MS"/>
              <a:buChar char="»"/>
              <a:defRPr/>
            </a:lvl8pPr>
            <a:lvl9pPr marL="4114800" lvl="8" indent="-342900" algn="l">
              <a:lnSpc>
                <a:spcPct val="100000"/>
              </a:lnSpc>
              <a:spcBef>
                <a:spcPts val="667"/>
              </a:spcBef>
              <a:spcAft>
                <a:spcPts val="0"/>
              </a:spcAft>
              <a:buClr>
                <a:schemeClr val="dk2"/>
              </a:buClr>
              <a:buSzPts val="1800"/>
              <a:buFont typeface="Trebuchet MS"/>
              <a:buChar char="»"/>
              <a:defRPr/>
            </a:lvl9pPr>
          </a:lstStyle>
          <a:p>
            <a:endParaRPr/>
          </a:p>
        </p:txBody>
      </p:sp>
      <p:sp>
        <p:nvSpPr>
          <p:cNvPr id="76" name="Google Shape;76;p50"/>
          <p:cNvSpPr/>
          <p:nvPr/>
        </p:nvSpPr>
        <p:spPr>
          <a:xfrm>
            <a:off x="280472" y="9626425"/>
            <a:ext cx="4605000" cy="413500"/>
          </a:xfrm>
          <a:prstGeom prst="rect">
            <a:avLst/>
          </a:prstGeom>
          <a:noFill/>
          <a:ln>
            <a:noFill/>
          </a:ln>
        </p:spPr>
        <p:txBody>
          <a:bodyPr spcFirstLastPara="1" wrap="square" lIns="152325" tIns="76150" rIns="152325" bIns="7615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1167" b="1" i="0" u="none" strike="noStrike" cap="none">
                <a:solidFill>
                  <a:schemeClr val="dk2"/>
                </a:solidFill>
                <a:latin typeface="Trebuchet MS"/>
                <a:ea typeface="Trebuchet MS"/>
                <a:cs typeface="Trebuchet MS"/>
                <a:sym typeface="Trebuchet MS"/>
              </a:rPr>
              <a:t>NVIDIA CONFIDENTIAL. DO NOT DISTRIBUTE.</a:t>
            </a:r>
            <a:endParaRPr sz="2333"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41840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77"/>
        <p:cNvGrpSpPr/>
        <p:nvPr/>
      </p:nvGrpSpPr>
      <p:grpSpPr>
        <a:xfrm>
          <a:off x="0" y="0"/>
          <a:ext cx="0" cy="0"/>
          <a:chOff x="0" y="0"/>
          <a:chExt cx="0" cy="0"/>
        </a:xfrm>
      </p:grpSpPr>
      <p:sp>
        <p:nvSpPr>
          <p:cNvPr id="78" name="Google Shape;78;p51"/>
          <p:cNvSpPr txBox="1">
            <a:spLocks noGrp="1"/>
          </p:cNvSpPr>
          <p:nvPr>
            <p:ph type="title"/>
          </p:nvPr>
        </p:nvSpPr>
        <p:spPr>
          <a:xfrm>
            <a:off x="830580" y="868680"/>
            <a:ext cx="16627200" cy="985200"/>
          </a:xfrm>
          <a:prstGeom prst="rect">
            <a:avLst/>
          </a:prstGeom>
          <a:noFill/>
          <a:ln>
            <a:noFill/>
          </a:ln>
        </p:spPr>
        <p:txBody>
          <a:bodyPr spcFirstLastPara="1" wrap="square" lIns="45700" tIns="22850" rIns="45700" bIns="22850" anchor="b" anchorCtr="0">
            <a:noAutofit/>
          </a:bodyPr>
          <a:lstStyle>
            <a:lvl1pPr lvl="0" algn="ctr">
              <a:lnSpc>
                <a:spcPct val="90000"/>
              </a:lnSpc>
              <a:spcBef>
                <a:spcPts val="0"/>
              </a:spcBef>
              <a:spcAft>
                <a:spcPts val="0"/>
              </a:spcAft>
              <a:buClr>
                <a:schemeClr val="dk2"/>
              </a:buClr>
              <a:buSzPts val="700"/>
              <a:buFont typeface="Trebuchet MS"/>
              <a:buNone/>
              <a:defRPr sz="4800">
                <a:solidFill>
                  <a:schemeClr val="dk2"/>
                </a:solidFill>
              </a:defRPr>
            </a:lvl1pPr>
            <a:lvl2pPr lvl="1" algn="l">
              <a:spcBef>
                <a:spcPts val="0"/>
              </a:spcBef>
              <a:spcAft>
                <a:spcPts val="0"/>
              </a:spcAft>
              <a:buClr>
                <a:srgbClr val="73B900"/>
              </a:buClr>
              <a:buSzPts val="700"/>
              <a:buFont typeface="Arial"/>
              <a:buNone/>
              <a:defRPr/>
            </a:lvl2pPr>
            <a:lvl3pPr lvl="2" algn="l">
              <a:spcBef>
                <a:spcPts val="0"/>
              </a:spcBef>
              <a:spcAft>
                <a:spcPts val="0"/>
              </a:spcAft>
              <a:buClr>
                <a:srgbClr val="73B900"/>
              </a:buClr>
              <a:buSzPts val="700"/>
              <a:buFont typeface="Arial"/>
              <a:buNone/>
              <a:defRPr/>
            </a:lvl3pPr>
            <a:lvl4pPr lvl="3" algn="l">
              <a:spcBef>
                <a:spcPts val="0"/>
              </a:spcBef>
              <a:spcAft>
                <a:spcPts val="0"/>
              </a:spcAft>
              <a:buClr>
                <a:srgbClr val="73B900"/>
              </a:buClr>
              <a:buSzPts val="700"/>
              <a:buFont typeface="Arial"/>
              <a:buNone/>
              <a:defRPr/>
            </a:lvl4pPr>
            <a:lvl5pPr lvl="4" algn="l">
              <a:spcBef>
                <a:spcPts val="0"/>
              </a:spcBef>
              <a:spcAft>
                <a:spcPts val="0"/>
              </a:spcAft>
              <a:buClr>
                <a:srgbClr val="73B900"/>
              </a:buClr>
              <a:buSzPts val="700"/>
              <a:buFont typeface="Arial"/>
              <a:buNone/>
              <a:defRPr/>
            </a:lvl5pPr>
            <a:lvl6pPr lvl="5" algn="l">
              <a:spcBef>
                <a:spcPts val="0"/>
              </a:spcBef>
              <a:spcAft>
                <a:spcPts val="0"/>
              </a:spcAft>
              <a:buClr>
                <a:srgbClr val="73B900"/>
              </a:buClr>
              <a:buSzPts val="700"/>
              <a:buFont typeface="Arial"/>
              <a:buNone/>
              <a:defRPr/>
            </a:lvl6pPr>
            <a:lvl7pPr lvl="6" algn="l">
              <a:spcBef>
                <a:spcPts val="0"/>
              </a:spcBef>
              <a:spcAft>
                <a:spcPts val="0"/>
              </a:spcAft>
              <a:buClr>
                <a:srgbClr val="73B900"/>
              </a:buClr>
              <a:buSzPts val="700"/>
              <a:buFont typeface="Arial"/>
              <a:buNone/>
              <a:defRPr/>
            </a:lvl7pPr>
            <a:lvl8pPr lvl="7" algn="l">
              <a:spcBef>
                <a:spcPts val="0"/>
              </a:spcBef>
              <a:spcAft>
                <a:spcPts val="0"/>
              </a:spcAft>
              <a:buClr>
                <a:srgbClr val="73B900"/>
              </a:buClr>
              <a:buSzPts val="700"/>
              <a:buFont typeface="Arial"/>
              <a:buNone/>
              <a:defRPr/>
            </a:lvl8pPr>
            <a:lvl9pPr lvl="8" algn="l">
              <a:spcBef>
                <a:spcPts val="0"/>
              </a:spcBef>
              <a:spcAft>
                <a:spcPts val="0"/>
              </a:spcAft>
              <a:buClr>
                <a:srgbClr val="73B900"/>
              </a:buClr>
              <a:buSzPts val="700"/>
              <a:buFont typeface="Arial"/>
              <a:buNone/>
              <a:defRPr/>
            </a:lvl9pPr>
          </a:lstStyle>
          <a:p>
            <a:endParaRPr/>
          </a:p>
        </p:txBody>
      </p:sp>
      <p:sp>
        <p:nvSpPr>
          <p:cNvPr id="79" name="Google Shape;79;p51"/>
          <p:cNvSpPr txBox="1">
            <a:spLocks noGrp="1"/>
          </p:cNvSpPr>
          <p:nvPr>
            <p:ph type="body" idx="1"/>
          </p:nvPr>
        </p:nvSpPr>
        <p:spPr>
          <a:xfrm>
            <a:off x="861250" y="3505058"/>
            <a:ext cx="16581000" cy="6198600"/>
          </a:xfrm>
          <a:prstGeom prst="rect">
            <a:avLst/>
          </a:prstGeom>
          <a:noFill/>
          <a:ln>
            <a:noFill/>
          </a:ln>
        </p:spPr>
        <p:txBody>
          <a:bodyPr spcFirstLastPara="1" wrap="square" lIns="45700" tIns="22850" rIns="45700" bIns="22850" anchor="t" anchorCtr="0">
            <a:noAutofit/>
          </a:bodyPr>
          <a:lstStyle>
            <a:lvl1pPr marL="457200" lvl="0" indent="-228600" algn="l">
              <a:lnSpc>
                <a:spcPct val="90000"/>
              </a:lnSpc>
              <a:spcBef>
                <a:spcPts val="1600"/>
              </a:spcBef>
              <a:spcAft>
                <a:spcPts val="0"/>
              </a:spcAft>
              <a:buClr>
                <a:schemeClr val="dk1"/>
              </a:buClr>
              <a:buSzPts val="1200"/>
              <a:buFont typeface="Trebuchet MS"/>
              <a:buNone/>
              <a:defRPr sz="2400">
                <a:solidFill>
                  <a:schemeClr val="accent4"/>
                </a:solidFill>
              </a:defRPr>
            </a:lvl1pPr>
            <a:lvl2pPr marL="914400" lvl="1" indent="-228600" algn="l">
              <a:lnSpc>
                <a:spcPct val="90000"/>
              </a:lnSpc>
              <a:spcBef>
                <a:spcPts val="1600"/>
              </a:spcBef>
              <a:spcAft>
                <a:spcPts val="0"/>
              </a:spcAft>
              <a:buClr>
                <a:schemeClr val="dk1"/>
              </a:buClr>
              <a:buSzPts val="1000"/>
              <a:buFont typeface="Trebuchet MS"/>
              <a:buNone/>
              <a:defRPr sz="2000">
                <a:solidFill>
                  <a:schemeClr val="accent4"/>
                </a:solidFill>
              </a:defRPr>
            </a:lvl2pPr>
            <a:lvl3pPr marL="1371600" lvl="2" indent="-228600" algn="l">
              <a:lnSpc>
                <a:spcPct val="90000"/>
              </a:lnSpc>
              <a:spcBef>
                <a:spcPts val="1600"/>
              </a:spcBef>
              <a:spcAft>
                <a:spcPts val="0"/>
              </a:spcAft>
              <a:buClr>
                <a:schemeClr val="dk1"/>
              </a:buClr>
              <a:buSzPts val="900"/>
              <a:buFont typeface="Trebuchet MS"/>
              <a:buNone/>
              <a:defRPr sz="1800">
                <a:solidFill>
                  <a:schemeClr val="accent4"/>
                </a:solidFill>
              </a:defRPr>
            </a:lvl3pPr>
            <a:lvl4pPr marL="1828800" lvl="3" indent="-323850" algn="l">
              <a:spcBef>
                <a:spcPts val="1600"/>
              </a:spcBef>
              <a:spcAft>
                <a:spcPts val="0"/>
              </a:spcAft>
              <a:buClr>
                <a:schemeClr val="dk1"/>
              </a:buClr>
              <a:buSzPts val="1500"/>
              <a:buFont typeface="Noto Sans Symbols"/>
              <a:buChar char="▪"/>
              <a:defRPr sz="3000">
                <a:solidFill>
                  <a:schemeClr val="lt1"/>
                </a:solidFill>
              </a:defRPr>
            </a:lvl4pPr>
            <a:lvl5pPr marL="2286000" lvl="4" indent="-336550" algn="l">
              <a:spcBef>
                <a:spcPts val="600"/>
              </a:spcBef>
              <a:spcAft>
                <a:spcPts val="0"/>
              </a:spcAft>
              <a:buClr>
                <a:schemeClr val="dk1"/>
              </a:buClr>
              <a:buSzPts val="1700"/>
              <a:buFont typeface="Noto Sans Symbols"/>
              <a:buChar char="▪"/>
              <a:defRPr>
                <a:solidFill>
                  <a:schemeClr val="lt1"/>
                </a:solidFill>
              </a:defRPr>
            </a:lvl5pPr>
            <a:lvl6pPr marL="2743200" lvl="5" indent="-285750" algn="l">
              <a:spcBef>
                <a:spcPts val="400"/>
              </a:spcBef>
              <a:spcAft>
                <a:spcPts val="0"/>
              </a:spcAft>
              <a:buClr>
                <a:schemeClr val="dk2"/>
              </a:buClr>
              <a:buSzPts val="900"/>
              <a:buFont typeface="Trebuchet MS"/>
              <a:buChar char="»"/>
              <a:defRPr/>
            </a:lvl6pPr>
            <a:lvl7pPr marL="3200400" lvl="6" indent="-285750" algn="l">
              <a:spcBef>
                <a:spcPts val="400"/>
              </a:spcBef>
              <a:spcAft>
                <a:spcPts val="0"/>
              </a:spcAft>
              <a:buClr>
                <a:schemeClr val="dk2"/>
              </a:buClr>
              <a:buSzPts val="900"/>
              <a:buFont typeface="Trebuchet MS"/>
              <a:buChar char="»"/>
              <a:defRPr/>
            </a:lvl7pPr>
            <a:lvl8pPr marL="3657600" lvl="7" indent="-285750" algn="l">
              <a:spcBef>
                <a:spcPts val="400"/>
              </a:spcBef>
              <a:spcAft>
                <a:spcPts val="0"/>
              </a:spcAft>
              <a:buClr>
                <a:schemeClr val="dk2"/>
              </a:buClr>
              <a:buSzPts val="900"/>
              <a:buFont typeface="Trebuchet MS"/>
              <a:buChar char="»"/>
              <a:defRPr/>
            </a:lvl8pPr>
            <a:lvl9pPr marL="4114800" lvl="8" indent="-285750" algn="l">
              <a:spcBef>
                <a:spcPts val="400"/>
              </a:spcBef>
              <a:spcAft>
                <a:spcPts val="0"/>
              </a:spcAft>
              <a:buClr>
                <a:schemeClr val="dk2"/>
              </a:buClr>
              <a:buSzPts val="900"/>
              <a:buFont typeface="Trebuchet MS"/>
              <a:buChar char="»"/>
              <a:defRPr/>
            </a:lvl9pPr>
          </a:lstStyle>
          <a:p>
            <a:endParaRPr/>
          </a:p>
        </p:txBody>
      </p:sp>
      <p:sp>
        <p:nvSpPr>
          <p:cNvPr id="80" name="Google Shape;80;p51"/>
          <p:cNvSpPr txBox="1">
            <a:spLocks noGrp="1"/>
          </p:cNvSpPr>
          <p:nvPr>
            <p:ph type="body" idx="2"/>
          </p:nvPr>
        </p:nvSpPr>
        <p:spPr>
          <a:xfrm>
            <a:off x="830580" y="1813560"/>
            <a:ext cx="16627200" cy="875400"/>
          </a:xfrm>
          <a:prstGeom prst="rect">
            <a:avLst/>
          </a:prstGeom>
          <a:noFill/>
          <a:ln>
            <a:noFill/>
          </a:ln>
        </p:spPr>
        <p:txBody>
          <a:bodyPr spcFirstLastPara="1" wrap="square" lIns="45700" tIns="22850" rIns="45700" bIns="22850" anchor="t" anchorCtr="0">
            <a:noAutofit/>
          </a:bodyPr>
          <a:lstStyle>
            <a:lvl1pPr marL="457200" lvl="0" indent="-228600" algn="ctr">
              <a:lnSpc>
                <a:spcPct val="90000"/>
              </a:lnSpc>
              <a:spcBef>
                <a:spcPts val="1600"/>
              </a:spcBef>
              <a:spcAft>
                <a:spcPts val="0"/>
              </a:spcAft>
              <a:buSzPts val="1500"/>
              <a:buFont typeface="Trebuchet MS"/>
              <a:buNone/>
              <a:defRPr sz="3000" b="0">
                <a:solidFill>
                  <a:schemeClr val="lt2"/>
                </a:solidFill>
                <a:latin typeface="Trebuchet MS"/>
                <a:ea typeface="Trebuchet MS"/>
                <a:cs typeface="Trebuchet MS"/>
                <a:sym typeface="Trebuchet MS"/>
              </a:defRPr>
            </a:lvl1pPr>
            <a:lvl2pPr marL="914400" lvl="1" indent="-228600" algn="ctr">
              <a:lnSpc>
                <a:spcPct val="90000"/>
              </a:lnSpc>
              <a:spcBef>
                <a:spcPts val="1600"/>
              </a:spcBef>
              <a:spcAft>
                <a:spcPts val="0"/>
              </a:spcAft>
              <a:buSzPts val="2300"/>
              <a:buFont typeface="Trebuchet MS"/>
              <a:buNone/>
              <a:defRPr sz="4600">
                <a:solidFill>
                  <a:schemeClr val="lt2"/>
                </a:solidFill>
                <a:latin typeface="Trebuchet MS"/>
                <a:ea typeface="Trebuchet MS"/>
                <a:cs typeface="Trebuchet MS"/>
                <a:sym typeface="Trebuchet MS"/>
              </a:defRPr>
            </a:lvl2pPr>
            <a:lvl3pPr marL="1371600" lvl="2" indent="-228600" algn="ctr">
              <a:lnSpc>
                <a:spcPct val="90000"/>
              </a:lnSpc>
              <a:spcBef>
                <a:spcPts val="1600"/>
              </a:spcBef>
              <a:spcAft>
                <a:spcPts val="0"/>
              </a:spcAft>
              <a:buSzPts val="2300"/>
              <a:buFont typeface="Trebuchet MS"/>
              <a:buNone/>
              <a:defRPr sz="4600">
                <a:solidFill>
                  <a:schemeClr val="lt2"/>
                </a:solidFill>
                <a:latin typeface="Trebuchet MS"/>
                <a:ea typeface="Trebuchet MS"/>
                <a:cs typeface="Trebuchet MS"/>
                <a:sym typeface="Trebuchet MS"/>
              </a:defRPr>
            </a:lvl3pPr>
            <a:lvl4pPr marL="1828800" lvl="3" indent="-228600" algn="ctr">
              <a:spcBef>
                <a:spcPts val="1600"/>
              </a:spcBef>
              <a:spcAft>
                <a:spcPts val="0"/>
              </a:spcAft>
              <a:buClr>
                <a:schemeClr val="lt2"/>
              </a:buClr>
              <a:buSzPts val="2300"/>
              <a:buFont typeface="Trebuchet MS"/>
              <a:buNone/>
              <a:defRPr sz="4600">
                <a:solidFill>
                  <a:schemeClr val="lt2"/>
                </a:solidFill>
                <a:latin typeface="Trebuchet MS"/>
                <a:ea typeface="Trebuchet MS"/>
                <a:cs typeface="Trebuchet MS"/>
                <a:sym typeface="Trebuchet MS"/>
              </a:defRPr>
            </a:lvl4pPr>
            <a:lvl5pPr marL="2286000" lvl="4" indent="-228600" algn="ctr">
              <a:spcBef>
                <a:spcPts val="1000"/>
              </a:spcBef>
              <a:spcAft>
                <a:spcPts val="0"/>
              </a:spcAft>
              <a:buClr>
                <a:schemeClr val="lt2"/>
              </a:buClr>
              <a:buSzPts val="2300"/>
              <a:buFont typeface="Trebuchet MS"/>
              <a:buNone/>
              <a:defRPr sz="4600">
                <a:solidFill>
                  <a:schemeClr val="lt2"/>
                </a:solidFill>
                <a:latin typeface="Trebuchet MS"/>
                <a:ea typeface="Trebuchet MS"/>
                <a:cs typeface="Trebuchet MS"/>
                <a:sym typeface="Trebuchet MS"/>
              </a:defRPr>
            </a:lvl5pPr>
            <a:lvl6pPr marL="2743200" lvl="5" indent="-285750" algn="l">
              <a:spcBef>
                <a:spcPts val="400"/>
              </a:spcBef>
              <a:spcAft>
                <a:spcPts val="0"/>
              </a:spcAft>
              <a:buClr>
                <a:schemeClr val="dk2"/>
              </a:buClr>
              <a:buSzPts val="900"/>
              <a:buFont typeface="Trebuchet MS"/>
              <a:buChar char="»"/>
              <a:defRPr/>
            </a:lvl6pPr>
            <a:lvl7pPr marL="3200400" lvl="6" indent="-285750" algn="l">
              <a:spcBef>
                <a:spcPts val="400"/>
              </a:spcBef>
              <a:spcAft>
                <a:spcPts val="0"/>
              </a:spcAft>
              <a:buClr>
                <a:schemeClr val="dk2"/>
              </a:buClr>
              <a:buSzPts val="900"/>
              <a:buFont typeface="Trebuchet MS"/>
              <a:buChar char="»"/>
              <a:defRPr/>
            </a:lvl7pPr>
            <a:lvl8pPr marL="3657600" lvl="7" indent="-285750" algn="l">
              <a:spcBef>
                <a:spcPts val="400"/>
              </a:spcBef>
              <a:spcAft>
                <a:spcPts val="0"/>
              </a:spcAft>
              <a:buClr>
                <a:schemeClr val="dk2"/>
              </a:buClr>
              <a:buSzPts val="900"/>
              <a:buFont typeface="Trebuchet MS"/>
              <a:buChar char="»"/>
              <a:defRPr/>
            </a:lvl8pPr>
            <a:lvl9pPr marL="4114800" lvl="8" indent="-285750" algn="l">
              <a:spcBef>
                <a:spcPts val="400"/>
              </a:spcBef>
              <a:spcAft>
                <a:spcPts val="0"/>
              </a:spcAft>
              <a:buClr>
                <a:schemeClr val="dk2"/>
              </a:buClr>
              <a:buSzPts val="900"/>
              <a:buFont typeface="Trebuchet MS"/>
              <a:buChar char="»"/>
              <a:defRPr/>
            </a:lvl9pPr>
          </a:lstStyle>
          <a:p>
            <a:endParaRPr/>
          </a:p>
        </p:txBody>
      </p:sp>
    </p:spTree>
    <p:extLst>
      <p:ext uri="{BB962C8B-B14F-4D97-AF65-F5344CB8AC3E}">
        <p14:creationId xmlns:p14="http://schemas.microsoft.com/office/powerpoint/2010/main" val="32616384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ODE_BULLET_ICON_Title, Subtitle, and Content">
  <p:cSld name="CODE_BULLET_ICON_Title, Subtitle, and Content">
    <p:spTree>
      <p:nvGrpSpPr>
        <p:cNvPr id="1" name="Shape 81"/>
        <p:cNvGrpSpPr/>
        <p:nvPr/>
      </p:nvGrpSpPr>
      <p:grpSpPr>
        <a:xfrm>
          <a:off x="0" y="0"/>
          <a:ext cx="0" cy="0"/>
          <a:chOff x="0" y="0"/>
          <a:chExt cx="0" cy="0"/>
        </a:xfrm>
      </p:grpSpPr>
      <p:sp>
        <p:nvSpPr>
          <p:cNvPr id="82" name="Google Shape;82;p52"/>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cap="none">
                <a:solidFill>
                  <a:schemeClr val="dk2"/>
                </a:solidFill>
                <a:latin typeface="Courier New"/>
                <a:ea typeface="Courier New"/>
                <a:cs typeface="Courier New"/>
                <a:sym typeface="Courier New"/>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2"/>
          <p:cNvSpPr txBox="1">
            <a:spLocks noGrp="1"/>
          </p:cNvSpPr>
          <p:nvPr>
            <p:ph type="body" idx="1"/>
          </p:nvPr>
        </p:nvSpPr>
        <p:spPr>
          <a:xfrm>
            <a:off x="861250" y="3505059"/>
            <a:ext cx="16581120" cy="619820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500"/>
              </a:spcBef>
              <a:spcAft>
                <a:spcPts val="0"/>
              </a:spcAft>
              <a:buClr>
                <a:schemeClr val="dk1"/>
              </a:buClr>
              <a:buSzPts val="1800"/>
              <a:buFont typeface="Trebuchet MS"/>
              <a:buChar char="•"/>
              <a:defRPr sz="2400">
                <a:solidFill>
                  <a:schemeClr val="accent4"/>
                </a:solidFill>
              </a:defRPr>
            </a:lvl1pPr>
            <a:lvl2pPr marL="914400" lvl="1" indent="-323850" algn="l">
              <a:lnSpc>
                <a:spcPct val="90000"/>
              </a:lnSpc>
              <a:spcBef>
                <a:spcPts val="1500"/>
              </a:spcBef>
              <a:spcAft>
                <a:spcPts val="0"/>
              </a:spcAft>
              <a:buClr>
                <a:schemeClr val="dk1"/>
              </a:buClr>
              <a:buSzPts val="1500"/>
              <a:buFont typeface="Trebuchet MS"/>
              <a:buChar char="•"/>
              <a:defRPr sz="2000">
                <a:solidFill>
                  <a:schemeClr val="accent4"/>
                </a:solidFill>
              </a:defRPr>
            </a:lvl2pPr>
            <a:lvl3pPr marL="1371600" lvl="2" indent="-314325" algn="l">
              <a:lnSpc>
                <a:spcPct val="90000"/>
              </a:lnSpc>
              <a:spcBef>
                <a:spcPts val="1500"/>
              </a:spcBef>
              <a:spcAft>
                <a:spcPts val="0"/>
              </a:spcAft>
              <a:buClr>
                <a:schemeClr val="dk1"/>
              </a:buClr>
              <a:buSzPts val="1350"/>
              <a:buFont typeface="Trebuchet MS"/>
              <a:buChar char="•"/>
              <a:defRPr sz="1800">
                <a:solidFill>
                  <a:schemeClr val="accent4"/>
                </a:solidFill>
              </a:defRPr>
            </a:lvl3pPr>
            <a:lvl4pPr marL="1828800" lvl="3" indent="-304800" algn="l">
              <a:spcBef>
                <a:spcPts val="1500"/>
              </a:spcBef>
              <a:spcAft>
                <a:spcPts val="0"/>
              </a:spcAft>
              <a:buClr>
                <a:schemeClr val="dk1"/>
              </a:buClr>
              <a:buSzPts val="1200"/>
              <a:buFont typeface="Trebuchet MS"/>
              <a:buChar char="•"/>
              <a:defRPr sz="1600">
                <a:solidFill>
                  <a:schemeClr val="accent4"/>
                </a:solidFill>
                <a:latin typeface="Trebuchet MS"/>
                <a:ea typeface="Trebuchet MS"/>
                <a:cs typeface="Trebuchet MS"/>
                <a:sym typeface="Trebuchet MS"/>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4" name="Google Shape;84;p52"/>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3000"/>
              <a:buFont typeface="Courier New"/>
              <a:buNone/>
              <a:defRPr sz="3000" b="0">
                <a:solidFill>
                  <a:schemeClr val="lt2"/>
                </a:solidFill>
                <a:latin typeface="Courier New"/>
                <a:ea typeface="Courier New"/>
                <a:cs typeface="Courier New"/>
                <a:sym typeface="Courier New"/>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460719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CONFIDENTIAL">
  <p:cSld name="1_CONFIDENTIAL">
    <p:spTree>
      <p:nvGrpSpPr>
        <p:cNvPr id="1" name="Shape 85"/>
        <p:cNvGrpSpPr/>
        <p:nvPr/>
      </p:nvGrpSpPr>
      <p:grpSpPr>
        <a:xfrm>
          <a:off x="0" y="0"/>
          <a:ext cx="0" cy="0"/>
          <a:chOff x="0" y="0"/>
          <a:chExt cx="0" cy="0"/>
        </a:xfrm>
      </p:grpSpPr>
      <p:sp>
        <p:nvSpPr>
          <p:cNvPr id="86" name="Google Shape;86;p53"/>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53"/>
          <p:cNvSpPr txBox="1">
            <a:spLocks noGrp="1"/>
          </p:cNvSpPr>
          <p:nvPr>
            <p:ph type="body" idx="1"/>
          </p:nvPr>
        </p:nvSpPr>
        <p:spPr>
          <a:xfrm>
            <a:off x="861250" y="3505059"/>
            <a:ext cx="16581120" cy="619820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dk1"/>
              </a:buClr>
              <a:buSzPts val="2400"/>
              <a:buFont typeface="Trebuchet MS"/>
              <a:buNone/>
              <a:defRPr sz="2400">
                <a:solidFill>
                  <a:schemeClr val="accent4"/>
                </a:solidFill>
              </a:defRPr>
            </a:lvl1pPr>
            <a:lvl2pPr marL="914400" lvl="1" indent="-228600" algn="l">
              <a:lnSpc>
                <a:spcPct val="90000"/>
              </a:lnSpc>
              <a:spcBef>
                <a:spcPts val="1500"/>
              </a:spcBef>
              <a:spcAft>
                <a:spcPts val="0"/>
              </a:spcAft>
              <a:buClr>
                <a:schemeClr val="dk1"/>
              </a:buClr>
              <a:buSzPts val="2000"/>
              <a:buFont typeface="Trebuchet MS"/>
              <a:buNone/>
              <a:defRPr sz="2000">
                <a:solidFill>
                  <a:schemeClr val="accent4"/>
                </a:solidFill>
              </a:defRPr>
            </a:lvl2pPr>
            <a:lvl3pPr marL="1371600" lvl="2" indent="-228600" algn="l">
              <a:lnSpc>
                <a:spcPct val="90000"/>
              </a:lnSpc>
              <a:spcBef>
                <a:spcPts val="1500"/>
              </a:spcBef>
              <a:spcAft>
                <a:spcPts val="0"/>
              </a:spcAft>
              <a:buClr>
                <a:schemeClr val="dk1"/>
              </a:buClr>
              <a:buSzPts val="1800"/>
              <a:buFont typeface="Trebuchet MS"/>
              <a:buNone/>
              <a:defRPr sz="1800">
                <a:solidFill>
                  <a:schemeClr val="accent4"/>
                </a:solidFill>
              </a:defRPr>
            </a:lvl3pPr>
            <a:lvl4pPr marL="1828800" lvl="3" indent="-419100" algn="l">
              <a:spcBef>
                <a:spcPts val="1500"/>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88" name="Google Shape;88;p53"/>
          <p:cNvSpPr/>
          <p:nvPr/>
        </p:nvSpPr>
        <p:spPr>
          <a:xfrm>
            <a:off x="280472" y="9613267"/>
            <a:ext cx="4604777" cy="41357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1200"/>
              <a:buFont typeface="Trebuchet MS"/>
              <a:buNone/>
            </a:pPr>
            <a:r>
              <a:rPr lang="en-US" sz="1200" b="1" i="0">
                <a:solidFill>
                  <a:schemeClr val="dk2"/>
                </a:solidFill>
                <a:latin typeface="Trebuchet MS"/>
                <a:ea typeface="Trebuchet MS"/>
                <a:cs typeface="Trebuchet MS"/>
                <a:sym typeface="Trebuchet MS"/>
              </a:rPr>
              <a:t>NVIDIA CONFIDENTIAL. DO NOT DISTRIBUTE.</a:t>
            </a:r>
            <a:endParaRPr/>
          </a:p>
        </p:txBody>
      </p:sp>
      <p:sp>
        <p:nvSpPr>
          <p:cNvPr id="89" name="Google Shape;89;p53"/>
          <p:cNvSpPr txBox="1">
            <a:spLocks noGrp="1"/>
          </p:cNvSpPr>
          <p:nvPr>
            <p:ph type="body" idx="2"/>
          </p:nvPr>
        </p:nvSpPr>
        <p:spPr>
          <a:xfrm>
            <a:off x="830580" y="1931746"/>
            <a:ext cx="16626841" cy="45417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5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419059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ODE_Content with Photograph">
  <p:cSld name="CODE_Content with Photograph">
    <p:spTree>
      <p:nvGrpSpPr>
        <p:cNvPr id="1" name="Shape 90"/>
        <p:cNvGrpSpPr/>
        <p:nvPr/>
      </p:nvGrpSpPr>
      <p:grpSpPr>
        <a:xfrm>
          <a:off x="0" y="0"/>
          <a:ext cx="0" cy="0"/>
          <a:chOff x="0" y="0"/>
          <a:chExt cx="0" cy="0"/>
        </a:xfrm>
      </p:grpSpPr>
      <p:sp>
        <p:nvSpPr>
          <p:cNvPr id="91" name="Google Shape;91;p54"/>
          <p:cNvSpPr txBox="1">
            <a:spLocks noGrp="1"/>
          </p:cNvSpPr>
          <p:nvPr>
            <p:ph type="title"/>
          </p:nvPr>
        </p:nvSpPr>
        <p:spPr>
          <a:xfrm>
            <a:off x="865387" y="2997651"/>
            <a:ext cx="7007337" cy="10310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800" cap="none">
                <a:solidFill>
                  <a:schemeClr val="dk2"/>
                </a:solidFill>
                <a:latin typeface="Courier New"/>
                <a:ea typeface="Courier New"/>
                <a:cs typeface="Courier New"/>
                <a:sym typeface="Courier New"/>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4"/>
          <p:cNvSpPr txBox="1">
            <a:spLocks noGrp="1"/>
          </p:cNvSpPr>
          <p:nvPr>
            <p:ph type="body" idx="1"/>
          </p:nvPr>
        </p:nvSpPr>
        <p:spPr>
          <a:xfrm>
            <a:off x="865386" y="5119299"/>
            <a:ext cx="6988068" cy="419514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833"/>
              </a:spcBef>
              <a:spcAft>
                <a:spcPts val="0"/>
              </a:spcAft>
              <a:buClr>
                <a:schemeClr val="dk1"/>
              </a:buClr>
              <a:buSzPts val="2000"/>
              <a:buFont typeface="Trebuchet MS"/>
              <a:buNone/>
              <a:defRPr sz="2000">
                <a:solidFill>
                  <a:schemeClr val="accent4"/>
                </a:solidFill>
              </a:defRPr>
            </a:lvl1pPr>
            <a:lvl2pPr marL="914400" lvl="1" indent="-228600" algn="l">
              <a:lnSpc>
                <a:spcPct val="90000"/>
              </a:lnSpc>
              <a:spcBef>
                <a:spcPts val="833"/>
              </a:spcBef>
              <a:spcAft>
                <a:spcPts val="0"/>
              </a:spcAft>
              <a:buClr>
                <a:schemeClr val="dk1"/>
              </a:buClr>
              <a:buSzPts val="1800"/>
              <a:buFont typeface="Trebuchet MS"/>
              <a:buNone/>
              <a:defRPr sz="1800">
                <a:solidFill>
                  <a:schemeClr val="accent4"/>
                </a:solidFill>
              </a:defRPr>
            </a:lvl2pPr>
            <a:lvl3pPr marL="1371600" lvl="2" indent="-228600" algn="l">
              <a:lnSpc>
                <a:spcPct val="90000"/>
              </a:lnSpc>
              <a:spcBef>
                <a:spcPts val="833"/>
              </a:spcBef>
              <a:spcAft>
                <a:spcPts val="0"/>
              </a:spcAft>
              <a:buClr>
                <a:schemeClr val="dk1"/>
              </a:buClr>
              <a:buSzPts val="1600"/>
              <a:buFont typeface="Trebuchet MS"/>
              <a:buNone/>
              <a:defRPr sz="1600">
                <a:solidFill>
                  <a:schemeClr val="accent4"/>
                </a:solidFill>
              </a:defRPr>
            </a:lvl3pPr>
            <a:lvl4pPr marL="1828800" lvl="3" indent="-419100" algn="l">
              <a:spcBef>
                <a:spcPts val="833"/>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93" name="Google Shape;93;p54"/>
          <p:cNvSpPr txBox="1">
            <a:spLocks noGrp="1"/>
          </p:cNvSpPr>
          <p:nvPr>
            <p:ph type="body" idx="2"/>
          </p:nvPr>
        </p:nvSpPr>
        <p:spPr>
          <a:xfrm>
            <a:off x="865387" y="3913996"/>
            <a:ext cx="7007337" cy="87577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SzPts val="3000"/>
              <a:buFont typeface="Courier New"/>
              <a:buNone/>
              <a:defRPr sz="3000" b="0">
                <a:solidFill>
                  <a:schemeClr val="lt2"/>
                </a:solidFill>
                <a:latin typeface="Courier New"/>
                <a:ea typeface="Courier New"/>
                <a:cs typeface="Courier New"/>
                <a:sym typeface="Courier New"/>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94" name="Google Shape;94;p54"/>
          <p:cNvSpPr/>
          <p:nvPr/>
        </p:nvSpPr>
        <p:spPr>
          <a:xfrm>
            <a:off x="16060020" y="9499859"/>
            <a:ext cx="2227980" cy="78714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101353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Alternate Layout">
  <p:cSld name="Alternate Layout">
    <p:spTree>
      <p:nvGrpSpPr>
        <p:cNvPr id="1" name="Shape 95"/>
        <p:cNvGrpSpPr/>
        <p:nvPr/>
      </p:nvGrpSpPr>
      <p:grpSpPr>
        <a:xfrm>
          <a:off x="0" y="0"/>
          <a:ext cx="0" cy="0"/>
          <a:chOff x="0" y="0"/>
          <a:chExt cx="0" cy="0"/>
        </a:xfrm>
      </p:grpSpPr>
      <p:sp>
        <p:nvSpPr>
          <p:cNvPr id="96" name="Google Shape;96;p55"/>
          <p:cNvSpPr txBox="1">
            <a:spLocks noGrp="1"/>
          </p:cNvSpPr>
          <p:nvPr>
            <p:ph type="title"/>
          </p:nvPr>
        </p:nvSpPr>
        <p:spPr>
          <a:xfrm>
            <a:off x="8305800" y="2997651"/>
            <a:ext cx="9067800" cy="10310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55"/>
          <p:cNvSpPr txBox="1">
            <a:spLocks noGrp="1"/>
          </p:cNvSpPr>
          <p:nvPr>
            <p:ph type="body" idx="1"/>
          </p:nvPr>
        </p:nvSpPr>
        <p:spPr>
          <a:xfrm>
            <a:off x="8305800" y="4861561"/>
            <a:ext cx="9052560" cy="419514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833"/>
              </a:spcBef>
              <a:spcAft>
                <a:spcPts val="0"/>
              </a:spcAft>
              <a:buClr>
                <a:schemeClr val="dk1"/>
              </a:buClr>
              <a:buSzPts val="2000"/>
              <a:buFont typeface="Trebuchet MS"/>
              <a:buNone/>
              <a:defRPr sz="2000">
                <a:solidFill>
                  <a:schemeClr val="accent4"/>
                </a:solidFill>
              </a:defRPr>
            </a:lvl1pPr>
            <a:lvl2pPr marL="914400" lvl="1" indent="-228600" algn="l">
              <a:lnSpc>
                <a:spcPct val="90000"/>
              </a:lnSpc>
              <a:spcBef>
                <a:spcPts val="833"/>
              </a:spcBef>
              <a:spcAft>
                <a:spcPts val="0"/>
              </a:spcAft>
              <a:buClr>
                <a:schemeClr val="dk1"/>
              </a:buClr>
              <a:buSzPts val="1800"/>
              <a:buFont typeface="Trebuchet MS"/>
              <a:buNone/>
              <a:defRPr sz="1800">
                <a:solidFill>
                  <a:schemeClr val="accent4"/>
                </a:solidFill>
              </a:defRPr>
            </a:lvl2pPr>
            <a:lvl3pPr marL="1371600" lvl="2" indent="-228600" algn="l">
              <a:lnSpc>
                <a:spcPct val="90000"/>
              </a:lnSpc>
              <a:spcBef>
                <a:spcPts val="833"/>
              </a:spcBef>
              <a:spcAft>
                <a:spcPts val="0"/>
              </a:spcAft>
              <a:buClr>
                <a:schemeClr val="dk1"/>
              </a:buClr>
              <a:buSzPts val="1600"/>
              <a:buFont typeface="Trebuchet MS"/>
              <a:buNone/>
              <a:defRPr sz="1600">
                <a:solidFill>
                  <a:schemeClr val="accent4"/>
                </a:solidFill>
              </a:defRPr>
            </a:lvl3pPr>
            <a:lvl4pPr marL="1828800" lvl="3" indent="-419100" algn="l">
              <a:spcBef>
                <a:spcPts val="833"/>
              </a:spcBef>
              <a:spcAft>
                <a:spcPts val="0"/>
              </a:spcAft>
              <a:buClr>
                <a:schemeClr val="dk1"/>
              </a:buClr>
              <a:buSzPts val="3000"/>
              <a:buFont typeface="Noto Sans Symbols"/>
              <a:buChar char="▪"/>
              <a:defRPr sz="3000">
                <a:solidFill>
                  <a:schemeClr val="lt1"/>
                </a:solidFill>
              </a:defRPr>
            </a:lvl4pPr>
            <a:lvl5pPr marL="2286000" lvl="4" indent="-440245" algn="l">
              <a:spcBef>
                <a:spcPts val="667"/>
              </a:spcBef>
              <a:spcAft>
                <a:spcPts val="0"/>
              </a:spcAft>
              <a:buClr>
                <a:schemeClr val="dk1"/>
              </a:buClr>
              <a:buSzPts val="3333"/>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98" name="Google Shape;98;p55"/>
          <p:cNvSpPr txBox="1">
            <a:spLocks noGrp="1"/>
          </p:cNvSpPr>
          <p:nvPr>
            <p:ph type="body" idx="2"/>
          </p:nvPr>
        </p:nvSpPr>
        <p:spPr>
          <a:xfrm>
            <a:off x="8305800" y="3947161"/>
            <a:ext cx="9067800" cy="87577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SzPts val="2800"/>
              <a:buFont typeface="Trebuchet MS"/>
              <a:buNone/>
              <a:defRPr sz="2800" b="0">
                <a:solidFill>
                  <a:schemeClr val="lt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99" name="Google Shape;99;p55"/>
          <p:cNvSpPr/>
          <p:nvPr/>
        </p:nvSpPr>
        <p:spPr>
          <a:xfrm>
            <a:off x="16060020" y="9499859"/>
            <a:ext cx="2227980" cy="78714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1991805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2"/>
        <p:cNvGrpSpPr/>
        <p:nvPr/>
      </p:nvGrpSpPr>
      <p:grpSpPr>
        <a:xfrm>
          <a:off x="0" y="0"/>
          <a:ext cx="0" cy="0"/>
          <a:chOff x="0" y="0"/>
          <a:chExt cx="0" cy="0"/>
        </a:xfrm>
      </p:grpSpPr>
      <p:sp>
        <p:nvSpPr>
          <p:cNvPr id="103" name="Google Shape;103;p57"/>
          <p:cNvSpPr/>
          <p:nvPr/>
        </p:nvSpPr>
        <p:spPr>
          <a:xfrm>
            <a:off x="0" y="0"/>
            <a:ext cx="18288001"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4" name="Google Shape;104;p57"/>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823803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105"/>
        <p:cNvGrpSpPr/>
        <p:nvPr/>
      </p:nvGrpSpPr>
      <p:grpSpPr>
        <a:xfrm>
          <a:off x="0" y="0"/>
          <a:ext cx="0" cy="0"/>
          <a:chOff x="0" y="0"/>
          <a:chExt cx="0" cy="0"/>
        </a:xfrm>
      </p:grpSpPr>
      <p:grpSp>
        <p:nvGrpSpPr>
          <p:cNvPr id="106" name="Google Shape;106;p58"/>
          <p:cNvGrpSpPr/>
          <p:nvPr/>
        </p:nvGrpSpPr>
        <p:grpSpPr>
          <a:xfrm>
            <a:off x="-2212179" y="-674776"/>
            <a:ext cx="22711115" cy="11638877"/>
            <a:chOff x="-1327308" y="-404866"/>
            <a:chExt cx="13626669" cy="6983326"/>
          </a:xfrm>
        </p:grpSpPr>
        <p:sp>
          <p:nvSpPr>
            <p:cNvPr id="107" name="Google Shape;107;p58"/>
            <p:cNvSpPr/>
            <p:nvPr/>
          </p:nvSpPr>
          <p:spPr>
            <a:xfrm>
              <a:off x="0" y="0"/>
              <a:ext cx="10972800" cy="6172200"/>
            </a:xfrm>
            <a:prstGeom prst="rect">
              <a:avLst/>
            </a:prstGeom>
            <a:solidFill>
              <a:srgbClr val="9A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8" name="Google Shape;108;p58"/>
            <p:cNvSpPr/>
            <p:nvPr/>
          </p:nvSpPr>
          <p:spPr>
            <a:xfrm>
              <a:off x="26269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9" name="Google Shape;109;p58"/>
            <p:cNvSpPr/>
            <p:nvPr/>
          </p:nvSpPr>
          <p:spPr>
            <a:xfrm>
              <a:off x="61660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0" name="Google Shape;110;p58"/>
            <p:cNvSpPr/>
            <p:nvPr/>
          </p:nvSpPr>
          <p:spPr>
            <a:xfrm>
              <a:off x="97050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58"/>
            <p:cNvSpPr/>
            <p:nvPr/>
          </p:nvSpPr>
          <p:spPr>
            <a:xfrm>
              <a:off x="132441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2" name="Google Shape;112;p58"/>
            <p:cNvSpPr/>
            <p:nvPr/>
          </p:nvSpPr>
          <p:spPr>
            <a:xfrm>
              <a:off x="167831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3" name="Google Shape;113;p58"/>
            <p:cNvSpPr/>
            <p:nvPr/>
          </p:nvSpPr>
          <p:spPr>
            <a:xfrm>
              <a:off x="203222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4" name="Google Shape;114;p58"/>
            <p:cNvSpPr/>
            <p:nvPr/>
          </p:nvSpPr>
          <p:spPr>
            <a:xfrm>
              <a:off x="238613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5" name="Google Shape;115;p58"/>
            <p:cNvSpPr/>
            <p:nvPr/>
          </p:nvSpPr>
          <p:spPr>
            <a:xfrm>
              <a:off x="274003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6" name="Google Shape;116;p58"/>
            <p:cNvSpPr/>
            <p:nvPr/>
          </p:nvSpPr>
          <p:spPr>
            <a:xfrm>
              <a:off x="309394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7" name="Google Shape;117;p58"/>
            <p:cNvSpPr/>
            <p:nvPr/>
          </p:nvSpPr>
          <p:spPr>
            <a:xfrm>
              <a:off x="344784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58"/>
            <p:cNvSpPr/>
            <p:nvPr/>
          </p:nvSpPr>
          <p:spPr>
            <a:xfrm>
              <a:off x="380175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9" name="Google Shape;119;p58"/>
            <p:cNvSpPr/>
            <p:nvPr/>
          </p:nvSpPr>
          <p:spPr>
            <a:xfrm>
              <a:off x="415566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0" name="Google Shape;120;p58"/>
            <p:cNvSpPr/>
            <p:nvPr/>
          </p:nvSpPr>
          <p:spPr>
            <a:xfrm>
              <a:off x="450956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1" name="Google Shape;121;p58"/>
            <p:cNvSpPr/>
            <p:nvPr/>
          </p:nvSpPr>
          <p:spPr>
            <a:xfrm>
              <a:off x="486347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2" name="Google Shape;122;p58"/>
            <p:cNvSpPr/>
            <p:nvPr/>
          </p:nvSpPr>
          <p:spPr>
            <a:xfrm>
              <a:off x="521737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58"/>
            <p:cNvSpPr/>
            <p:nvPr/>
          </p:nvSpPr>
          <p:spPr>
            <a:xfrm>
              <a:off x="557128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4" name="Google Shape;124;p58"/>
            <p:cNvSpPr/>
            <p:nvPr/>
          </p:nvSpPr>
          <p:spPr>
            <a:xfrm>
              <a:off x="592519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5" name="Google Shape;125;p58"/>
            <p:cNvSpPr/>
            <p:nvPr/>
          </p:nvSpPr>
          <p:spPr>
            <a:xfrm>
              <a:off x="627909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58"/>
            <p:cNvSpPr/>
            <p:nvPr/>
          </p:nvSpPr>
          <p:spPr>
            <a:xfrm>
              <a:off x="663300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58"/>
            <p:cNvSpPr/>
            <p:nvPr/>
          </p:nvSpPr>
          <p:spPr>
            <a:xfrm>
              <a:off x="698690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8" name="Google Shape;128;p58"/>
            <p:cNvSpPr/>
            <p:nvPr/>
          </p:nvSpPr>
          <p:spPr>
            <a:xfrm>
              <a:off x="734081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9" name="Google Shape;129;p58"/>
            <p:cNvSpPr/>
            <p:nvPr/>
          </p:nvSpPr>
          <p:spPr>
            <a:xfrm>
              <a:off x="769472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0" name="Google Shape;130;p58"/>
            <p:cNvSpPr/>
            <p:nvPr/>
          </p:nvSpPr>
          <p:spPr>
            <a:xfrm>
              <a:off x="804862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1" name="Google Shape;131;p58"/>
            <p:cNvSpPr/>
            <p:nvPr/>
          </p:nvSpPr>
          <p:spPr>
            <a:xfrm>
              <a:off x="840253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58"/>
            <p:cNvSpPr/>
            <p:nvPr/>
          </p:nvSpPr>
          <p:spPr>
            <a:xfrm>
              <a:off x="875643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3" name="Google Shape;133;p58"/>
            <p:cNvSpPr/>
            <p:nvPr/>
          </p:nvSpPr>
          <p:spPr>
            <a:xfrm>
              <a:off x="911034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4" name="Google Shape;134;p58"/>
            <p:cNvSpPr/>
            <p:nvPr/>
          </p:nvSpPr>
          <p:spPr>
            <a:xfrm>
              <a:off x="946425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58"/>
            <p:cNvSpPr/>
            <p:nvPr/>
          </p:nvSpPr>
          <p:spPr>
            <a:xfrm>
              <a:off x="981815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6" name="Google Shape;136;p58"/>
            <p:cNvSpPr/>
            <p:nvPr/>
          </p:nvSpPr>
          <p:spPr>
            <a:xfrm>
              <a:off x="1017206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7" name="Google Shape;137;p58"/>
            <p:cNvSpPr/>
            <p:nvPr/>
          </p:nvSpPr>
          <p:spPr>
            <a:xfrm>
              <a:off x="1052596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58"/>
            <p:cNvSpPr/>
            <p:nvPr/>
          </p:nvSpPr>
          <p:spPr>
            <a:xfrm>
              <a:off x="10879862"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58"/>
            <p:cNvSpPr/>
            <p:nvPr/>
          </p:nvSpPr>
          <p:spPr>
            <a:xfrm>
              <a:off x="-9121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58"/>
            <p:cNvSpPr/>
            <p:nvPr/>
          </p:nvSpPr>
          <p:spPr>
            <a:xfrm>
              <a:off x="26269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1" name="Google Shape;141;p58"/>
            <p:cNvSpPr/>
            <p:nvPr/>
          </p:nvSpPr>
          <p:spPr>
            <a:xfrm>
              <a:off x="61660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58"/>
            <p:cNvSpPr/>
            <p:nvPr/>
          </p:nvSpPr>
          <p:spPr>
            <a:xfrm>
              <a:off x="97050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58"/>
            <p:cNvSpPr/>
            <p:nvPr/>
          </p:nvSpPr>
          <p:spPr>
            <a:xfrm>
              <a:off x="132441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58"/>
            <p:cNvSpPr/>
            <p:nvPr/>
          </p:nvSpPr>
          <p:spPr>
            <a:xfrm>
              <a:off x="167831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58"/>
            <p:cNvSpPr/>
            <p:nvPr/>
          </p:nvSpPr>
          <p:spPr>
            <a:xfrm>
              <a:off x="203222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58"/>
            <p:cNvSpPr/>
            <p:nvPr/>
          </p:nvSpPr>
          <p:spPr>
            <a:xfrm>
              <a:off x="238613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58"/>
            <p:cNvSpPr/>
            <p:nvPr/>
          </p:nvSpPr>
          <p:spPr>
            <a:xfrm>
              <a:off x="274003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8" name="Google Shape;148;p58"/>
            <p:cNvSpPr/>
            <p:nvPr/>
          </p:nvSpPr>
          <p:spPr>
            <a:xfrm>
              <a:off x="309394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9" name="Google Shape;149;p58"/>
            <p:cNvSpPr/>
            <p:nvPr/>
          </p:nvSpPr>
          <p:spPr>
            <a:xfrm>
              <a:off x="344784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0" name="Google Shape;150;p58"/>
            <p:cNvSpPr/>
            <p:nvPr/>
          </p:nvSpPr>
          <p:spPr>
            <a:xfrm>
              <a:off x="380175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58"/>
            <p:cNvSpPr/>
            <p:nvPr/>
          </p:nvSpPr>
          <p:spPr>
            <a:xfrm>
              <a:off x="415566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2" name="Google Shape;152;p58"/>
            <p:cNvSpPr/>
            <p:nvPr/>
          </p:nvSpPr>
          <p:spPr>
            <a:xfrm>
              <a:off x="450956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3" name="Google Shape;153;p58"/>
            <p:cNvSpPr/>
            <p:nvPr/>
          </p:nvSpPr>
          <p:spPr>
            <a:xfrm>
              <a:off x="486347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4" name="Google Shape;154;p58"/>
            <p:cNvSpPr/>
            <p:nvPr/>
          </p:nvSpPr>
          <p:spPr>
            <a:xfrm>
              <a:off x="521737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5" name="Google Shape;155;p58"/>
            <p:cNvSpPr/>
            <p:nvPr/>
          </p:nvSpPr>
          <p:spPr>
            <a:xfrm>
              <a:off x="557128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6" name="Google Shape;156;p58"/>
            <p:cNvSpPr/>
            <p:nvPr/>
          </p:nvSpPr>
          <p:spPr>
            <a:xfrm>
              <a:off x="592519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7" name="Google Shape;157;p58"/>
            <p:cNvSpPr/>
            <p:nvPr/>
          </p:nvSpPr>
          <p:spPr>
            <a:xfrm>
              <a:off x="627909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58"/>
            <p:cNvSpPr/>
            <p:nvPr/>
          </p:nvSpPr>
          <p:spPr>
            <a:xfrm>
              <a:off x="663300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9" name="Google Shape;159;p58"/>
            <p:cNvSpPr/>
            <p:nvPr/>
          </p:nvSpPr>
          <p:spPr>
            <a:xfrm>
              <a:off x="698690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58"/>
            <p:cNvSpPr/>
            <p:nvPr/>
          </p:nvSpPr>
          <p:spPr>
            <a:xfrm>
              <a:off x="734081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1" name="Google Shape;161;p58"/>
            <p:cNvSpPr/>
            <p:nvPr/>
          </p:nvSpPr>
          <p:spPr>
            <a:xfrm>
              <a:off x="769472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2" name="Google Shape;162;p58"/>
            <p:cNvSpPr/>
            <p:nvPr/>
          </p:nvSpPr>
          <p:spPr>
            <a:xfrm>
              <a:off x="804862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58"/>
            <p:cNvSpPr/>
            <p:nvPr/>
          </p:nvSpPr>
          <p:spPr>
            <a:xfrm>
              <a:off x="840253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58"/>
            <p:cNvSpPr/>
            <p:nvPr/>
          </p:nvSpPr>
          <p:spPr>
            <a:xfrm>
              <a:off x="875643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58"/>
            <p:cNvSpPr/>
            <p:nvPr/>
          </p:nvSpPr>
          <p:spPr>
            <a:xfrm>
              <a:off x="911034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6" name="Google Shape;166;p58"/>
            <p:cNvSpPr/>
            <p:nvPr/>
          </p:nvSpPr>
          <p:spPr>
            <a:xfrm>
              <a:off x="946425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58"/>
            <p:cNvSpPr/>
            <p:nvPr/>
          </p:nvSpPr>
          <p:spPr>
            <a:xfrm>
              <a:off x="981815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58"/>
            <p:cNvSpPr/>
            <p:nvPr/>
          </p:nvSpPr>
          <p:spPr>
            <a:xfrm>
              <a:off x="1017206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58"/>
            <p:cNvSpPr/>
            <p:nvPr/>
          </p:nvSpPr>
          <p:spPr>
            <a:xfrm>
              <a:off x="1052596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0" name="Google Shape;170;p58"/>
            <p:cNvSpPr/>
            <p:nvPr/>
          </p:nvSpPr>
          <p:spPr>
            <a:xfrm>
              <a:off x="10879862"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58"/>
            <p:cNvSpPr/>
            <p:nvPr/>
          </p:nvSpPr>
          <p:spPr>
            <a:xfrm>
              <a:off x="-9121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2" name="Google Shape;172;p58"/>
            <p:cNvSpPr/>
            <p:nvPr/>
          </p:nvSpPr>
          <p:spPr>
            <a:xfrm>
              <a:off x="26269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3" name="Google Shape;173;p58"/>
            <p:cNvSpPr/>
            <p:nvPr/>
          </p:nvSpPr>
          <p:spPr>
            <a:xfrm>
              <a:off x="61660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58"/>
            <p:cNvSpPr/>
            <p:nvPr/>
          </p:nvSpPr>
          <p:spPr>
            <a:xfrm>
              <a:off x="97050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5" name="Google Shape;175;p58"/>
            <p:cNvSpPr/>
            <p:nvPr/>
          </p:nvSpPr>
          <p:spPr>
            <a:xfrm>
              <a:off x="132441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6" name="Google Shape;176;p58"/>
            <p:cNvSpPr/>
            <p:nvPr/>
          </p:nvSpPr>
          <p:spPr>
            <a:xfrm>
              <a:off x="167831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7" name="Google Shape;177;p58"/>
            <p:cNvSpPr/>
            <p:nvPr/>
          </p:nvSpPr>
          <p:spPr>
            <a:xfrm>
              <a:off x="203222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8" name="Google Shape;178;p58"/>
            <p:cNvSpPr/>
            <p:nvPr/>
          </p:nvSpPr>
          <p:spPr>
            <a:xfrm>
              <a:off x="238613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9" name="Google Shape;179;p58"/>
            <p:cNvSpPr/>
            <p:nvPr/>
          </p:nvSpPr>
          <p:spPr>
            <a:xfrm>
              <a:off x="274003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58"/>
            <p:cNvSpPr/>
            <p:nvPr/>
          </p:nvSpPr>
          <p:spPr>
            <a:xfrm>
              <a:off x="309394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1" name="Google Shape;181;p58"/>
            <p:cNvSpPr/>
            <p:nvPr/>
          </p:nvSpPr>
          <p:spPr>
            <a:xfrm>
              <a:off x="344784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58"/>
            <p:cNvSpPr/>
            <p:nvPr/>
          </p:nvSpPr>
          <p:spPr>
            <a:xfrm>
              <a:off x="380175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3" name="Google Shape;183;p58"/>
            <p:cNvSpPr/>
            <p:nvPr/>
          </p:nvSpPr>
          <p:spPr>
            <a:xfrm>
              <a:off x="415566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58"/>
            <p:cNvSpPr/>
            <p:nvPr/>
          </p:nvSpPr>
          <p:spPr>
            <a:xfrm>
              <a:off x="450956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58"/>
            <p:cNvSpPr/>
            <p:nvPr/>
          </p:nvSpPr>
          <p:spPr>
            <a:xfrm>
              <a:off x="486347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58"/>
            <p:cNvSpPr/>
            <p:nvPr/>
          </p:nvSpPr>
          <p:spPr>
            <a:xfrm>
              <a:off x="521737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58"/>
            <p:cNvSpPr/>
            <p:nvPr/>
          </p:nvSpPr>
          <p:spPr>
            <a:xfrm>
              <a:off x="557128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8" name="Google Shape;188;p58"/>
            <p:cNvSpPr/>
            <p:nvPr/>
          </p:nvSpPr>
          <p:spPr>
            <a:xfrm>
              <a:off x="592519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58"/>
            <p:cNvSpPr/>
            <p:nvPr/>
          </p:nvSpPr>
          <p:spPr>
            <a:xfrm>
              <a:off x="627909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58"/>
            <p:cNvSpPr/>
            <p:nvPr/>
          </p:nvSpPr>
          <p:spPr>
            <a:xfrm>
              <a:off x="663300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58"/>
            <p:cNvSpPr/>
            <p:nvPr/>
          </p:nvSpPr>
          <p:spPr>
            <a:xfrm>
              <a:off x="698690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2" name="Google Shape;192;p58"/>
            <p:cNvSpPr/>
            <p:nvPr/>
          </p:nvSpPr>
          <p:spPr>
            <a:xfrm>
              <a:off x="734081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58"/>
            <p:cNvSpPr/>
            <p:nvPr/>
          </p:nvSpPr>
          <p:spPr>
            <a:xfrm>
              <a:off x="769472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4" name="Google Shape;194;p58"/>
            <p:cNvSpPr/>
            <p:nvPr/>
          </p:nvSpPr>
          <p:spPr>
            <a:xfrm>
              <a:off x="804862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5" name="Google Shape;195;p58"/>
            <p:cNvSpPr/>
            <p:nvPr/>
          </p:nvSpPr>
          <p:spPr>
            <a:xfrm>
              <a:off x="840253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6" name="Google Shape;196;p58"/>
            <p:cNvSpPr/>
            <p:nvPr/>
          </p:nvSpPr>
          <p:spPr>
            <a:xfrm>
              <a:off x="875643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7" name="Google Shape;197;p58"/>
            <p:cNvSpPr/>
            <p:nvPr/>
          </p:nvSpPr>
          <p:spPr>
            <a:xfrm>
              <a:off x="911034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8" name="Google Shape;198;p58"/>
            <p:cNvSpPr/>
            <p:nvPr/>
          </p:nvSpPr>
          <p:spPr>
            <a:xfrm>
              <a:off x="946425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9" name="Google Shape;199;p58"/>
            <p:cNvSpPr/>
            <p:nvPr/>
          </p:nvSpPr>
          <p:spPr>
            <a:xfrm>
              <a:off x="981815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0" name="Google Shape;200;p58"/>
            <p:cNvSpPr/>
            <p:nvPr/>
          </p:nvSpPr>
          <p:spPr>
            <a:xfrm>
              <a:off x="1017206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58"/>
            <p:cNvSpPr/>
            <p:nvPr/>
          </p:nvSpPr>
          <p:spPr>
            <a:xfrm>
              <a:off x="1052596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2" name="Google Shape;202;p58"/>
            <p:cNvSpPr/>
            <p:nvPr/>
          </p:nvSpPr>
          <p:spPr>
            <a:xfrm>
              <a:off x="10879862"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58"/>
            <p:cNvSpPr/>
            <p:nvPr/>
          </p:nvSpPr>
          <p:spPr>
            <a:xfrm>
              <a:off x="-9121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4" name="Google Shape;204;p58"/>
            <p:cNvSpPr/>
            <p:nvPr/>
          </p:nvSpPr>
          <p:spPr>
            <a:xfrm>
              <a:off x="26269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5" name="Google Shape;205;p58"/>
            <p:cNvSpPr/>
            <p:nvPr/>
          </p:nvSpPr>
          <p:spPr>
            <a:xfrm>
              <a:off x="61660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58"/>
            <p:cNvSpPr/>
            <p:nvPr/>
          </p:nvSpPr>
          <p:spPr>
            <a:xfrm>
              <a:off x="97050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58"/>
            <p:cNvSpPr/>
            <p:nvPr/>
          </p:nvSpPr>
          <p:spPr>
            <a:xfrm>
              <a:off x="132441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58"/>
            <p:cNvSpPr/>
            <p:nvPr/>
          </p:nvSpPr>
          <p:spPr>
            <a:xfrm>
              <a:off x="167831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58"/>
            <p:cNvSpPr/>
            <p:nvPr/>
          </p:nvSpPr>
          <p:spPr>
            <a:xfrm>
              <a:off x="203222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58"/>
            <p:cNvSpPr/>
            <p:nvPr/>
          </p:nvSpPr>
          <p:spPr>
            <a:xfrm>
              <a:off x="238613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58"/>
            <p:cNvSpPr/>
            <p:nvPr/>
          </p:nvSpPr>
          <p:spPr>
            <a:xfrm>
              <a:off x="274003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2" name="Google Shape;212;p58"/>
            <p:cNvSpPr/>
            <p:nvPr/>
          </p:nvSpPr>
          <p:spPr>
            <a:xfrm>
              <a:off x="309394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58"/>
            <p:cNvSpPr/>
            <p:nvPr/>
          </p:nvSpPr>
          <p:spPr>
            <a:xfrm>
              <a:off x="344784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58"/>
            <p:cNvSpPr/>
            <p:nvPr/>
          </p:nvSpPr>
          <p:spPr>
            <a:xfrm>
              <a:off x="380175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58"/>
            <p:cNvSpPr/>
            <p:nvPr/>
          </p:nvSpPr>
          <p:spPr>
            <a:xfrm>
              <a:off x="415566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6" name="Google Shape;216;p58"/>
            <p:cNvSpPr/>
            <p:nvPr/>
          </p:nvSpPr>
          <p:spPr>
            <a:xfrm>
              <a:off x="450956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7" name="Google Shape;217;p58"/>
            <p:cNvSpPr/>
            <p:nvPr/>
          </p:nvSpPr>
          <p:spPr>
            <a:xfrm>
              <a:off x="486347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8" name="Google Shape;218;p58"/>
            <p:cNvSpPr/>
            <p:nvPr/>
          </p:nvSpPr>
          <p:spPr>
            <a:xfrm>
              <a:off x="521737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9" name="Google Shape;219;p58"/>
            <p:cNvSpPr/>
            <p:nvPr/>
          </p:nvSpPr>
          <p:spPr>
            <a:xfrm>
              <a:off x="557128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0" name="Google Shape;220;p58"/>
            <p:cNvSpPr/>
            <p:nvPr/>
          </p:nvSpPr>
          <p:spPr>
            <a:xfrm>
              <a:off x="592519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1" name="Google Shape;221;p58"/>
            <p:cNvSpPr/>
            <p:nvPr/>
          </p:nvSpPr>
          <p:spPr>
            <a:xfrm>
              <a:off x="627909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2" name="Google Shape;222;p58"/>
            <p:cNvSpPr/>
            <p:nvPr/>
          </p:nvSpPr>
          <p:spPr>
            <a:xfrm>
              <a:off x="663300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3" name="Google Shape;223;p58"/>
            <p:cNvSpPr/>
            <p:nvPr/>
          </p:nvSpPr>
          <p:spPr>
            <a:xfrm>
              <a:off x="698690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4" name="Google Shape;224;p58"/>
            <p:cNvSpPr/>
            <p:nvPr/>
          </p:nvSpPr>
          <p:spPr>
            <a:xfrm>
              <a:off x="734081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5" name="Google Shape;225;p58"/>
            <p:cNvSpPr/>
            <p:nvPr/>
          </p:nvSpPr>
          <p:spPr>
            <a:xfrm>
              <a:off x="769472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6" name="Google Shape;226;p58"/>
            <p:cNvSpPr/>
            <p:nvPr/>
          </p:nvSpPr>
          <p:spPr>
            <a:xfrm>
              <a:off x="804862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58"/>
            <p:cNvSpPr/>
            <p:nvPr/>
          </p:nvSpPr>
          <p:spPr>
            <a:xfrm>
              <a:off x="840253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8" name="Google Shape;228;p58"/>
            <p:cNvSpPr/>
            <p:nvPr/>
          </p:nvSpPr>
          <p:spPr>
            <a:xfrm>
              <a:off x="875643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9" name="Google Shape;229;p58"/>
            <p:cNvSpPr/>
            <p:nvPr/>
          </p:nvSpPr>
          <p:spPr>
            <a:xfrm>
              <a:off x="911034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58"/>
            <p:cNvSpPr/>
            <p:nvPr/>
          </p:nvSpPr>
          <p:spPr>
            <a:xfrm>
              <a:off x="946425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58"/>
            <p:cNvSpPr/>
            <p:nvPr/>
          </p:nvSpPr>
          <p:spPr>
            <a:xfrm>
              <a:off x="981815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58"/>
            <p:cNvSpPr/>
            <p:nvPr/>
          </p:nvSpPr>
          <p:spPr>
            <a:xfrm>
              <a:off x="1017206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3" name="Google Shape;233;p58"/>
            <p:cNvSpPr/>
            <p:nvPr/>
          </p:nvSpPr>
          <p:spPr>
            <a:xfrm>
              <a:off x="1052596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58"/>
            <p:cNvSpPr/>
            <p:nvPr/>
          </p:nvSpPr>
          <p:spPr>
            <a:xfrm>
              <a:off x="10879862"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58"/>
            <p:cNvSpPr/>
            <p:nvPr/>
          </p:nvSpPr>
          <p:spPr>
            <a:xfrm>
              <a:off x="-9121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58"/>
            <p:cNvSpPr/>
            <p:nvPr/>
          </p:nvSpPr>
          <p:spPr>
            <a:xfrm>
              <a:off x="26269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7" name="Google Shape;237;p58"/>
            <p:cNvSpPr/>
            <p:nvPr/>
          </p:nvSpPr>
          <p:spPr>
            <a:xfrm>
              <a:off x="61660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58"/>
            <p:cNvSpPr/>
            <p:nvPr/>
          </p:nvSpPr>
          <p:spPr>
            <a:xfrm>
              <a:off x="97050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9" name="Google Shape;239;p58"/>
            <p:cNvSpPr/>
            <p:nvPr/>
          </p:nvSpPr>
          <p:spPr>
            <a:xfrm>
              <a:off x="132441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0" name="Google Shape;240;p58"/>
            <p:cNvSpPr/>
            <p:nvPr/>
          </p:nvSpPr>
          <p:spPr>
            <a:xfrm>
              <a:off x="167831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1" name="Google Shape;241;p58"/>
            <p:cNvSpPr/>
            <p:nvPr/>
          </p:nvSpPr>
          <p:spPr>
            <a:xfrm>
              <a:off x="203222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58"/>
            <p:cNvSpPr/>
            <p:nvPr/>
          </p:nvSpPr>
          <p:spPr>
            <a:xfrm>
              <a:off x="238613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3" name="Google Shape;243;p58"/>
            <p:cNvSpPr/>
            <p:nvPr/>
          </p:nvSpPr>
          <p:spPr>
            <a:xfrm>
              <a:off x="274003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4" name="Google Shape;244;p58"/>
            <p:cNvSpPr/>
            <p:nvPr/>
          </p:nvSpPr>
          <p:spPr>
            <a:xfrm>
              <a:off x="309394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5" name="Google Shape;245;p58"/>
            <p:cNvSpPr/>
            <p:nvPr/>
          </p:nvSpPr>
          <p:spPr>
            <a:xfrm>
              <a:off x="344784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6" name="Google Shape;246;p58"/>
            <p:cNvSpPr/>
            <p:nvPr/>
          </p:nvSpPr>
          <p:spPr>
            <a:xfrm>
              <a:off x="380175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7" name="Google Shape;247;p58"/>
            <p:cNvSpPr/>
            <p:nvPr/>
          </p:nvSpPr>
          <p:spPr>
            <a:xfrm>
              <a:off x="415566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8" name="Google Shape;248;p58"/>
            <p:cNvSpPr/>
            <p:nvPr/>
          </p:nvSpPr>
          <p:spPr>
            <a:xfrm>
              <a:off x="450956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9" name="Google Shape;249;p58"/>
            <p:cNvSpPr/>
            <p:nvPr/>
          </p:nvSpPr>
          <p:spPr>
            <a:xfrm>
              <a:off x="486347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0" name="Google Shape;250;p58"/>
            <p:cNvSpPr/>
            <p:nvPr/>
          </p:nvSpPr>
          <p:spPr>
            <a:xfrm>
              <a:off x="521737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1" name="Google Shape;251;p58"/>
            <p:cNvSpPr/>
            <p:nvPr/>
          </p:nvSpPr>
          <p:spPr>
            <a:xfrm>
              <a:off x="557128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2" name="Google Shape;252;p58"/>
            <p:cNvSpPr/>
            <p:nvPr/>
          </p:nvSpPr>
          <p:spPr>
            <a:xfrm>
              <a:off x="592519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3" name="Google Shape;253;p58"/>
            <p:cNvSpPr/>
            <p:nvPr/>
          </p:nvSpPr>
          <p:spPr>
            <a:xfrm>
              <a:off x="627909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4" name="Google Shape;254;p58"/>
            <p:cNvSpPr/>
            <p:nvPr/>
          </p:nvSpPr>
          <p:spPr>
            <a:xfrm>
              <a:off x="663300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5" name="Google Shape;255;p58"/>
            <p:cNvSpPr/>
            <p:nvPr/>
          </p:nvSpPr>
          <p:spPr>
            <a:xfrm>
              <a:off x="698690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6" name="Google Shape;256;p58"/>
            <p:cNvSpPr/>
            <p:nvPr/>
          </p:nvSpPr>
          <p:spPr>
            <a:xfrm>
              <a:off x="734081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7" name="Google Shape;257;p58"/>
            <p:cNvSpPr/>
            <p:nvPr/>
          </p:nvSpPr>
          <p:spPr>
            <a:xfrm>
              <a:off x="769472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8" name="Google Shape;258;p58"/>
            <p:cNvSpPr/>
            <p:nvPr/>
          </p:nvSpPr>
          <p:spPr>
            <a:xfrm>
              <a:off x="804862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9" name="Google Shape;259;p58"/>
            <p:cNvSpPr/>
            <p:nvPr/>
          </p:nvSpPr>
          <p:spPr>
            <a:xfrm>
              <a:off x="840253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0" name="Google Shape;260;p58"/>
            <p:cNvSpPr/>
            <p:nvPr/>
          </p:nvSpPr>
          <p:spPr>
            <a:xfrm>
              <a:off x="875643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1" name="Google Shape;261;p58"/>
            <p:cNvSpPr/>
            <p:nvPr/>
          </p:nvSpPr>
          <p:spPr>
            <a:xfrm>
              <a:off x="911034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2" name="Google Shape;262;p58"/>
            <p:cNvSpPr/>
            <p:nvPr/>
          </p:nvSpPr>
          <p:spPr>
            <a:xfrm>
              <a:off x="946425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3" name="Google Shape;263;p58"/>
            <p:cNvSpPr/>
            <p:nvPr/>
          </p:nvSpPr>
          <p:spPr>
            <a:xfrm>
              <a:off x="981815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4" name="Google Shape;264;p58"/>
            <p:cNvSpPr/>
            <p:nvPr/>
          </p:nvSpPr>
          <p:spPr>
            <a:xfrm>
              <a:off x="1017206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5" name="Google Shape;265;p58"/>
            <p:cNvSpPr/>
            <p:nvPr/>
          </p:nvSpPr>
          <p:spPr>
            <a:xfrm>
              <a:off x="1052596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6" name="Google Shape;266;p58"/>
            <p:cNvSpPr/>
            <p:nvPr/>
          </p:nvSpPr>
          <p:spPr>
            <a:xfrm>
              <a:off x="10879862"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7" name="Google Shape;267;p58"/>
            <p:cNvSpPr/>
            <p:nvPr/>
          </p:nvSpPr>
          <p:spPr>
            <a:xfrm>
              <a:off x="-9121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8" name="Google Shape;268;p58"/>
            <p:cNvSpPr/>
            <p:nvPr/>
          </p:nvSpPr>
          <p:spPr>
            <a:xfrm>
              <a:off x="26269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9" name="Google Shape;269;p58"/>
            <p:cNvSpPr/>
            <p:nvPr/>
          </p:nvSpPr>
          <p:spPr>
            <a:xfrm>
              <a:off x="61660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0" name="Google Shape;270;p58"/>
            <p:cNvSpPr/>
            <p:nvPr/>
          </p:nvSpPr>
          <p:spPr>
            <a:xfrm>
              <a:off x="97050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1" name="Google Shape;271;p58"/>
            <p:cNvSpPr/>
            <p:nvPr/>
          </p:nvSpPr>
          <p:spPr>
            <a:xfrm>
              <a:off x="132441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2" name="Google Shape;272;p58"/>
            <p:cNvSpPr/>
            <p:nvPr/>
          </p:nvSpPr>
          <p:spPr>
            <a:xfrm>
              <a:off x="167831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3" name="Google Shape;273;p58"/>
            <p:cNvSpPr/>
            <p:nvPr/>
          </p:nvSpPr>
          <p:spPr>
            <a:xfrm>
              <a:off x="203222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4" name="Google Shape;274;p58"/>
            <p:cNvSpPr/>
            <p:nvPr/>
          </p:nvSpPr>
          <p:spPr>
            <a:xfrm>
              <a:off x="238613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5" name="Google Shape;275;p58"/>
            <p:cNvSpPr/>
            <p:nvPr/>
          </p:nvSpPr>
          <p:spPr>
            <a:xfrm>
              <a:off x="274003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6" name="Google Shape;276;p58"/>
            <p:cNvSpPr/>
            <p:nvPr/>
          </p:nvSpPr>
          <p:spPr>
            <a:xfrm>
              <a:off x="309394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7" name="Google Shape;277;p58"/>
            <p:cNvSpPr/>
            <p:nvPr/>
          </p:nvSpPr>
          <p:spPr>
            <a:xfrm>
              <a:off x="344784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8" name="Google Shape;278;p58"/>
            <p:cNvSpPr/>
            <p:nvPr/>
          </p:nvSpPr>
          <p:spPr>
            <a:xfrm>
              <a:off x="380175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9" name="Google Shape;279;p58"/>
            <p:cNvSpPr/>
            <p:nvPr/>
          </p:nvSpPr>
          <p:spPr>
            <a:xfrm>
              <a:off x="415566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0" name="Google Shape;280;p58"/>
            <p:cNvSpPr/>
            <p:nvPr/>
          </p:nvSpPr>
          <p:spPr>
            <a:xfrm>
              <a:off x="450956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1" name="Google Shape;281;p58"/>
            <p:cNvSpPr/>
            <p:nvPr/>
          </p:nvSpPr>
          <p:spPr>
            <a:xfrm>
              <a:off x="486347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2" name="Google Shape;282;p58"/>
            <p:cNvSpPr/>
            <p:nvPr/>
          </p:nvSpPr>
          <p:spPr>
            <a:xfrm>
              <a:off x="521737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3" name="Google Shape;283;p58"/>
            <p:cNvSpPr/>
            <p:nvPr/>
          </p:nvSpPr>
          <p:spPr>
            <a:xfrm>
              <a:off x="557128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4" name="Google Shape;284;p58"/>
            <p:cNvSpPr/>
            <p:nvPr/>
          </p:nvSpPr>
          <p:spPr>
            <a:xfrm>
              <a:off x="592519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5" name="Google Shape;285;p58"/>
            <p:cNvSpPr/>
            <p:nvPr/>
          </p:nvSpPr>
          <p:spPr>
            <a:xfrm>
              <a:off x="627909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6" name="Google Shape;286;p58"/>
            <p:cNvSpPr/>
            <p:nvPr/>
          </p:nvSpPr>
          <p:spPr>
            <a:xfrm>
              <a:off x="663300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7" name="Google Shape;287;p58"/>
            <p:cNvSpPr/>
            <p:nvPr/>
          </p:nvSpPr>
          <p:spPr>
            <a:xfrm>
              <a:off x="698690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8" name="Google Shape;288;p58"/>
            <p:cNvSpPr/>
            <p:nvPr/>
          </p:nvSpPr>
          <p:spPr>
            <a:xfrm>
              <a:off x="734081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9" name="Google Shape;289;p58"/>
            <p:cNvSpPr/>
            <p:nvPr/>
          </p:nvSpPr>
          <p:spPr>
            <a:xfrm>
              <a:off x="769472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0" name="Google Shape;290;p58"/>
            <p:cNvSpPr/>
            <p:nvPr/>
          </p:nvSpPr>
          <p:spPr>
            <a:xfrm>
              <a:off x="804862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1" name="Google Shape;291;p58"/>
            <p:cNvSpPr/>
            <p:nvPr/>
          </p:nvSpPr>
          <p:spPr>
            <a:xfrm>
              <a:off x="840253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2" name="Google Shape;292;p58"/>
            <p:cNvSpPr/>
            <p:nvPr/>
          </p:nvSpPr>
          <p:spPr>
            <a:xfrm>
              <a:off x="875643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3" name="Google Shape;293;p58"/>
            <p:cNvSpPr/>
            <p:nvPr/>
          </p:nvSpPr>
          <p:spPr>
            <a:xfrm>
              <a:off x="911034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4" name="Google Shape;294;p58"/>
            <p:cNvSpPr/>
            <p:nvPr/>
          </p:nvSpPr>
          <p:spPr>
            <a:xfrm>
              <a:off x="946425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5" name="Google Shape;295;p58"/>
            <p:cNvSpPr/>
            <p:nvPr/>
          </p:nvSpPr>
          <p:spPr>
            <a:xfrm>
              <a:off x="981815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58"/>
            <p:cNvSpPr/>
            <p:nvPr/>
          </p:nvSpPr>
          <p:spPr>
            <a:xfrm>
              <a:off x="1017206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7" name="Google Shape;297;p58"/>
            <p:cNvSpPr/>
            <p:nvPr/>
          </p:nvSpPr>
          <p:spPr>
            <a:xfrm>
              <a:off x="1052596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8" name="Google Shape;298;p58"/>
            <p:cNvSpPr/>
            <p:nvPr/>
          </p:nvSpPr>
          <p:spPr>
            <a:xfrm>
              <a:off x="10879862"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9" name="Google Shape;299;p58"/>
            <p:cNvSpPr/>
            <p:nvPr/>
          </p:nvSpPr>
          <p:spPr>
            <a:xfrm>
              <a:off x="-9121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0" name="Google Shape;300;p58"/>
            <p:cNvSpPr/>
            <p:nvPr/>
          </p:nvSpPr>
          <p:spPr>
            <a:xfrm>
              <a:off x="26269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1" name="Google Shape;301;p58"/>
            <p:cNvSpPr/>
            <p:nvPr/>
          </p:nvSpPr>
          <p:spPr>
            <a:xfrm>
              <a:off x="61660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2" name="Google Shape;302;p58"/>
            <p:cNvSpPr/>
            <p:nvPr/>
          </p:nvSpPr>
          <p:spPr>
            <a:xfrm>
              <a:off x="97050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3" name="Google Shape;303;p58"/>
            <p:cNvSpPr/>
            <p:nvPr/>
          </p:nvSpPr>
          <p:spPr>
            <a:xfrm>
              <a:off x="132441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4" name="Google Shape;304;p58"/>
            <p:cNvSpPr/>
            <p:nvPr/>
          </p:nvSpPr>
          <p:spPr>
            <a:xfrm>
              <a:off x="167831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58"/>
            <p:cNvSpPr/>
            <p:nvPr/>
          </p:nvSpPr>
          <p:spPr>
            <a:xfrm>
              <a:off x="203222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58"/>
            <p:cNvSpPr/>
            <p:nvPr/>
          </p:nvSpPr>
          <p:spPr>
            <a:xfrm>
              <a:off x="238613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7" name="Google Shape;307;p58"/>
            <p:cNvSpPr/>
            <p:nvPr/>
          </p:nvSpPr>
          <p:spPr>
            <a:xfrm>
              <a:off x="274003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8" name="Google Shape;308;p58"/>
            <p:cNvSpPr/>
            <p:nvPr/>
          </p:nvSpPr>
          <p:spPr>
            <a:xfrm>
              <a:off x="309394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9" name="Google Shape;309;p58"/>
            <p:cNvSpPr/>
            <p:nvPr/>
          </p:nvSpPr>
          <p:spPr>
            <a:xfrm>
              <a:off x="344784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0" name="Google Shape;310;p58"/>
            <p:cNvSpPr/>
            <p:nvPr/>
          </p:nvSpPr>
          <p:spPr>
            <a:xfrm>
              <a:off x="380175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1" name="Google Shape;311;p58"/>
            <p:cNvSpPr/>
            <p:nvPr/>
          </p:nvSpPr>
          <p:spPr>
            <a:xfrm>
              <a:off x="415566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2" name="Google Shape;312;p58"/>
            <p:cNvSpPr/>
            <p:nvPr/>
          </p:nvSpPr>
          <p:spPr>
            <a:xfrm>
              <a:off x="450956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3" name="Google Shape;313;p58"/>
            <p:cNvSpPr/>
            <p:nvPr/>
          </p:nvSpPr>
          <p:spPr>
            <a:xfrm>
              <a:off x="486347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4" name="Google Shape;314;p58"/>
            <p:cNvSpPr/>
            <p:nvPr/>
          </p:nvSpPr>
          <p:spPr>
            <a:xfrm>
              <a:off x="521737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5" name="Google Shape;315;p58"/>
            <p:cNvSpPr/>
            <p:nvPr/>
          </p:nvSpPr>
          <p:spPr>
            <a:xfrm>
              <a:off x="557128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6" name="Google Shape;316;p58"/>
            <p:cNvSpPr/>
            <p:nvPr/>
          </p:nvSpPr>
          <p:spPr>
            <a:xfrm>
              <a:off x="592519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7" name="Google Shape;317;p58"/>
            <p:cNvSpPr/>
            <p:nvPr/>
          </p:nvSpPr>
          <p:spPr>
            <a:xfrm>
              <a:off x="627909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58"/>
            <p:cNvSpPr/>
            <p:nvPr/>
          </p:nvSpPr>
          <p:spPr>
            <a:xfrm>
              <a:off x="663300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9" name="Google Shape;319;p58"/>
            <p:cNvSpPr/>
            <p:nvPr/>
          </p:nvSpPr>
          <p:spPr>
            <a:xfrm>
              <a:off x="698690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0" name="Google Shape;320;p58"/>
            <p:cNvSpPr/>
            <p:nvPr/>
          </p:nvSpPr>
          <p:spPr>
            <a:xfrm>
              <a:off x="734081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1" name="Google Shape;321;p58"/>
            <p:cNvSpPr/>
            <p:nvPr/>
          </p:nvSpPr>
          <p:spPr>
            <a:xfrm>
              <a:off x="769472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2" name="Google Shape;322;p58"/>
            <p:cNvSpPr/>
            <p:nvPr/>
          </p:nvSpPr>
          <p:spPr>
            <a:xfrm>
              <a:off x="804862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3" name="Google Shape;323;p58"/>
            <p:cNvSpPr/>
            <p:nvPr/>
          </p:nvSpPr>
          <p:spPr>
            <a:xfrm>
              <a:off x="840253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4" name="Google Shape;324;p58"/>
            <p:cNvSpPr/>
            <p:nvPr/>
          </p:nvSpPr>
          <p:spPr>
            <a:xfrm>
              <a:off x="875643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5" name="Google Shape;325;p58"/>
            <p:cNvSpPr/>
            <p:nvPr/>
          </p:nvSpPr>
          <p:spPr>
            <a:xfrm>
              <a:off x="911034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6" name="Google Shape;326;p58"/>
            <p:cNvSpPr/>
            <p:nvPr/>
          </p:nvSpPr>
          <p:spPr>
            <a:xfrm>
              <a:off x="946425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7" name="Google Shape;327;p58"/>
            <p:cNvSpPr/>
            <p:nvPr/>
          </p:nvSpPr>
          <p:spPr>
            <a:xfrm>
              <a:off x="981815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8" name="Google Shape;328;p58"/>
            <p:cNvSpPr/>
            <p:nvPr/>
          </p:nvSpPr>
          <p:spPr>
            <a:xfrm>
              <a:off x="1017206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9" name="Google Shape;329;p58"/>
            <p:cNvSpPr/>
            <p:nvPr/>
          </p:nvSpPr>
          <p:spPr>
            <a:xfrm>
              <a:off x="1052596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0" name="Google Shape;330;p58"/>
            <p:cNvSpPr/>
            <p:nvPr/>
          </p:nvSpPr>
          <p:spPr>
            <a:xfrm>
              <a:off x="10879862"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1" name="Google Shape;331;p58"/>
            <p:cNvSpPr/>
            <p:nvPr/>
          </p:nvSpPr>
          <p:spPr>
            <a:xfrm>
              <a:off x="-9121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2" name="Google Shape;332;p58"/>
            <p:cNvSpPr/>
            <p:nvPr/>
          </p:nvSpPr>
          <p:spPr>
            <a:xfrm>
              <a:off x="26269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3" name="Google Shape;333;p58"/>
            <p:cNvSpPr/>
            <p:nvPr/>
          </p:nvSpPr>
          <p:spPr>
            <a:xfrm>
              <a:off x="61660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4" name="Google Shape;334;p58"/>
            <p:cNvSpPr/>
            <p:nvPr/>
          </p:nvSpPr>
          <p:spPr>
            <a:xfrm>
              <a:off x="97050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5" name="Google Shape;335;p58"/>
            <p:cNvSpPr/>
            <p:nvPr/>
          </p:nvSpPr>
          <p:spPr>
            <a:xfrm>
              <a:off x="132441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6" name="Google Shape;336;p58"/>
            <p:cNvSpPr/>
            <p:nvPr/>
          </p:nvSpPr>
          <p:spPr>
            <a:xfrm>
              <a:off x="167831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7" name="Google Shape;337;p58"/>
            <p:cNvSpPr/>
            <p:nvPr/>
          </p:nvSpPr>
          <p:spPr>
            <a:xfrm>
              <a:off x="203222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8" name="Google Shape;338;p58"/>
            <p:cNvSpPr/>
            <p:nvPr/>
          </p:nvSpPr>
          <p:spPr>
            <a:xfrm>
              <a:off x="238613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9" name="Google Shape;339;p58"/>
            <p:cNvSpPr/>
            <p:nvPr/>
          </p:nvSpPr>
          <p:spPr>
            <a:xfrm>
              <a:off x="274003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0" name="Google Shape;340;p58"/>
            <p:cNvSpPr/>
            <p:nvPr/>
          </p:nvSpPr>
          <p:spPr>
            <a:xfrm>
              <a:off x="309394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1" name="Google Shape;341;p58"/>
            <p:cNvSpPr/>
            <p:nvPr/>
          </p:nvSpPr>
          <p:spPr>
            <a:xfrm>
              <a:off x="344784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2" name="Google Shape;342;p58"/>
            <p:cNvSpPr/>
            <p:nvPr/>
          </p:nvSpPr>
          <p:spPr>
            <a:xfrm>
              <a:off x="380175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3" name="Google Shape;343;p58"/>
            <p:cNvSpPr/>
            <p:nvPr/>
          </p:nvSpPr>
          <p:spPr>
            <a:xfrm>
              <a:off x="415566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4" name="Google Shape;344;p58"/>
            <p:cNvSpPr/>
            <p:nvPr/>
          </p:nvSpPr>
          <p:spPr>
            <a:xfrm>
              <a:off x="450956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5" name="Google Shape;345;p58"/>
            <p:cNvSpPr/>
            <p:nvPr/>
          </p:nvSpPr>
          <p:spPr>
            <a:xfrm>
              <a:off x="486347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6" name="Google Shape;346;p58"/>
            <p:cNvSpPr/>
            <p:nvPr/>
          </p:nvSpPr>
          <p:spPr>
            <a:xfrm>
              <a:off x="521737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7" name="Google Shape;347;p58"/>
            <p:cNvSpPr/>
            <p:nvPr/>
          </p:nvSpPr>
          <p:spPr>
            <a:xfrm>
              <a:off x="557128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8" name="Google Shape;348;p58"/>
            <p:cNvSpPr/>
            <p:nvPr/>
          </p:nvSpPr>
          <p:spPr>
            <a:xfrm>
              <a:off x="592519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49" name="Google Shape;349;p58"/>
            <p:cNvSpPr/>
            <p:nvPr/>
          </p:nvSpPr>
          <p:spPr>
            <a:xfrm>
              <a:off x="627909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0" name="Google Shape;350;p58"/>
            <p:cNvSpPr/>
            <p:nvPr/>
          </p:nvSpPr>
          <p:spPr>
            <a:xfrm>
              <a:off x="663300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1" name="Google Shape;351;p58"/>
            <p:cNvSpPr/>
            <p:nvPr/>
          </p:nvSpPr>
          <p:spPr>
            <a:xfrm>
              <a:off x="698690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2" name="Google Shape;352;p58"/>
            <p:cNvSpPr/>
            <p:nvPr/>
          </p:nvSpPr>
          <p:spPr>
            <a:xfrm>
              <a:off x="734081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3" name="Google Shape;353;p58"/>
            <p:cNvSpPr/>
            <p:nvPr/>
          </p:nvSpPr>
          <p:spPr>
            <a:xfrm>
              <a:off x="769472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4" name="Google Shape;354;p58"/>
            <p:cNvSpPr/>
            <p:nvPr/>
          </p:nvSpPr>
          <p:spPr>
            <a:xfrm>
              <a:off x="804862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5" name="Google Shape;355;p58"/>
            <p:cNvSpPr/>
            <p:nvPr/>
          </p:nvSpPr>
          <p:spPr>
            <a:xfrm>
              <a:off x="840253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6" name="Google Shape;356;p58"/>
            <p:cNvSpPr/>
            <p:nvPr/>
          </p:nvSpPr>
          <p:spPr>
            <a:xfrm>
              <a:off x="875643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7" name="Google Shape;357;p58"/>
            <p:cNvSpPr/>
            <p:nvPr/>
          </p:nvSpPr>
          <p:spPr>
            <a:xfrm>
              <a:off x="911034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8" name="Google Shape;358;p58"/>
            <p:cNvSpPr/>
            <p:nvPr/>
          </p:nvSpPr>
          <p:spPr>
            <a:xfrm>
              <a:off x="946425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59" name="Google Shape;359;p58"/>
            <p:cNvSpPr/>
            <p:nvPr/>
          </p:nvSpPr>
          <p:spPr>
            <a:xfrm>
              <a:off x="981815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60" name="Google Shape;360;p58"/>
            <p:cNvSpPr/>
            <p:nvPr/>
          </p:nvSpPr>
          <p:spPr>
            <a:xfrm>
              <a:off x="1017206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61" name="Google Shape;361;p58"/>
            <p:cNvSpPr/>
            <p:nvPr/>
          </p:nvSpPr>
          <p:spPr>
            <a:xfrm>
              <a:off x="1052596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62" name="Google Shape;362;p58"/>
            <p:cNvSpPr/>
            <p:nvPr/>
          </p:nvSpPr>
          <p:spPr>
            <a:xfrm>
              <a:off x="10879862"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63" name="Google Shape;363;p58"/>
            <p:cNvSpPr/>
            <p:nvPr/>
          </p:nvSpPr>
          <p:spPr>
            <a:xfrm>
              <a:off x="-9121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64" name="Google Shape;364;p58"/>
            <p:cNvSpPr/>
            <p:nvPr/>
          </p:nvSpPr>
          <p:spPr>
            <a:xfrm>
              <a:off x="9912350" y="127000"/>
              <a:ext cx="400050" cy="42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nvGrpSpPr>
            <p:cNvPr id="365" name="Google Shape;365;p58"/>
            <p:cNvGrpSpPr/>
            <p:nvPr/>
          </p:nvGrpSpPr>
          <p:grpSpPr>
            <a:xfrm>
              <a:off x="-664463" y="1060450"/>
              <a:ext cx="2884436" cy="4051302"/>
              <a:chOff x="-831850" y="581026"/>
              <a:chExt cx="3567113" cy="5010150"/>
            </a:xfrm>
          </p:grpSpPr>
          <p:sp>
            <p:nvSpPr>
              <p:cNvPr id="366" name="Google Shape;366;p58"/>
              <p:cNvSpPr/>
              <p:nvPr/>
            </p:nvSpPr>
            <p:spPr>
              <a:xfrm>
                <a:off x="-831850" y="2471738"/>
                <a:ext cx="3567113" cy="3119438"/>
              </a:xfrm>
              <a:custGeom>
                <a:avLst/>
                <a:gdLst/>
                <a:ahLst/>
                <a:cxnLst/>
                <a:rect l="l" t="t" r="r" b="b"/>
                <a:pathLst>
                  <a:path w="464" h="406" extrusionOk="0">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67" name="Google Shape;367;p58"/>
              <p:cNvSpPr/>
              <p:nvPr/>
            </p:nvSpPr>
            <p:spPr>
              <a:xfrm>
                <a:off x="490538" y="3262313"/>
                <a:ext cx="914400" cy="1590675"/>
              </a:xfrm>
              <a:custGeom>
                <a:avLst/>
                <a:gdLst/>
                <a:ahLst/>
                <a:cxnLst/>
                <a:rect l="l" t="t" r="r" b="b"/>
                <a:pathLst>
                  <a:path w="119" h="207" extrusionOk="0">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68" name="Google Shape;368;p58"/>
              <p:cNvSpPr/>
              <p:nvPr/>
            </p:nvSpPr>
            <p:spPr>
              <a:xfrm>
                <a:off x="-239713" y="581026"/>
                <a:ext cx="2382838" cy="1958975"/>
              </a:xfrm>
              <a:custGeom>
                <a:avLst/>
                <a:gdLst/>
                <a:ahLst/>
                <a:cxnLst/>
                <a:rect l="l" t="t" r="r" b="b"/>
                <a:pathLst>
                  <a:path w="310" h="255" extrusionOk="0">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
          <p:nvSpPr>
            <p:cNvPr id="369" name="Google Shape;369;p58"/>
            <p:cNvSpPr/>
            <p:nvPr/>
          </p:nvSpPr>
          <p:spPr>
            <a:xfrm>
              <a:off x="-1327308"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0" name="Google Shape;370;p58"/>
            <p:cNvSpPr/>
            <p:nvPr/>
          </p:nvSpPr>
          <p:spPr>
            <a:xfrm>
              <a:off x="10973671"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1" name="Google Shape;371;p58"/>
            <p:cNvSpPr/>
            <p:nvPr/>
          </p:nvSpPr>
          <p:spPr>
            <a:xfrm rot="-5400000">
              <a:off x="5129275" y="-5934192"/>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2" name="Google Shape;372;p58"/>
            <p:cNvSpPr/>
            <p:nvPr/>
          </p:nvSpPr>
          <p:spPr>
            <a:xfrm rot="-5400000">
              <a:off x="5129270" y="643723"/>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373" name="Google Shape;373;p58"/>
          <p:cNvSpPr txBox="1">
            <a:spLocks noGrp="1"/>
          </p:cNvSpPr>
          <p:nvPr>
            <p:ph type="title"/>
          </p:nvPr>
        </p:nvSpPr>
        <p:spPr>
          <a:xfrm>
            <a:off x="4770120" y="6278881"/>
            <a:ext cx="12435840" cy="98488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58"/>
          <p:cNvSpPr txBox="1">
            <a:spLocks noGrp="1"/>
          </p:cNvSpPr>
          <p:nvPr>
            <p:ph type="body" idx="1"/>
          </p:nvPr>
        </p:nvSpPr>
        <p:spPr>
          <a:xfrm>
            <a:off x="4770120" y="7269481"/>
            <a:ext cx="12435840" cy="87577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SzPts val="4000"/>
              <a:buFont typeface="Trebuchet MS"/>
              <a:buNone/>
              <a:defRPr sz="4000" b="0">
                <a:solidFill>
                  <a:schemeClr val="lt1"/>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2pPr>
            <a:lvl3pPr marL="1371600" lvl="2" indent="-228600" algn="ctr">
              <a:lnSpc>
                <a:spcPct val="90000"/>
              </a:lnSpc>
              <a:spcBef>
                <a:spcPts val="1500"/>
              </a:spcBef>
              <a:spcAft>
                <a:spcPts val="0"/>
              </a:spcAft>
              <a:buSzPts val="4667"/>
              <a:buFont typeface="Trebuchet MS"/>
              <a:buNone/>
              <a:defRPr sz="4667">
                <a:solidFill>
                  <a:schemeClr val="lt2"/>
                </a:solidFill>
                <a:latin typeface="Trebuchet MS"/>
                <a:ea typeface="Trebuchet MS"/>
                <a:cs typeface="Trebuchet MS"/>
                <a:sym typeface="Trebuchet MS"/>
              </a:defRPr>
            </a:lvl3pPr>
            <a:lvl4pPr marL="1828800" lvl="3" indent="-228600" algn="ctr">
              <a:spcBef>
                <a:spcPts val="1500"/>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4pPr>
            <a:lvl5pPr marL="2286000" lvl="4" indent="-228600" algn="ctr">
              <a:spcBef>
                <a:spcPts val="933"/>
              </a:spcBef>
              <a:spcAft>
                <a:spcPts val="0"/>
              </a:spcAft>
              <a:buClr>
                <a:schemeClr val="lt2"/>
              </a:buClr>
              <a:buSzPts val="4667"/>
              <a:buFont typeface="Trebuchet MS"/>
              <a:buNone/>
              <a:defRPr sz="4667">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1197935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75"/>
        <p:cNvGrpSpPr/>
        <p:nvPr/>
      </p:nvGrpSpPr>
      <p:grpSpPr>
        <a:xfrm>
          <a:off x="0" y="0"/>
          <a:ext cx="0" cy="0"/>
          <a:chOff x="0" y="0"/>
          <a:chExt cx="0" cy="0"/>
        </a:xfrm>
      </p:grpSpPr>
      <p:sp>
        <p:nvSpPr>
          <p:cNvPr id="376" name="Google Shape;376;p59"/>
          <p:cNvSpPr/>
          <p:nvPr/>
        </p:nvSpPr>
        <p:spPr>
          <a:xfrm>
            <a:off x="0" y="0"/>
            <a:ext cx="18288001"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1815941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DEMO Placeholder" type="titleOnly">
  <p:cSld name="DEMO Placeholder">
    <p:spTree>
      <p:nvGrpSpPr>
        <p:cNvPr id="1" name="Shape 377"/>
        <p:cNvGrpSpPr/>
        <p:nvPr/>
      </p:nvGrpSpPr>
      <p:grpSpPr>
        <a:xfrm>
          <a:off x="0" y="0"/>
          <a:ext cx="0" cy="0"/>
          <a:chOff x="0" y="0"/>
          <a:chExt cx="0" cy="0"/>
        </a:xfrm>
      </p:grpSpPr>
      <p:sp>
        <p:nvSpPr>
          <p:cNvPr id="378" name="Google Shape;378;p60"/>
          <p:cNvSpPr/>
          <p:nvPr/>
        </p:nvSpPr>
        <p:spPr>
          <a:xfrm>
            <a:off x="0" y="0"/>
            <a:ext cx="18288001"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79" name="Google Shape;379;p60"/>
          <p:cNvSpPr txBox="1">
            <a:spLocks noGrp="1"/>
          </p:cNvSpPr>
          <p:nvPr>
            <p:ph type="title"/>
          </p:nvPr>
        </p:nvSpPr>
        <p:spPr>
          <a:xfrm>
            <a:off x="830580" y="8615789"/>
            <a:ext cx="16626841" cy="89255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4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288504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80"/>
        <p:cNvGrpSpPr/>
        <p:nvPr/>
      </p:nvGrpSpPr>
      <p:grpSpPr>
        <a:xfrm>
          <a:off x="0" y="0"/>
          <a:ext cx="0" cy="0"/>
          <a:chOff x="0" y="0"/>
          <a:chExt cx="0" cy="0"/>
        </a:xfrm>
      </p:grpSpPr>
      <p:pic>
        <p:nvPicPr>
          <p:cNvPr id="381" name="Google Shape;381;p61" descr="A close up of an object&#10;&#10;Description automatically generated"/>
          <p:cNvPicPr preferRelativeResize="0"/>
          <p:nvPr/>
        </p:nvPicPr>
        <p:blipFill rotWithShape="1">
          <a:blip r:embed="rId2">
            <a:alphaModFix/>
          </a:blip>
          <a:srcRect l="21972" t="57574" r="35602"/>
          <a:stretch/>
        </p:blipFill>
        <p:spPr>
          <a:xfrm>
            <a:off x="0" y="0"/>
            <a:ext cx="18288000" cy="10287000"/>
          </a:xfrm>
          <a:prstGeom prst="rect">
            <a:avLst/>
          </a:prstGeom>
          <a:noFill/>
          <a:ln>
            <a:noFill/>
          </a:ln>
        </p:spPr>
      </p:pic>
    </p:spTree>
    <p:extLst>
      <p:ext uri="{BB962C8B-B14F-4D97-AF65-F5344CB8AC3E}">
        <p14:creationId xmlns:p14="http://schemas.microsoft.com/office/powerpoint/2010/main" val="449589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ubtitle, Bullets">
  <p:cSld name="Title, Subtitle, Bullets">
    <p:spTree>
      <p:nvGrpSpPr>
        <p:cNvPr id="1" name="Shape 382"/>
        <p:cNvGrpSpPr/>
        <p:nvPr/>
      </p:nvGrpSpPr>
      <p:grpSpPr>
        <a:xfrm>
          <a:off x="0" y="0"/>
          <a:ext cx="0" cy="0"/>
          <a:chOff x="0" y="0"/>
          <a:chExt cx="0" cy="0"/>
        </a:xfrm>
      </p:grpSpPr>
      <p:sp>
        <p:nvSpPr>
          <p:cNvPr id="383" name="Google Shape;383;p62"/>
          <p:cNvSpPr txBox="1">
            <a:spLocks noGrp="1"/>
          </p:cNvSpPr>
          <p:nvPr>
            <p:ph type="title"/>
          </p:nvPr>
        </p:nvSpPr>
        <p:spPr>
          <a:xfrm>
            <a:off x="1257300" y="0"/>
            <a:ext cx="15773400" cy="125730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4" name="Google Shape;384;p62"/>
          <p:cNvSpPr txBox="1">
            <a:spLocks noGrp="1"/>
          </p:cNvSpPr>
          <p:nvPr>
            <p:ph type="body" idx="1"/>
          </p:nvPr>
        </p:nvSpPr>
        <p:spPr>
          <a:xfrm>
            <a:off x="1257300" y="1243584"/>
            <a:ext cx="15773400" cy="704088"/>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0"/>
              </a:spcBef>
              <a:spcAft>
                <a:spcPts val="0"/>
              </a:spcAft>
              <a:buSzPts val="2200"/>
              <a:buFont typeface="Trebuchet MS"/>
              <a:buNone/>
              <a:defRPr sz="2200">
                <a:solidFill>
                  <a:schemeClr val="dk2"/>
                </a:solidFill>
                <a:latin typeface="Trebuchet MS"/>
                <a:ea typeface="Trebuchet MS"/>
                <a:cs typeface="Trebuchet MS"/>
                <a:sym typeface="Trebuchet MS"/>
              </a:defRPr>
            </a:lvl1pPr>
            <a:lvl2pPr marL="914400" lvl="1" indent="-228600" algn="ctr">
              <a:lnSpc>
                <a:spcPct val="90000"/>
              </a:lnSpc>
              <a:spcBef>
                <a:spcPts val="1500"/>
              </a:spcBef>
              <a:spcAft>
                <a:spcPts val="0"/>
              </a:spcAft>
              <a:buSzPts val="2200"/>
              <a:buFont typeface="Trebuchet MS"/>
              <a:buNone/>
              <a:defRPr sz="2200">
                <a:latin typeface="Trebuchet MS"/>
                <a:ea typeface="Trebuchet MS"/>
                <a:cs typeface="Trebuchet MS"/>
                <a:sym typeface="Trebuchet MS"/>
              </a:defRPr>
            </a:lvl2pPr>
            <a:lvl3pPr marL="1371600" lvl="2" indent="-228600" algn="ctr">
              <a:lnSpc>
                <a:spcPct val="90000"/>
              </a:lnSpc>
              <a:spcBef>
                <a:spcPts val="1500"/>
              </a:spcBef>
              <a:spcAft>
                <a:spcPts val="0"/>
              </a:spcAft>
              <a:buSzPts val="2200"/>
              <a:buFont typeface="Trebuchet MS"/>
              <a:buNone/>
              <a:defRPr sz="2200">
                <a:latin typeface="Trebuchet MS"/>
                <a:ea typeface="Trebuchet MS"/>
                <a:cs typeface="Trebuchet MS"/>
                <a:sym typeface="Trebuchet MS"/>
              </a:defRPr>
            </a:lvl3pPr>
            <a:lvl4pPr marL="1828800" lvl="3" indent="-228600" algn="ctr">
              <a:spcBef>
                <a:spcPts val="1500"/>
              </a:spcBef>
              <a:spcAft>
                <a:spcPts val="0"/>
              </a:spcAft>
              <a:buClr>
                <a:schemeClr val="dk2"/>
              </a:buClr>
              <a:buSzPts val="2200"/>
              <a:buFont typeface="Trebuchet MS"/>
              <a:buNone/>
              <a:defRPr sz="2200">
                <a:latin typeface="Trebuchet MS"/>
                <a:ea typeface="Trebuchet MS"/>
                <a:cs typeface="Trebuchet MS"/>
                <a:sym typeface="Trebuchet MS"/>
              </a:defRPr>
            </a:lvl4pPr>
            <a:lvl5pPr marL="2286000" lvl="4" indent="-228600" algn="ctr">
              <a:spcBef>
                <a:spcPts val="440"/>
              </a:spcBef>
              <a:spcAft>
                <a:spcPts val="0"/>
              </a:spcAft>
              <a:buClr>
                <a:schemeClr val="dk2"/>
              </a:buClr>
              <a:buSzPts val="2200"/>
              <a:buFont typeface="Trebuchet MS"/>
              <a:buNone/>
              <a:defRPr sz="2200">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85" name="Google Shape;385;p62"/>
          <p:cNvSpPr txBox="1">
            <a:spLocks noGrp="1"/>
          </p:cNvSpPr>
          <p:nvPr>
            <p:ph type="body" idx="2"/>
          </p:nvPr>
        </p:nvSpPr>
        <p:spPr>
          <a:xfrm>
            <a:off x="1257300" y="2423160"/>
            <a:ext cx="15773400" cy="6825996"/>
          </a:xfrm>
          <a:prstGeom prst="rect">
            <a:avLst/>
          </a:prstGeom>
          <a:noFill/>
          <a:ln>
            <a:noFill/>
          </a:ln>
        </p:spPr>
        <p:txBody>
          <a:bodyPr spcFirstLastPara="1" wrap="square" lIns="91425" tIns="45700" rIns="91425" bIns="45700" anchor="t" anchorCtr="0">
            <a:noAutofit/>
          </a:bodyPr>
          <a:lstStyle>
            <a:lvl1pPr marL="457200" lvl="0" indent="-355600" algn="l">
              <a:lnSpc>
                <a:spcPct val="90000"/>
              </a:lnSpc>
              <a:spcBef>
                <a:spcPts val="1500"/>
              </a:spcBef>
              <a:spcAft>
                <a:spcPts val="0"/>
              </a:spcAft>
              <a:buClr>
                <a:schemeClr val="lt2"/>
              </a:buClr>
              <a:buSzPts val="2000"/>
              <a:buFont typeface="Noto Sans Symbols"/>
              <a:buChar char="▪"/>
              <a:defRPr sz="2000">
                <a:solidFill>
                  <a:schemeClr val="dk2"/>
                </a:solidFill>
                <a:latin typeface="Trebuchet MS"/>
                <a:ea typeface="Trebuchet MS"/>
                <a:cs typeface="Trebuchet MS"/>
                <a:sym typeface="Trebuchet MS"/>
              </a:defRPr>
            </a:lvl1pPr>
            <a:lvl2pPr marL="914400" lvl="1" indent="-342900" algn="l">
              <a:lnSpc>
                <a:spcPct val="90000"/>
              </a:lnSpc>
              <a:spcBef>
                <a:spcPts val="1500"/>
              </a:spcBef>
              <a:spcAft>
                <a:spcPts val="0"/>
              </a:spcAft>
              <a:buClr>
                <a:schemeClr val="lt2"/>
              </a:buClr>
              <a:buSzPts val="1800"/>
              <a:buFont typeface="Noto Sans Symbols"/>
              <a:buChar char="▪"/>
              <a:defRPr sz="1800">
                <a:solidFill>
                  <a:schemeClr val="dk2"/>
                </a:solidFill>
                <a:latin typeface="Trebuchet MS"/>
                <a:ea typeface="Trebuchet MS"/>
                <a:cs typeface="Trebuchet MS"/>
                <a:sym typeface="Trebuchet MS"/>
              </a:defRPr>
            </a:lvl2pPr>
            <a:lvl3pPr marL="1371600" lvl="2" indent="-330200" algn="l">
              <a:lnSpc>
                <a:spcPct val="90000"/>
              </a:lnSpc>
              <a:spcBef>
                <a:spcPts val="1500"/>
              </a:spcBef>
              <a:spcAft>
                <a:spcPts val="0"/>
              </a:spcAft>
              <a:buClr>
                <a:schemeClr val="lt2"/>
              </a:buClr>
              <a:buSzPts val="1600"/>
              <a:buFont typeface="Noto Sans Symbols"/>
              <a:buChar char="▪"/>
              <a:defRPr sz="1600">
                <a:solidFill>
                  <a:schemeClr val="dk2"/>
                </a:solidFill>
                <a:latin typeface="Trebuchet MS"/>
                <a:ea typeface="Trebuchet MS"/>
                <a:cs typeface="Trebuchet MS"/>
                <a:sym typeface="Trebuchet MS"/>
              </a:defRPr>
            </a:lvl3pPr>
            <a:lvl4pPr marL="1828800" lvl="3" indent="-317500" algn="l">
              <a:spcBef>
                <a:spcPts val="1500"/>
              </a:spcBef>
              <a:spcAft>
                <a:spcPts val="0"/>
              </a:spcAft>
              <a:buClr>
                <a:schemeClr val="lt2"/>
              </a:buClr>
              <a:buSzPts val="1400"/>
              <a:buFont typeface="Noto Sans Symbols"/>
              <a:buChar char="▪"/>
              <a:defRPr sz="1400">
                <a:solidFill>
                  <a:schemeClr val="dk2"/>
                </a:solidFill>
                <a:latin typeface="Trebuchet MS"/>
                <a:ea typeface="Trebuchet MS"/>
                <a:cs typeface="Trebuchet MS"/>
                <a:sym typeface="Trebuchet MS"/>
              </a:defRPr>
            </a:lvl4pPr>
            <a:lvl5pPr marL="2286000" lvl="4" indent="-304800" algn="l">
              <a:spcBef>
                <a:spcPts val="240"/>
              </a:spcBef>
              <a:spcAft>
                <a:spcPts val="0"/>
              </a:spcAft>
              <a:buClr>
                <a:schemeClr val="lt2"/>
              </a:buClr>
              <a:buSzPts val="1200"/>
              <a:buFont typeface="Noto Sans Symbols"/>
              <a:buChar char="▪"/>
              <a:defRPr sz="1200">
                <a:solidFill>
                  <a:schemeClr val="dk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356221484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ULLET_ICON_Title, Subtitle, and Content">
  <p:cSld name="1_BULLET_ICON_Title, Subtitle, and Content">
    <p:spTree>
      <p:nvGrpSpPr>
        <p:cNvPr id="1" name="Shape 386"/>
        <p:cNvGrpSpPr/>
        <p:nvPr/>
      </p:nvGrpSpPr>
      <p:grpSpPr>
        <a:xfrm>
          <a:off x="0" y="0"/>
          <a:ext cx="0" cy="0"/>
          <a:chOff x="0" y="0"/>
          <a:chExt cx="0" cy="0"/>
        </a:xfrm>
      </p:grpSpPr>
      <p:sp>
        <p:nvSpPr>
          <p:cNvPr id="387" name="Google Shape;387;p63"/>
          <p:cNvSpPr txBox="1">
            <a:spLocks noGrp="1"/>
          </p:cNvSpPr>
          <p:nvPr>
            <p:ph type="title"/>
          </p:nvPr>
        </p:nvSpPr>
        <p:spPr>
          <a:xfrm>
            <a:off x="830580" y="868680"/>
            <a:ext cx="16627200" cy="985200"/>
          </a:xfrm>
          <a:prstGeom prst="rect">
            <a:avLst/>
          </a:prstGeom>
          <a:noFill/>
          <a:ln>
            <a:noFill/>
          </a:ln>
        </p:spPr>
        <p:txBody>
          <a:bodyPr spcFirstLastPara="1" wrap="square" lIns="76200" tIns="38075" rIns="76200" bIns="38075" anchor="b" anchorCtr="0">
            <a:noAutofit/>
          </a:bodyPr>
          <a:lstStyle>
            <a:lvl1pPr lvl="0" algn="ctr">
              <a:lnSpc>
                <a:spcPct val="90000"/>
              </a:lnSpc>
              <a:spcBef>
                <a:spcPts val="0"/>
              </a:spcBef>
              <a:spcAft>
                <a:spcPts val="0"/>
              </a:spcAft>
              <a:buClr>
                <a:schemeClr val="dk2"/>
              </a:buClr>
              <a:buSzPts val="1200"/>
              <a:buFont typeface="Trebuchet MS"/>
              <a:buNone/>
              <a:defRPr sz="4600">
                <a:solidFill>
                  <a:schemeClr val="dk2"/>
                </a:solidFill>
              </a:defRPr>
            </a:lvl1pPr>
            <a:lvl2pPr lvl="1" algn="l">
              <a:spcBef>
                <a:spcPts val="0"/>
              </a:spcBef>
              <a:spcAft>
                <a:spcPts val="0"/>
              </a:spcAft>
              <a:buClr>
                <a:srgbClr val="73B900"/>
              </a:buClr>
              <a:buSzPts val="1200"/>
              <a:buFont typeface="Arial"/>
              <a:buNone/>
              <a:defRPr/>
            </a:lvl2pPr>
            <a:lvl3pPr lvl="2" algn="l">
              <a:spcBef>
                <a:spcPts val="0"/>
              </a:spcBef>
              <a:spcAft>
                <a:spcPts val="0"/>
              </a:spcAft>
              <a:buClr>
                <a:srgbClr val="73B900"/>
              </a:buClr>
              <a:buSzPts val="1200"/>
              <a:buFont typeface="Arial"/>
              <a:buNone/>
              <a:defRPr/>
            </a:lvl3pPr>
            <a:lvl4pPr lvl="3" algn="l">
              <a:spcBef>
                <a:spcPts val="0"/>
              </a:spcBef>
              <a:spcAft>
                <a:spcPts val="0"/>
              </a:spcAft>
              <a:buClr>
                <a:srgbClr val="73B900"/>
              </a:buClr>
              <a:buSzPts val="1200"/>
              <a:buFont typeface="Arial"/>
              <a:buNone/>
              <a:defRPr/>
            </a:lvl4pPr>
            <a:lvl5pPr lvl="4" algn="l">
              <a:spcBef>
                <a:spcPts val="0"/>
              </a:spcBef>
              <a:spcAft>
                <a:spcPts val="0"/>
              </a:spcAft>
              <a:buClr>
                <a:srgbClr val="73B900"/>
              </a:buClr>
              <a:buSzPts val="1200"/>
              <a:buFont typeface="Arial"/>
              <a:buNone/>
              <a:defRPr/>
            </a:lvl5pPr>
            <a:lvl6pPr lvl="5" algn="l">
              <a:spcBef>
                <a:spcPts val="0"/>
              </a:spcBef>
              <a:spcAft>
                <a:spcPts val="0"/>
              </a:spcAft>
              <a:buClr>
                <a:srgbClr val="73B900"/>
              </a:buClr>
              <a:buSzPts val="1200"/>
              <a:buFont typeface="Arial"/>
              <a:buNone/>
              <a:defRPr/>
            </a:lvl6pPr>
            <a:lvl7pPr lvl="6" algn="l">
              <a:spcBef>
                <a:spcPts val="0"/>
              </a:spcBef>
              <a:spcAft>
                <a:spcPts val="0"/>
              </a:spcAft>
              <a:buClr>
                <a:srgbClr val="73B900"/>
              </a:buClr>
              <a:buSzPts val="1200"/>
              <a:buFont typeface="Arial"/>
              <a:buNone/>
              <a:defRPr/>
            </a:lvl7pPr>
            <a:lvl8pPr lvl="7" algn="l">
              <a:spcBef>
                <a:spcPts val="0"/>
              </a:spcBef>
              <a:spcAft>
                <a:spcPts val="0"/>
              </a:spcAft>
              <a:buClr>
                <a:srgbClr val="73B900"/>
              </a:buClr>
              <a:buSzPts val="1200"/>
              <a:buFont typeface="Arial"/>
              <a:buNone/>
              <a:defRPr/>
            </a:lvl8pPr>
            <a:lvl9pPr lvl="8" algn="l">
              <a:spcBef>
                <a:spcPts val="0"/>
              </a:spcBef>
              <a:spcAft>
                <a:spcPts val="0"/>
              </a:spcAft>
              <a:buClr>
                <a:srgbClr val="73B900"/>
              </a:buClr>
              <a:buSzPts val="1200"/>
              <a:buFont typeface="Arial"/>
              <a:buNone/>
              <a:defRPr/>
            </a:lvl9pPr>
          </a:lstStyle>
          <a:p>
            <a:endParaRPr/>
          </a:p>
        </p:txBody>
      </p:sp>
      <p:sp>
        <p:nvSpPr>
          <p:cNvPr id="388" name="Google Shape;388;p63"/>
          <p:cNvSpPr txBox="1">
            <a:spLocks noGrp="1"/>
          </p:cNvSpPr>
          <p:nvPr>
            <p:ph type="body" idx="1"/>
          </p:nvPr>
        </p:nvSpPr>
        <p:spPr>
          <a:xfrm>
            <a:off x="861250" y="3505058"/>
            <a:ext cx="16581000" cy="6198000"/>
          </a:xfrm>
          <a:prstGeom prst="rect">
            <a:avLst/>
          </a:prstGeom>
          <a:noFill/>
          <a:ln>
            <a:noFill/>
          </a:ln>
        </p:spPr>
        <p:txBody>
          <a:bodyPr spcFirstLastPara="1" wrap="square" lIns="76200" tIns="38075" rIns="76200" bIns="38075" anchor="t" anchorCtr="0">
            <a:noAutofit/>
          </a:bodyPr>
          <a:lstStyle>
            <a:lvl1pPr marL="457200" lvl="0" indent="-285750" algn="l">
              <a:lnSpc>
                <a:spcPct val="90000"/>
              </a:lnSpc>
              <a:spcBef>
                <a:spcPts val="1600"/>
              </a:spcBef>
              <a:spcAft>
                <a:spcPts val="0"/>
              </a:spcAft>
              <a:buClr>
                <a:schemeClr val="dk1"/>
              </a:buClr>
              <a:buSzPts val="900"/>
              <a:buFont typeface="Trebuchet MS"/>
              <a:buChar char="•"/>
              <a:defRPr sz="2400">
                <a:solidFill>
                  <a:schemeClr val="accent4"/>
                </a:solidFill>
              </a:defRPr>
            </a:lvl1pPr>
            <a:lvl2pPr marL="914400" lvl="1" indent="-279400" algn="l">
              <a:lnSpc>
                <a:spcPct val="90000"/>
              </a:lnSpc>
              <a:spcBef>
                <a:spcPts val="1600"/>
              </a:spcBef>
              <a:spcAft>
                <a:spcPts val="0"/>
              </a:spcAft>
              <a:buClr>
                <a:schemeClr val="dk1"/>
              </a:buClr>
              <a:buSzPts val="800"/>
              <a:buFont typeface="Trebuchet MS"/>
              <a:buChar char="•"/>
              <a:defRPr sz="2000">
                <a:solidFill>
                  <a:schemeClr val="accent4"/>
                </a:solidFill>
              </a:defRPr>
            </a:lvl2pPr>
            <a:lvl3pPr marL="1371600" lvl="2" indent="-273050" algn="l">
              <a:lnSpc>
                <a:spcPct val="90000"/>
              </a:lnSpc>
              <a:spcBef>
                <a:spcPts val="1600"/>
              </a:spcBef>
              <a:spcAft>
                <a:spcPts val="0"/>
              </a:spcAft>
              <a:buClr>
                <a:schemeClr val="dk1"/>
              </a:buClr>
              <a:buSzPts val="700"/>
              <a:buFont typeface="Trebuchet MS"/>
              <a:buChar char="•"/>
              <a:defRPr sz="1800">
                <a:solidFill>
                  <a:schemeClr val="accent4"/>
                </a:solidFill>
              </a:defRPr>
            </a:lvl3pPr>
            <a:lvl4pPr marL="1828800" lvl="3" indent="-266700" algn="l">
              <a:spcBef>
                <a:spcPts val="1600"/>
              </a:spcBef>
              <a:spcAft>
                <a:spcPts val="0"/>
              </a:spcAft>
              <a:buClr>
                <a:schemeClr val="dk1"/>
              </a:buClr>
              <a:buSzPts val="600"/>
              <a:buFont typeface="Trebuchet MS"/>
              <a:buChar char="•"/>
              <a:defRPr sz="1600">
                <a:solidFill>
                  <a:schemeClr val="accent4"/>
                </a:solidFill>
                <a:latin typeface="Trebuchet MS"/>
                <a:ea typeface="Trebuchet MS"/>
                <a:cs typeface="Trebuchet MS"/>
                <a:sym typeface="Trebuchet MS"/>
              </a:defRPr>
            </a:lvl4pPr>
            <a:lvl5pPr marL="2286000" lvl="4" indent="-336550" algn="l">
              <a:spcBef>
                <a:spcPts val="600"/>
              </a:spcBef>
              <a:spcAft>
                <a:spcPts val="0"/>
              </a:spcAft>
              <a:buClr>
                <a:schemeClr val="dk1"/>
              </a:buClr>
              <a:buSzPts val="1700"/>
              <a:buFont typeface="Noto Sans Symbols"/>
              <a:buChar char="▪"/>
              <a:defRPr>
                <a:solidFill>
                  <a:schemeClr val="lt1"/>
                </a:solidFill>
              </a:defRPr>
            </a:lvl5pPr>
            <a:lvl6pPr marL="2743200" lvl="5" indent="-323850" algn="l">
              <a:spcBef>
                <a:spcPts val="600"/>
              </a:spcBef>
              <a:spcAft>
                <a:spcPts val="0"/>
              </a:spcAft>
              <a:buClr>
                <a:schemeClr val="dk2"/>
              </a:buClr>
              <a:buSzPts val="1500"/>
              <a:buFont typeface="Trebuchet MS"/>
              <a:buChar char="»"/>
              <a:defRPr/>
            </a:lvl6pPr>
            <a:lvl7pPr marL="3200400" lvl="6" indent="-323850" algn="l">
              <a:spcBef>
                <a:spcPts val="600"/>
              </a:spcBef>
              <a:spcAft>
                <a:spcPts val="0"/>
              </a:spcAft>
              <a:buClr>
                <a:schemeClr val="dk2"/>
              </a:buClr>
              <a:buSzPts val="1500"/>
              <a:buFont typeface="Trebuchet MS"/>
              <a:buChar char="»"/>
              <a:defRPr/>
            </a:lvl7pPr>
            <a:lvl8pPr marL="3657600" lvl="7" indent="-323850" algn="l">
              <a:spcBef>
                <a:spcPts val="600"/>
              </a:spcBef>
              <a:spcAft>
                <a:spcPts val="0"/>
              </a:spcAft>
              <a:buClr>
                <a:schemeClr val="dk2"/>
              </a:buClr>
              <a:buSzPts val="1500"/>
              <a:buFont typeface="Trebuchet MS"/>
              <a:buChar char="»"/>
              <a:defRPr/>
            </a:lvl8pPr>
            <a:lvl9pPr marL="4114800" lvl="8" indent="-323850" algn="l">
              <a:spcBef>
                <a:spcPts val="600"/>
              </a:spcBef>
              <a:spcAft>
                <a:spcPts val="0"/>
              </a:spcAft>
              <a:buClr>
                <a:schemeClr val="dk2"/>
              </a:buClr>
              <a:buSzPts val="1500"/>
              <a:buFont typeface="Trebuchet MS"/>
              <a:buChar char="»"/>
              <a:defRPr/>
            </a:lvl9pPr>
          </a:lstStyle>
          <a:p>
            <a:endParaRPr/>
          </a:p>
        </p:txBody>
      </p:sp>
      <p:sp>
        <p:nvSpPr>
          <p:cNvPr id="389" name="Google Shape;389;p63"/>
          <p:cNvSpPr txBox="1">
            <a:spLocks noGrp="1"/>
          </p:cNvSpPr>
          <p:nvPr>
            <p:ph type="body" idx="2"/>
          </p:nvPr>
        </p:nvSpPr>
        <p:spPr>
          <a:xfrm>
            <a:off x="830580" y="1813560"/>
            <a:ext cx="16627200" cy="876000"/>
          </a:xfrm>
          <a:prstGeom prst="rect">
            <a:avLst/>
          </a:prstGeom>
          <a:noFill/>
          <a:ln>
            <a:noFill/>
          </a:ln>
        </p:spPr>
        <p:txBody>
          <a:bodyPr spcFirstLastPara="1" wrap="square" lIns="76200" tIns="38075" rIns="76200" bIns="38075" anchor="t" anchorCtr="0">
            <a:noAutofit/>
          </a:bodyPr>
          <a:lstStyle>
            <a:lvl1pPr marL="457200" lvl="0" indent="-228600" algn="ctr">
              <a:lnSpc>
                <a:spcPct val="90000"/>
              </a:lnSpc>
              <a:spcBef>
                <a:spcPts val="1600"/>
              </a:spcBef>
              <a:spcAft>
                <a:spcPts val="0"/>
              </a:spcAft>
              <a:buSzPts val="1500"/>
              <a:buFont typeface="Trebuchet MS"/>
              <a:buNone/>
              <a:defRPr sz="3000" b="0">
                <a:solidFill>
                  <a:schemeClr val="lt2"/>
                </a:solidFill>
                <a:latin typeface="Trebuchet MS"/>
                <a:ea typeface="Trebuchet MS"/>
                <a:cs typeface="Trebuchet MS"/>
                <a:sym typeface="Trebuchet MS"/>
              </a:defRPr>
            </a:lvl1pPr>
            <a:lvl2pPr marL="914400" lvl="1" indent="-228600" algn="ctr">
              <a:lnSpc>
                <a:spcPct val="90000"/>
              </a:lnSpc>
              <a:spcBef>
                <a:spcPts val="1600"/>
              </a:spcBef>
              <a:spcAft>
                <a:spcPts val="0"/>
              </a:spcAft>
              <a:buSzPts val="2300"/>
              <a:buFont typeface="Trebuchet MS"/>
              <a:buNone/>
              <a:defRPr sz="4600">
                <a:solidFill>
                  <a:schemeClr val="lt2"/>
                </a:solidFill>
                <a:latin typeface="Trebuchet MS"/>
                <a:ea typeface="Trebuchet MS"/>
                <a:cs typeface="Trebuchet MS"/>
                <a:sym typeface="Trebuchet MS"/>
              </a:defRPr>
            </a:lvl2pPr>
            <a:lvl3pPr marL="1371600" lvl="2" indent="-228600" algn="ctr">
              <a:lnSpc>
                <a:spcPct val="90000"/>
              </a:lnSpc>
              <a:spcBef>
                <a:spcPts val="1600"/>
              </a:spcBef>
              <a:spcAft>
                <a:spcPts val="0"/>
              </a:spcAft>
              <a:buSzPts val="2300"/>
              <a:buFont typeface="Trebuchet MS"/>
              <a:buNone/>
              <a:defRPr sz="4600">
                <a:solidFill>
                  <a:schemeClr val="lt2"/>
                </a:solidFill>
                <a:latin typeface="Trebuchet MS"/>
                <a:ea typeface="Trebuchet MS"/>
                <a:cs typeface="Trebuchet MS"/>
                <a:sym typeface="Trebuchet MS"/>
              </a:defRPr>
            </a:lvl3pPr>
            <a:lvl4pPr marL="1828800" lvl="3" indent="-228600" algn="ctr">
              <a:spcBef>
                <a:spcPts val="1600"/>
              </a:spcBef>
              <a:spcAft>
                <a:spcPts val="0"/>
              </a:spcAft>
              <a:buClr>
                <a:schemeClr val="lt2"/>
              </a:buClr>
              <a:buSzPts val="2300"/>
              <a:buFont typeface="Trebuchet MS"/>
              <a:buNone/>
              <a:defRPr sz="4600">
                <a:solidFill>
                  <a:schemeClr val="lt2"/>
                </a:solidFill>
                <a:latin typeface="Trebuchet MS"/>
                <a:ea typeface="Trebuchet MS"/>
                <a:cs typeface="Trebuchet MS"/>
                <a:sym typeface="Trebuchet MS"/>
              </a:defRPr>
            </a:lvl4pPr>
            <a:lvl5pPr marL="2286000" lvl="4" indent="-228600" algn="ctr">
              <a:spcBef>
                <a:spcPts val="1000"/>
              </a:spcBef>
              <a:spcAft>
                <a:spcPts val="0"/>
              </a:spcAft>
              <a:buClr>
                <a:schemeClr val="lt2"/>
              </a:buClr>
              <a:buSzPts val="2300"/>
              <a:buFont typeface="Trebuchet MS"/>
              <a:buNone/>
              <a:defRPr sz="4600">
                <a:solidFill>
                  <a:schemeClr val="lt2"/>
                </a:solidFill>
                <a:latin typeface="Trebuchet MS"/>
                <a:ea typeface="Trebuchet MS"/>
                <a:cs typeface="Trebuchet MS"/>
                <a:sym typeface="Trebuchet MS"/>
              </a:defRPr>
            </a:lvl5pPr>
            <a:lvl6pPr marL="2743200" lvl="5" indent="-323850" algn="l">
              <a:spcBef>
                <a:spcPts val="600"/>
              </a:spcBef>
              <a:spcAft>
                <a:spcPts val="0"/>
              </a:spcAft>
              <a:buClr>
                <a:schemeClr val="dk2"/>
              </a:buClr>
              <a:buSzPts val="1500"/>
              <a:buFont typeface="Trebuchet MS"/>
              <a:buChar char="»"/>
              <a:defRPr/>
            </a:lvl6pPr>
            <a:lvl7pPr marL="3200400" lvl="6" indent="-323850" algn="l">
              <a:spcBef>
                <a:spcPts val="600"/>
              </a:spcBef>
              <a:spcAft>
                <a:spcPts val="0"/>
              </a:spcAft>
              <a:buClr>
                <a:schemeClr val="dk2"/>
              </a:buClr>
              <a:buSzPts val="1500"/>
              <a:buFont typeface="Trebuchet MS"/>
              <a:buChar char="»"/>
              <a:defRPr/>
            </a:lvl7pPr>
            <a:lvl8pPr marL="3657600" lvl="7" indent="-323850" algn="l">
              <a:spcBef>
                <a:spcPts val="600"/>
              </a:spcBef>
              <a:spcAft>
                <a:spcPts val="0"/>
              </a:spcAft>
              <a:buClr>
                <a:schemeClr val="dk2"/>
              </a:buClr>
              <a:buSzPts val="1500"/>
              <a:buFont typeface="Trebuchet MS"/>
              <a:buChar char="»"/>
              <a:defRPr/>
            </a:lvl8pPr>
            <a:lvl9pPr marL="4114800" lvl="8" indent="-323850" algn="l">
              <a:spcBef>
                <a:spcPts val="600"/>
              </a:spcBef>
              <a:spcAft>
                <a:spcPts val="0"/>
              </a:spcAft>
              <a:buClr>
                <a:schemeClr val="dk2"/>
              </a:buClr>
              <a:buSzPts val="1500"/>
              <a:buFont typeface="Trebuchet MS"/>
              <a:buChar char="»"/>
              <a:defRPr/>
            </a:lvl9pPr>
          </a:lstStyle>
          <a:p>
            <a:endParaRPr/>
          </a:p>
        </p:txBody>
      </p:sp>
    </p:spTree>
    <p:extLst>
      <p:ext uri="{BB962C8B-B14F-4D97-AF65-F5344CB8AC3E}">
        <p14:creationId xmlns:p14="http://schemas.microsoft.com/office/powerpoint/2010/main" val="186704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2"/>
        <p:cNvGrpSpPr/>
        <p:nvPr/>
      </p:nvGrpSpPr>
      <p:grpSpPr>
        <a:xfrm>
          <a:off x="0" y="0"/>
          <a:ext cx="0" cy="0"/>
          <a:chOff x="0" y="0"/>
          <a:chExt cx="0" cy="0"/>
        </a:xfrm>
      </p:grpSpPr>
      <p:pic>
        <p:nvPicPr>
          <p:cNvPr id="23" name="Google Shape;23;p93" descr="A close up of a logo  Description automatically generated"/>
          <p:cNvPicPr preferRelativeResize="0"/>
          <p:nvPr/>
        </p:nvPicPr>
        <p:blipFill rotWithShape="1">
          <a:blip r:embed="rId2">
            <a:alphaModFix/>
          </a:blip>
          <a:srcRect/>
          <a:stretch/>
        </p:blipFill>
        <p:spPr>
          <a:xfrm>
            <a:off x="0" y="0"/>
            <a:ext cx="18288001" cy="10287000"/>
          </a:xfrm>
          <a:prstGeom prst="rect">
            <a:avLst/>
          </a:prstGeom>
          <a:noFill/>
          <a:ln>
            <a:noFill/>
          </a:ln>
        </p:spPr>
      </p:pic>
    </p:spTree>
    <p:extLst>
      <p:ext uri="{BB962C8B-B14F-4D97-AF65-F5344CB8AC3E}">
        <p14:creationId xmlns:p14="http://schemas.microsoft.com/office/powerpoint/2010/main" val="2045409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21" Type="http://schemas.openxmlformats.org/officeDocument/2006/relationships/theme" Target="../theme/theme2.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image" Target="../media/image9.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image" Target="../media/image15.png"/><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theme" Target="../theme/theme3.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91"/>
          <p:cNvSpPr txBox="1">
            <a:spLocks noGrp="1"/>
          </p:cNvSpPr>
          <p:nvPr>
            <p:ph type="title"/>
          </p:nvPr>
        </p:nvSpPr>
        <p:spPr>
          <a:xfrm>
            <a:off x="832906" y="868681"/>
            <a:ext cx="16622191" cy="984885"/>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6000" b="0"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5333"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5333"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5333"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5333"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5333"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5333"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5333"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5333" b="1" i="0" u="none" strike="noStrike" cap="none">
                <a:solidFill>
                  <a:srgbClr val="73B900"/>
                </a:solidFill>
                <a:latin typeface="Arial"/>
                <a:ea typeface="Arial"/>
                <a:cs typeface="Arial"/>
                <a:sym typeface="Arial"/>
              </a:defRPr>
            </a:lvl9pPr>
          </a:lstStyle>
          <a:p>
            <a:endParaRPr/>
          </a:p>
        </p:txBody>
      </p:sp>
      <p:sp>
        <p:nvSpPr>
          <p:cNvPr id="13" name="Google Shape;13;p91"/>
          <p:cNvSpPr txBox="1">
            <a:spLocks noGrp="1"/>
          </p:cNvSpPr>
          <p:nvPr>
            <p:ph type="body" idx="1"/>
          </p:nvPr>
        </p:nvSpPr>
        <p:spPr>
          <a:xfrm>
            <a:off x="862337" y="3337280"/>
            <a:ext cx="16581552" cy="62237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500"/>
              </a:spcBef>
              <a:spcAft>
                <a:spcPts val="0"/>
              </a:spcAft>
              <a:buClr>
                <a:schemeClr val="dk1"/>
              </a:buClr>
              <a:buSzPts val="2400"/>
              <a:buFont typeface="Trebuchet MS"/>
              <a:buNone/>
              <a:defRPr sz="2400" b="0" i="0" u="none" strike="noStrike" cap="none">
                <a:solidFill>
                  <a:schemeClr val="accent4"/>
                </a:solidFill>
                <a:latin typeface="Trebuchet MS"/>
                <a:ea typeface="Trebuchet MS"/>
                <a:cs typeface="Trebuchet MS"/>
                <a:sym typeface="Trebuchet MS"/>
              </a:defRPr>
            </a:lvl1pPr>
            <a:lvl2pPr marL="914400" marR="0" lvl="1" indent="-228600" algn="l" rtl="0">
              <a:lnSpc>
                <a:spcPct val="90000"/>
              </a:lnSpc>
              <a:spcBef>
                <a:spcPts val="1500"/>
              </a:spcBef>
              <a:spcAft>
                <a:spcPts val="0"/>
              </a:spcAft>
              <a:buClr>
                <a:schemeClr val="dk1"/>
              </a:buClr>
              <a:buSzPts val="2000"/>
              <a:buFont typeface="Trebuchet MS"/>
              <a:buNone/>
              <a:defRPr sz="2000" b="0" i="0" u="none" strike="noStrike" cap="none">
                <a:solidFill>
                  <a:schemeClr val="accent4"/>
                </a:solidFill>
                <a:latin typeface="Trebuchet MS"/>
                <a:ea typeface="Trebuchet MS"/>
                <a:cs typeface="Trebuchet MS"/>
                <a:sym typeface="Trebuchet MS"/>
              </a:defRPr>
            </a:lvl2pPr>
            <a:lvl3pPr marL="1371600" marR="0" lvl="2" indent="-228600" algn="l" rtl="0">
              <a:lnSpc>
                <a:spcPct val="90000"/>
              </a:lnSpc>
              <a:spcBef>
                <a:spcPts val="1500"/>
              </a:spcBef>
              <a:spcAft>
                <a:spcPts val="0"/>
              </a:spcAft>
              <a:buClr>
                <a:schemeClr val="dk1"/>
              </a:buClr>
              <a:buSzPts val="1833"/>
              <a:buFont typeface="Trebuchet MS"/>
              <a:buNone/>
              <a:defRPr sz="1833" b="0" i="0" u="none" strike="noStrike" cap="none">
                <a:solidFill>
                  <a:schemeClr val="accent4"/>
                </a:solidFill>
                <a:latin typeface="Trebuchet MS"/>
                <a:ea typeface="Trebuchet MS"/>
                <a:cs typeface="Trebuchet MS"/>
                <a:sym typeface="Trebuchet MS"/>
              </a:defRPr>
            </a:lvl3pPr>
            <a:lvl4pPr marL="1828800" marR="0" lvl="3" indent="-440245" algn="l" rtl="0">
              <a:spcBef>
                <a:spcPts val="1500"/>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4pPr>
            <a:lvl5pPr marL="2286000" marR="0" lvl="4"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5pPr>
            <a:lvl6pPr marL="2743200" marR="0" lvl="5"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6pPr>
            <a:lvl7pPr marL="3200400" marR="0" lvl="6"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7pPr>
            <a:lvl8pPr marL="3657600" marR="0" lvl="7"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8pPr>
            <a:lvl9pPr marL="4114800" marR="0" lvl="8"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9pPr>
          </a:lstStyle>
          <a:p>
            <a:endParaRPr/>
          </a:p>
        </p:txBody>
      </p:sp>
      <p:sp>
        <p:nvSpPr>
          <p:cNvPr id="14" name="Google Shape;14;p91"/>
          <p:cNvSpPr txBox="1"/>
          <p:nvPr/>
        </p:nvSpPr>
        <p:spPr>
          <a:xfrm>
            <a:off x="16248609" y="9792797"/>
            <a:ext cx="535045" cy="184666"/>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1200" cap="none">
                <a:solidFill>
                  <a:schemeClr val="accent5"/>
                </a:solidFill>
                <a:latin typeface="Trebuchet MS"/>
                <a:ea typeface="Trebuchet MS"/>
                <a:cs typeface="Trebuchet MS"/>
                <a:sym typeface="Trebuchet MS"/>
              </a:rPr>
              <a:t>‹#›</a:t>
            </a:fld>
            <a:r>
              <a:rPr lang="en-US" sz="1200" cap="none">
                <a:solidFill>
                  <a:schemeClr val="accent5"/>
                </a:solidFill>
                <a:latin typeface="Trebuchet MS"/>
                <a:ea typeface="Trebuchet MS"/>
                <a:cs typeface="Trebuchet MS"/>
                <a:sym typeface="Trebuchet MS"/>
              </a:rPr>
              <a:t> </a:t>
            </a:r>
            <a:endParaRPr sz="1200" cap="none">
              <a:solidFill>
                <a:schemeClr val="accent5"/>
              </a:solidFill>
              <a:latin typeface="Trebuchet MS"/>
              <a:ea typeface="Trebuchet MS"/>
              <a:cs typeface="Trebuchet MS"/>
              <a:sym typeface="Trebuchet MS"/>
            </a:endParaRPr>
          </a:p>
        </p:txBody>
      </p:sp>
      <p:pic>
        <p:nvPicPr>
          <p:cNvPr id="15" name="Google Shape;15;p91"/>
          <p:cNvPicPr preferRelativeResize="0"/>
          <p:nvPr/>
        </p:nvPicPr>
        <p:blipFill rotWithShape="1">
          <a:blip r:embed="rId18">
            <a:alphaModFix/>
          </a:blip>
          <a:srcRect/>
          <a:stretch/>
        </p:blipFill>
        <p:spPr>
          <a:xfrm>
            <a:off x="16820891" y="9722868"/>
            <a:ext cx="1084725" cy="38540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5" r:id="rId4"/>
    <p:sldLayoutId id="2147483656"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32906" y="868681"/>
            <a:ext cx="16622192" cy="984885"/>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Click to edit Master title style</a:t>
            </a:r>
          </a:p>
        </p:txBody>
      </p:sp>
      <p:sp>
        <p:nvSpPr>
          <p:cNvPr id="1027" name="Rectangle 3"/>
          <p:cNvSpPr>
            <a:spLocks noGrp="1" noChangeArrowheads="1"/>
          </p:cNvSpPr>
          <p:nvPr>
            <p:ph type="body" idx="1"/>
          </p:nvPr>
        </p:nvSpPr>
        <p:spPr bwMode="auto">
          <a:xfrm>
            <a:off x="862337" y="3337280"/>
            <a:ext cx="16581552" cy="62237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p:txBody>
      </p:sp>
      <p:sp>
        <p:nvSpPr>
          <p:cNvPr id="4" name="TextBox 3"/>
          <p:cNvSpPr txBox="1"/>
          <p:nvPr userDrawn="1"/>
        </p:nvSpPr>
        <p:spPr>
          <a:xfrm>
            <a:off x="16248609" y="9792797"/>
            <a:ext cx="535045" cy="184666"/>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1200" kern="1200" smtClean="0">
                <a:solidFill>
                  <a:schemeClr val="accent5"/>
                </a:solidFill>
                <a:latin typeface="Trebuchet MS" panose="020B0603020202020204" pitchFamily="34" charset="0"/>
                <a:ea typeface="MS PGothic" pitchFamily="34" charset="-128"/>
                <a:cs typeface="+mn-cs"/>
              </a:rPr>
              <a:pPr algn="r"/>
              <a:t>‹#›</a:t>
            </a:fld>
            <a:r>
              <a:rPr lang="en-US" sz="1200" cap="none" baseline="0">
                <a:solidFill>
                  <a:schemeClr val="accent5"/>
                </a:solidFill>
                <a:latin typeface="Trebuchet MS" panose="020B0603020202020204" pitchFamily="34" charset="0"/>
              </a:rPr>
              <a:t> </a:t>
            </a:r>
            <a:endParaRPr lang="en-US" sz="1200" cap="none">
              <a:solidFill>
                <a:schemeClr val="accent5"/>
              </a:solidFill>
              <a:latin typeface="Trebuchet MS" panose="020B0603020202020204" pitchFamily="34" charset="0"/>
            </a:endParaRPr>
          </a:p>
        </p:txBody>
      </p:sp>
      <p:pic>
        <p:nvPicPr>
          <p:cNvPr id="2" name="Picture 1">
            <a:extLst>
              <a:ext uri="{FF2B5EF4-FFF2-40B4-BE49-F238E27FC236}">
                <a16:creationId xmlns:a16="http://schemas.microsoft.com/office/drawing/2014/main" id="{4C6B28A0-D6BC-4D91-97D2-645242F18027}"/>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16820890" y="9722868"/>
            <a:ext cx="1084725" cy="385407"/>
          </a:xfrm>
          <a:prstGeom prst="rect">
            <a:avLst/>
          </a:prstGeom>
        </p:spPr>
      </p:pic>
    </p:spTree>
    <p:extLst>
      <p:ext uri="{BB962C8B-B14F-4D97-AF65-F5344CB8AC3E}">
        <p14:creationId xmlns:p14="http://schemas.microsoft.com/office/powerpoint/2010/main" val="3557171752"/>
      </p:ext>
    </p:extLst>
  </p:cSld>
  <p:clrMap bg1="dk2" tx1="lt1" bg2="dk1"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eaLnBrk="1" fontAlgn="base" hangingPunct="1">
        <a:lnSpc>
          <a:spcPct val="90000"/>
        </a:lnSpc>
        <a:spcBef>
          <a:spcPct val="0"/>
        </a:spcBef>
        <a:spcAft>
          <a:spcPct val="0"/>
        </a:spcAft>
        <a:defRPr sz="6000" b="0"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5333" b="1">
          <a:solidFill>
            <a:srgbClr val="73B900"/>
          </a:solidFill>
          <a:latin typeface="Arial" charset="0"/>
        </a:defRPr>
      </a:lvl2pPr>
      <a:lvl3pPr algn="l" rtl="0" eaLnBrk="1" fontAlgn="base" hangingPunct="1">
        <a:spcBef>
          <a:spcPct val="0"/>
        </a:spcBef>
        <a:spcAft>
          <a:spcPct val="0"/>
        </a:spcAft>
        <a:defRPr sz="5333" b="1">
          <a:solidFill>
            <a:srgbClr val="73B900"/>
          </a:solidFill>
          <a:latin typeface="Arial" charset="0"/>
        </a:defRPr>
      </a:lvl3pPr>
      <a:lvl4pPr algn="l" rtl="0" eaLnBrk="1" fontAlgn="base" hangingPunct="1">
        <a:spcBef>
          <a:spcPct val="0"/>
        </a:spcBef>
        <a:spcAft>
          <a:spcPct val="0"/>
        </a:spcAft>
        <a:defRPr sz="5333" b="1">
          <a:solidFill>
            <a:srgbClr val="73B900"/>
          </a:solidFill>
          <a:latin typeface="Arial" charset="0"/>
        </a:defRPr>
      </a:lvl4pPr>
      <a:lvl5pPr algn="l" rtl="0" eaLnBrk="1" fontAlgn="base" hangingPunct="1">
        <a:spcBef>
          <a:spcPct val="0"/>
        </a:spcBef>
        <a:spcAft>
          <a:spcPct val="0"/>
        </a:spcAft>
        <a:defRPr sz="5333" b="1">
          <a:solidFill>
            <a:srgbClr val="73B900"/>
          </a:solidFill>
          <a:latin typeface="Arial" charset="0"/>
        </a:defRPr>
      </a:lvl5pPr>
      <a:lvl6pPr marL="762015" algn="l" rtl="0" eaLnBrk="1" fontAlgn="base" hangingPunct="1">
        <a:spcBef>
          <a:spcPct val="0"/>
        </a:spcBef>
        <a:spcAft>
          <a:spcPct val="0"/>
        </a:spcAft>
        <a:defRPr sz="5333" b="1">
          <a:solidFill>
            <a:srgbClr val="73B900"/>
          </a:solidFill>
          <a:latin typeface="Arial" charset="0"/>
        </a:defRPr>
      </a:lvl6pPr>
      <a:lvl7pPr marL="1524030" algn="l" rtl="0" eaLnBrk="1" fontAlgn="base" hangingPunct="1">
        <a:spcBef>
          <a:spcPct val="0"/>
        </a:spcBef>
        <a:spcAft>
          <a:spcPct val="0"/>
        </a:spcAft>
        <a:defRPr sz="5333" b="1">
          <a:solidFill>
            <a:srgbClr val="73B900"/>
          </a:solidFill>
          <a:latin typeface="Arial" charset="0"/>
        </a:defRPr>
      </a:lvl7pPr>
      <a:lvl8pPr marL="2286046" algn="l" rtl="0" eaLnBrk="1" fontAlgn="base" hangingPunct="1">
        <a:spcBef>
          <a:spcPct val="0"/>
        </a:spcBef>
        <a:spcAft>
          <a:spcPct val="0"/>
        </a:spcAft>
        <a:defRPr sz="5333" b="1">
          <a:solidFill>
            <a:srgbClr val="73B900"/>
          </a:solidFill>
          <a:latin typeface="Arial" charset="0"/>
        </a:defRPr>
      </a:lvl8pPr>
      <a:lvl9pPr marL="3048061" algn="l" rtl="0" eaLnBrk="1" fontAlgn="base" hangingPunct="1">
        <a:spcBef>
          <a:spcPct val="0"/>
        </a:spcBef>
        <a:spcAft>
          <a:spcPct val="0"/>
        </a:spcAft>
        <a:defRPr sz="5333" b="1">
          <a:solidFill>
            <a:srgbClr val="73B900"/>
          </a:solidFill>
          <a:latin typeface="Arial" charset="0"/>
        </a:defRPr>
      </a:lvl9pPr>
    </p:titleStyle>
    <p:bodyStyle>
      <a:lvl1pPr marL="0" indent="0" algn="l" rtl="0" eaLnBrk="1" fontAlgn="base" hangingPunct="1">
        <a:lnSpc>
          <a:spcPct val="90000"/>
        </a:lnSpc>
        <a:spcBef>
          <a:spcPts val="1500"/>
        </a:spcBef>
        <a:spcAft>
          <a:spcPts val="1500"/>
        </a:spcAft>
        <a:buClr>
          <a:schemeClr val="bg2"/>
        </a:buClr>
        <a:buSzPct val="100000"/>
        <a:buFontTx/>
        <a:buNone/>
        <a:defRPr sz="2400" b="0">
          <a:solidFill>
            <a:schemeClr val="accent4"/>
          </a:solidFill>
          <a:latin typeface="Trebuchet MS" pitchFamily="34" charset="0"/>
          <a:ea typeface="+mn-ea"/>
          <a:cs typeface="+mn-cs"/>
        </a:defRPr>
      </a:lvl1pPr>
      <a:lvl2pPr marL="952519" indent="0" algn="l" rtl="0" eaLnBrk="1" fontAlgn="base" hangingPunct="1">
        <a:lnSpc>
          <a:spcPct val="90000"/>
        </a:lnSpc>
        <a:spcBef>
          <a:spcPts val="1500"/>
        </a:spcBef>
        <a:spcAft>
          <a:spcPts val="1500"/>
        </a:spcAft>
        <a:buClr>
          <a:schemeClr val="bg2"/>
        </a:buClr>
        <a:buSzPct val="100000"/>
        <a:buFontTx/>
        <a:buNone/>
        <a:defRPr sz="2000" b="0">
          <a:solidFill>
            <a:schemeClr val="accent4"/>
          </a:solidFill>
          <a:latin typeface="Trebuchet MS" pitchFamily="34" charset="0"/>
        </a:defRPr>
      </a:lvl2pPr>
      <a:lvl3pPr marL="1815078" indent="0" algn="l" rtl="0" eaLnBrk="1" fontAlgn="base" hangingPunct="1">
        <a:lnSpc>
          <a:spcPct val="90000"/>
        </a:lnSpc>
        <a:spcBef>
          <a:spcPts val="1500"/>
        </a:spcBef>
        <a:spcAft>
          <a:spcPts val="1500"/>
        </a:spcAft>
        <a:buClr>
          <a:schemeClr val="bg2"/>
        </a:buClr>
        <a:buSzPct val="100000"/>
        <a:buFontTx/>
        <a:buNone/>
        <a:defRPr sz="1833" b="0">
          <a:solidFill>
            <a:schemeClr val="accent4"/>
          </a:solidFill>
          <a:latin typeface="Trebuchet MS" pitchFamily="34" charset="0"/>
        </a:defRPr>
      </a:lvl3pPr>
      <a:lvl4pPr marL="2958101" indent="-381008" algn="l" rtl="0" eaLnBrk="1" fontAlgn="base" hangingPunct="1">
        <a:spcBef>
          <a:spcPct val="20000"/>
        </a:spcBef>
        <a:spcAft>
          <a:spcPct val="0"/>
        </a:spcAft>
        <a:buChar char="–"/>
        <a:defRPr sz="3333">
          <a:solidFill>
            <a:schemeClr val="bg1"/>
          </a:solidFill>
          <a:latin typeface="+mn-lt"/>
        </a:defRPr>
      </a:lvl4pPr>
      <a:lvl5pPr marL="3529612" indent="-381008" algn="l" rtl="0" eaLnBrk="1" fontAlgn="base" hangingPunct="1">
        <a:spcBef>
          <a:spcPct val="20000"/>
        </a:spcBef>
        <a:spcAft>
          <a:spcPct val="0"/>
        </a:spcAft>
        <a:buChar char="»"/>
        <a:defRPr sz="3333">
          <a:solidFill>
            <a:schemeClr val="bg1"/>
          </a:solidFill>
          <a:latin typeface="+mn-lt"/>
        </a:defRPr>
      </a:lvl5pPr>
      <a:lvl6pPr marL="4291627" indent="-381008" algn="l" rtl="0" eaLnBrk="1" fontAlgn="base" hangingPunct="1">
        <a:spcBef>
          <a:spcPct val="20000"/>
        </a:spcBef>
        <a:spcAft>
          <a:spcPct val="0"/>
        </a:spcAft>
        <a:buChar char="»"/>
        <a:defRPr sz="3333">
          <a:solidFill>
            <a:schemeClr val="bg1"/>
          </a:solidFill>
          <a:latin typeface="+mn-lt"/>
        </a:defRPr>
      </a:lvl6pPr>
      <a:lvl7pPr marL="5053643" indent="-381008" algn="l" rtl="0" eaLnBrk="1" fontAlgn="base" hangingPunct="1">
        <a:spcBef>
          <a:spcPct val="20000"/>
        </a:spcBef>
        <a:spcAft>
          <a:spcPct val="0"/>
        </a:spcAft>
        <a:buChar char="»"/>
        <a:defRPr sz="3333">
          <a:solidFill>
            <a:schemeClr val="bg1"/>
          </a:solidFill>
          <a:latin typeface="+mn-lt"/>
        </a:defRPr>
      </a:lvl7pPr>
      <a:lvl8pPr marL="5815658" indent="-381008" algn="l" rtl="0" eaLnBrk="1" fontAlgn="base" hangingPunct="1">
        <a:spcBef>
          <a:spcPct val="20000"/>
        </a:spcBef>
        <a:spcAft>
          <a:spcPct val="0"/>
        </a:spcAft>
        <a:buChar char="»"/>
        <a:defRPr sz="3333">
          <a:solidFill>
            <a:schemeClr val="bg1"/>
          </a:solidFill>
          <a:latin typeface="+mn-lt"/>
        </a:defRPr>
      </a:lvl8pPr>
      <a:lvl9pPr marL="6577673" indent="-381008" algn="l" rtl="0" eaLnBrk="1" fontAlgn="base" hangingPunct="1">
        <a:spcBef>
          <a:spcPct val="20000"/>
        </a:spcBef>
        <a:spcAft>
          <a:spcPct val="0"/>
        </a:spcAft>
        <a:buChar char="»"/>
        <a:defRPr sz="3333">
          <a:solidFill>
            <a:schemeClr val="bg1"/>
          </a:solidFill>
          <a:latin typeface="+mn-lt"/>
        </a:defRPr>
      </a:lvl9pPr>
    </p:bodyStyle>
    <p:otherStyle>
      <a:defPPr>
        <a:defRPr lang="en-US"/>
      </a:defPPr>
      <a:lvl1pPr marL="0" algn="l" defTabSz="1524030" rtl="0" eaLnBrk="1" latinLnBrk="0" hangingPunct="1">
        <a:defRPr sz="3000" kern="1200">
          <a:solidFill>
            <a:schemeClr val="tx1"/>
          </a:solidFill>
          <a:latin typeface="+mn-lt"/>
          <a:ea typeface="+mn-ea"/>
          <a:cs typeface="+mn-cs"/>
        </a:defRPr>
      </a:lvl1pPr>
      <a:lvl2pPr marL="762015" algn="l" defTabSz="1524030" rtl="0" eaLnBrk="1" latinLnBrk="0" hangingPunct="1">
        <a:defRPr sz="3000" kern="1200">
          <a:solidFill>
            <a:schemeClr val="tx1"/>
          </a:solidFill>
          <a:latin typeface="+mn-lt"/>
          <a:ea typeface="+mn-ea"/>
          <a:cs typeface="+mn-cs"/>
        </a:defRPr>
      </a:lvl2pPr>
      <a:lvl3pPr marL="1524030" algn="l" defTabSz="1524030" rtl="0" eaLnBrk="1" latinLnBrk="0" hangingPunct="1">
        <a:defRPr sz="3000" kern="1200">
          <a:solidFill>
            <a:schemeClr val="tx1"/>
          </a:solidFill>
          <a:latin typeface="+mn-lt"/>
          <a:ea typeface="+mn-ea"/>
          <a:cs typeface="+mn-cs"/>
        </a:defRPr>
      </a:lvl3pPr>
      <a:lvl4pPr marL="2286046" algn="l" defTabSz="1524030" rtl="0" eaLnBrk="1" latinLnBrk="0" hangingPunct="1">
        <a:defRPr sz="3000" kern="1200">
          <a:solidFill>
            <a:schemeClr val="tx1"/>
          </a:solidFill>
          <a:latin typeface="+mn-lt"/>
          <a:ea typeface="+mn-ea"/>
          <a:cs typeface="+mn-cs"/>
        </a:defRPr>
      </a:lvl4pPr>
      <a:lvl5pPr marL="3048061" algn="l" defTabSz="1524030" rtl="0" eaLnBrk="1" latinLnBrk="0" hangingPunct="1">
        <a:defRPr sz="3000" kern="1200">
          <a:solidFill>
            <a:schemeClr val="tx1"/>
          </a:solidFill>
          <a:latin typeface="+mn-lt"/>
          <a:ea typeface="+mn-ea"/>
          <a:cs typeface="+mn-cs"/>
        </a:defRPr>
      </a:lvl5pPr>
      <a:lvl6pPr marL="3810076" algn="l" defTabSz="1524030" rtl="0" eaLnBrk="1" latinLnBrk="0" hangingPunct="1">
        <a:defRPr sz="3000" kern="1200">
          <a:solidFill>
            <a:schemeClr val="tx1"/>
          </a:solidFill>
          <a:latin typeface="+mn-lt"/>
          <a:ea typeface="+mn-ea"/>
          <a:cs typeface="+mn-cs"/>
        </a:defRPr>
      </a:lvl6pPr>
      <a:lvl7pPr marL="4572091" algn="l" defTabSz="1524030" rtl="0" eaLnBrk="1" latinLnBrk="0" hangingPunct="1">
        <a:defRPr sz="3000" kern="1200">
          <a:solidFill>
            <a:schemeClr val="tx1"/>
          </a:solidFill>
          <a:latin typeface="+mn-lt"/>
          <a:ea typeface="+mn-ea"/>
          <a:cs typeface="+mn-cs"/>
        </a:defRPr>
      </a:lvl7pPr>
      <a:lvl8pPr marL="5334107" algn="l" defTabSz="1524030" rtl="0" eaLnBrk="1" latinLnBrk="0" hangingPunct="1">
        <a:defRPr sz="3000" kern="1200">
          <a:solidFill>
            <a:schemeClr val="tx1"/>
          </a:solidFill>
          <a:latin typeface="+mn-lt"/>
          <a:ea typeface="+mn-ea"/>
          <a:cs typeface="+mn-cs"/>
        </a:defRPr>
      </a:lvl8pPr>
      <a:lvl9pPr marL="6096122" algn="l" defTabSz="1524030" rtl="0" eaLnBrk="1" latinLnBrk="0" hangingPunct="1">
        <a:defRPr sz="3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36"/>
          <p:cNvSpPr txBox="1">
            <a:spLocks noGrp="1"/>
          </p:cNvSpPr>
          <p:nvPr>
            <p:ph type="title"/>
          </p:nvPr>
        </p:nvSpPr>
        <p:spPr>
          <a:xfrm>
            <a:off x="832906" y="543340"/>
            <a:ext cx="16622191" cy="802673"/>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4800" b="0"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5333"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5333"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5333"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5333"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5333"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5333"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5333"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5333" b="1" i="0" u="none" strike="noStrike" cap="none">
                <a:solidFill>
                  <a:srgbClr val="73B900"/>
                </a:solidFill>
                <a:latin typeface="Arial"/>
                <a:ea typeface="Arial"/>
                <a:cs typeface="Arial"/>
                <a:sym typeface="Arial"/>
              </a:defRPr>
            </a:lvl9pPr>
          </a:lstStyle>
          <a:p>
            <a:endParaRPr/>
          </a:p>
        </p:txBody>
      </p:sp>
      <p:sp>
        <p:nvSpPr>
          <p:cNvPr id="13" name="Google Shape;13;p36"/>
          <p:cNvSpPr txBox="1">
            <a:spLocks noGrp="1"/>
          </p:cNvSpPr>
          <p:nvPr>
            <p:ph type="body" idx="1"/>
          </p:nvPr>
        </p:nvSpPr>
        <p:spPr>
          <a:xfrm>
            <a:off x="862337" y="2712922"/>
            <a:ext cx="16581552" cy="684809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500"/>
              </a:spcBef>
              <a:spcAft>
                <a:spcPts val="0"/>
              </a:spcAft>
              <a:buClr>
                <a:schemeClr val="dk1"/>
              </a:buClr>
              <a:buSzPts val="2400"/>
              <a:buFont typeface="Trebuchet MS"/>
              <a:buNone/>
              <a:defRPr sz="2400" b="0" i="0" u="none" strike="noStrike" cap="none">
                <a:solidFill>
                  <a:schemeClr val="accent4"/>
                </a:solidFill>
                <a:latin typeface="Trebuchet MS"/>
                <a:ea typeface="Trebuchet MS"/>
                <a:cs typeface="Trebuchet MS"/>
                <a:sym typeface="Trebuchet MS"/>
              </a:defRPr>
            </a:lvl1pPr>
            <a:lvl2pPr marL="914400" marR="0" lvl="1" indent="-228600" algn="l" rtl="0">
              <a:lnSpc>
                <a:spcPct val="90000"/>
              </a:lnSpc>
              <a:spcBef>
                <a:spcPts val="1500"/>
              </a:spcBef>
              <a:spcAft>
                <a:spcPts val="0"/>
              </a:spcAft>
              <a:buClr>
                <a:schemeClr val="dk1"/>
              </a:buClr>
              <a:buSzPts val="2000"/>
              <a:buFont typeface="Trebuchet MS"/>
              <a:buNone/>
              <a:defRPr sz="2000" b="0" i="0" u="none" strike="noStrike" cap="none">
                <a:solidFill>
                  <a:schemeClr val="accent4"/>
                </a:solidFill>
                <a:latin typeface="Trebuchet MS"/>
                <a:ea typeface="Trebuchet MS"/>
                <a:cs typeface="Trebuchet MS"/>
                <a:sym typeface="Trebuchet MS"/>
              </a:defRPr>
            </a:lvl2pPr>
            <a:lvl3pPr marL="1371600" marR="0" lvl="2" indent="-228600" algn="l" rtl="0">
              <a:lnSpc>
                <a:spcPct val="90000"/>
              </a:lnSpc>
              <a:spcBef>
                <a:spcPts val="1500"/>
              </a:spcBef>
              <a:spcAft>
                <a:spcPts val="0"/>
              </a:spcAft>
              <a:buClr>
                <a:schemeClr val="dk1"/>
              </a:buClr>
              <a:buSzPts val="1833"/>
              <a:buFont typeface="Trebuchet MS"/>
              <a:buNone/>
              <a:defRPr sz="1833" b="0" i="0" u="none" strike="noStrike" cap="none">
                <a:solidFill>
                  <a:schemeClr val="accent4"/>
                </a:solidFill>
                <a:latin typeface="Trebuchet MS"/>
                <a:ea typeface="Trebuchet MS"/>
                <a:cs typeface="Trebuchet MS"/>
                <a:sym typeface="Trebuchet MS"/>
              </a:defRPr>
            </a:lvl3pPr>
            <a:lvl4pPr marL="1828800" marR="0" lvl="3" indent="-440245" algn="l" rtl="0">
              <a:spcBef>
                <a:spcPts val="1500"/>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4pPr>
            <a:lvl5pPr marL="2286000" marR="0" lvl="4"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5pPr>
            <a:lvl6pPr marL="2743200" marR="0" lvl="5"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6pPr>
            <a:lvl7pPr marL="3200400" marR="0" lvl="6"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7pPr>
            <a:lvl8pPr marL="3657600" marR="0" lvl="7"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8pPr>
            <a:lvl9pPr marL="4114800" marR="0" lvl="8" indent="-440245" algn="l" rtl="0">
              <a:spcBef>
                <a:spcPts val="667"/>
              </a:spcBef>
              <a:spcAft>
                <a:spcPts val="0"/>
              </a:spcAft>
              <a:buClr>
                <a:schemeClr val="dk2"/>
              </a:buClr>
              <a:buSzPts val="3333"/>
              <a:buFont typeface="Trebuchet MS"/>
              <a:buChar char="»"/>
              <a:defRPr sz="3333" b="0" i="0" u="none" strike="noStrike" cap="none">
                <a:solidFill>
                  <a:schemeClr val="dk2"/>
                </a:solidFill>
                <a:latin typeface="Trebuchet MS"/>
                <a:ea typeface="Trebuchet MS"/>
                <a:cs typeface="Trebuchet MS"/>
                <a:sym typeface="Trebuchet MS"/>
              </a:defRPr>
            </a:lvl9pPr>
          </a:lstStyle>
          <a:p>
            <a:endParaRPr/>
          </a:p>
        </p:txBody>
      </p:sp>
      <p:sp>
        <p:nvSpPr>
          <p:cNvPr id="14" name="Google Shape;14;p36"/>
          <p:cNvSpPr txBox="1"/>
          <p:nvPr/>
        </p:nvSpPr>
        <p:spPr>
          <a:xfrm>
            <a:off x="16248609" y="9792797"/>
            <a:ext cx="535045" cy="184666"/>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sz="1200" cap="none">
                <a:solidFill>
                  <a:schemeClr val="accent5"/>
                </a:solidFill>
                <a:latin typeface="Trebuchet MS"/>
                <a:ea typeface="Trebuchet MS"/>
                <a:cs typeface="Trebuchet MS"/>
                <a:sym typeface="Trebuchet MS"/>
              </a:rPr>
              <a:t>‹#›</a:t>
            </a:fld>
            <a:r>
              <a:rPr lang="en-US" sz="1200" cap="none">
                <a:solidFill>
                  <a:schemeClr val="accent5"/>
                </a:solidFill>
                <a:latin typeface="Trebuchet MS"/>
                <a:ea typeface="Trebuchet MS"/>
                <a:cs typeface="Trebuchet MS"/>
                <a:sym typeface="Trebuchet MS"/>
              </a:rPr>
              <a:t> </a:t>
            </a:r>
            <a:endParaRPr sz="1200" cap="none">
              <a:solidFill>
                <a:schemeClr val="accent5"/>
              </a:solidFill>
              <a:latin typeface="Trebuchet MS"/>
              <a:ea typeface="Trebuchet MS"/>
              <a:cs typeface="Trebuchet MS"/>
              <a:sym typeface="Trebuchet MS"/>
            </a:endParaRPr>
          </a:p>
        </p:txBody>
      </p:sp>
      <p:pic>
        <p:nvPicPr>
          <p:cNvPr id="15" name="Google Shape;15;p36"/>
          <p:cNvPicPr preferRelativeResize="0"/>
          <p:nvPr/>
        </p:nvPicPr>
        <p:blipFill rotWithShape="1">
          <a:blip r:embed="rId29">
            <a:alphaModFix/>
          </a:blip>
          <a:srcRect/>
          <a:stretch/>
        </p:blipFill>
        <p:spPr>
          <a:xfrm>
            <a:off x="17147148" y="9691227"/>
            <a:ext cx="793145" cy="396573"/>
          </a:xfrm>
          <a:prstGeom prst="rect">
            <a:avLst/>
          </a:prstGeom>
          <a:noFill/>
          <a:ln>
            <a:noFill/>
          </a:ln>
        </p:spPr>
      </p:pic>
      <p:cxnSp>
        <p:nvCxnSpPr>
          <p:cNvPr id="16" name="Google Shape;16;p36"/>
          <p:cNvCxnSpPr/>
          <p:nvPr/>
        </p:nvCxnSpPr>
        <p:spPr>
          <a:xfrm>
            <a:off x="7758752" y="1705969"/>
            <a:ext cx="2850649" cy="0"/>
          </a:xfrm>
          <a:prstGeom prst="straightConnector1">
            <a:avLst/>
          </a:prstGeom>
          <a:noFill/>
          <a:ln w="38100" cap="flat" cmpd="sng">
            <a:solidFill>
              <a:srgbClr val="C8C8C8"/>
            </a:solidFill>
            <a:prstDash val="solid"/>
            <a:round/>
            <a:headEnd type="none" w="sm" len="sm"/>
            <a:tailEnd type="none" w="sm" len="sm"/>
          </a:ln>
        </p:spPr>
      </p:cxnSp>
    </p:spTree>
    <p:extLst>
      <p:ext uri="{BB962C8B-B14F-4D97-AF65-F5344CB8AC3E}">
        <p14:creationId xmlns:p14="http://schemas.microsoft.com/office/powerpoint/2010/main" val="20947245"/>
      </p:ext>
    </p:extLst>
  </p:cSld>
  <p:clrMap bg1="lt1" tx1="dk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U9Zh57dGsH4" TargetMode="External"/><Relationship Id="rId2" Type="http://schemas.openxmlformats.org/officeDocument/2006/relationships/notesSlide" Target="../notesSlides/notesSlide7.xml"/><Relationship Id="rId1" Type="http://schemas.openxmlformats.org/officeDocument/2006/relationships/slideLayout" Target="../slideLayouts/slideLayout39.xml"/><Relationship Id="rId4" Type="http://schemas.openxmlformats.org/officeDocument/2006/relationships/image" Target="../media/image20.jpg"/></Relationships>
</file>

<file path=ppt/slides/_rels/slide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8.xml"/><Relationship Id="rId1" Type="http://schemas.openxmlformats.org/officeDocument/2006/relationships/slideLayout" Target="../slideLayouts/slideLayout39.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0.xml"/><Relationship Id="rId1" Type="http://schemas.openxmlformats.org/officeDocument/2006/relationships/slideLayout" Target="../slideLayouts/slideLayout23.xml"/><Relationship Id="rId5" Type="http://schemas.openxmlformats.org/officeDocument/2006/relationships/image" Target="../media/image26.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0.xml"/><Relationship Id="rId1" Type="http://schemas.openxmlformats.org/officeDocument/2006/relationships/slideLayout" Target="../slideLayouts/slideLayout20.xml"/><Relationship Id="rId4" Type="http://schemas.openxmlformats.org/officeDocument/2006/relationships/image" Target="../media/image32.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35.xml"/><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9.xml"/><Relationship Id="rId1" Type="http://schemas.openxmlformats.org/officeDocument/2006/relationships/slideLayout" Target="../slideLayouts/slideLayout5.xml"/><Relationship Id="rId5" Type="http://schemas.openxmlformats.org/officeDocument/2006/relationships/image" Target="../media/image44.png"/><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0.xml"/><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1.xml"/><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3.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4.xml"/><Relationship Id="rId1" Type="http://schemas.openxmlformats.org/officeDocument/2006/relationships/slideLayout" Target="../slideLayouts/slideLayout35.xml"/><Relationship Id="rId5" Type="http://schemas.openxmlformats.org/officeDocument/2006/relationships/image" Target="../media/image49.png"/><Relationship Id="rId4" Type="http://schemas.openxmlformats.org/officeDocument/2006/relationships/image" Target="../media/image47.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9.xml"/></Relationships>
</file>

<file path=ppt/slides/_rels/slide8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0.xml"/><Relationship Id="rId1" Type="http://schemas.openxmlformats.org/officeDocument/2006/relationships/slideLayout" Target="../slideLayouts/slideLayout35.xml"/><Relationship Id="rId5" Type="http://schemas.openxmlformats.org/officeDocument/2006/relationships/image" Target="../media/image49.png"/><Relationship Id="rId4" Type="http://schemas.openxmlformats.org/officeDocument/2006/relationships/image" Target="../media/image47.png"/></Relationships>
</file>

<file path=ppt/slides/_rels/slide8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1"/>
          <p:cNvSpPr txBox="1">
            <a:spLocks noGrp="1"/>
          </p:cNvSpPr>
          <p:nvPr>
            <p:ph type="subTitle" idx="4294967295"/>
          </p:nvPr>
        </p:nvSpPr>
        <p:spPr>
          <a:xfrm>
            <a:off x="1143000" y="8290560"/>
            <a:ext cx="11451566" cy="47705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Trebuchet MS"/>
              <a:buNone/>
            </a:pPr>
            <a:r>
              <a:rPr lang="en-US" sz="2400" b="0" i="0" u="none" strike="noStrike" cap="none" dirty="0">
                <a:solidFill>
                  <a:schemeClr val="tx2"/>
                </a:solidFill>
                <a:latin typeface="Trebuchet MS"/>
                <a:ea typeface="Trebuchet MS"/>
                <a:cs typeface="Trebuchet MS"/>
                <a:sym typeface="Trebuchet MS"/>
              </a:rPr>
              <a:t>Transformer  </a:t>
            </a:r>
            <a:r>
              <a:rPr lang="en-US" sz="2400" b="0" i="0" u="none" strike="noStrike" cap="none" dirty="0" err="1">
                <a:solidFill>
                  <a:schemeClr val="tx2"/>
                </a:solidFill>
                <a:latin typeface="Trebuchet MS"/>
                <a:ea typeface="Trebuchet MS"/>
                <a:cs typeface="Trebuchet MS"/>
                <a:sym typeface="Trebuchet MS"/>
              </a:rPr>
              <a:t>기반</a:t>
            </a:r>
            <a:r>
              <a:rPr lang="en-US" sz="2400" b="0" i="0" u="none" strike="noStrike" cap="none" dirty="0">
                <a:solidFill>
                  <a:schemeClr val="tx2"/>
                </a:solidFill>
                <a:latin typeface="Trebuchet MS"/>
                <a:ea typeface="Trebuchet MS"/>
                <a:cs typeface="Trebuchet MS"/>
                <a:sym typeface="Trebuchet MS"/>
              </a:rPr>
              <a:t> </a:t>
            </a:r>
            <a:r>
              <a:rPr lang="en-US" sz="2400" b="0" i="0" u="none" strike="noStrike" cap="none" dirty="0" err="1">
                <a:solidFill>
                  <a:schemeClr val="tx2"/>
                </a:solidFill>
                <a:latin typeface="Trebuchet MS"/>
                <a:ea typeface="Trebuchet MS"/>
                <a:cs typeface="Trebuchet MS"/>
                <a:sym typeface="Trebuchet MS"/>
              </a:rPr>
              <a:t>자연어</a:t>
            </a:r>
            <a:r>
              <a:rPr lang="en-US" sz="2400" b="0" i="0" u="none" strike="noStrike" cap="none" dirty="0">
                <a:solidFill>
                  <a:schemeClr val="tx2"/>
                </a:solidFill>
                <a:latin typeface="Trebuchet MS"/>
                <a:ea typeface="Trebuchet MS"/>
                <a:cs typeface="Trebuchet MS"/>
                <a:sym typeface="Trebuchet MS"/>
              </a:rPr>
              <a:t> </a:t>
            </a:r>
            <a:r>
              <a:rPr lang="en-US" sz="2400" b="0" i="0" u="none" strike="noStrike" cap="none" dirty="0" err="1">
                <a:solidFill>
                  <a:schemeClr val="tx2"/>
                </a:solidFill>
                <a:latin typeface="Trebuchet MS"/>
                <a:ea typeface="Trebuchet MS"/>
                <a:cs typeface="Trebuchet MS"/>
                <a:sym typeface="Trebuchet MS"/>
              </a:rPr>
              <a:t>처리</a:t>
            </a:r>
            <a:r>
              <a:rPr lang="en-US" sz="2400" b="0" i="0" u="none" strike="noStrike" cap="none" dirty="0">
                <a:solidFill>
                  <a:schemeClr val="tx2"/>
                </a:solidFill>
                <a:latin typeface="Trebuchet MS"/>
                <a:ea typeface="Trebuchet MS"/>
                <a:cs typeface="Trebuchet MS"/>
                <a:sym typeface="Trebuchet MS"/>
              </a:rPr>
              <a:t> </a:t>
            </a:r>
            <a:r>
              <a:rPr lang="en-US" sz="2400" b="0" i="0" u="none" strike="noStrike" cap="none" dirty="0" err="1">
                <a:solidFill>
                  <a:schemeClr val="tx2"/>
                </a:solidFill>
                <a:latin typeface="Trebuchet MS"/>
                <a:ea typeface="Trebuchet MS"/>
                <a:cs typeface="Trebuchet MS"/>
                <a:sym typeface="Trebuchet MS"/>
              </a:rPr>
              <a:t>애플리케이션</a:t>
            </a:r>
            <a:r>
              <a:rPr lang="en-US" sz="2400" b="0" i="0" u="none" strike="noStrike" cap="none" dirty="0">
                <a:solidFill>
                  <a:schemeClr val="tx2"/>
                </a:solidFill>
                <a:latin typeface="Trebuchet MS"/>
                <a:ea typeface="Trebuchet MS"/>
                <a:cs typeface="Trebuchet MS"/>
                <a:sym typeface="Trebuchet MS"/>
              </a:rPr>
              <a:t> </a:t>
            </a:r>
            <a:r>
              <a:rPr lang="en-US" sz="2400" b="0" i="0" u="none" strike="noStrike" cap="none" dirty="0" err="1">
                <a:solidFill>
                  <a:schemeClr val="tx2"/>
                </a:solidFill>
                <a:latin typeface="Trebuchet MS"/>
                <a:ea typeface="Trebuchet MS"/>
                <a:cs typeface="Trebuchet MS"/>
                <a:sym typeface="Trebuchet MS"/>
              </a:rPr>
              <a:t>구축</a:t>
            </a:r>
            <a:br>
              <a:rPr lang="en-US" sz="2400" b="0" i="0" u="none" strike="noStrike" cap="none" dirty="0">
                <a:solidFill>
                  <a:schemeClr val="tx2"/>
                </a:solidFill>
                <a:latin typeface="Trebuchet MS"/>
                <a:ea typeface="Trebuchet MS"/>
                <a:cs typeface="Trebuchet MS"/>
                <a:sym typeface="Trebuchet MS"/>
              </a:rPr>
            </a:br>
            <a:r>
              <a:rPr lang="en-US" sz="2400" b="0" i="0" u="none" strike="noStrike" cap="none" dirty="0">
                <a:solidFill>
                  <a:schemeClr val="tx2"/>
                </a:solidFill>
                <a:latin typeface="Trebuchet MS"/>
                <a:ea typeface="Trebuchet MS"/>
                <a:cs typeface="Trebuchet MS"/>
                <a:sym typeface="Trebuchet MS"/>
              </a:rPr>
              <a:t>(1부)</a:t>
            </a:r>
            <a:endParaRPr dirty="0">
              <a:solidFill>
                <a:schemeClr val="tx2"/>
              </a:solidFill>
            </a:endParaRPr>
          </a:p>
        </p:txBody>
      </p:sp>
      <p:sp>
        <p:nvSpPr>
          <p:cNvPr id="384" name="Google Shape;384;p1"/>
          <p:cNvSpPr txBox="1">
            <a:spLocks noGrp="1"/>
          </p:cNvSpPr>
          <p:nvPr>
            <p:ph type="title"/>
          </p:nvPr>
        </p:nvSpPr>
        <p:spPr>
          <a:xfrm>
            <a:off x="1143000" y="6705601"/>
            <a:ext cx="10033000" cy="163809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a:t>MACHINE LEARNING IN NLP</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6" name="Google Shape;1363;p89">
            <a:extLst>
              <a:ext uri="{FF2B5EF4-FFF2-40B4-BE49-F238E27FC236}">
                <a16:creationId xmlns:a16="http://schemas.microsoft.com/office/drawing/2014/main" id="{7DF997DE-9876-4C80-A1D9-FCC3D7F0D11D}"/>
              </a:ext>
            </a:extLst>
          </p:cNvPr>
          <p:cNvSpPr/>
          <p:nvPr/>
        </p:nvSpPr>
        <p:spPr>
          <a:xfrm>
            <a:off x="6639490" y="2116093"/>
            <a:ext cx="11347722" cy="2010739"/>
          </a:xfrm>
          <a:prstGeom prst="rect">
            <a:avLst/>
          </a:prstGeom>
          <a:solidFill>
            <a:srgbClr val="262626">
              <a:alpha val="69804"/>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391" name="Google Shape;391;p2"/>
          <p:cNvGraphicFramePr/>
          <p:nvPr>
            <p:extLst>
              <p:ext uri="{D42A27DB-BD31-4B8C-83A1-F6EECF244321}">
                <p14:modId xmlns:p14="http://schemas.microsoft.com/office/powerpoint/2010/main" val="3222816380"/>
              </p:ext>
            </p:extLst>
          </p:nvPr>
        </p:nvGraphicFramePr>
        <p:xfrm>
          <a:off x="7074566" y="1710397"/>
          <a:ext cx="10522974" cy="7581454"/>
        </p:xfrm>
        <a:graphic>
          <a:graphicData uri="http://schemas.openxmlformats.org/drawingml/2006/table">
            <a:tbl>
              <a:tblPr firstRow="1" bandRow="1">
                <a:noFill/>
                <a:tableStyleId>{F9F1131D-07E0-46A4-88FA-B4D5E079BBF7}</a:tableStyleId>
              </a:tblPr>
              <a:tblGrid>
                <a:gridCol w="10522974">
                  <a:extLst>
                    <a:ext uri="{9D8B030D-6E8A-4147-A177-3AD203B41FA5}">
                      <a16:colId xmlns:a16="http://schemas.microsoft.com/office/drawing/2014/main" val="20000"/>
                    </a:ext>
                  </a:extLst>
                </a:gridCol>
              </a:tblGrid>
              <a:tr h="2706075">
                <a:tc>
                  <a:txBody>
                    <a:bodyPr/>
                    <a:lstStyle/>
                    <a:p>
                      <a:pPr marL="0" marR="0" lvl="0" indent="0" algn="l" rtl="0">
                        <a:lnSpc>
                          <a:spcPct val="90000"/>
                        </a:lnSpc>
                        <a:spcBef>
                          <a:spcPts val="0"/>
                        </a:spcBef>
                        <a:spcAft>
                          <a:spcPts val="0"/>
                        </a:spcAft>
                        <a:buNone/>
                      </a:pPr>
                      <a:r>
                        <a:rPr lang="en-US" sz="2700" b="0" u="none" strike="noStrike" cap="none" dirty="0">
                          <a:solidFill>
                            <a:schemeClr val="lt2"/>
                          </a:solidFill>
                          <a:latin typeface="Trebuchet MS"/>
                          <a:ea typeface="Trebuchet MS"/>
                          <a:cs typeface="Trebuchet MS"/>
                          <a:sym typeface="Trebuchet MS"/>
                        </a:rPr>
                        <a:t>1부: Machine Learning in NLP</a:t>
                      </a:r>
                      <a:endParaRPr dirty="0"/>
                    </a:p>
                    <a:p>
                      <a:pPr marL="0" marR="0" lvl="0" indent="0" algn="l" rtl="0">
                        <a:lnSpc>
                          <a:spcPct val="90000"/>
                        </a:lnSpc>
                        <a:spcBef>
                          <a:spcPts val="1200"/>
                        </a:spcBef>
                        <a:spcAft>
                          <a:spcPts val="0"/>
                        </a:spcAft>
                        <a:buNone/>
                      </a:pPr>
                      <a:r>
                        <a:rPr lang="en-US" sz="2300" b="0" u="none" strike="noStrike" cap="none" dirty="0" err="1">
                          <a:solidFill>
                            <a:schemeClr val="lt1"/>
                          </a:solidFill>
                          <a:latin typeface="Trebuchet MS"/>
                          <a:ea typeface="Trebuchet MS"/>
                          <a:cs typeface="Trebuchet MS"/>
                          <a:sym typeface="Trebuchet MS"/>
                        </a:rPr>
                        <a:t>강의</a:t>
                      </a:r>
                      <a:r>
                        <a:rPr lang="en-US" sz="2300" b="0" u="none" strike="noStrike" cap="none" dirty="0">
                          <a:solidFill>
                            <a:schemeClr val="lt1"/>
                          </a:solidFill>
                          <a:latin typeface="Trebuchet MS"/>
                          <a:ea typeface="Trebuchet MS"/>
                          <a:cs typeface="Trebuchet MS"/>
                          <a:sym typeface="Trebuchet MS"/>
                        </a:rPr>
                        <a:t>: NLP </a:t>
                      </a:r>
                      <a:r>
                        <a:rPr lang="en-US" sz="2300" b="0" u="none" strike="noStrike" cap="none" dirty="0" err="1">
                          <a:solidFill>
                            <a:schemeClr val="lt1"/>
                          </a:solidFill>
                          <a:latin typeface="Trebuchet MS"/>
                          <a:ea typeface="Trebuchet MS"/>
                          <a:cs typeface="Trebuchet MS"/>
                          <a:sym typeface="Trebuchet MS"/>
                        </a:rPr>
                        <a:t>배경</a:t>
                      </a:r>
                      <a:r>
                        <a:rPr lang="en-US" sz="2300" b="0" u="none" strike="noStrike" cap="none" dirty="0">
                          <a:solidFill>
                            <a:schemeClr val="lt1"/>
                          </a:solidFill>
                          <a:latin typeface="Trebuchet MS"/>
                          <a:ea typeface="Trebuchet MS"/>
                          <a:cs typeface="Trebuchet MS"/>
                          <a:sym typeface="Trebuchet MS"/>
                        </a:rPr>
                        <a:t> 및 Transformer </a:t>
                      </a:r>
                      <a:r>
                        <a:rPr lang="en-US" sz="2300" b="0" u="none" strike="noStrike" cap="none" dirty="0" err="1">
                          <a:solidFill>
                            <a:schemeClr val="lt1"/>
                          </a:solidFill>
                          <a:latin typeface="Trebuchet MS"/>
                          <a:ea typeface="Trebuchet MS"/>
                          <a:cs typeface="Trebuchet MS"/>
                          <a:sym typeface="Trebuchet MS"/>
                        </a:rPr>
                        <a:t>아키텍처의</a:t>
                      </a:r>
                      <a:r>
                        <a:rPr lang="en-US" sz="2300" b="0" u="none" strike="noStrike" cap="none" dirty="0">
                          <a:solidFill>
                            <a:schemeClr val="lt1"/>
                          </a:solidFill>
                          <a:latin typeface="Trebuchet MS"/>
                          <a:ea typeface="Trebuchet MS"/>
                          <a:cs typeface="Trebuchet MS"/>
                          <a:sym typeface="Trebuchet MS"/>
                        </a:rPr>
                        <a:t> </a:t>
                      </a:r>
                      <a:r>
                        <a:rPr lang="en-US" sz="2300" b="0" u="none" strike="noStrike" cap="none" dirty="0" err="1">
                          <a:solidFill>
                            <a:schemeClr val="lt1"/>
                          </a:solidFill>
                          <a:latin typeface="Trebuchet MS"/>
                          <a:ea typeface="Trebuchet MS"/>
                          <a:cs typeface="Trebuchet MS"/>
                          <a:sym typeface="Trebuchet MS"/>
                        </a:rPr>
                        <a:t>기반이</a:t>
                      </a:r>
                      <a:r>
                        <a:rPr lang="en-US" sz="2300" b="0" u="none" strike="noStrike" cap="none" dirty="0">
                          <a:solidFill>
                            <a:schemeClr val="lt1"/>
                          </a:solidFill>
                          <a:latin typeface="Trebuchet MS"/>
                          <a:ea typeface="Trebuchet MS"/>
                          <a:cs typeface="Trebuchet MS"/>
                          <a:sym typeface="Trebuchet MS"/>
                        </a:rPr>
                        <a:t> 된 </a:t>
                      </a:r>
                      <a:r>
                        <a:rPr lang="en-US" sz="2300" b="0" u="none" strike="noStrike" cap="none" dirty="0" err="1">
                          <a:solidFill>
                            <a:schemeClr val="lt1"/>
                          </a:solidFill>
                          <a:latin typeface="Trebuchet MS"/>
                          <a:ea typeface="Trebuchet MS"/>
                          <a:cs typeface="Trebuchet MS"/>
                          <a:sym typeface="Trebuchet MS"/>
                        </a:rPr>
                        <a:t>DNN의</a:t>
                      </a:r>
                      <a:r>
                        <a:rPr lang="en-US" sz="2300" b="0" u="none" strike="noStrike" cap="none" dirty="0">
                          <a:solidFill>
                            <a:schemeClr val="lt1"/>
                          </a:solidFill>
                          <a:latin typeface="Trebuchet MS"/>
                          <a:ea typeface="Trebuchet MS"/>
                          <a:cs typeface="Trebuchet MS"/>
                          <a:sym typeface="Trebuchet MS"/>
                        </a:rPr>
                        <a:t> </a:t>
                      </a:r>
                      <a:r>
                        <a:rPr lang="en-US" sz="2300" b="0" u="none" strike="noStrike" cap="none" dirty="0" err="1">
                          <a:solidFill>
                            <a:schemeClr val="lt1"/>
                          </a:solidFill>
                          <a:latin typeface="Trebuchet MS"/>
                          <a:ea typeface="Trebuchet MS"/>
                          <a:cs typeface="Trebuchet MS"/>
                          <a:sym typeface="Trebuchet MS"/>
                        </a:rPr>
                        <a:t>역할</a:t>
                      </a:r>
                      <a:endParaRPr dirty="0"/>
                    </a:p>
                    <a:p>
                      <a:pPr marL="0" marR="0" lvl="0" indent="0" algn="l" rtl="0">
                        <a:lnSpc>
                          <a:spcPct val="90000"/>
                        </a:lnSpc>
                        <a:spcBef>
                          <a:spcPts val="1200"/>
                        </a:spcBef>
                        <a:spcAft>
                          <a:spcPts val="0"/>
                        </a:spcAft>
                        <a:buNone/>
                      </a:pPr>
                      <a:r>
                        <a:rPr lang="en-US" sz="2300" b="0" u="none" strike="noStrike" cap="none" dirty="0">
                          <a:latin typeface="Trebuchet MS"/>
                          <a:ea typeface="Trebuchet MS"/>
                          <a:cs typeface="Trebuchet MS"/>
                          <a:sym typeface="Trebuchet MS"/>
                        </a:rPr>
                        <a:t>랩: </a:t>
                      </a:r>
                      <a:r>
                        <a:rPr lang="en-US" sz="2300" b="0" u="none" strike="noStrike" cap="none" dirty="0" err="1">
                          <a:latin typeface="Trebuchet MS"/>
                          <a:ea typeface="Trebuchet MS"/>
                          <a:cs typeface="Trebuchet MS"/>
                          <a:sym typeface="Trebuchet MS"/>
                        </a:rPr>
                        <a:t>튜토리얼</a:t>
                      </a:r>
                      <a:r>
                        <a:rPr lang="en-US" sz="2300" b="0" u="none" strike="noStrike" cap="none" dirty="0">
                          <a:latin typeface="Trebuchet MS"/>
                          <a:ea typeface="Trebuchet MS"/>
                          <a:cs typeface="Trebuchet MS"/>
                          <a:sym typeface="Trebuchet MS"/>
                        </a:rPr>
                        <a:t> </a:t>
                      </a:r>
                      <a:r>
                        <a:rPr lang="en-US" sz="2300" b="0" u="none" strike="noStrike" cap="none" dirty="0" err="1">
                          <a:latin typeface="Trebuchet MS"/>
                          <a:ea typeface="Trebuchet MS"/>
                          <a:cs typeface="Trebuchet MS"/>
                          <a:sym typeface="Trebuchet MS"/>
                        </a:rPr>
                        <a:t>스타일로</a:t>
                      </a:r>
                      <a:r>
                        <a:rPr lang="en-US" sz="2300" b="0" u="none" strike="noStrike" cap="none" dirty="0">
                          <a:latin typeface="Trebuchet MS"/>
                          <a:ea typeface="Trebuchet MS"/>
                          <a:cs typeface="Trebuchet MS"/>
                          <a:sym typeface="Trebuchet MS"/>
                        </a:rPr>
                        <a:t> Transformer </a:t>
                      </a:r>
                      <a:r>
                        <a:rPr lang="en-US" sz="2300" b="0" u="none" strike="noStrike" cap="none" dirty="0" err="1">
                          <a:latin typeface="Trebuchet MS"/>
                          <a:ea typeface="Trebuchet MS"/>
                          <a:cs typeface="Trebuchet MS"/>
                          <a:sym typeface="Trebuchet MS"/>
                        </a:rPr>
                        <a:t>아키텍처를</a:t>
                      </a:r>
                      <a:r>
                        <a:rPr lang="en-US" sz="2300" b="0" u="none" strike="noStrike" cap="none" dirty="0">
                          <a:latin typeface="Trebuchet MS"/>
                          <a:ea typeface="Trebuchet MS"/>
                          <a:cs typeface="Trebuchet MS"/>
                          <a:sym typeface="Trebuchet MS"/>
                        </a:rPr>
                        <a:t> </a:t>
                      </a:r>
                      <a:r>
                        <a:rPr lang="en-US" sz="2300" b="0" u="none" strike="noStrike" cap="none" dirty="0" err="1">
                          <a:latin typeface="Trebuchet MS"/>
                          <a:ea typeface="Trebuchet MS"/>
                          <a:cs typeface="Trebuchet MS"/>
                          <a:sym typeface="Trebuchet MS"/>
                        </a:rPr>
                        <a:t>사용하는</a:t>
                      </a:r>
                      <a:r>
                        <a:rPr lang="en-US" sz="2300" b="0"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번역</a:t>
                      </a:r>
                      <a:r>
                        <a:rPr lang="en-US" sz="2300" b="1" i="1"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작업</a:t>
                      </a:r>
                      <a:r>
                        <a:rPr lang="en-US" sz="2300" b="0" u="none" strike="noStrike" cap="none" dirty="0">
                          <a:latin typeface="Trebuchet MS"/>
                          <a:ea typeface="Trebuchet MS"/>
                          <a:cs typeface="Trebuchet MS"/>
                          <a:sym typeface="Trebuchet MS"/>
                        </a:rPr>
                        <a:t> </a:t>
                      </a:r>
                      <a:r>
                        <a:rPr lang="en-US" sz="2300" b="0" u="none" strike="noStrike" cap="none" dirty="0" err="1">
                          <a:latin typeface="Trebuchet MS"/>
                          <a:ea typeface="Trebuchet MS"/>
                          <a:cs typeface="Trebuchet MS"/>
                          <a:sym typeface="Trebuchet MS"/>
                        </a:rPr>
                        <a:t>살펴보기</a:t>
                      </a:r>
                      <a:endParaRPr sz="2300" b="1" i="1" u="none" strike="noStrike" cap="none" dirty="0">
                        <a:solidFill>
                          <a:srgbClr val="F9BBE0"/>
                        </a:solidFill>
                        <a:latin typeface="Trebuchet MS"/>
                        <a:ea typeface="Trebuchet MS"/>
                        <a:cs typeface="Trebuchet MS"/>
                        <a:sym typeface="Trebuchet MS"/>
                      </a:endParaRPr>
                    </a:p>
                  </a:txBody>
                  <a:tcPr marL="0" marR="304800" marT="304800" marB="3048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accent5"/>
                      </a:solidFill>
                      <a:prstDash val="solid"/>
                      <a:round/>
                      <a:headEnd type="none" w="sm" len="sm"/>
                      <a:tailEnd type="none" w="sm" len="sm"/>
                    </a:lnB>
                    <a:noFill/>
                  </a:tcPr>
                </a:tc>
                <a:extLst>
                  <a:ext uri="{0D108BD9-81ED-4DB2-BD59-A6C34878D82A}">
                    <a16:rowId xmlns:a16="http://schemas.microsoft.com/office/drawing/2014/main" val="10000"/>
                  </a:ext>
                </a:extLst>
              </a:tr>
              <a:tr h="2328775">
                <a:tc>
                  <a:txBody>
                    <a:bodyPr/>
                    <a:lstStyle/>
                    <a:p>
                      <a:pPr marL="0" marR="0" lvl="0" indent="0" algn="l" rtl="0">
                        <a:lnSpc>
                          <a:spcPct val="90000"/>
                        </a:lnSpc>
                        <a:spcBef>
                          <a:spcPts val="0"/>
                        </a:spcBef>
                        <a:spcAft>
                          <a:spcPts val="0"/>
                        </a:spcAft>
                        <a:buNone/>
                      </a:pPr>
                      <a:r>
                        <a:rPr lang="en-US" sz="2700" b="0" u="none" strike="noStrike" cap="none" dirty="0">
                          <a:solidFill>
                            <a:schemeClr val="lt2"/>
                          </a:solidFill>
                          <a:latin typeface="Trebuchet MS"/>
                          <a:ea typeface="Trebuchet MS"/>
                          <a:cs typeface="Trebuchet MS"/>
                          <a:sym typeface="Trebuchet MS"/>
                        </a:rPr>
                        <a:t>2부: </a:t>
                      </a:r>
                      <a:r>
                        <a:rPr lang="en-US" sz="2700" dirty="0" err="1">
                          <a:solidFill>
                            <a:schemeClr val="lt2"/>
                          </a:solidFill>
                        </a:rPr>
                        <a:t>자기지도</a:t>
                      </a:r>
                      <a:r>
                        <a:rPr lang="en-US" sz="2700" b="0" u="none" strike="noStrike" cap="none" dirty="0">
                          <a:solidFill>
                            <a:schemeClr val="lt2"/>
                          </a:solidFill>
                          <a:latin typeface="Trebuchet MS"/>
                          <a:ea typeface="Trebuchet MS"/>
                          <a:cs typeface="Trebuchet MS"/>
                          <a:sym typeface="Trebuchet MS"/>
                        </a:rPr>
                        <a:t>, BERT 및 </a:t>
                      </a:r>
                      <a:r>
                        <a:rPr lang="en-US" sz="2700" b="0" u="none" strike="noStrike" cap="none" dirty="0" err="1">
                          <a:solidFill>
                            <a:schemeClr val="lt2"/>
                          </a:solidFill>
                          <a:latin typeface="Trebuchet MS"/>
                          <a:ea typeface="Trebuchet MS"/>
                          <a:cs typeface="Trebuchet MS"/>
                          <a:sym typeface="Trebuchet MS"/>
                        </a:rPr>
                        <a:t>최신</a:t>
                      </a:r>
                      <a:r>
                        <a:rPr lang="en-US" sz="2700" b="0" u="none" strike="noStrike" cap="none" dirty="0">
                          <a:solidFill>
                            <a:schemeClr val="lt2"/>
                          </a:solidFill>
                          <a:latin typeface="Trebuchet MS"/>
                          <a:ea typeface="Trebuchet MS"/>
                          <a:cs typeface="Trebuchet MS"/>
                          <a:sym typeface="Trebuchet MS"/>
                        </a:rPr>
                        <a:t> </a:t>
                      </a:r>
                      <a:r>
                        <a:rPr lang="en-US" sz="2700" b="0" u="none" strike="noStrike" cap="none" dirty="0" err="1">
                          <a:solidFill>
                            <a:schemeClr val="lt2"/>
                          </a:solidFill>
                          <a:latin typeface="Trebuchet MS"/>
                          <a:ea typeface="Trebuchet MS"/>
                          <a:cs typeface="Trebuchet MS"/>
                          <a:sym typeface="Trebuchet MS"/>
                        </a:rPr>
                        <a:t>모델</a:t>
                      </a:r>
                      <a:endParaRPr sz="2700" b="0" u="none" strike="noStrike" cap="none" dirty="0">
                        <a:solidFill>
                          <a:schemeClr val="lt2"/>
                        </a:solidFill>
                        <a:latin typeface="Trebuchet MS"/>
                        <a:ea typeface="Trebuchet MS"/>
                        <a:cs typeface="Trebuchet MS"/>
                        <a:sym typeface="Trebuchet MS"/>
                      </a:endParaRPr>
                    </a:p>
                    <a:p>
                      <a:pPr marL="0" marR="0" lvl="0" indent="0" algn="l" rtl="0">
                        <a:lnSpc>
                          <a:spcPct val="90000"/>
                        </a:lnSpc>
                        <a:spcBef>
                          <a:spcPts val="1200"/>
                        </a:spcBef>
                        <a:spcAft>
                          <a:spcPts val="0"/>
                        </a:spcAft>
                        <a:buNone/>
                      </a:pPr>
                      <a:r>
                        <a:rPr lang="en-US" sz="2300" u="none" strike="noStrike" cap="none" dirty="0" err="1">
                          <a:solidFill>
                            <a:schemeClr val="lt1"/>
                          </a:solidFill>
                          <a:latin typeface="Trebuchet MS"/>
                          <a:ea typeface="Trebuchet MS"/>
                          <a:cs typeface="Trebuchet MS"/>
                          <a:sym typeface="Trebuchet MS"/>
                        </a:rPr>
                        <a:t>강의</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자기지도</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기반</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언어</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모델이</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기본</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트랜스포머를</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넘어</a:t>
                      </a:r>
                      <a:r>
                        <a:rPr lang="en-US" sz="2300" u="none" strike="noStrike" cap="none" dirty="0">
                          <a:solidFill>
                            <a:schemeClr val="lt1"/>
                          </a:solidFill>
                          <a:latin typeface="Trebuchet MS"/>
                          <a:ea typeface="Trebuchet MS"/>
                          <a:cs typeface="Trebuchet MS"/>
                          <a:sym typeface="Trebuchet MS"/>
                        </a:rPr>
                        <a:t> BERT </a:t>
                      </a:r>
                      <a:r>
                        <a:rPr lang="en-US" sz="2300" u="none" strike="noStrike" cap="none" dirty="0" err="1">
                          <a:solidFill>
                            <a:schemeClr val="lt1"/>
                          </a:solidFill>
                          <a:latin typeface="Trebuchet MS"/>
                          <a:ea typeface="Trebuchet MS"/>
                          <a:cs typeface="Trebuchet MS"/>
                          <a:sym typeface="Trebuchet MS"/>
                        </a:rPr>
                        <a:t>모델</a:t>
                      </a:r>
                      <a:r>
                        <a:rPr lang="en-US" sz="2300" u="none" strike="noStrike" cap="none" dirty="0">
                          <a:solidFill>
                            <a:schemeClr val="lt1"/>
                          </a:solidFill>
                          <a:latin typeface="Trebuchet MS"/>
                          <a:ea typeface="Trebuchet MS"/>
                          <a:cs typeface="Trebuchet MS"/>
                          <a:sym typeface="Trebuchet MS"/>
                        </a:rPr>
                        <a:t> 및 </a:t>
                      </a:r>
                      <a:r>
                        <a:rPr lang="en-US" sz="2300" u="none" strike="noStrike" cap="none" dirty="0" err="1">
                          <a:solidFill>
                            <a:schemeClr val="lt1"/>
                          </a:solidFill>
                          <a:latin typeface="Trebuchet MS"/>
                          <a:ea typeface="Trebuchet MS"/>
                          <a:cs typeface="Trebuchet MS"/>
                          <a:sym typeface="Trebuchet MS"/>
                        </a:rPr>
                        <a:t>그보다</a:t>
                      </a:r>
                      <a:r>
                        <a:rPr lang="en-US" sz="2300" u="none" strike="noStrike" cap="none" dirty="0">
                          <a:solidFill>
                            <a:schemeClr val="lt1"/>
                          </a:solidFill>
                          <a:latin typeface="Trebuchet MS"/>
                          <a:ea typeface="Trebuchet MS"/>
                          <a:cs typeface="Trebuchet MS"/>
                          <a:sym typeface="Trebuchet MS"/>
                        </a:rPr>
                        <a:t> 큰 </a:t>
                      </a:r>
                      <a:r>
                        <a:rPr lang="en-US" sz="2300" u="none" strike="noStrike" cap="none" dirty="0" err="1">
                          <a:solidFill>
                            <a:schemeClr val="lt1"/>
                          </a:solidFill>
                          <a:latin typeface="Trebuchet MS"/>
                          <a:ea typeface="Trebuchet MS"/>
                          <a:cs typeface="Trebuchet MS"/>
                          <a:sym typeface="Trebuchet MS"/>
                        </a:rPr>
                        <a:t>모델로</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나아간</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방식</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설명</a:t>
                      </a:r>
                      <a:endParaRPr sz="2300" u="none" strike="noStrike" cap="none" dirty="0">
                        <a:solidFill>
                          <a:schemeClr val="lt1"/>
                        </a:solidFill>
                        <a:latin typeface="Trebuchet MS"/>
                        <a:ea typeface="Trebuchet MS"/>
                        <a:cs typeface="Trebuchet MS"/>
                        <a:sym typeface="Trebuchet MS"/>
                      </a:endParaRPr>
                    </a:p>
                    <a:p>
                      <a:pPr marL="0" marR="0" lvl="0" indent="0" algn="l" rtl="0">
                        <a:lnSpc>
                          <a:spcPct val="90000"/>
                        </a:lnSpc>
                        <a:spcBef>
                          <a:spcPts val="1200"/>
                        </a:spcBef>
                        <a:spcAft>
                          <a:spcPts val="0"/>
                        </a:spcAft>
                        <a:buNone/>
                      </a:pPr>
                      <a:r>
                        <a:rPr lang="en-US" sz="2300" u="none" strike="noStrike" cap="none" dirty="0">
                          <a:latin typeface="Trebuchet MS"/>
                          <a:ea typeface="Trebuchet MS"/>
                          <a:cs typeface="Trebuchet MS"/>
                          <a:sym typeface="Trebuchet MS"/>
                        </a:rPr>
                        <a:t>랩: NVIDIA </a:t>
                      </a:r>
                      <a:r>
                        <a:rPr lang="en-US" sz="2300" u="none" strike="noStrike" cap="none" dirty="0" err="1">
                          <a:latin typeface="Trebuchet MS"/>
                          <a:ea typeface="Trebuchet MS"/>
                          <a:cs typeface="Trebuchet MS"/>
                          <a:sym typeface="Trebuchet MS"/>
                        </a:rPr>
                        <a:t>NeMo</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API에</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대한</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실용적인</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핸즈온</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가이드와</a:t>
                      </a:r>
                      <a:r>
                        <a:rPr lang="en-US" sz="2300" u="none" strike="noStrike" cap="none" dirty="0">
                          <a:latin typeface="Trebuchet MS"/>
                          <a:ea typeface="Trebuchet MS"/>
                          <a:cs typeface="Trebuchet MS"/>
                          <a:sym typeface="Trebuchet MS"/>
                        </a:rPr>
                        <a:t> BERT </a:t>
                      </a:r>
                      <a:r>
                        <a:rPr lang="en-US" sz="2300" u="none" strike="noStrike" cap="none" dirty="0" err="1">
                          <a:latin typeface="Trebuchet MS"/>
                          <a:ea typeface="Trebuchet MS"/>
                          <a:cs typeface="Trebuchet MS"/>
                          <a:sym typeface="Trebuchet MS"/>
                        </a:rPr>
                        <a:t>기반</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언어</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모델을</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사용해</a:t>
                      </a:r>
                      <a:r>
                        <a:rPr lang="en-US" sz="2300"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텍스트</a:t>
                      </a:r>
                      <a:r>
                        <a:rPr lang="en-US" sz="2300" b="1" i="1"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분류</a:t>
                      </a:r>
                      <a:r>
                        <a:rPr lang="en-US" sz="2300" b="1" i="1"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작업</a:t>
                      </a:r>
                      <a:r>
                        <a:rPr lang="en-US" sz="2300" b="1" i="1" u="none" strike="noStrike" cap="none" dirty="0">
                          <a:latin typeface="Trebuchet MS"/>
                          <a:ea typeface="Trebuchet MS"/>
                          <a:cs typeface="Trebuchet MS"/>
                          <a:sym typeface="Trebuchet MS"/>
                        </a:rPr>
                        <a:t> </a:t>
                      </a:r>
                      <a:r>
                        <a:rPr lang="en-US" sz="2300" u="none" strike="noStrike" cap="none" dirty="0">
                          <a:latin typeface="Trebuchet MS"/>
                          <a:ea typeface="Trebuchet MS"/>
                          <a:cs typeface="Trebuchet MS"/>
                          <a:sym typeface="Trebuchet MS"/>
                        </a:rPr>
                        <a:t>및 </a:t>
                      </a:r>
                      <a:r>
                        <a:rPr lang="en-US" sz="2300" b="1" i="1" u="none" strike="noStrike" cap="none" dirty="0" err="1">
                          <a:latin typeface="Trebuchet MS"/>
                          <a:ea typeface="Trebuchet MS"/>
                          <a:cs typeface="Trebuchet MS"/>
                          <a:sym typeface="Trebuchet MS"/>
                        </a:rPr>
                        <a:t>명명된</a:t>
                      </a:r>
                      <a:r>
                        <a:rPr lang="en-US" sz="2300" b="1" i="1"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엔터티</a:t>
                      </a:r>
                      <a:r>
                        <a:rPr lang="en-US" sz="2300" b="1" i="1"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인식</a:t>
                      </a:r>
                      <a:r>
                        <a:rPr lang="en-US" sz="2300" b="1" i="1"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작업</a:t>
                      </a:r>
                      <a:r>
                        <a:rPr lang="en-US" sz="2300" u="none" strike="noStrike" cap="none" dirty="0" err="1">
                          <a:latin typeface="Trebuchet MS"/>
                          <a:ea typeface="Trebuchet MS"/>
                          <a:cs typeface="Trebuchet MS"/>
                          <a:sym typeface="Trebuchet MS"/>
                        </a:rPr>
                        <a:t>을</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구축하는</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연습</a:t>
                      </a:r>
                      <a:endParaRPr sz="2300" u="none" strike="noStrike" cap="none" dirty="0">
                        <a:latin typeface="Trebuchet MS"/>
                        <a:ea typeface="Trebuchet MS"/>
                        <a:cs typeface="Trebuchet MS"/>
                        <a:sym typeface="Trebuchet MS"/>
                      </a:endParaRPr>
                    </a:p>
                  </a:txBody>
                  <a:tcPr marL="0" marR="304800" marT="304800" marB="3048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5"/>
                      </a:solidFill>
                      <a:prstDash val="solid"/>
                      <a:round/>
                      <a:headEnd type="none" w="sm" len="sm"/>
                      <a:tailEnd type="none" w="sm" len="sm"/>
                    </a:lnT>
                    <a:lnB w="12700" cap="flat" cmpd="sng">
                      <a:solidFill>
                        <a:schemeClr val="accent5"/>
                      </a:solidFill>
                      <a:prstDash val="solid"/>
                      <a:round/>
                      <a:headEnd type="none" w="sm" len="sm"/>
                      <a:tailEnd type="none" w="sm" len="sm"/>
                    </a:lnB>
                    <a:noFill/>
                  </a:tcPr>
                </a:tc>
                <a:extLst>
                  <a:ext uri="{0D108BD9-81ED-4DB2-BD59-A6C34878D82A}">
                    <a16:rowId xmlns:a16="http://schemas.microsoft.com/office/drawing/2014/main" val="10001"/>
                  </a:ext>
                </a:extLst>
              </a:tr>
              <a:tr h="2328775">
                <a:tc>
                  <a:txBody>
                    <a:bodyPr/>
                    <a:lstStyle/>
                    <a:p>
                      <a:pPr marL="0" marR="0" lvl="0" indent="0" algn="l" rtl="0">
                        <a:lnSpc>
                          <a:spcPct val="90000"/>
                        </a:lnSpc>
                        <a:spcBef>
                          <a:spcPts val="0"/>
                        </a:spcBef>
                        <a:spcAft>
                          <a:spcPts val="0"/>
                        </a:spcAft>
                        <a:buNone/>
                      </a:pPr>
                      <a:r>
                        <a:rPr lang="en-US" sz="2700" b="0" u="none" strike="noStrike" cap="none" dirty="0">
                          <a:solidFill>
                            <a:schemeClr val="lt2"/>
                          </a:solidFill>
                          <a:latin typeface="Trebuchet MS"/>
                          <a:ea typeface="Trebuchet MS"/>
                          <a:cs typeface="Trebuchet MS"/>
                          <a:sym typeface="Trebuchet MS"/>
                        </a:rPr>
                        <a:t>3부: </a:t>
                      </a:r>
                      <a:r>
                        <a:rPr lang="en-US" sz="2700" dirty="0" err="1">
                          <a:solidFill>
                            <a:schemeClr val="lt2"/>
                          </a:solidFill>
                        </a:rPr>
                        <a:t>프로덕션</a:t>
                      </a:r>
                      <a:r>
                        <a:rPr lang="en-US" sz="2700" dirty="0">
                          <a:solidFill>
                            <a:schemeClr val="lt2"/>
                          </a:solidFill>
                        </a:rPr>
                        <a:t> </a:t>
                      </a:r>
                      <a:r>
                        <a:rPr lang="en-US" sz="2700" dirty="0" err="1">
                          <a:solidFill>
                            <a:schemeClr val="lt2"/>
                          </a:solidFill>
                        </a:rPr>
                        <a:t>배포</a:t>
                      </a:r>
                      <a:endParaRPr dirty="0"/>
                    </a:p>
                    <a:p>
                      <a:pPr marL="0" marR="0" lvl="0" indent="0" algn="l" rtl="0">
                        <a:lnSpc>
                          <a:spcPct val="90000"/>
                        </a:lnSpc>
                        <a:spcBef>
                          <a:spcPts val="1200"/>
                        </a:spcBef>
                        <a:spcAft>
                          <a:spcPts val="0"/>
                        </a:spcAft>
                        <a:buNone/>
                      </a:pPr>
                      <a:r>
                        <a:rPr lang="en-US" sz="2300" u="none" strike="noStrike" cap="none" dirty="0" err="1">
                          <a:solidFill>
                            <a:schemeClr val="lt1"/>
                          </a:solidFill>
                          <a:latin typeface="Trebuchet MS"/>
                          <a:ea typeface="Trebuchet MS"/>
                          <a:cs typeface="Trebuchet MS"/>
                          <a:sym typeface="Trebuchet MS"/>
                        </a:rPr>
                        <a:t>강의</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프로덕션</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배포</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고려</a:t>
                      </a:r>
                      <a:r>
                        <a:rPr lang="en-US" sz="2300" u="none" strike="noStrike" cap="none" dirty="0">
                          <a:solidFill>
                            <a:schemeClr val="lt1"/>
                          </a:solidFill>
                          <a:latin typeface="Trebuchet MS"/>
                          <a:ea typeface="Trebuchet MS"/>
                          <a:cs typeface="Trebuchet MS"/>
                          <a:sym typeface="Trebuchet MS"/>
                        </a:rPr>
                        <a:t> </a:t>
                      </a:r>
                      <a:r>
                        <a:rPr lang="en-US" sz="2300" u="none" strike="noStrike" cap="none" dirty="0" err="1">
                          <a:solidFill>
                            <a:schemeClr val="lt1"/>
                          </a:solidFill>
                          <a:latin typeface="Trebuchet MS"/>
                          <a:ea typeface="Trebuchet MS"/>
                          <a:cs typeface="Trebuchet MS"/>
                          <a:sym typeface="Trebuchet MS"/>
                        </a:rPr>
                        <a:t>사항</a:t>
                      </a:r>
                      <a:r>
                        <a:rPr lang="en-US" sz="2300" u="none" strike="noStrike" cap="none" dirty="0">
                          <a:solidFill>
                            <a:schemeClr val="lt1"/>
                          </a:solidFill>
                          <a:latin typeface="Trebuchet MS"/>
                          <a:ea typeface="Trebuchet MS"/>
                          <a:cs typeface="Trebuchet MS"/>
                          <a:sym typeface="Trebuchet MS"/>
                        </a:rPr>
                        <a:t> 및 NVIDIA Triton Inference Server </a:t>
                      </a:r>
                      <a:r>
                        <a:rPr lang="en-US" sz="2300" u="none" strike="noStrike" cap="none" dirty="0" err="1">
                          <a:solidFill>
                            <a:schemeClr val="lt1"/>
                          </a:solidFill>
                          <a:latin typeface="Trebuchet MS"/>
                          <a:ea typeface="Trebuchet MS"/>
                          <a:cs typeface="Trebuchet MS"/>
                          <a:sym typeface="Trebuchet MS"/>
                        </a:rPr>
                        <a:t>설명</a:t>
                      </a:r>
                      <a:endParaRPr dirty="0"/>
                    </a:p>
                    <a:p>
                      <a:pPr marL="0" marR="0" lvl="0" indent="0" algn="l" rtl="0">
                        <a:lnSpc>
                          <a:spcPct val="90000"/>
                        </a:lnSpc>
                        <a:spcBef>
                          <a:spcPts val="1200"/>
                        </a:spcBef>
                        <a:spcAft>
                          <a:spcPts val="0"/>
                        </a:spcAft>
                        <a:buNone/>
                      </a:pPr>
                      <a:r>
                        <a:rPr lang="en-US" sz="2300" u="none" strike="noStrike" cap="none" dirty="0">
                          <a:latin typeface="Trebuchet MS"/>
                          <a:ea typeface="Trebuchet MS"/>
                          <a:cs typeface="Trebuchet MS"/>
                          <a:sym typeface="Trebuchet MS"/>
                        </a:rPr>
                        <a:t>랩: NVIDIA </a:t>
                      </a:r>
                      <a:r>
                        <a:rPr lang="en-US" sz="2300" u="none" strike="noStrike" cap="none" dirty="0" err="1">
                          <a:latin typeface="Trebuchet MS"/>
                          <a:ea typeface="Trebuchet MS"/>
                          <a:cs typeface="Trebuchet MS"/>
                          <a:sym typeface="Trebuchet MS"/>
                        </a:rPr>
                        <a:t>Triton에</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예제</a:t>
                      </a:r>
                      <a:r>
                        <a:rPr lang="en-US" sz="2300"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질문</a:t>
                      </a:r>
                      <a:r>
                        <a:rPr lang="en-US" sz="2300" b="1" i="1"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답변</a:t>
                      </a:r>
                      <a:r>
                        <a:rPr lang="en-US" sz="2300" b="1" i="1" u="none" strike="noStrike" cap="none" dirty="0">
                          <a:latin typeface="Trebuchet MS"/>
                          <a:ea typeface="Trebuchet MS"/>
                          <a:cs typeface="Trebuchet MS"/>
                          <a:sym typeface="Trebuchet MS"/>
                        </a:rPr>
                        <a:t> </a:t>
                      </a:r>
                      <a:r>
                        <a:rPr lang="en-US" sz="2300" b="1" i="1" u="none" strike="noStrike" cap="none" dirty="0" err="1">
                          <a:latin typeface="Trebuchet MS"/>
                          <a:ea typeface="Trebuchet MS"/>
                          <a:cs typeface="Trebuchet MS"/>
                          <a:sym typeface="Trebuchet MS"/>
                        </a:rPr>
                        <a:t>작업을</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배포하는</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방법에</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대한</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핸즈온</a:t>
                      </a:r>
                      <a:r>
                        <a:rPr lang="en-US" sz="2300" u="none" strike="noStrike" cap="none" dirty="0">
                          <a:latin typeface="Trebuchet MS"/>
                          <a:ea typeface="Trebuchet MS"/>
                          <a:cs typeface="Trebuchet MS"/>
                          <a:sym typeface="Trebuchet MS"/>
                        </a:rPr>
                        <a:t> </a:t>
                      </a:r>
                      <a:r>
                        <a:rPr lang="en-US" sz="2300" u="none" strike="noStrike" cap="none" dirty="0" err="1">
                          <a:latin typeface="Trebuchet MS"/>
                          <a:ea typeface="Trebuchet MS"/>
                          <a:cs typeface="Trebuchet MS"/>
                          <a:sym typeface="Trebuchet MS"/>
                        </a:rPr>
                        <a:t>교육</a:t>
                      </a:r>
                      <a:endParaRPr dirty="0"/>
                    </a:p>
                  </a:txBody>
                  <a:tcPr marL="0" marR="304800" marT="304800" marB="3048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accent5"/>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
        <p:nvSpPr>
          <p:cNvPr id="392" name="Google Shape;392;p2"/>
          <p:cNvSpPr txBox="1"/>
          <p:nvPr/>
        </p:nvSpPr>
        <p:spPr>
          <a:xfrm>
            <a:off x="6781738" y="1469762"/>
            <a:ext cx="5239704" cy="646331"/>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4000" dirty="0">
                <a:solidFill>
                  <a:schemeClr val="lt1"/>
                </a:solidFill>
                <a:latin typeface="Trebuchet MS"/>
                <a:ea typeface="Trebuchet MS"/>
                <a:cs typeface="Trebuchet MS"/>
                <a:sym typeface="Trebuchet MS"/>
              </a:rPr>
              <a:t>FULL COURSE AGENDA</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4" name="Google Shape;1363;p89">
            <a:extLst>
              <a:ext uri="{FF2B5EF4-FFF2-40B4-BE49-F238E27FC236}">
                <a16:creationId xmlns:a16="http://schemas.microsoft.com/office/drawing/2014/main" id="{C9F7F149-AB39-4CB5-846C-6709B54E8711}"/>
              </a:ext>
            </a:extLst>
          </p:cNvPr>
          <p:cNvSpPr/>
          <p:nvPr/>
        </p:nvSpPr>
        <p:spPr>
          <a:xfrm>
            <a:off x="6880123" y="1289605"/>
            <a:ext cx="10958051" cy="7347159"/>
          </a:xfrm>
          <a:prstGeom prst="rect">
            <a:avLst/>
          </a:prstGeom>
          <a:solidFill>
            <a:srgbClr val="262626">
              <a:alpha val="69804"/>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399" name="Google Shape;399;p3"/>
          <p:cNvSpPr txBox="1"/>
          <p:nvPr/>
        </p:nvSpPr>
        <p:spPr>
          <a:xfrm>
            <a:off x="7415233" y="1650236"/>
            <a:ext cx="9889067" cy="69864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chemeClr val="lt1"/>
                </a:solidFill>
                <a:latin typeface="Arial"/>
                <a:ea typeface="Arial"/>
                <a:cs typeface="Arial"/>
                <a:sym typeface="Arial"/>
              </a:rPr>
              <a:t>1부: Machine Learning in NLP</a:t>
            </a:r>
            <a:endParaRPr dirty="0"/>
          </a:p>
          <a:p>
            <a:pPr marL="571500" marR="0" lvl="0" indent="-571500" algn="l" rtl="0">
              <a:spcBef>
                <a:spcPts val="0"/>
              </a:spcBef>
              <a:spcAft>
                <a:spcPts val="0"/>
              </a:spcAft>
              <a:buClr>
                <a:schemeClr val="lt2"/>
              </a:buClr>
              <a:buSzPts val="3200"/>
              <a:buFont typeface="Arial"/>
              <a:buChar char="•"/>
            </a:pPr>
            <a:r>
              <a:rPr lang="en-US" sz="3200" dirty="0" err="1">
                <a:solidFill>
                  <a:schemeClr val="lt2"/>
                </a:solidFill>
                <a:latin typeface="Arial"/>
                <a:ea typeface="Arial"/>
                <a:cs typeface="Arial"/>
                <a:sym typeface="Arial"/>
              </a:rPr>
              <a:t>강의</a:t>
            </a:r>
            <a:endParaRPr dirty="0"/>
          </a:p>
          <a:p>
            <a:pPr marL="1333470" marR="0" lvl="1" indent="-571500" algn="l" rtl="0">
              <a:spcBef>
                <a:spcPts val="0"/>
              </a:spcBef>
              <a:spcAft>
                <a:spcPts val="0"/>
              </a:spcAft>
              <a:buClr>
                <a:srgbClr val="C785EA"/>
              </a:buClr>
              <a:buSzPts val="3200"/>
              <a:buFont typeface="Arial"/>
              <a:buChar char="•"/>
            </a:pPr>
            <a:r>
              <a:rPr lang="en-US" sz="3200" b="0" i="0" u="none" strike="noStrike" cap="none" dirty="0" err="1">
                <a:solidFill>
                  <a:srgbClr val="C785EA"/>
                </a:solidFill>
                <a:latin typeface="Arial"/>
                <a:ea typeface="Arial"/>
                <a:cs typeface="Arial"/>
                <a:sym typeface="Arial"/>
              </a:rPr>
              <a:t>NLP란</a:t>
            </a:r>
            <a:r>
              <a:rPr lang="en-US" sz="3200" b="0" i="0" u="none" strike="noStrike" cap="none" dirty="0">
                <a:solidFill>
                  <a:srgbClr val="C785EA"/>
                </a:solidFill>
                <a:latin typeface="Arial"/>
                <a:ea typeface="Arial"/>
                <a:cs typeface="Arial"/>
                <a:sym typeface="Arial"/>
              </a:rPr>
              <a:t> </a:t>
            </a:r>
            <a:r>
              <a:rPr lang="en-US" sz="3200" b="0" i="0" u="none" strike="noStrike" cap="none" dirty="0" err="1">
                <a:solidFill>
                  <a:srgbClr val="C785EA"/>
                </a:solidFill>
                <a:latin typeface="Arial"/>
                <a:ea typeface="Arial"/>
                <a:cs typeface="Arial"/>
                <a:sym typeface="Arial"/>
              </a:rPr>
              <a:t>무엇일까요</a:t>
            </a:r>
            <a:r>
              <a:rPr lang="en-US" sz="3200" b="0" i="0" u="none" strike="noStrike" cap="none" dirty="0">
                <a:solidFill>
                  <a:srgbClr val="C785EA"/>
                </a:solidFill>
                <a:latin typeface="Arial"/>
                <a:ea typeface="Arial"/>
                <a:cs typeface="Arial"/>
                <a:sym typeface="Arial"/>
              </a:rPr>
              <a:t>?</a:t>
            </a:r>
            <a:endParaRPr dirty="0"/>
          </a:p>
          <a:p>
            <a:pPr marL="1333470" marR="0" lvl="1" indent="-571500" algn="l" rtl="0">
              <a:spcBef>
                <a:spcPts val="0"/>
              </a:spcBef>
              <a:spcAft>
                <a:spcPts val="0"/>
              </a:spcAft>
              <a:buClr>
                <a:schemeClr val="lt1"/>
              </a:buClr>
              <a:buSzPts val="3200"/>
              <a:buFont typeface="Arial"/>
              <a:buChar char="•"/>
            </a:pPr>
            <a:r>
              <a:rPr lang="ko-KR" altLang="en-US" sz="3200" b="0" i="0" u="none" strike="noStrike" cap="none" dirty="0">
                <a:solidFill>
                  <a:schemeClr val="lt1"/>
                </a:solidFill>
                <a:latin typeface="Arial"/>
                <a:ea typeface="Arial"/>
                <a:cs typeface="Arial"/>
                <a:sym typeface="Arial"/>
              </a:rPr>
              <a:t>문제 정형화</a:t>
            </a:r>
            <a:endParaRPr lang="en-US" altLang="ko-KR" sz="3200" b="0" i="0" u="none" strike="noStrike" cap="none" dirty="0">
              <a:solidFill>
                <a:schemeClr val="lt1"/>
              </a:solidFill>
              <a:latin typeface="Arial"/>
              <a:ea typeface="Arial"/>
              <a:cs typeface="Arial"/>
              <a:sym typeface="Arial"/>
            </a:endParaRPr>
          </a:p>
          <a:p>
            <a:pPr marL="1333470" marR="0" lvl="1" indent="-571500" algn="l" rtl="0">
              <a:spcBef>
                <a:spcPts val="0"/>
              </a:spcBef>
              <a:spcAft>
                <a:spcPts val="0"/>
              </a:spcAft>
              <a:buClr>
                <a:schemeClr val="lt1"/>
              </a:buClr>
              <a:buSzPts val="3200"/>
              <a:buFont typeface="Arial"/>
              <a:buChar char="•"/>
            </a:pPr>
            <a:r>
              <a:rPr lang="en-US" sz="3200" b="0" i="0" u="none" strike="noStrike" cap="none" dirty="0" err="1">
                <a:solidFill>
                  <a:schemeClr val="lt1"/>
                </a:solidFill>
                <a:latin typeface="Arial"/>
                <a:ea typeface="Arial"/>
                <a:cs typeface="Arial"/>
                <a:sym typeface="Arial"/>
              </a:rPr>
              <a:t>텍스트</a:t>
            </a:r>
            <a:r>
              <a:rPr lang="en-US" sz="3200" b="0" i="0" u="none" strike="noStrike" cap="none" dirty="0">
                <a:solidFill>
                  <a:schemeClr val="lt1"/>
                </a:solidFill>
                <a:latin typeface="Arial"/>
                <a:ea typeface="Arial"/>
                <a:cs typeface="Arial"/>
                <a:sym typeface="Arial"/>
              </a:rPr>
              <a:t> </a:t>
            </a:r>
            <a:r>
              <a:rPr lang="en-US" sz="3200" b="0" i="0" u="none" strike="noStrike" cap="none" dirty="0" err="1">
                <a:solidFill>
                  <a:schemeClr val="lt1"/>
                </a:solidFill>
                <a:latin typeface="Arial"/>
                <a:ea typeface="Arial"/>
                <a:cs typeface="Arial"/>
                <a:sym typeface="Arial"/>
              </a:rPr>
              <a:t>표현</a:t>
            </a:r>
            <a:endParaRPr dirty="0"/>
          </a:p>
          <a:p>
            <a:pPr marL="1333470" marR="0" lvl="1" indent="-571500" algn="l" rtl="0">
              <a:spcBef>
                <a:spcPts val="0"/>
              </a:spcBef>
              <a:spcAft>
                <a:spcPts val="0"/>
              </a:spcAft>
              <a:buClr>
                <a:schemeClr val="lt1"/>
              </a:buClr>
              <a:buSzPts val="3200"/>
              <a:buFont typeface="Arial"/>
              <a:buChar char="•"/>
            </a:pPr>
            <a:r>
              <a:rPr lang="en-US" sz="3200" b="0" i="0" u="none" strike="noStrike" cap="none" dirty="0" err="1">
                <a:solidFill>
                  <a:schemeClr val="lt1"/>
                </a:solidFill>
                <a:latin typeface="Arial"/>
                <a:ea typeface="Arial"/>
                <a:cs typeface="Arial"/>
                <a:sym typeface="Arial"/>
              </a:rPr>
              <a:t>차원</a:t>
            </a:r>
            <a:r>
              <a:rPr lang="en-US" sz="3200" b="0" i="0" u="none" strike="noStrike" cap="none" dirty="0">
                <a:solidFill>
                  <a:schemeClr val="lt1"/>
                </a:solidFill>
                <a:latin typeface="Arial"/>
                <a:ea typeface="Arial"/>
                <a:cs typeface="Arial"/>
                <a:sym typeface="Arial"/>
              </a:rPr>
              <a:t> </a:t>
            </a:r>
            <a:r>
              <a:rPr lang="en-US" sz="3200" b="0" i="0" u="none" strike="noStrike" cap="none" dirty="0" err="1">
                <a:solidFill>
                  <a:schemeClr val="lt1"/>
                </a:solidFill>
                <a:latin typeface="Arial"/>
                <a:ea typeface="Arial"/>
                <a:cs typeface="Arial"/>
                <a:sym typeface="Arial"/>
              </a:rPr>
              <a:t>축소</a:t>
            </a:r>
            <a:endParaRPr dirty="0"/>
          </a:p>
          <a:p>
            <a:pPr marL="1333470" marR="0" lvl="1" indent="-571500" algn="l" rtl="0">
              <a:spcBef>
                <a:spcPts val="0"/>
              </a:spcBef>
              <a:spcAft>
                <a:spcPts val="0"/>
              </a:spcAft>
              <a:buClr>
                <a:schemeClr val="lt1"/>
              </a:buClr>
              <a:buSzPts val="3200"/>
              <a:buFont typeface="Arial"/>
              <a:buChar char="•"/>
            </a:pPr>
            <a:r>
              <a:rPr lang="en-US" sz="3200" b="0" i="0" u="none" strike="noStrike" cap="none" dirty="0" err="1">
                <a:solidFill>
                  <a:schemeClr val="lt1"/>
                </a:solidFill>
                <a:latin typeface="Arial"/>
                <a:ea typeface="Arial"/>
                <a:cs typeface="Arial"/>
                <a:sym typeface="Arial"/>
              </a:rPr>
              <a:t>임베딩</a:t>
            </a:r>
            <a:endParaRPr dirty="0"/>
          </a:p>
          <a:p>
            <a:pPr marL="1333470" marR="0" lvl="1" indent="-571500" algn="l" rtl="0">
              <a:spcBef>
                <a:spcPts val="0"/>
              </a:spcBef>
              <a:spcAft>
                <a:spcPts val="0"/>
              </a:spcAft>
              <a:buClr>
                <a:schemeClr val="lt1"/>
              </a:buClr>
              <a:buSzPts val="3200"/>
              <a:buFont typeface="Arial"/>
              <a:buChar char="•"/>
            </a:pPr>
            <a:r>
              <a:rPr lang="en-US" sz="3200" b="0" i="0" u="none" strike="noStrike" cap="none" dirty="0">
                <a:solidFill>
                  <a:schemeClr val="lt1"/>
                </a:solidFill>
                <a:latin typeface="Arial"/>
                <a:ea typeface="Arial"/>
                <a:cs typeface="Arial"/>
                <a:sym typeface="Arial"/>
              </a:rPr>
              <a:t>RNN</a:t>
            </a:r>
            <a:endParaRPr dirty="0"/>
          </a:p>
          <a:p>
            <a:pPr marL="1333470" marR="0" lvl="1" indent="-571500" algn="l" rtl="0">
              <a:spcBef>
                <a:spcPts val="0"/>
              </a:spcBef>
              <a:spcAft>
                <a:spcPts val="0"/>
              </a:spcAft>
              <a:buClr>
                <a:schemeClr val="lt1"/>
              </a:buClr>
              <a:buSzPts val="3200"/>
              <a:buFont typeface="Arial"/>
              <a:buChar char="•"/>
            </a:pPr>
            <a:r>
              <a:rPr lang="en-US" sz="3200" b="0" i="0" u="none" strike="noStrike" cap="none" dirty="0">
                <a:solidFill>
                  <a:schemeClr val="lt1"/>
                </a:solidFill>
                <a:latin typeface="Arial"/>
                <a:ea typeface="Arial"/>
                <a:cs typeface="Arial"/>
                <a:sym typeface="Arial"/>
              </a:rPr>
              <a:t>“Attention is All You Need”</a:t>
            </a:r>
            <a:endParaRPr dirty="0"/>
          </a:p>
          <a:p>
            <a:pPr marL="571500" marR="0" lvl="0" indent="-571500" algn="l" rtl="0">
              <a:spcBef>
                <a:spcPts val="0"/>
              </a:spcBef>
              <a:spcAft>
                <a:spcPts val="0"/>
              </a:spcAft>
              <a:buClr>
                <a:schemeClr val="lt2"/>
              </a:buClr>
              <a:buSzPts val="3200"/>
              <a:buFont typeface="Arial"/>
              <a:buChar char="•"/>
            </a:pPr>
            <a:r>
              <a:rPr lang="en-US" sz="3200" dirty="0">
                <a:solidFill>
                  <a:schemeClr val="lt2"/>
                </a:solidFill>
                <a:latin typeface="Arial"/>
                <a:ea typeface="Arial"/>
                <a:cs typeface="Arial"/>
                <a:sym typeface="Arial"/>
              </a:rPr>
              <a:t>랩</a:t>
            </a:r>
            <a:endParaRPr dirty="0"/>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ko-KR" altLang="en-US" sz="3200" kern="1200" dirty="0">
                <a:solidFill>
                  <a:srgbClr val="FFFFFF"/>
                </a:solidFill>
                <a:latin typeface="Trebuchet MS"/>
              </a:rPr>
              <a:t>트랜스포머 아키텍쳐</a:t>
            </a:r>
            <a:endParaRPr kumimoji="0" lang="en-US" sz="3200" b="0" i="0" u="none" strike="noStrike" kern="1200" cap="none" spc="0" normalizeH="0" baseline="0" noProof="0" dirty="0">
              <a:ln>
                <a:noFill/>
              </a:ln>
              <a:solidFill>
                <a:srgbClr val="FFFFFF"/>
              </a:solidFill>
              <a:effectLst/>
              <a:uLnTx/>
              <a:uFillTx/>
              <a:latin typeface="Trebuchet MS"/>
              <a:ea typeface="+mn-ea"/>
              <a:cs typeface="+mn-cs"/>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mn-cs"/>
              </a:rPr>
              <a:t>BERT </a:t>
            </a:r>
            <a:r>
              <a:rPr kumimoji="0" lang="ko-KR" altLang="en-US" sz="3200" b="0" i="0" u="none" strike="noStrike" kern="1200" cap="none" spc="0" normalizeH="0" baseline="0" noProof="0" dirty="0">
                <a:ln>
                  <a:noFill/>
                </a:ln>
                <a:solidFill>
                  <a:srgbClr val="FFFFFF"/>
                </a:solidFill>
                <a:effectLst/>
                <a:uLnTx/>
                <a:uFillTx/>
                <a:latin typeface="Trebuchet MS"/>
                <a:ea typeface="+mn-ea"/>
                <a:cs typeface="+mn-cs"/>
              </a:rPr>
              <a:t>모델</a:t>
            </a:r>
            <a:endParaRPr kumimoji="0" lang="en-US" altLang="ko-KR" sz="3200" b="0" i="0" u="none" strike="noStrike" kern="1200" cap="none" spc="0" normalizeH="0" baseline="0" noProof="0" dirty="0">
              <a:ln>
                <a:noFill/>
              </a:ln>
              <a:solidFill>
                <a:srgbClr val="FFFFFF"/>
              </a:solidFill>
              <a:effectLst/>
              <a:uLnTx/>
              <a:uFillTx/>
              <a:latin typeface="Trebuchet MS"/>
              <a:ea typeface="+mn-ea"/>
              <a:cs typeface="+mn-cs"/>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mn-cs"/>
              </a:rPr>
              <a:t>BERT </a:t>
            </a:r>
            <a:r>
              <a:rPr lang="ko-KR" altLang="en-US" sz="3200" kern="1200" dirty="0">
                <a:solidFill>
                  <a:srgbClr val="FFFFFF"/>
                </a:solidFill>
                <a:latin typeface="Trebuchet MS"/>
              </a:rPr>
              <a:t>사전훈련</a:t>
            </a:r>
            <a:endParaRPr kumimoji="0" lang="en-US" sz="3200" b="0" i="0" u="none" strike="noStrike" kern="1200" cap="none" spc="0" normalizeH="0" baseline="0" noProof="0" dirty="0">
              <a:ln>
                <a:noFill/>
              </a:ln>
              <a:solidFill>
                <a:srgbClr val="FFFFFF"/>
              </a:solidFill>
              <a:effectLst/>
              <a:uLnTx/>
              <a:uFillTx/>
              <a:latin typeface="Trebuchet MS"/>
              <a:ea typeface="+mn-ea"/>
              <a:cs typeface="+mn-cs"/>
            </a:endParaRPr>
          </a:p>
          <a:p>
            <a:pPr marL="761970" marR="0" lvl="1" algn="l" rtl="0">
              <a:spcBef>
                <a:spcPts val="0"/>
              </a:spcBef>
              <a:spcAft>
                <a:spcPts val="0"/>
              </a:spcAft>
              <a:buClr>
                <a:schemeClr val="lt1"/>
              </a:buClr>
              <a:buSzPts val="3200"/>
            </a:pPr>
            <a:endParaRPr sz="3200" b="0" i="0" u="none" strike="noStrike" cap="none" dirty="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
          <p:cNvSpPr txBox="1">
            <a:spLocks noGrp="1"/>
          </p:cNvSpPr>
          <p:nvPr>
            <p:ph type="title"/>
          </p:nvPr>
        </p:nvSpPr>
        <p:spPr>
          <a:xfrm>
            <a:off x="8290560" y="7040881"/>
            <a:ext cx="8961120" cy="2289898"/>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None/>
            </a:pPr>
            <a:r>
              <a:rPr lang="ko-KR" altLang="en-US" sz="3600" dirty="0"/>
              <a:t>수많은 애플리케이션의 기반</a:t>
            </a:r>
            <a:endParaRPr dirty="0"/>
          </a:p>
        </p:txBody>
      </p:sp>
    </p:spTree>
    <p:extLst>
      <p:ext uri="{BB962C8B-B14F-4D97-AF65-F5344CB8AC3E}">
        <p14:creationId xmlns:p14="http://schemas.microsoft.com/office/powerpoint/2010/main" val="2606835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dk2"/>
        </a:solidFill>
        <a:effectLst/>
      </p:bgPr>
    </p:bg>
    <p:spTree>
      <p:nvGrpSpPr>
        <p:cNvPr id="1" name="Shape 436"/>
        <p:cNvGrpSpPr/>
        <p:nvPr/>
      </p:nvGrpSpPr>
      <p:grpSpPr>
        <a:xfrm>
          <a:off x="0" y="0"/>
          <a:ext cx="0" cy="0"/>
          <a:chOff x="0" y="0"/>
          <a:chExt cx="0" cy="0"/>
        </a:xfrm>
      </p:grpSpPr>
      <p:sp>
        <p:nvSpPr>
          <p:cNvPr id="437" name="Google Shape;437;p7"/>
          <p:cNvSpPr/>
          <p:nvPr/>
        </p:nvSpPr>
        <p:spPr>
          <a:xfrm>
            <a:off x="7818120" y="3920936"/>
            <a:ext cx="2651760" cy="2286000"/>
          </a:xfrm>
          <a:prstGeom prst="hexagon">
            <a:avLst>
              <a:gd name="adj" fmla="val 25000"/>
              <a:gd name="vf" fmla="val 115470"/>
            </a:avLst>
          </a:prstGeom>
          <a:solidFill>
            <a:schemeClr val="lt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Arial"/>
                <a:ea typeface="Arial"/>
                <a:cs typeface="Arial"/>
                <a:sym typeface="Arial"/>
              </a:rPr>
              <a:t>Natural Language Processing</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38" name="Google Shape;438;p7"/>
          <p:cNvSpPr/>
          <p:nvPr/>
        </p:nvSpPr>
        <p:spPr>
          <a:xfrm>
            <a:off x="7818120" y="1541074"/>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General Q&amp;A</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39" name="Google Shape;439;p7"/>
          <p:cNvSpPr/>
          <p:nvPr/>
        </p:nvSpPr>
        <p:spPr>
          <a:xfrm>
            <a:off x="7818120" y="6300798"/>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Translation</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40" name="Google Shape;440;p7"/>
          <p:cNvSpPr/>
          <p:nvPr/>
        </p:nvSpPr>
        <p:spPr>
          <a:xfrm>
            <a:off x="9980987" y="2720410"/>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Summary Generation</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41" name="Google Shape;441;p7"/>
          <p:cNvSpPr/>
          <p:nvPr/>
        </p:nvSpPr>
        <p:spPr>
          <a:xfrm>
            <a:off x="9980987" y="5100272"/>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Automatic Dialogue Generation</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42" name="Google Shape;442;p7"/>
          <p:cNvSpPr/>
          <p:nvPr/>
        </p:nvSpPr>
        <p:spPr>
          <a:xfrm>
            <a:off x="5655254" y="2720410"/>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Intent Detection</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43" name="Google Shape;443;p7"/>
          <p:cNvSpPr/>
          <p:nvPr/>
        </p:nvSpPr>
        <p:spPr>
          <a:xfrm>
            <a:off x="5655254" y="5100272"/>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Auto Completion</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44" name="Google Shape;444;p7"/>
          <p:cNvSpPr/>
          <p:nvPr/>
        </p:nvSpPr>
        <p:spPr>
          <a:xfrm>
            <a:off x="12143853" y="3920936"/>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Word Sense</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45" name="Google Shape;445;p7"/>
          <p:cNvSpPr/>
          <p:nvPr/>
        </p:nvSpPr>
        <p:spPr>
          <a:xfrm>
            <a:off x="9980986" y="7480134"/>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Code Generation</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46" name="Google Shape;446;p7"/>
          <p:cNvSpPr/>
          <p:nvPr/>
        </p:nvSpPr>
        <p:spPr>
          <a:xfrm>
            <a:off x="3492387" y="3899746"/>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000000"/>
                </a:solidFill>
                <a:effectLst/>
                <a:uLnTx/>
                <a:uFillTx/>
                <a:latin typeface="Arial"/>
                <a:ea typeface="Arial"/>
                <a:cs typeface="Arial"/>
                <a:sym typeface="Arial"/>
              </a:rPr>
              <a:t>Common Sense Reasoning</a:t>
            </a:r>
            <a:endParaRPr kumimoji="0" sz="1400" b="0" i="0" u="none" strike="noStrike" kern="0" cap="none" spc="0" normalizeH="0" baseline="0" noProof="0" dirty="0">
              <a:ln>
                <a:noFill/>
              </a:ln>
              <a:solidFill>
                <a:srgbClr val="000000"/>
              </a:solidFill>
              <a:effectLst/>
              <a:uLnTx/>
              <a:uFillTx/>
              <a:latin typeface="Arial"/>
              <a:ea typeface="MS PGothic" pitchFamily="34" charset="-128"/>
              <a:cs typeface="Arial"/>
              <a:sym typeface="Arial"/>
            </a:endParaRPr>
          </a:p>
        </p:txBody>
      </p:sp>
      <p:sp>
        <p:nvSpPr>
          <p:cNvPr id="447" name="Google Shape;447;p7"/>
          <p:cNvSpPr/>
          <p:nvPr/>
        </p:nvSpPr>
        <p:spPr>
          <a:xfrm>
            <a:off x="9980986" y="304212"/>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Automatic Writing</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
        <p:nvSpPr>
          <p:cNvPr id="448" name="Google Shape;448;p7"/>
          <p:cNvSpPr txBox="1"/>
          <p:nvPr/>
        </p:nvSpPr>
        <p:spPr>
          <a:xfrm>
            <a:off x="14795613" y="9286003"/>
            <a:ext cx="3087705" cy="480131"/>
          </a:xfrm>
          <a:prstGeom prst="rect">
            <a:avLst/>
          </a:prstGeom>
          <a:noFill/>
          <a:ln>
            <a:noFill/>
          </a:ln>
        </p:spPr>
        <p:txBody>
          <a:bodyPr spcFirstLastPara="1" wrap="square" lIns="91425" tIns="45700" rIns="91425" bIns="4570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Tx/>
              <a:buFont typeface="Arial"/>
              <a:buNone/>
              <a:tabLst/>
              <a:defRPr/>
            </a:pPr>
            <a:r>
              <a:rPr kumimoji="0" lang="ko-KR" altLang="en-US" sz="2800" b="0" i="0" u="none" strike="noStrike" kern="0" cap="none" spc="0" normalizeH="0" baseline="0" noProof="0" dirty="0">
                <a:ln>
                  <a:noFill/>
                </a:ln>
                <a:solidFill>
                  <a:srgbClr val="FFFFFF"/>
                </a:solidFill>
                <a:effectLst/>
                <a:uLnTx/>
                <a:uFillTx/>
                <a:latin typeface="Trebuchet MS"/>
                <a:ea typeface="Trebuchet MS"/>
                <a:cs typeface="Trebuchet MS"/>
                <a:sym typeface="Trebuchet MS"/>
              </a:rPr>
              <a:t>그리고 그 이상</a:t>
            </a:r>
            <a:r>
              <a:rPr kumimoji="0" lang="en-US" altLang="ko-KR" sz="2800" b="0" i="0" u="none" strike="noStrike" kern="0" cap="none" spc="0" normalizeH="0" baseline="0" noProof="0" dirty="0">
                <a:ln>
                  <a:noFill/>
                </a:ln>
                <a:solidFill>
                  <a:srgbClr val="FFFFFF"/>
                </a:solidFill>
                <a:effectLst/>
                <a:uLnTx/>
                <a:uFillTx/>
                <a:latin typeface="Trebuchet MS"/>
                <a:ea typeface="Trebuchet MS"/>
                <a:cs typeface="Trebuchet MS"/>
                <a:sym typeface="Trebuchet MS"/>
              </a:rPr>
              <a:t>…</a:t>
            </a:r>
            <a:endParaRPr kumimoji="0" sz="1400" b="0" i="0" u="none" strike="noStrike" kern="0" cap="none" spc="0" normalizeH="0" baseline="0" noProof="0" dirty="0">
              <a:ln>
                <a:noFill/>
              </a:ln>
              <a:solidFill>
                <a:srgbClr val="000000"/>
              </a:solidFill>
              <a:effectLst/>
              <a:uLnTx/>
              <a:uFillTx/>
              <a:latin typeface="Arial"/>
              <a:ea typeface="MS PGothic" pitchFamily="34" charset="-128"/>
              <a:cs typeface="Arial"/>
              <a:sym typeface="Arial"/>
            </a:endParaRPr>
          </a:p>
        </p:txBody>
      </p:sp>
      <p:sp>
        <p:nvSpPr>
          <p:cNvPr id="449" name="Google Shape;449;p7"/>
          <p:cNvSpPr txBox="1"/>
          <p:nvPr/>
        </p:nvSpPr>
        <p:spPr>
          <a:xfrm>
            <a:off x="830580" y="868681"/>
            <a:ext cx="4728391" cy="984885"/>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FFFFFF"/>
                </a:solidFill>
                <a:effectLst/>
                <a:uLnTx/>
                <a:uFillTx/>
                <a:latin typeface="Trebuchet MS"/>
                <a:ea typeface="Trebuchet MS"/>
                <a:cs typeface="Trebuchet MS"/>
                <a:sym typeface="Trebuchet MS"/>
              </a:rPr>
              <a:t>NLP </a:t>
            </a:r>
            <a:r>
              <a:rPr kumimoji="0" lang="ko-KR" altLang="en-US" sz="4800" b="0" i="0" u="none" strike="noStrike" kern="0" cap="none" spc="0" normalizeH="0" baseline="0" noProof="0" dirty="0">
                <a:ln>
                  <a:noFill/>
                </a:ln>
                <a:solidFill>
                  <a:srgbClr val="FFFFFF"/>
                </a:solidFill>
                <a:effectLst/>
                <a:uLnTx/>
                <a:uFillTx/>
                <a:latin typeface="Trebuchet MS"/>
                <a:ea typeface="Trebuchet MS"/>
                <a:cs typeface="Trebuchet MS"/>
                <a:sym typeface="Trebuchet MS"/>
              </a:rPr>
              <a:t>태스크</a:t>
            </a:r>
            <a:endParaRPr kumimoji="0" sz="1400" b="0" i="0" u="none" strike="noStrike" kern="0" cap="none" spc="0" normalizeH="0" baseline="0" noProof="0" dirty="0">
              <a:ln>
                <a:noFill/>
              </a:ln>
              <a:solidFill>
                <a:srgbClr val="000000"/>
              </a:solidFill>
              <a:effectLst/>
              <a:uLnTx/>
              <a:uFillTx/>
              <a:latin typeface="Arial"/>
              <a:ea typeface="MS PGothic" pitchFamily="34" charset="-128"/>
              <a:cs typeface="Arial"/>
              <a:sym typeface="Arial"/>
            </a:endParaRPr>
          </a:p>
        </p:txBody>
      </p:sp>
      <p:sp>
        <p:nvSpPr>
          <p:cNvPr id="450" name="Google Shape;450;p7"/>
          <p:cNvSpPr/>
          <p:nvPr/>
        </p:nvSpPr>
        <p:spPr>
          <a:xfrm>
            <a:off x="5655254" y="7480134"/>
            <a:ext cx="2651760" cy="2286000"/>
          </a:xfrm>
          <a:prstGeom prst="hexagon">
            <a:avLst>
              <a:gd name="adj" fmla="val 25000"/>
              <a:gd name="vf" fmla="val 115470"/>
            </a:avLst>
          </a:prstGeom>
          <a:solidFill>
            <a:srgbClr val="CCFF99"/>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a:ea typeface="Arial"/>
                <a:cs typeface="Arial"/>
                <a:sym typeface="Arial"/>
              </a:rPr>
              <a:t>Sentiment Analysis</a:t>
            </a:r>
            <a:endParaRPr kumimoji="0" sz="1400" b="0" i="0" u="none" strike="noStrike" kern="0" cap="none" spc="0" normalizeH="0" baseline="0" noProof="0">
              <a:ln>
                <a:noFill/>
              </a:ln>
              <a:solidFill>
                <a:srgbClr val="000000"/>
              </a:solidFill>
              <a:effectLst/>
              <a:uLnTx/>
              <a:uFillTx/>
              <a:latin typeface="Arial"/>
              <a:ea typeface="MS PGothic" pitchFamily="34" charset="-128"/>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8"/>
                                        </p:tgtEl>
                                        <p:attrNameLst>
                                          <p:attrName>style.visibility</p:attrName>
                                        </p:attrNameLst>
                                      </p:cBhvr>
                                      <p:to>
                                        <p:strVal val="visible"/>
                                      </p:to>
                                    </p:set>
                                    <p:animEffect transition="in" filter="fade">
                                      <p:cBhvr>
                                        <p:cTn id="7" dur="250"/>
                                        <p:tgtEl>
                                          <p:spTgt spid="438"/>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39"/>
                                        </p:tgtEl>
                                        <p:attrNameLst>
                                          <p:attrName>style.visibility</p:attrName>
                                        </p:attrNameLst>
                                      </p:cBhvr>
                                      <p:to>
                                        <p:strVal val="visible"/>
                                      </p:to>
                                    </p:set>
                                    <p:animEffect transition="in" filter="fade">
                                      <p:cBhvr>
                                        <p:cTn id="11" dur="250"/>
                                        <p:tgtEl>
                                          <p:spTgt spid="439"/>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440"/>
                                        </p:tgtEl>
                                        <p:attrNameLst>
                                          <p:attrName>style.visibility</p:attrName>
                                        </p:attrNameLst>
                                      </p:cBhvr>
                                      <p:to>
                                        <p:strVal val="visible"/>
                                      </p:to>
                                    </p:set>
                                    <p:animEffect transition="in" filter="fade">
                                      <p:cBhvr>
                                        <p:cTn id="15" dur="250"/>
                                        <p:tgtEl>
                                          <p:spTgt spid="440"/>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441"/>
                                        </p:tgtEl>
                                        <p:attrNameLst>
                                          <p:attrName>style.visibility</p:attrName>
                                        </p:attrNameLst>
                                      </p:cBhvr>
                                      <p:to>
                                        <p:strVal val="visible"/>
                                      </p:to>
                                    </p:set>
                                    <p:animEffect transition="in" filter="fade">
                                      <p:cBhvr>
                                        <p:cTn id="19" dur="250"/>
                                        <p:tgtEl>
                                          <p:spTgt spid="441"/>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442"/>
                                        </p:tgtEl>
                                        <p:attrNameLst>
                                          <p:attrName>style.visibility</p:attrName>
                                        </p:attrNameLst>
                                      </p:cBhvr>
                                      <p:to>
                                        <p:strVal val="visible"/>
                                      </p:to>
                                    </p:set>
                                    <p:animEffect transition="in" filter="fade">
                                      <p:cBhvr>
                                        <p:cTn id="23" dur="250"/>
                                        <p:tgtEl>
                                          <p:spTgt spid="442"/>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443"/>
                                        </p:tgtEl>
                                        <p:attrNameLst>
                                          <p:attrName>style.visibility</p:attrName>
                                        </p:attrNameLst>
                                      </p:cBhvr>
                                      <p:to>
                                        <p:strVal val="visible"/>
                                      </p:to>
                                    </p:set>
                                    <p:animEffect transition="in" filter="fade">
                                      <p:cBhvr>
                                        <p:cTn id="27" dur="250"/>
                                        <p:tgtEl>
                                          <p:spTgt spid="443"/>
                                        </p:tgtEl>
                                      </p:cBhvr>
                                    </p:animEffect>
                                  </p:childTnLst>
                                </p:cTn>
                              </p:par>
                            </p:childTnLst>
                          </p:cTn>
                        </p:par>
                        <p:par>
                          <p:cTn id="28" fill="hold">
                            <p:stCondLst>
                              <p:cond delay="1500"/>
                            </p:stCondLst>
                            <p:childTnLst>
                              <p:par>
                                <p:cTn id="29" presetID="10" presetClass="entr" presetSubtype="0" fill="hold" nodeType="afterEffect">
                                  <p:stCondLst>
                                    <p:cond delay="0"/>
                                  </p:stCondLst>
                                  <p:childTnLst>
                                    <p:set>
                                      <p:cBhvr>
                                        <p:cTn id="30" dur="1" fill="hold">
                                          <p:stCondLst>
                                            <p:cond delay="0"/>
                                          </p:stCondLst>
                                        </p:cTn>
                                        <p:tgtEl>
                                          <p:spTgt spid="444"/>
                                        </p:tgtEl>
                                        <p:attrNameLst>
                                          <p:attrName>style.visibility</p:attrName>
                                        </p:attrNameLst>
                                      </p:cBhvr>
                                      <p:to>
                                        <p:strVal val="visible"/>
                                      </p:to>
                                    </p:set>
                                    <p:animEffect transition="in" filter="fade">
                                      <p:cBhvr>
                                        <p:cTn id="31" dur="250"/>
                                        <p:tgtEl>
                                          <p:spTgt spid="444"/>
                                        </p:tgtEl>
                                      </p:cBhvr>
                                    </p:animEffect>
                                  </p:childTnLst>
                                </p:cTn>
                              </p:par>
                            </p:childTnLst>
                          </p:cTn>
                        </p:par>
                        <p:par>
                          <p:cTn id="32" fill="hold">
                            <p:stCondLst>
                              <p:cond delay="1750"/>
                            </p:stCondLst>
                            <p:childTnLst>
                              <p:par>
                                <p:cTn id="33" presetID="10" presetClass="entr" presetSubtype="0" fill="hold" nodeType="afterEffect">
                                  <p:stCondLst>
                                    <p:cond delay="0"/>
                                  </p:stCondLst>
                                  <p:childTnLst>
                                    <p:set>
                                      <p:cBhvr>
                                        <p:cTn id="34" dur="1" fill="hold">
                                          <p:stCondLst>
                                            <p:cond delay="0"/>
                                          </p:stCondLst>
                                        </p:cTn>
                                        <p:tgtEl>
                                          <p:spTgt spid="445"/>
                                        </p:tgtEl>
                                        <p:attrNameLst>
                                          <p:attrName>style.visibility</p:attrName>
                                        </p:attrNameLst>
                                      </p:cBhvr>
                                      <p:to>
                                        <p:strVal val="visible"/>
                                      </p:to>
                                    </p:set>
                                    <p:animEffect transition="in" filter="fade">
                                      <p:cBhvr>
                                        <p:cTn id="35" dur="250"/>
                                        <p:tgtEl>
                                          <p:spTgt spid="445"/>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446"/>
                                        </p:tgtEl>
                                        <p:attrNameLst>
                                          <p:attrName>style.visibility</p:attrName>
                                        </p:attrNameLst>
                                      </p:cBhvr>
                                      <p:to>
                                        <p:strVal val="visible"/>
                                      </p:to>
                                    </p:set>
                                    <p:animEffect transition="in" filter="fade">
                                      <p:cBhvr>
                                        <p:cTn id="39" dur="250"/>
                                        <p:tgtEl>
                                          <p:spTgt spid="446"/>
                                        </p:tgtEl>
                                      </p:cBhvr>
                                    </p:animEffect>
                                  </p:childTnLst>
                                </p:cTn>
                              </p:par>
                            </p:childTnLst>
                          </p:cTn>
                        </p:par>
                        <p:par>
                          <p:cTn id="40" fill="hold">
                            <p:stCondLst>
                              <p:cond delay="2250"/>
                            </p:stCondLst>
                            <p:childTnLst>
                              <p:par>
                                <p:cTn id="41" presetID="10" presetClass="entr" presetSubtype="0" fill="hold" nodeType="afterEffect">
                                  <p:stCondLst>
                                    <p:cond delay="0"/>
                                  </p:stCondLst>
                                  <p:childTnLst>
                                    <p:set>
                                      <p:cBhvr>
                                        <p:cTn id="42" dur="1" fill="hold">
                                          <p:stCondLst>
                                            <p:cond delay="0"/>
                                          </p:stCondLst>
                                        </p:cTn>
                                        <p:tgtEl>
                                          <p:spTgt spid="447"/>
                                        </p:tgtEl>
                                        <p:attrNameLst>
                                          <p:attrName>style.visibility</p:attrName>
                                        </p:attrNameLst>
                                      </p:cBhvr>
                                      <p:to>
                                        <p:strVal val="visible"/>
                                      </p:to>
                                    </p:set>
                                    <p:animEffect transition="in" filter="fade">
                                      <p:cBhvr>
                                        <p:cTn id="43" dur="250"/>
                                        <p:tgtEl>
                                          <p:spTgt spid="447"/>
                                        </p:tgtEl>
                                      </p:cBhvr>
                                    </p:animEffect>
                                  </p:childTnLst>
                                </p:cTn>
                              </p:par>
                            </p:childTnLst>
                          </p:cTn>
                        </p:par>
                        <p:par>
                          <p:cTn id="44" fill="hold">
                            <p:stCondLst>
                              <p:cond delay="2500"/>
                            </p:stCondLst>
                            <p:childTnLst>
                              <p:par>
                                <p:cTn id="45" presetID="10" presetClass="entr" presetSubtype="0" fill="hold" nodeType="afterEffect">
                                  <p:stCondLst>
                                    <p:cond delay="0"/>
                                  </p:stCondLst>
                                  <p:childTnLst>
                                    <p:set>
                                      <p:cBhvr>
                                        <p:cTn id="46" dur="1" fill="hold">
                                          <p:stCondLst>
                                            <p:cond delay="0"/>
                                          </p:stCondLst>
                                        </p:cTn>
                                        <p:tgtEl>
                                          <p:spTgt spid="450"/>
                                        </p:tgtEl>
                                        <p:attrNameLst>
                                          <p:attrName>style.visibility</p:attrName>
                                        </p:attrNameLst>
                                      </p:cBhvr>
                                      <p:to>
                                        <p:strVal val="visible"/>
                                      </p:to>
                                    </p:set>
                                    <p:animEffect transition="in" filter="fade">
                                      <p:cBhvr>
                                        <p:cTn id="47" dur="250"/>
                                        <p:tgtEl>
                                          <p:spTgt spid="450"/>
                                        </p:tgtEl>
                                      </p:cBhvr>
                                    </p:animEffect>
                                  </p:childTnLst>
                                </p:cTn>
                              </p:par>
                            </p:childTnLst>
                          </p:cTn>
                        </p:par>
                        <p:par>
                          <p:cTn id="48" fill="hold">
                            <p:stCondLst>
                              <p:cond delay="2750"/>
                            </p:stCondLst>
                            <p:childTnLst>
                              <p:par>
                                <p:cTn id="49" presetID="10" presetClass="entr" presetSubtype="0" fill="hold" nodeType="afterEffect">
                                  <p:stCondLst>
                                    <p:cond delay="0"/>
                                  </p:stCondLst>
                                  <p:childTnLst>
                                    <p:set>
                                      <p:cBhvr>
                                        <p:cTn id="50" dur="1" fill="hold">
                                          <p:stCondLst>
                                            <p:cond delay="0"/>
                                          </p:stCondLst>
                                        </p:cTn>
                                        <p:tgtEl>
                                          <p:spTgt spid="448"/>
                                        </p:tgtEl>
                                        <p:attrNameLst>
                                          <p:attrName>style.visibility</p:attrName>
                                        </p:attrNameLst>
                                      </p:cBhvr>
                                      <p:to>
                                        <p:strVal val="visible"/>
                                      </p:to>
                                    </p:set>
                                    <p:animEffect transition="in" filter="fade">
                                      <p:cBhvr>
                                        <p:cTn id="51" dur="500"/>
                                        <p:tgtEl>
                                          <p:spTgt spid="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
          <p:cNvSpPr txBox="1">
            <a:spLocks noGrp="1"/>
          </p:cNvSpPr>
          <p:nvPr>
            <p:ph type="title"/>
          </p:nvPr>
        </p:nvSpPr>
        <p:spPr>
          <a:xfrm>
            <a:off x="8290560" y="7040881"/>
            <a:ext cx="8961120" cy="2289898"/>
          </a:xfrm>
          <a:prstGeom prst="rect">
            <a:avLst/>
          </a:prstGeom>
          <a:noFill/>
          <a:ln>
            <a:noFill/>
          </a:ln>
        </p:spPr>
        <p:txBody>
          <a:bodyPr spcFirstLastPara="1" wrap="square" lIns="91425" tIns="45700" rIns="91425" bIns="45700" anchor="b" anchorCtr="0">
            <a:noAutofit/>
          </a:bodyPr>
          <a:lstStyle/>
          <a:p>
            <a:pPr marL="0" lvl="0" indent="0" algn="r" rtl="0">
              <a:lnSpc>
                <a:spcPct val="90000"/>
              </a:lnSpc>
              <a:spcBef>
                <a:spcPts val="0"/>
              </a:spcBef>
              <a:spcAft>
                <a:spcPts val="0"/>
              </a:spcAft>
              <a:buNone/>
            </a:pPr>
            <a:r>
              <a:rPr lang="ko-KR" altLang="en-US" sz="3600" dirty="0"/>
              <a:t>오늘날 가능한 애플리케이션의 예</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dk2"/>
        </a:solidFill>
        <a:effectLst/>
      </p:bgPr>
    </p:bg>
    <p:spTree>
      <p:nvGrpSpPr>
        <p:cNvPr id="1" name="Shape 405"/>
        <p:cNvGrpSpPr/>
        <p:nvPr/>
      </p:nvGrpSpPr>
      <p:grpSpPr>
        <a:xfrm>
          <a:off x="0" y="0"/>
          <a:ext cx="0" cy="0"/>
          <a:chOff x="0" y="0"/>
          <a:chExt cx="0" cy="0"/>
        </a:xfrm>
      </p:grpSpPr>
      <p:pic>
        <p:nvPicPr>
          <p:cNvPr id="406" name="Google Shape;406;p3" descr="In this demo, we see one example of Project Tokkio—a “talking kiosk” reference application. NVIDIA Maxine embodies a photorealistic, life-like autonomous toy avatar that responds to challenging domain-specific questions. The avatar, in NVIDIA Omniverse, is a reference application that uses NVIDIA Riva for speech AI, NVIDIA Megatron-Turing NLG 530B large language model for natural language understanding, and a combination of NVIDIA Omniverse animation systems for facial and body animation based on an audio source.&#10;&#10;Learn more: https://nvda.ws/3FkCqGj" title="Expert, Natural Q&amp;A with NVIDIA Omniverse Avatar for Project Tokkio">
            <a:hlinkClick r:id="rId3"/>
          </p:cNvPr>
          <p:cNvPicPr preferRelativeResize="0"/>
          <p:nvPr/>
        </p:nvPicPr>
        <p:blipFill>
          <a:blip r:embed="rId4">
            <a:alphaModFix/>
          </a:blip>
          <a:stretch>
            <a:fillRect/>
          </a:stretch>
        </p:blipFill>
        <p:spPr>
          <a:xfrm>
            <a:off x="2425238" y="104425"/>
            <a:ext cx="13437524" cy="100781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6"/>
                                        </p:tgtEl>
                                        <p:attrNameLst>
                                          <p:attrName>style.visibility</p:attrName>
                                        </p:attrNameLst>
                                      </p:cBhvr>
                                      <p:to>
                                        <p:strVal val="visible"/>
                                      </p:to>
                                    </p:set>
                                    <p:animEffect transition="in" filter="fade">
                                      <p:cBhvr>
                                        <p:cTn id="7" dur="1000"/>
                                        <p:tgtEl>
                                          <p:spTgt spid="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dk2"/>
        </a:solidFill>
        <a:effectLst/>
      </p:bgPr>
    </p:bg>
    <p:spTree>
      <p:nvGrpSpPr>
        <p:cNvPr id="1" name="Shape 410"/>
        <p:cNvGrpSpPr/>
        <p:nvPr/>
      </p:nvGrpSpPr>
      <p:grpSpPr>
        <a:xfrm>
          <a:off x="0" y="0"/>
          <a:ext cx="0" cy="0"/>
          <a:chOff x="0" y="0"/>
          <a:chExt cx="0" cy="0"/>
        </a:xfrm>
      </p:grpSpPr>
      <p:pic>
        <p:nvPicPr>
          <p:cNvPr id="411" name="Google Shape;411;p4" descr="A picture containing indoor, child, decorated&#10;&#10;Description automatically generated"/>
          <p:cNvPicPr preferRelativeResize="0"/>
          <p:nvPr/>
        </p:nvPicPr>
        <p:blipFill rotWithShape="1">
          <a:blip r:embed="rId3">
            <a:alphaModFix/>
          </a:blip>
          <a:srcRect/>
          <a:stretch/>
        </p:blipFill>
        <p:spPr>
          <a:xfrm>
            <a:off x="1028700" y="533400"/>
            <a:ext cx="16256000" cy="9144000"/>
          </a:xfrm>
          <a:prstGeom prst="rect">
            <a:avLst/>
          </a:prstGeom>
          <a:noFill/>
          <a:ln>
            <a:noFill/>
          </a:ln>
        </p:spPr>
      </p:pic>
      <p:pic>
        <p:nvPicPr>
          <p:cNvPr id="412" name="Google Shape;412;p4"/>
          <p:cNvPicPr preferRelativeResize="0"/>
          <p:nvPr/>
        </p:nvPicPr>
        <p:blipFill rotWithShape="1">
          <a:blip r:embed="rId4">
            <a:alphaModFix/>
          </a:blip>
          <a:srcRect t="5184" b="5185"/>
          <a:stretch/>
        </p:blipFill>
        <p:spPr>
          <a:xfrm>
            <a:off x="961526" y="609600"/>
            <a:ext cx="16323174" cy="9144000"/>
          </a:xfrm>
          <a:prstGeom prst="rect">
            <a:avLst/>
          </a:prstGeom>
          <a:noFill/>
          <a:ln>
            <a:noFill/>
          </a:ln>
        </p:spPr>
      </p:pic>
      <p:grpSp>
        <p:nvGrpSpPr>
          <p:cNvPr id="413" name="Google Shape;413;p4"/>
          <p:cNvGrpSpPr/>
          <p:nvPr/>
        </p:nvGrpSpPr>
        <p:grpSpPr>
          <a:xfrm>
            <a:off x="10644455" y="-4"/>
            <a:ext cx="9660688" cy="10287004"/>
            <a:chOff x="10644455" y="-4"/>
            <a:chExt cx="9660688" cy="10287004"/>
          </a:xfrm>
        </p:grpSpPr>
        <p:grpSp>
          <p:nvGrpSpPr>
            <p:cNvPr id="414" name="Google Shape;414;p4"/>
            <p:cNvGrpSpPr/>
            <p:nvPr/>
          </p:nvGrpSpPr>
          <p:grpSpPr>
            <a:xfrm>
              <a:off x="10644455" y="-4"/>
              <a:ext cx="7703039" cy="10287004"/>
              <a:chOff x="10644455" y="-4"/>
              <a:chExt cx="7703039" cy="10287004"/>
            </a:xfrm>
          </p:grpSpPr>
          <p:sp>
            <p:nvSpPr>
              <p:cNvPr id="415" name="Google Shape;415;p4"/>
              <p:cNvSpPr/>
              <p:nvPr/>
            </p:nvSpPr>
            <p:spPr>
              <a:xfrm flipH="1">
                <a:off x="10644455" y="0"/>
                <a:ext cx="2757220" cy="10287000"/>
              </a:xfrm>
              <a:prstGeom prst="rtTriangle">
                <a:avLst/>
              </a:prstGeom>
              <a:solidFill>
                <a:schemeClr val="lt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16" name="Google Shape;416;p4"/>
              <p:cNvSpPr/>
              <p:nvPr/>
            </p:nvSpPr>
            <p:spPr>
              <a:xfrm>
                <a:off x="13401675" y="-4"/>
                <a:ext cx="4945819" cy="10287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grpSp>
        <p:sp>
          <p:nvSpPr>
            <p:cNvPr id="417" name="Google Shape;417;p4"/>
            <p:cNvSpPr txBox="1"/>
            <p:nvPr/>
          </p:nvSpPr>
          <p:spPr>
            <a:xfrm>
              <a:off x="11161143" y="7412248"/>
              <a:ext cx="9144000" cy="1086323"/>
            </a:xfrm>
            <a:prstGeom prst="rect">
              <a:avLst/>
            </a:prstGeom>
            <a:noFill/>
            <a:ln>
              <a:noFill/>
            </a:ln>
          </p:spPr>
          <p:txBody>
            <a:bodyPr spcFirstLastPara="1" wrap="square" lIns="91425" tIns="45700" rIns="91425" bIns="45700" anchor="t" anchorCtr="0">
              <a:spAutoFit/>
            </a:bodyPr>
            <a:lstStyle/>
            <a:p>
              <a:pPr marL="914400" marR="0" lvl="0" indent="-285750" algn="l" defTabSz="914400" rtl="0" eaLnBrk="1" fontAlgn="auto" latinLnBrk="0" hangingPunct="1">
                <a:lnSpc>
                  <a:spcPct val="12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FFFFFF"/>
                  </a:solidFill>
                  <a:effectLst/>
                  <a:uLnTx/>
                  <a:uFillTx/>
                  <a:latin typeface="Trebuchet MS"/>
                  <a:ea typeface="Trebuchet MS"/>
                  <a:cs typeface="Trebuchet MS"/>
                  <a:sym typeface="Trebuchet MS"/>
                </a:rPr>
                <a:t>Large NLP models powers: </a:t>
              </a:r>
              <a:endParaRPr kumimoji="0" sz="1400" b="0" i="0" u="none" strike="noStrike" kern="0" cap="none" spc="0" normalizeH="0" baseline="0" noProof="0" dirty="0">
                <a:ln>
                  <a:noFill/>
                </a:ln>
                <a:solidFill>
                  <a:srgbClr val="000000"/>
                </a:solidFill>
                <a:effectLst/>
                <a:uLnTx/>
                <a:uFillTx/>
                <a:latin typeface="Arial"/>
                <a:ea typeface="MS PGothic" pitchFamily="34" charset="-128"/>
                <a:cs typeface="Arial"/>
                <a:sym typeface="Arial"/>
              </a:endParaRPr>
            </a:p>
            <a:p>
              <a:pPr marL="1200150" marR="0" lvl="0" indent="-342900" algn="l" defTabSz="914400" rtl="0" eaLnBrk="1" fontAlgn="auto" latinLnBrk="0" hangingPunct="1">
                <a:lnSpc>
                  <a:spcPct val="120000"/>
                </a:lnSpc>
                <a:spcBef>
                  <a:spcPts val="0"/>
                </a:spcBef>
                <a:spcAft>
                  <a:spcPts val="0"/>
                </a:spcAft>
                <a:buClr>
                  <a:srgbClr val="FFFFFF"/>
                </a:buClr>
                <a:buSzPts val="2400"/>
                <a:buFont typeface="Courier New"/>
                <a:buChar char="o"/>
                <a:tabLst/>
                <a:defRPr/>
              </a:pPr>
              <a:r>
                <a:rPr kumimoji="0" lang="en-US" sz="2400" b="0" i="0" u="none" strike="noStrike" kern="0" cap="none" spc="0" normalizeH="0" baseline="0" noProof="0" dirty="0">
                  <a:ln>
                    <a:noFill/>
                  </a:ln>
                  <a:solidFill>
                    <a:srgbClr val="FFFFFF"/>
                  </a:solidFill>
                  <a:effectLst/>
                  <a:uLnTx/>
                  <a:uFillTx/>
                  <a:latin typeface="Trebuchet MS"/>
                  <a:ea typeface="Trebuchet MS"/>
                  <a:cs typeface="Trebuchet MS"/>
                  <a:sym typeface="Trebuchet MS"/>
                </a:rPr>
                <a:t>Multi-turn Information Retrieval for Q&amp;A </a:t>
              </a:r>
              <a:endParaRPr kumimoji="0" sz="2400" b="0" i="0" u="none" strike="noStrike" kern="0" cap="none" spc="0" normalizeH="0" baseline="0" noProof="0" dirty="0">
                <a:ln>
                  <a:noFill/>
                </a:ln>
                <a:solidFill>
                  <a:srgbClr val="FFFFFF"/>
                </a:solidFill>
                <a:effectLst/>
                <a:uLnTx/>
                <a:uFillTx/>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13"/>
                                        </p:tgtEl>
                                        <p:attrNameLst>
                                          <p:attrName>style.visibility</p:attrName>
                                        </p:attrNameLst>
                                      </p:cBhvr>
                                      <p:to>
                                        <p:strVal val="visible"/>
                                      </p:to>
                                    </p:set>
                                    <p:anim calcmode="lin" valueType="num">
                                      <p:cBhvr additive="base">
                                        <p:cTn id="7" dur="500"/>
                                        <p:tgtEl>
                                          <p:spTgt spid="41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4" name="Google Shape;1363;p89">
            <a:extLst>
              <a:ext uri="{FF2B5EF4-FFF2-40B4-BE49-F238E27FC236}">
                <a16:creationId xmlns:a16="http://schemas.microsoft.com/office/drawing/2014/main" id="{C9F7F149-AB39-4CB5-846C-6709B54E8711}"/>
              </a:ext>
            </a:extLst>
          </p:cNvPr>
          <p:cNvSpPr/>
          <p:nvPr/>
        </p:nvSpPr>
        <p:spPr>
          <a:xfrm>
            <a:off x="6880123" y="1289605"/>
            <a:ext cx="10958051" cy="7347159"/>
          </a:xfrm>
          <a:prstGeom prst="rect">
            <a:avLst/>
          </a:prstGeom>
          <a:solidFill>
            <a:srgbClr val="262626">
              <a:alpha val="69804"/>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399" name="Google Shape;399;p3"/>
          <p:cNvSpPr txBox="1"/>
          <p:nvPr/>
        </p:nvSpPr>
        <p:spPr>
          <a:xfrm>
            <a:off x="7415233" y="1650236"/>
            <a:ext cx="9889067" cy="69864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a:solidFill>
                  <a:schemeClr val="lt1"/>
                </a:solidFill>
                <a:latin typeface="Arial"/>
                <a:ea typeface="Arial"/>
                <a:cs typeface="Arial"/>
                <a:sym typeface="Arial"/>
              </a:rPr>
              <a:t>1부: Machine Learning in NLP</a:t>
            </a:r>
            <a:endParaRPr dirty="0"/>
          </a:p>
          <a:p>
            <a:pPr marL="571500" marR="0" lvl="0" indent="-571500" algn="l" rtl="0">
              <a:spcBef>
                <a:spcPts val="0"/>
              </a:spcBef>
              <a:spcAft>
                <a:spcPts val="0"/>
              </a:spcAft>
              <a:buClr>
                <a:schemeClr val="lt2"/>
              </a:buClr>
              <a:buSzPts val="3200"/>
              <a:buFont typeface="Arial"/>
              <a:buChar char="•"/>
            </a:pPr>
            <a:r>
              <a:rPr lang="en-US" sz="3200" dirty="0" err="1">
                <a:solidFill>
                  <a:schemeClr val="lt2"/>
                </a:solidFill>
                <a:latin typeface="Arial"/>
                <a:ea typeface="Arial"/>
                <a:cs typeface="Arial"/>
                <a:sym typeface="Arial"/>
              </a:rPr>
              <a:t>강의</a:t>
            </a:r>
            <a:endParaRPr dirty="0"/>
          </a:p>
          <a:p>
            <a:pPr marL="1333470" marR="0" lvl="1" indent="-571500" algn="l" rtl="0">
              <a:spcBef>
                <a:spcPts val="0"/>
              </a:spcBef>
              <a:spcAft>
                <a:spcPts val="0"/>
              </a:spcAft>
              <a:buClr>
                <a:schemeClr val="bg1"/>
              </a:buClr>
              <a:buSzPts val="3200"/>
              <a:buFont typeface="Arial"/>
              <a:buChar char="•"/>
            </a:pPr>
            <a:r>
              <a:rPr lang="en-US" sz="3200" b="0" i="0" u="none" strike="noStrike" cap="none" dirty="0" err="1">
                <a:solidFill>
                  <a:schemeClr val="bg1"/>
                </a:solidFill>
                <a:latin typeface="Arial"/>
                <a:ea typeface="Arial"/>
                <a:cs typeface="Arial"/>
                <a:sym typeface="Arial"/>
              </a:rPr>
              <a:t>NLP란</a:t>
            </a:r>
            <a:r>
              <a:rPr lang="en-US" sz="3200" b="0" i="0" u="none" strike="noStrike" cap="none" dirty="0">
                <a:solidFill>
                  <a:schemeClr val="bg1"/>
                </a:solidFill>
                <a:latin typeface="Arial"/>
                <a:ea typeface="Arial"/>
                <a:cs typeface="Arial"/>
                <a:sym typeface="Arial"/>
              </a:rPr>
              <a:t> </a:t>
            </a:r>
            <a:r>
              <a:rPr lang="en-US" sz="3200" b="0" i="0" u="none" strike="noStrike" cap="none" dirty="0" err="1">
                <a:solidFill>
                  <a:schemeClr val="bg1"/>
                </a:solidFill>
                <a:latin typeface="Arial"/>
                <a:ea typeface="Arial"/>
                <a:cs typeface="Arial"/>
                <a:sym typeface="Arial"/>
              </a:rPr>
              <a:t>무엇일까요</a:t>
            </a:r>
            <a:r>
              <a:rPr lang="en-US" sz="3200" b="0" i="0" u="none" strike="noStrike" cap="none" dirty="0">
                <a:solidFill>
                  <a:schemeClr val="bg1"/>
                </a:solidFill>
                <a:latin typeface="Arial"/>
                <a:ea typeface="Arial"/>
                <a:cs typeface="Arial"/>
                <a:sym typeface="Arial"/>
              </a:rPr>
              <a:t>?</a:t>
            </a:r>
            <a:endParaRPr dirty="0">
              <a:solidFill>
                <a:schemeClr val="bg1"/>
              </a:solidFill>
            </a:endParaRPr>
          </a:p>
          <a:p>
            <a:pPr marL="1333470" marR="0" lvl="1" indent="-571500" algn="l" rtl="0">
              <a:spcBef>
                <a:spcPts val="0"/>
              </a:spcBef>
              <a:spcAft>
                <a:spcPts val="0"/>
              </a:spcAft>
              <a:buClr>
                <a:schemeClr val="accent2">
                  <a:lumMod val="40000"/>
                  <a:lumOff val="60000"/>
                </a:schemeClr>
              </a:buClr>
              <a:buSzPts val="3200"/>
              <a:buFont typeface="Arial"/>
              <a:buChar char="•"/>
            </a:pPr>
            <a:r>
              <a:rPr lang="ko-KR" altLang="en-US" sz="3200" b="0" i="0" u="none" strike="noStrike" cap="none" dirty="0">
                <a:solidFill>
                  <a:schemeClr val="accent2">
                    <a:lumMod val="40000"/>
                    <a:lumOff val="60000"/>
                  </a:schemeClr>
                </a:solidFill>
                <a:latin typeface="Arial"/>
                <a:ea typeface="Arial"/>
                <a:cs typeface="Arial"/>
                <a:sym typeface="Arial"/>
              </a:rPr>
              <a:t>문제 정형화</a:t>
            </a:r>
            <a:endParaRPr lang="en-US" altLang="ko-KR" sz="3200" b="0" i="0" u="none" strike="noStrike" cap="none" dirty="0">
              <a:solidFill>
                <a:schemeClr val="accent2">
                  <a:lumMod val="40000"/>
                  <a:lumOff val="60000"/>
                </a:schemeClr>
              </a:solidFill>
              <a:latin typeface="Arial"/>
              <a:ea typeface="Arial"/>
              <a:cs typeface="Arial"/>
              <a:sym typeface="Arial"/>
            </a:endParaRPr>
          </a:p>
          <a:p>
            <a:pPr marL="1333470" marR="0" lvl="1" indent="-571500" algn="l" rtl="0">
              <a:spcBef>
                <a:spcPts val="0"/>
              </a:spcBef>
              <a:spcAft>
                <a:spcPts val="0"/>
              </a:spcAft>
              <a:buClr>
                <a:schemeClr val="lt1"/>
              </a:buClr>
              <a:buSzPts val="3200"/>
              <a:buFont typeface="Arial"/>
              <a:buChar char="•"/>
            </a:pPr>
            <a:r>
              <a:rPr lang="en-US" sz="3200" b="0" i="0" u="none" strike="noStrike" cap="none" dirty="0" err="1">
                <a:solidFill>
                  <a:schemeClr val="lt1"/>
                </a:solidFill>
                <a:latin typeface="Arial"/>
                <a:ea typeface="Arial"/>
                <a:cs typeface="Arial"/>
                <a:sym typeface="Arial"/>
              </a:rPr>
              <a:t>텍스트</a:t>
            </a:r>
            <a:r>
              <a:rPr lang="en-US" sz="3200" b="0" i="0" u="none" strike="noStrike" cap="none" dirty="0">
                <a:solidFill>
                  <a:schemeClr val="lt1"/>
                </a:solidFill>
                <a:latin typeface="Arial"/>
                <a:ea typeface="Arial"/>
                <a:cs typeface="Arial"/>
                <a:sym typeface="Arial"/>
              </a:rPr>
              <a:t> </a:t>
            </a:r>
            <a:r>
              <a:rPr lang="en-US" sz="3200" b="0" i="0" u="none" strike="noStrike" cap="none" dirty="0" err="1">
                <a:solidFill>
                  <a:schemeClr val="lt1"/>
                </a:solidFill>
                <a:latin typeface="Arial"/>
                <a:ea typeface="Arial"/>
                <a:cs typeface="Arial"/>
                <a:sym typeface="Arial"/>
              </a:rPr>
              <a:t>표현</a:t>
            </a:r>
            <a:endParaRPr dirty="0"/>
          </a:p>
          <a:p>
            <a:pPr marL="1333470" marR="0" lvl="1" indent="-571500" algn="l" rtl="0">
              <a:spcBef>
                <a:spcPts val="0"/>
              </a:spcBef>
              <a:spcAft>
                <a:spcPts val="0"/>
              </a:spcAft>
              <a:buClr>
                <a:schemeClr val="lt1"/>
              </a:buClr>
              <a:buSzPts val="3200"/>
              <a:buFont typeface="Arial"/>
              <a:buChar char="•"/>
            </a:pPr>
            <a:r>
              <a:rPr lang="en-US" sz="3200" b="0" i="0" u="none" strike="noStrike" cap="none" dirty="0" err="1">
                <a:solidFill>
                  <a:schemeClr val="lt1"/>
                </a:solidFill>
                <a:latin typeface="Arial"/>
                <a:ea typeface="Arial"/>
                <a:cs typeface="Arial"/>
                <a:sym typeface="Arial"/>
              </a:rPr>
              <a:t>차원</a:t>
            </a:r>
            <a:r>
              <a:rPr lang="en-US" sz="3200" b="0" i="0" u="none" strike="noStrike" cap="none" dirty="0">
                <a:solidFill>
                  <a:schemeClr val="lt1"/>
                </a:solidFill>
                <a:latin typeface="Arial"/>
                <a:ea typeface="Arial"/>
                <a:cs typeface="Arial"/>
                <a:sym typeface="Arial"/>
              </a:rPr>
              <a:t> </a:t>
            </a:r>
            <a:r>
              <a:rPr lang="en-US" sz="3200" b="0" i="0" u="none" strike="noStrike" cap="none" dirty="0" err="1">
                <a:solidFill>
                  <a:schemeClr val="lt1"/>
                </a:solidFill>
                <a:latin typeface="Arial"/>
                <a:ea typeface="Arial"/>
                <a:cs typeface="Arial"/>
                <a:sym typeface="Arial"/>
              </a:rPr>
              <a:t>축소</a:t>
            </a:r>
            <a:endParaRPr dirty="0"/>
          </a:p>
          <a:p>
            <a:pPr marL="1333470" marR="0" lvl="1" indent="-571500" algn="l" rtl="0">
              <a:spcBef>
                <a:spcPts val="0"/>
              </a:spcBef>
              <a:spcAft>
                <a:spcPts val="0"/>
              </a:spcAft>
              <a:buClr>
                <a:schemeClr val="lt1"/>
              </a:buClr>
              <a:buSzPts val="3200"/>
              <a:buFont typeface="Arial"/>
              <a:buChar char="•"/>
            </a:pPr>
            <a:r>
              <a:rPr lang="en-US" sz="3200" b="0" i="0" u="none" strike="noStrike" cap="none" dirty="0" err="1">
                <a:solidFill>
                  <a:schemeClr val="lt1"/>
                </a:solidFill>
                <a:latin typeface="Arial"/>
                <a:ea typeface="Arial"/>
                <a:cs typeface="Arial"/>
                <a:sym typeface="Arial"/>
              </a:rPr>
              <a:t>임베딩</a:t>
            </a:r>
            <a:endParaRPr dirty="0"/>
          </a:p>
          <a:p>
            <a:pPr marL="1333470" marR="0" lvl="1" indent="-571500" algn="l" rtl="0">
              <a:spcBef>
                <a:spcPts val="0"/>
              </a:spcBef>
              <a:spcAft>
                <a:spcPts val="0"/>
              </a:spcAft>
              <a:buClr>
                <a:schemeClr val="lt1"/>
              </a:buClr>
              <a:buSzPts val="3200"/>
              <a:buFont typeface="Arial"/>
              <a:buChar char="•"/>
            </a:pPr>
            <a:r>
              <a:rPr lang="en-US" sz="3200" b="0" i="0" u="none" strike="noStrike" cap="none" dirty="0">
                <a:solidFill>
                  <a:schemeClr val="lt1"/>
                </a:solidFill>
                <a:latin typeface="Arial"/>
                <a:ea typeface="Arial"/>
                <a:cs typeface="Arial"/>
                <a:sym typeface="Arial"/>
              </a:rPr>
              <a:t>RNN</a:t>
            </a:r>
            <a:endParaRPr dirty="0"/>
          </a:p>
          <a:p>
            <a:pPr marL="1333470" marR="0" lvl="1" indent="-571500" algn="l" rtl="0">
              <a:spcBef>
                <a:spcPts val="0"/>
              </a:spcBef>
              <a:spcAft>
                <a:spcPts val="0"/>
              </a:spcAft>
              <a:buClr>
                <a:schemeClr val="lt1"/>
              </a:buClr>
              <a:buSzPts val="3200"/>
              <a:buFont typeface="Arial"/>
              <a:buChar char="•"/>
            </a:pPr>
            <a:r>
              <a:rPr lang="en-US" sz="3200" b="0" i="0" u="none" strike="noStrike" cap="none" dirty="0">
                <a:solidFill>
                  <a:schemeClr val="lt1"/>
                </a:solidFill>
                <a:latin typeface="Arial"/>
                <a:ea typeface="Arial"/>
                <a:cs typeface="Arial"/>
                <a:sym typeface="Arial"/>
              </a:rPr>
              <a:t>“Attention is All You Need”</a:t>
            </a:r>
            <a:endParaRPr dirty="0"/>
          </a:p>
          <a:p>
            <a:pPr marL="571500" marR="0" lvl="0" indent="-571500" algn="l" rtl="0">
              <a:spcBef>
                <a:spcPts val="0"/>
              </a:spcBef>
              <a:spcAft>
                <a:spcPts val="0"/>
              </a:spcAft>
              <a:buClr>
                <a:schemeClr val="lt2"/>
              </a:buClr>
              <a:buSzPts val="3200"/>
              <a:buFont typeface="Arial"/>
              <a:buChar char="•"/>
            </a:pPr>
            <a:r>
              <a:rPr lang="en-US" sz="3200" dirty="0">
                <a:solidFill>
                  <a:schemeClr val="lt2"/>
                </a:solidFill>
                <a:latin typeface="Arial"/>
                <a:ea typeface="Arial"/>
                <a:cs typeface="Arial"/>
                <a:sym typeface="Arial"/>
              </a:rPr>
              <a:t>랩</a:t>
            </a:r>
            <a:endParaRPr dirty="0"/>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ko-KR" altLang="en-US" sz="3200" kern="1200" dirty="0">
                <a:solidFill>
                  <a:srgbClr val="FFFFFF"/>
                </a:solidFill>
                <a:latin typeface="Trebuchet MS"/>
              </a:rPr>
              <a:t>트랜스포머 아키텍쳐</a:t>
            </a:r>
            <a:endParaRPr kumimoji="0" lang="en-US" sz="3200" b="0" i="0" u="none" strike="noStrike" kern="1200" cap="none" spc="0" normalizeH="0" baseline="0" noProof="0" dirty="0">
              <a:ln>
                <a:noFill/>
              </a:ln>
              <a:solidFill>
                <a:srgbClr val="FFFFFF"/>
              </a:solidFill>
              <a:effectLst/>
              <a:uLnTx/>
              <a:uFillTx/>
              <a:latin typeface="Trebuchet MS"/>
              <a:ea typeface="+mn-ea"/>
              <a:cs typeface="+mn-cs"/>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mn-cs"/>
              </a:rPr>
              <a:t>BERT </a:t>
            </a:r>
            <a:r>
              <a:rPr kumimoji="0" lang="ko-KR" altLang="en-US" sz="3200" b="0" i="0" u="none" strike="noStrike" kern="1200" cap="none" spc="0" normalizeH="0" baseline="0" noProof="0" dirty="0">
                <a:ln>
                  <a:noFill/>
                </a:ln>
                <a:solidFill>
                  <a:srgbClr val="FFFFFF"/>
                </a:solidFill>
                <a:effectLst/>
                <a:uLnTx/>
                <a:uFillTx/>
                <a:latin typeface="Trebuchet MS"/>
                <a:ea typeface="+mn-ea"/>
                <a:cs typeface="+mn-cs"/>
              </a:rPr>
              <a:t>모델</a:t>
            </a:r>
            <a:endParaRPr kumimoji="0" lang="en-US" altLang="ko-KR" sz="3200" b="0" i="0" u="none" strike="noStrike" kern="1200" cap="none" spc="0" normalizeH="0" baseline="0" noProof="0" dirty="0">
              <a:ln>
                <a:noFill/>
              </a:ln>
              <a:solidFill>
                <a:srgbClr val="FFFFFF"/>
              </a:solidFill>
              <a:effectLst/>
              <a:uLnTx/>
              <a:uFillTx/>
              <a:latin typeface="Trebuchet MS"/>
              <a:ea typeface="+mn-ea"/>
              <a:cs typeface="+mn-cs"/>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mn-cs"/>
              </a:rPr>
              <a:t>BERT </a:t>
            </a:r>
            <a:r>
              <a:rPr lang="ko-KR" altLang="en-US" sz="3200" kern="1200" dirty="0">
                <a:solidFill>
                  <a:srgbClr val="FFFFFF"/>
                </a:solidFill>
                <a:latin typeface="Trebuchet MS"/>
              </a:rPr>
              <a:t>사전훈련</a:t>
            </a:r>
            <a:endParaRPr kumimoji="0" lang="en-US" sz="3200" b="0" i="0" u="none" strike="noStrike" kern="1200" cap="none" spc="0" normalizeH="0" baseline="0" noProof="0" dirty="0">
              <a:ln>
                <a:noFill/>
              </a:ln>
              <a:solidFill>
                <a:srgbClr val="FFFFFF"/>
              </a:solidFill>
              <a:effectLst/>
              <a:uLnTx/>
              <a:uFillTx/>
              <a:latin typeface="Trebuchet MS"/>
              <a:ea typeface="+mn-ea"/>
              <a:cs typeface="+mn-cs"/>
            </a:endParaRPr>
          </a:p>
          <a:p>
            <a:pPr marL="761970" marR="0" lvl="1" algn="l" rtl="0">
              <a:spcBef>
                <a:spcPts val="0"/>
              </a:spcBef>
              <a:spcAft>
                <a:spcPts val="0"/>
              </a:spcAft>
              <a:buClr>
                <a:schemeClr val="lt1"/>
              </a:buClr>
              <a:buSzPts val="3200"/>
            </a:pPr>
            <a:endParaRPr sz="32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32068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13"/>
          <p:cNvSpPr txBox="1">
            <a:spLocks noGrp="1"/>
          </p:cNvSpPr>
          <p:nvPr>
            <p:ph type="title"/>
          </p:nvPr>
        </p:nvSpPr>
        <p:spPr>
          <a:xfrm>
            <a:off x="8290560" y="7040881"/>
            <a:ext cx="8961120" cy="228989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dirty="0" err="1">
                <a:latin typeface="Trebuchet MS"/>
                <a:ea typeface="Trebuchet MS"/>
                <a:cs typeface="Trebuchet MS"/>
                <a:sym typeface="Trebuchet MS"/>
              </a:rPr>
              <a:t>문제</a:t>
            </a:r>
            <a:r>
              <a:rPr lang="en-US" dirty="0">
                <a:latin typeface="Trebuchet MS"/>
                <a:ea typeface="Trebuchet MS"/>
                <a:cs typeface="Trebuchet MS"/>
                <a:sym typeface="Trebuchet MS"/>
              </a:rPr>
              <a:t> 정</a:t>
            </a:r>
            <a:r>
              <a:rPr lang="ko-KR" altLang="en-US" dirty="0">
                <a:latin typeface="Trebuchet MS"/>
                <a:ea typeface="Trebuchet MS"/>
                <a:cs typeface="Trebuchet MS"/>
                <a:sym typeface="Trebuchet MS"/>
              </a:rPr>
              <a:t>형화</a:t>
            </a:r>
            <a:endParaRPr dirty="0">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15"/>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머신 러닝</a:t>
            </a:r>
            <a:endParaRPr/>
          </a:p>
        </p:txBody>
      </p:sp>
      <p:sp>
        <p:nvSpPr>
          <p:cNvPr id="508" name="Google Shape;508;p15"/>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a:t>텍스트 처리를 위한 머신러닝</a:t>
            </a:r>
            <a:endParaRPr/>
          </a:p>
        </p:txBody>
      </p:sp>
      <p:sp>
        <p:nvSpPr>
          <p:cNvPr id="509" name="Google Shape;509;p15"/>
          <p:cNvSpPr/>
          <p:nvPr/>
        </p:nvSpPr>
        <p:spPr>
          <a:xfrm>
            <a:off x="7989729" y="4851551"/>
            <a:ext cx="2308543" cy="187569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머신 러닝 알고리즘</a:t>
            </a:r>
            <a:endParaRPr sz="1800">
              <a:solidFill>
                <a:schemeClr val="lt1"/>
              </a:solidFill>
              <a:latin typeface="Arial"/>
              <a:ea typeface="Arial"/>
              <a:cs typeface="Arial"/>
              <a:sym typeface="Arial"/>
            </a:endParaRPr>
          </a:p>
        </p:txBody>
      </p:sp>
      <p:cxnSp>
        <p:nvCxnSpPr>
          <p:cNvPr id="510" name="Google Shape;510;p15"/>
          <p:cNvCxnSpPr>
            <a:stCxn id="511" idx="3"/>
            <a:endCxn id="509" idx="1"/>
          </p:cNvCxnSpPr>
          <p:nvPr/>
        </p:nvCxnSpPr>
        <p:spPr>
          <a:xfrm>
            <a:off x="6286270" y="5789395"/>
            <a:ext cx="1703400" cy="0"/>
          </a:xfrm>
          <a:prstGeom prst="straightConnector1">
            <a:avLst/>
          </a:prstGeom>
          <a:noFill/>
          <a:ln w="9525" cap="flat" cmpd="sng">
            <a:solidFill>
              <a:schemeClr val="accent4"/>
            </a:solidFill>
            <a:prstDash val="solid"/>
            <a:round/>
            <a:headEnd type="none" w="sm" len="sm"/>
            <a:tailEnd type="triangle" w="med" len="med"/>
          </a:ln>
        </p:spPr>
      </p:cxnSp>
      <p:sp>
        <p:nvSpPr>
          <p:cNvPr id="511" name="Google Shape;511;p15"/>
          <p:cNvSpPr txBox="1"/>
          <p:nvPr/>
        </p:nvSpPr>
        <p:spPr>
          <a:xfrm>
            <a:off x="5662253" y="5618579"/>
            <a:ext cx="624017"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텍스트</a:t>
            </a:r>
            <a:endParaRPr sz="1800">
              <a:solidFill>
                <a:schemeClr val="dk2"/>
              </a:solidFill>
              <a:latin typeface="Arial"/>
              <a:ea typeface="Arial"/>
              <a:cs typeface="Arial"/>
              <a:sym typeface="Arial"/>
            </a:endParaRPr>
          </a:p>
        </p:txBody>
      </p:sp>
    </p:spTree>
    <p:extLst>
      <p:ext uri="{BB962C8B-B14F-4D97-AF65-F5344CB8AC3E}">
        <p14:creationId xmlns:p14="http://schemas.microsoft.com/office/powerpoint/2010/main" val="19356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15"/>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머신 러닝</a:t>
            </a:r>
            <a:endParaRPr/>
          </a:p>
        </p:txBody>
      </p:sp>
      <p:sp>
        <p:nvSpPr>
          <p:cNvPr id="508" name="Google Shape;508;p15"/>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a:t>텍스트 처리를 위한 머신러닝</a:t>
            </a:r>
            <a:endParaRPr/>
          </a:p>
        </p:txBody>
      </p:sp>
      <p:sp>
        <p:nvSpPr>
          <p:cNvPr id="509" name="Google Shape;509;p15"/>
          <p:cNvSpPr/>
          <p:nvPr/>
        </p:nvSpPr>
        <p:spPr>
          <a:xfrm>
            <a:off x="7989729" y="4851551"/>
            <a:ext cx="2308543" cy="187569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머신 러닝 알고리즘</a:t>
            </a:r>
            <a:endParaRPr sz="1800">
              <a:solidFill>
                <a:schemeClr val="lt1"/>
              </a:solidFill>
              <a:latin typeface="Arial"/>
              <a:ea typeface="Arial"/>
              <a:cs typeface="Arial"/>
              <a:sym typeface="Arial"/>
            </a:endParaRPr>
          </a:p>
        </p:txBody>
      </p:sp>
      <p:cxnSp>
        <p:nvCxnSpPr>
          <p:cNvPr id="510" name="Google Shape;510;p15"/>
          <p:cNvCxnSpPr>
            <a:stCxn id="511" idx="3"/>
            <a:endCxn id="509" idx="1"/>
          </p:cNvCxnSpPr>
          <p:nvPr/>
        </p:nvCxnSpPr>
        <p:spPr>
          <a:xfrm>
            <a:off x="6286270" y="5789395"/>
            <a:ext cx="1703400" cy="0"/>
          </a:xfrm>
          <a:prstGeom prst="straightConnector1">
            <a:avLst/>
          </a:prstGeom>
          <a:noFill/>
          <a:ln w="9525" cap="flat" cmpd="sng">
            <a:solidFill>
              <a:schemeClr val="accent4"/>
            </a:solidFill>
            <a:prstDash val="solid"/>
            <a:round/>
            <a:headEnd type="none" w="sm" len="sm"/>
            <a:tailEnd type="triangle" w="med" len="med"/>
          </a:ln>
        </p:spPr>
      </p:cxnSp>
      <p:sp>
        <p:nvSpPr>
          <p:cNvPr id="511" name="Google Shape;511;p15"/>
          <p:cNvSpPr txBox="1"/>
          <p:nvPr/>
        </p:nvSpPr>
        <p:spPr>
          <a:xfrm>
            <a:off x="5662253" y="5618579"/>
            <a:ext cx="624017"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텍스트</a:t>
            </a:r>
            <a:endParaRPr sz="1800">
              <a:solidFill>
                <a:schemeClr val="dk2"/>
              </a:solidFill>
              <a:latin typeface="Arial"/>
              <a:ea typeface="Arial"/>
              <a:cs typeface="Arial"/>
              <a:sym typeface="Arial"/>
            </a:endParaRPr>
          </a:p>
        </p:txBody>
      </p:sp>
      <p:sp>
        <p:nvSpPr>
          <p:cNvPr id="512" name="Google Shape;512;p15"/>
          <p:cNvSpPr txBox="1"/>
          <p:nvPr/>
        </p:nvSpPr>
        <p:spPr>
          <a:xfrm>
            <a:off x="8941862" y="3931114"/>
            <a:ext cx="404278" cy="738728"/>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4667">
                <a:solidFill>
                  <a:srgbClr val="588A00"/>
                </a:solidFill>
                <a:latin typeface="Arial"/>
                <a:ea typeface="Arial"/>
                <a:cs typeface="Arial"/>
                <a:sym typeface="Arial"/>
              </a:rPr>
              <a:t>?</a:t>
            </a:r>
            <a:endParaRPr sz="4667">
              <a:solidFill>
                <a:srgbClr val="588A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16"/>
          <p:cNvSpPr/>
          <p:nvPr/>
        </p:nvSpPr>
        <p:spPr>
          <a:xfrm>
            <a:off x="216421" y="3363623"/>
            <a:ext cx="17323105" cy="4572000"/>
          </a:xfrm>
          <a:prstGeom prst="rect">
            <a:avLst/>
          </a:prstGeom>
          <a:solidFill>
            <a:srgbClr val="598B00">
              <a:alpha val="4705"/>
            </a:srgbClr>
          </a:solidFill>
          <a:ln w="12700" cap="flat" cmpd="sng">
            <a:solidFill>
              <a:srgbClr val="588A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9" name="Google Shape;519;p16"/>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머신 러닝</a:t>
            </a:r>
            <a:endParaRPr/>
          </a:p>
        </p:txBody>
      </p:sp>
      <p:sp>
        <p:nvSpPr>
          <p:cNvPr id="520" name="Google Shape;520;p16"/>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a:t>설계 결정</a:t>
            </a:r>
            <a:endParaRPr/>
          </a:p>
        </p:txBody>
      </p:sp>
      <p:sp>
        <p:nvSpPr>
          <p:cNvPr id="521" name="Google Shape;521;p16"/>
          <p:cNvSpPr/>
          <p:nvPr/>
        </p:nvSpPr>
        <p:spPr>
          <a:xfrm>
            <a:off x="13753652" y="4833502"/>
            <a:ext cx="2308543" cy="1875692"/>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머신 러닝 알고리즘</a:t>
            </a:r>
            <a:endParaRPr sz="1800">
              <a:solidFill>
                <a:schemeClr val="lt1"/>
              </a:solidFill>
              <a:latin typeface="Arial"/>
              <a:ea typeface="Arial"/>
              <a:cs typeface="Arial"/>
              <a:sym typeface="Arial"/>
            </a:endParaRPr>
          </a:p>
        </p:txBody>
      </p:sp>
      <p:cxnSp>
        <p:nvCxnSpPr>
          <p:cNvPr id="522" name="Google Shape;522;p16"/>
          <p:cNvCxnSpPr>
            <a:stCxn id="523" idx="3"/>
          </p:cNvCxnSpPr>
          <p:nvPr/>
        </p:nvCxnSpPr>
        <p:spPr>
          <a:xfrm>
            <a:off x="1048443" y="5771355"/>
            <a:ext cx="673800" cy="0"/>
          </a:xfrm>
          <a:prstGeom prst="straightConnector1">
            <a:avLst/>
          </a:prstGeom>
          <a:noFill/>
          <a:ln w="9525" cap="flat" cmpd="sng">
            <a:solidFill>
              <a:schemeClr val="accent4"/>
            </a:solidFill>
            <a:prstDash val="solid"/>
            <a:round/>
            <a:headEnd type="none" w="sm" len="sm"/>
            <a:tailEnd type="triangle" w="med" len="med"/>
          </a:ln>
        </p:spPr>
      </p:cxnSp>
      <p:sp>
        <p:nvSpPr>
          <p:cNvPr id="523" name="Google Shape;523;p16"/>
          <p:cNvSpPr txBox="1"/>
          <p:nvPr/>
        </p:nvSpPr>
        <p:spPr>
          <a:xfrm>
            <a:off x="424426" y="5600539"/>
            <a:ext cx="624017"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텍스트</a:t>
            </a:r>
            <a:endParaRPr sz="1800">
              <a:solidFill>
                <a:schemeClr val="dk2"/>
              </a:solidFill>
              <a:latin typeface="Arial"/>
              <a:ea typeface="Arial"/>
              <a:cs typeface="Arial"/>
              <a:sym typeface="Arial"/>
            </a:endParaRPr>
          </a:p>
        </p:txBody>
      </p:sp>
      <p:sp>
        <p:nvSpPr>
          <p:cNvPr id="524" name="Google Shape;524;p16"/>
          <p:cNvSpPr/>
          <p:nvPr/>
        </p:nvSpPr>
        <p:spPr>
          <a:xfrm>
            <a:off x="4143499" y="5060784"/>
            <a:ext cx="2051695" cy="142113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33">
                <a:solidFill>
                  <a:schemeClr val="lt1"/>
                </a:solidFill>
                <a:latin typeface="Arial"/>
                <a:ea typeface="Arial"/>
                <a:cs typeface="Arial"/>
                <a:sym typeface="Arial"/>
              </a:rPr>
              <a:t>텍스트 표현</a:t>
            </a:r>
            <a:endParaRPr sz="1833">
              <a:solidFill>
                <a:schemeClr val="lt1"/>
              </a:solidFill>
              <a:latin typeface="Arial"/>
              <a:ea typeface="Arial"/>
              <a:cs typeface="Arial"/>
              <a:sym typeface="Arial"/>
            </a:endParaRPr>
          </a:p>
        </p:txBody>
      </p:sp>
      <p:sp>
        <p:nvSpPr>
          <p:cNvPr id="525" name="Google Shape;525;p16"/>
          <p:cNvSpPr/>
          <p:nvPr/>
        </p:nvSpPr>
        <p:spPr>
          <a:xfrm>
            <a:off x="1732182" y="5060786"/>
            <a:ext cx="2060473" cy="142113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33">
                <a:solidFill>
                  <a:schemeClr val="lt1"/>
                </a:solidFill>
                <a:latin typeface="Arial"/>
                <a:ea typeface="Arial"/>
                <a:cs typeface="Arial"/>
                <a:sym typeface="Arial"/>
              </a:rPr>
              <a:t>텍스트 사전 처리</a:t>
            </a:r>
            <a:endParaRPr sz="1833">
              <a:solidFill>
                <a:schemeClr val="lt1"/>
              </a:solidFill>
              <a:latin typeface="Arial"/>
              <a:ea typeface="Arial"/>
              <a:cs typeface="Arial"/>
              <a:sym typeface="Arial"/>
            </a:endParaRPr>
          </a:p>
        </p:txBody>
      </p:sp>
      <p:sp>
        <p:nvSpPr>
          <p:cNvPr id="526" name="Google Shape;526;p16"/>
          <p:cNvSpPr txBox="1"/>
          <p:nvPr/>
        </p:nvSpPr>
        <p:spPr>
          <a:xfrm>
            <a:off x="7429177" y="4255761"/>
            <a:ext cx="404278" cy="738728"/>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4667">
                <a:solidFill>
                  <a:srgbClr val="588A00"/>
                </a:solidFill>
                <a:latin typeface="Arial"/>
                <a:ea typeface="Arial"/>
                <a:cs typeface="Arial"/>
                <a:sym typeface="Arial"/>
              </a:rPr>
              <a:t>?</a:t>
            </a:r>
            <a:endParaRPr sz="4667">
              <a:solidFill>
                <a:srgbClr val="588A00"/>
              </a:solidFill>
              <a:latin typeface="Arial"/>
              <a:ea typeface="Arial"/>
              <a:cs typeface="Arial"/>
              <a:sym typeface="Arial"/>
            </a:endParaRPr>
          </a:p>
        </p:txBody>
      </p:sp>
      <p:sp>
        <p:nvSpPr>
          <p:cNvPr id="527" name="Google Shape;527;p16"/>
          <p:cNvSpPr txBox="1"/>
          <p:nvPr/>
        </p:nvSpPr>
        <p:spPr>
          <a:xfrm>
            <a:off x="5038669" y="4255762"/>
            <a:ext cx="404278" cy="738728"/>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4667">
                <a:solidFill>
                  <a:srgbClr val="588A00"/>
                </a:solidFill>
                <a:latin typeface="Arial"/>
                <a:ea typeface="Arial"/>
                <a:cs typeface="Arial"/>
                <a:sym typeface="Arial"/>
              </a:rPr>
              <a:t>?</a:t>
            </a:r>
            <a:endParaRPr sz="4667">
              <a:solidFill>
                <a:srgbClr val="588A00"/>
              </a:solidFill>
              <a:latin typeface="Arial"/>
              <a:ea typeface="Arial"/>
              <a:cs typeface="Arial"/>
              <a:sym typeface="Arial"/>
            </a:endParaRPr>
          </a:p>
        </p:txBody>
      </p:sp>
      <p:sp>
        <p:nvSpPr>
          <p:cNvPr id="528" name="Google Shape;528;p16"/>
          <p:cNvSpPr txBox="1"/>
          <p:nvPr/>
        </p:nvSpPr>
        <p:spPr>
          <a:xfrm>
            <a:off x="2648161" y="4255764"/>
            <a:ext cx="404278" cy="738728"/>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4667">
                <a:solidFill>
                  <a:srgbClr val="588A00"/>
                </a:solidFill>
                <a:latin typeface="Arial"/>
                <a:ea typeface="Arial"/>
                <a:cs typeface="Arial"/>
                <a:sym typeface="Arial"/>
              </a:rPr>
              <a:t>?</a:t>
            </a:r>
            <a:endParaRPr sz="4667">
              <a:solidFill>
                <a:srgbClr val="588A00"/>
              </a:solidFill>
              <a:latin typeface="Arial"/>
              <a:ea typeface="Arial"/>
              <a:cs typeface="Arial"/>
              <a:sym typeface="Arial"/>
            </a:endParaRPr>
          </a:p>
        </p:txBody>
      </p:sp>
      <p:sp>
        <p:nvSpPr>
          <p:cNvPr id="529" name="Google Shape;529;p16"/>
          <p:cNvSpPr/>
          <p:nvPr/>
        </p:nvSpPr>
        <p:spPr>
          <a:xfrm>
            <a:off x="6546038" y="5060783"/>
            <a:ext cx="2051695" cy="142113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33">
                <a:solidFill>
                  <a:schemeClr val="lt1"/>
                </a:solidFill>
                <a:latin typeface="Arial"/>
                <a:ea typeface="Arial"/>
                <a:cs typeface="Arial"/>
                <a:sym typeface="Arial"/>
              </a:rPr>
              <a:t>가중치 재부여</a:t>
            </a:r>
            <a:endParaRPr sz="1833">
              <a:solidFill>
                <a:schemeClr val="lt1"/>
              </a:solidFill>
              <a:latin typeface="Arial"/>
              <a:ea typeface="Arial"/>
              <a:cs typeface="Arial"/>
              <a:sym typeface="Arial"/>
            </a:endParaRPr>
          </a:p>
        </p:txBody>
      </p:sp>
      <p:sp>
        <p:nvSpPr>
          <p:cNvPr id="530" name="Google Shape;530;p16"/>
          <p:cNvSpPr/>
          <p:nvPr/>
        </p:nvSpPr>
        <p:spPr>
          <a:xfrm>
            <a:off x="8948576" y="5060783"/>
            <a:ext cx="2051695" cy="142113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33">
                <a:solidFill>
                  <a:schemeClr val="lt1"/>
                </a:solidFill>
                <a:latin typeface="Arial"/>
                <a:ea typeface="Arial"/>
                <a:cs typeface="Arial"/>
                <a:sym typeface="Arial"/>
              </a:rPr>
              <a:t>차원 축소</a:t>
            </a:r>
            <a:endParaRPr sz="1833">
              <a:solidFill>
                <a:schemeClr val="lt1"/>
              </a:solidFill>
              <a:latin typeface="Arial"/>
              <a:ea typeface="Arial"/>
              <a:cs typeface="Arial"/>
              <a:sym typeface="Arial"/>
            </a:endParaRPr>
          </a:p>
        </p:txBody>
      </p:sp>
      <p:sp>
        <p:nvSpPr>
          <p:cNvPr id="531" name="Google Shape;531;p16"/>
          <p:cNvSpPr/>
          <p:nvPr/>
        </p:nvSpPr>
        <p:spPr>
          <a:xfrm>
            <a:off x="11351114" y="5060781"/>
            <a:ext cx="2051695" cy="142113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33">
                <a:solidFill>
                  <a:schemeClr val="lt1"/>
                </a:solidFill>
                <a:latin typeface="Arial"/>
                <a:ea typeface="Arial"/>
                <a:cs typeface="Arial"/>
                <a:sym typeface="Arial"/>
              </a:rPr>
              <a:t>벡터 비교</a:t>
            </a:r>
            <a:endParaRPr sz="1833">
              <a:solidFill>
                <a:schemeClr val="lt1"/>
              </a:solidFill>
              <a:latin typeface="Arial"/>
              <a:ea typeface="Arial"/>
              <a:cs typeface="Arial"/>
              <a:sym typeface="Arial"/>
            </a:endParaRPr>
          </a:p>
        </p:txBody>
      </p:sp>
      <p:sp>
        <p:nvSpPr>
          <p:cNvPr id="532" name="Google Shape;532;p16"/>
          <p:cNvSpPr txBox="1"/>
          <p:nvPr/>
        </p:nvSpPr>
        <p:spPr>
          <a:xfrm>
            <a:off x="9772282" y="4263011"/>
            <a:ext cx="404278" cy="738728"/>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4667">
                <a:solidFill>
                  <a:srgbClr val="588A00"/>
                </a:solidFill>
                <a:latin typeface="Arial"/>
                <a:ea typeface="Arial"/>
                <a:cs typeface="Arial"/>
                <a:sym typeface="Arial"/>
              </a:rPr>
              <a:t>?</a:t>
            </a:r>
            <a:endParaRPr sz="4667">
              <a:solidFill>
                <a:srgbClr val="588A00"/>
              </a:solidFill>
              <a:latin typeface="Arial"/>
              <a:ea typeface="Arial"/>
              <a:cs typeface="Arial"/>
              <a:sym typeface="Arial"/>
            </a:endParaRPr>
          </a:p>
        </p:txBody>
      </p:sp>
      <p:sp>
        <p:nvSpPr>
          <p:cNvPr id="533" name="Google Shape;533;p16"/>
          <p:cNvSpPr txBox="1"/>
          <p:nvPr/>
        </p:nvSpPr>
        <p:spPr>
          <a:xfrm>
            <a:off x="12115387" y="4255759"/>
            <a:ext cx="404278" cy="738728"/>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4667">
                <a:solidFill>
                  <a:srgbClr val="588A00"/>
                </a:solidFill>
                <a:latin typeface="Arial"/>
                <a:ea typeface="Arial"/>
                <a:cs typeface="Arial"/>
                <a:sym typeface="Arial"/>
              </a:rPr>
              <a:t>?</a:t>
            </a:r>
            <a:endParaRPr sz="4667">
              <a:solidFill>
                <a:srgbClr val="588A00"/>
              </a:solidFill>
              <a:latin typeface="Arial"/>
              <a:ea typeface="Arial"/>
              <a:cs typeface="Arial"/>
              <a:sym typeface="Arial"/>
            </a:endParaRPr>
          </a:p>
        </p:txBody>
      </p:sp>
      <p:sp>
        <p:nvSpPr>
          <p:cNvPr id="534" name="Google Shape;534;p16"/>
          <p:cNvSpPr txBox="1"/>
          <p:nvPr/>
        </p:nvSpPr>
        <p:spPr>
          <a:xfrm>
            <a:off x="14647352" y="4028481"/>
            <a:ext cx="521142" cy="738728"/>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4667">
                <a:solidFill>
                  <a:srgbClr val="588A00"/>
                </a:solidFill>
                <a:latin typeface="Arial"/>
                <a:ea typeface="Arial"/>
                <a:cs typeface="Arial"/>
                <a:sym typeface="Arial"/>
              </a:rPr>
              <a:t>?</a:t>
            </a:r>
            <a:endParaRPr sz="4667">
              <a:solidFill>
                <a:srgbClr val="588A00"/>
              </a:solidFill>
              <a:latin typeface="Arial"/>
              <a:ea typeface="Arial"/>
              <a:cs typeface="Arial"/>
              <a:sym typeface="Arial"/>
            </a:endParaRPr>
          </a:p>
        </p:txBody>
      </p:sp>
      <p:sp>
        <p:nvSpPr>
          <p:cNvPr id="535" name="Google Shape;535;p16"/>
          <p:cNvSpPr txBox="1"/>
          <p:nvPr/>
        </p:nvSpPr>
        <p:spPr>
          <a:xfrm>
            <a:off x="886793" y="3521094"/>
            <a:ext cx="2312235"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문제 공식화</a:t>
            </a:r>
            <a:endParaRPr sz="1800">
              <a:solidFill>
                <a:schemeClr val="dk2"/>
              </a:solidFill>
              <a:latin typeface="Arial"/>
              <a:ea typeface="Arial"/>
              <a:cs typeface="Arial"/>
              <a:sym typeface="Arial"/>
            </a:endParaRPr>
          </a:p>
        </p:txBody>
      </p:sp>
      <p:sp>
        <p:nvSpPr>
          <p:cNvPr id="536" name="Google Shape;536;p16"/>
          <p:cNvSpPr txBox="1"/>
          <p:nvPr/>
        </p:nvSpPr>
        <p:spPr>
          <a:xfrm>
            <a:off x="8746436" y="2594151"/>
            <a:ext cx="404278" cy="738728"/>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4667">
                <a:solidFill>
                  <a:srgbClr val="588A00"/>
                </a:solidFill>
                <a:latin typeface="Arial"/>
                <a:ea typeface="Arial"/>
                <a:cs typeface="Arial"/>
                <a:sym typeface="Arial"/>
              </a:rPr>
              <a:t>?</a:t>
            </a:r>
            <a:endParaRPr sz="4667">
              <a:solidFill>
                <a:srgbClr val="588A00"/>
              </a:solidFill>
              <a:latin typeface="Arial"/>
              <a:ea typeface="Arial"/>
              <a:cs typeface="Arial"/>
              <a:sym typeface="Arial"/>
            </a:endParaRPr>
          </a:p>
        </p:txBody>
      </p:sp>
      <p:cxnSp>
        <p:nvCxnSpPr>
          <p:cNvPr id="537" name="Google Shape;537;p16"/>
          <p:cNvCxnSpPr/>
          <p:nvPr/>
        </p:nvCxnSpPr>
        <p:spPr>
          <a:xfrm>
            <a:off x="3736802" y="5771355"/>
            <a:ext cx="465942" cy="0"/>
          </a:xfrm>
          <a:prstGeom prst="straightConnector1">
            <a:avLst/>
          </a:prstGeom>
          <a:noFill/>
          <a:ln w="9525" cap="flat" cmpd="sng">
            <a:solidFill>
              <a:schemeClr val="accent4"/>
            </a:solidFill>
            <a:prstDash val="solid"/>
            <a:round/>
            <a:headEnd type="none" w="sm" len="sm"/>
            <a:tailEnd type="triangle" w="med" len="med"/>
          </a:ln>
        </p:spPr>
      </p:cxnSp>
      <p:cxnSp>
        <p:nvCxnSpPr>
          <p:cNvPr id="538" name="Google Shape;538;p16"/>
          <p:cNvCxnSpPr/>
          <p:nvPr/>
        </p:nvCxnSpPr>
        <p:spPr>
          <a:xfrm>
            <a:off x="6080096" y="5771355"/>
            <a:ext cx="465942" cy="0"/>
          </a:xfrm>
          <a:prstGeom prst="straightConnector1">
            <a:avLst/>
          </a:prstGeom>
          <a:noFill/>
          <a:ln w="9525" cap="flat" cmpd="sng">
            <a:solidFill>
              <a:schemeClr val="accent4"/>
            </a:solidFill>
            <a:prstDash val="solid"/>
            <a:round/>
            <a:headEnd type="none" w="sm" len="sm"/>
            <a:tailEnd type="triangle" w="med" len="med"/>
          </a:ln>
        </p:spPr>
      </p:cxnSp>
      <p:cxnSp>
        <p:nvCxnSpPr>
          <p:cNvPr id="539" name="Google Shape;539;p16"/>
          <p:cNvCxnSpPr/>
          <p:nvPr/>
        </p:nvCxnSpPr>
        <p:spPr>
          <a:xfrm>
            <a:off x="8482634" y="5771355"/>
            <a:ext cx="465942" cy="0"/>
          </a:xfrm>
          <a:prstGeom prst="straightConnector1">
            <a:avLst/>
          </a:prstGeom>
          <a:noFill/>
          <a:ln w="9525" cap="flat" cmpd="sng">
            <a:solidFill>
              <a:schemeClr val="accent4"/>
            </a:solidFill>
            <a:prstDash val="solid"/>
            <a:round/>
            <a:headEnd type="none" w="sm" len="sm"/>
            <a:tailEnd type="triangle" w="med" len="med"/>
          </a:ln>
        </p:spPr>
      </p:cxnSp>
      <p:cxnSp>
        <p:nvCxnSpPr>
          <p:cNvPr id="540" name="Google Shape;540;p16"/>
          <p:cNvCxnSpPr/>
          <p:nvPr/>
        </p:nvCxnSpPr>
        <p:spPr>
          <a:xfrm>
            <a:off x="11000271" y="5771355"/>
            <a:ext cx="465942" cy="0"/>
          </a:xfrm>
          <a:prstGeom prst="straightConnector1">
            <a:avLst/>
          </a:prstGeom>
          <a:noFill/>
          <a:ln w="9525" cap="flat" cmpd="sng">
            <a:solidFill>
              <a:schemeClr val="accent4"/>
            </a:solidFill>
            <a:prstDash val="solid"/>
            <a:round/>
            <a:headEnd type="none" w="sm" len="sm"/>
            <a:tailEnd type="triangle" w="med" len="med"/>
          </a:ln>
        </p:spPr>
      </p:cxnSp>
      <p:cxnSp>
        <p:nvCxnSpPr>
          <p:cNvPr id="541" name="Google Shape;541;p16"/>
          <p:cNvCxnSpPr/>
          <p:nvPr/>
        </p:nvCxnSpPr>
        <p:spPr>
          <a:xfrm>
            <a:off x="13402809" y="5771355"/>
            <a:ext cx="465942" cy="0"/>
          </a:xfrm>
          <a:prstGeom prst="straightConnector1">
            <a:avLst/>
          </a:prstGeom>
          <a:noFill/>
          <a:ln w="9525" cap="flat" cmpd="sng">
            <a:solidFill>
              <a:schemeClr val="accent4"/>
            </a:solidFill>
            <a:prstDash val="solid"/>
            <a:round/>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5561BF-6661-4C95-85B0-D8E0419E85A7}"/>
              </a:ext>
            </a:extLst>
          </p:cNvPr>
          <p:cNvSpPr/>
          <p:nvPr/>
        </p:nvSpPr>
        <p:spPr>
          <a:xfrm>
            <a:off x="216421" y="3363623"/>
            <a:ext cx="17323105" cy="4572000"/>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 name="Title 1"/>
          <p:cNvSpPr>
            <a:spLocks noGrp="1"/>
          </p:cNvSpPr>
          <p:nvPr>
            <p:ph type="title"/>
          </p:nvPr>
        </p:nvSpPr>
        <p:spPr/>
        <p:txBody>
          <a:bodyPr/>
          <a:lstStyle/>
          <a:p>
            <a:r>
              <a:rPr lang="ko-KR" altLang="en-US" dirty="0"/>
              <a:t>머신러닝</a:t>
            </a:r>
            <a:endParaRPr lang="en-US" dirty="0"/>
          </a:p>
        </p:txBody>
      </p:sp>
      <p:sp>
        <p:nvSpPr>
          <p:cNvPr id="10" name="Text Placeholder 9"/>
          <p:cNvSpPr>
            <a:spLocks noGrp="1"/>
          </p:cNvSpPr>
          <p:nvPr>
            <p:ph type="body" sz="quarter" idx="10"/>
          </p:nvPr>
        </p:nvSpPr>
        <p:spPr/>
        <p:txBody>
          <a:bodyPr/>
          <a:lstStyle/>
          <a:p>
            <a:r>
              <a:rPr lang="ko-KR" altLang="en-US" dirty="0"/>
              <a:t>모든 선형적인 조합이 가능해 보임</a:t>
            </a:r>
            <a:endParaRPr lang="en-US" dirty="0"/>
          </a:p>
        </p:txBody>
      </p:sp>
      <p:sp>
        <p:nvSpPr>
          <p:cNvPr id="5" name="Rectangle 4">
            <a:extLst>
              <a:ext uri="{FF2B5EF4-FFF2-40B4-BE49-F238E27FC236}">
                <a16:creationId xmlns:a16="http://schemas.microsoft.com/office/drawing/2014/main" id="{6A20E1A3-ED34-48DC-8208-491ECBEAFA4A}"/>
              </a:ext>
            </a:extLst>
          </p:cNvPr>
          <p:cNvSpPr/>
          <p:nvPr/>
        </p:nvSpPr>
        <p:spPr>
          <a:xfrm>
            <a:off x="13753652" y="4833502"/>
            <a:ext cx="2308543" cy="18756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FFFFFF"/>
                </a:solidFill>
                <a:effectLst/>
                <a:uLnTx/>
                <a:uFillTx/>
                <a:latin typeface="Trebuchet MS"/>
                <a:ea typeface="+mn-ea"/>
                <a:cs typeface="+mn-cs"/>
              </a:rPr>
              <a:t>머신 러닝 알고리즘</a:t>
            </a:r>
            <a:endParaRPr kumimoji="0" lang="en-US" sz="1800" b="0" i="0" u="none" strike="noStrike" kern="1200" cap="none" spc="0" normalizeH="0" baseline="0" noProof="0" dirty="0">
              <a:ln>
                <a:noFill/>
              </a:ln>
              <a:solidFill>
                <a:srgbClr val="FFFFFF"/>
              </a:solidFill>
              <a:effectLst/>
              <a:uLnTx/>
              <a:uFillTx/>
              <a:latin typeface="Trebuchet MS"/>
              <a:ea typeface="+mn-ea"/>
              <a:cs typeface="+mn-cs"/>
            </a:endParaRPr>
          </a:p>
        </p:txBody>
      </p:sp>
      <p:cxnSp>
        <p:nvCxnSpPr>
          <p:cNvPr id="7" name="Straight Arrow Connector 6">
            <a:extLst>
              <a:ext uri="{FF2B5EF4-FFF2-40B4-BE49-F238E27FC236}">
                <a16:creationId xmlns:a16="http://schemas.microsoft.com/office/drawing/2014/main" id="{E3CED2D0-7094-4541-A698-08B4F0529455}"/>
              </a:ext>
            </a:extLst>
          </p:cNvPr>
          <p:cNvCxnSpPr>
            <a:cxnSpLocks/>
            <a:stCxn id="8" idx="3"/>
          </p:cNvCxnSpPr>
          <p:nvPr/>
        </p:nvCxnSpPr>
        <p:spPr>
          <a:xfrm>
            <a:off x="1175017" y="5771355"/>
            <a:ext cx="547374"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6DA6564-6F42-4982-ADA0-0A4491053730}"/>
              </a:ext>
            </a:extLst>
          </p:cNvPr>
          <p:cNvSpPr txBox="1"/>
          <p:nvPr/>
        </p:nvSpPr>
        <p:spPr>
          <a:xfrm>
            <a:off x="297854" y="5600539"/>
            <a:ext cx="87716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텍스트</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DD2A52FF-D777-4030-BACC-0282FA5E9CC6}"/>
              </a:ext>
            </a:extLst>
          </p:cNvPr>
          <p:cNvSpPr/>
          <p:nvPr/>
        </p:nvSpPr>
        <p:spPr>
          <a:xfrm>
            <a:off x="4143499" y="5060784"/>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ko-KR" altLang="en-US" sz="1833" b="0" i="0" u="none" strike="noStrike" kern="1200" cap="none" spc="0" normalizeH="0" baseline="0" noProof="0" dirty="0">
                <a:ln>
                  <a:noFill/>
                </a:ln>
                <a:solidFill>
                  <a:srgbClr val="FFFFFF"/>
                </a:solidFill>
                <a:effectLst/>
                <a:uLnTx/>
                <a:uFillTx/>
                <a:latin typeface="Trebuchet MS"/>
                <a:ea typeface="+mn-ea"/>
                <a:cs typeface="+mn-cs"/>
              </a:rPr>
              <a:t>텍스트 표현</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1" name="Rectangle 10">
            <a:extLst>
              <a:ext uri="{FF2B5EF4-FFF2-40B4-BE49-F238E27FC236}">
                <a16:creationId xmlns:a16="http://schemas.microsoft.com/office/drawing/2014/main" id="{A7FCF2A6-6933-4F6D-84FA-4CECD7C258E8}"/>
              </a:ext>
            </a:extLst>
          </p:cNvPr>
          <p:cNvSpPr/>
          <p:nvPr/>
        </p:nvSpPr>
        <p:spPr>
          <a:xfrm>
            <a:off x="1732182" y="5060786"/>
            <a:ext cx="2060473"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ko-KR" altLang="en-US" sz="1833" b="0" i="0" u="none" strike="noStrike" kern="1200" cap="none" spc="0" normalizeH="0" baseline="0" noProof="0" dirty="0">
                <a:ln>
                  <a:noFill/>
                </a:ln>
                <a:solidFill>
                  <a:srgbClr val="FFFFFF"/>
                </a:solidFill>
                <a:effectLst/>
                <a:uLnTx/>
                <a:uFillTx/>
                <a:latin typeface="Trebuchet MS"/>
                <a:ea typeface="+mn-ea"/>
                <a:cs typeface="+mn-cs"/>
              </a:rPr>
              <a:t>텍스트 사전 처리</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2" name="TextBox 11">
            <a:extLst>
              <a:ext uri="{FF2B5EF4-FFF2-40B4-BE49-F238E27FC236}">
                <a16:creationId xmlns:a16="http://schemas.microsoft.com/office/drawing/2014/main" id="{2FCC98F4-AA70-46E7-9DBA-A8BB2476A2A2}"/>
              </a:ext>
            </a:extLst>
          </p:cNvPr>
          <p:cNvSpPr txBox="1"/>
          <p:nvPr/>
        </p:nvSpPr>
        <p:spPr>
          <a:xfrm>
            <a:off x="7429177" y="4255761"/>
            <a:ext cx="404278"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4667" b="0" i="0" u="none" strike="noStrike" kern="1200" cap="none" spc="0" normalizeH="0" baseline="0" noProof="0" dirty="0">
                <a:ln>
                  <a:noFill/>
                </a:ln>
                <a:solidFill>
                  <a:srgbClr val="76B900">
                    <a:lumMod val="75000"/>
                  </a:srgbClr>
                </a:solidFill>
                <a:effectLst/>
                <a:uLnTx/>
                <a:uFillTx/>
                <a:latin typeface="Trebuchet MS"/>
                <a:ea typeface="+mn-ea"/>
                <a:cs typeface="+mn-cs"/>
              </a:rPr>
              <a:t>?</a:t>
            </a:r>
            <a:endParaRPr kumimoji="0" lang="en-US" sz="4667" b="0" i="0" u="none" strike="noStrike" kern="1200" cap="none" spc="0" normalizeH="0" baseline="0" noProof="0" dirty="0">
              <a:ln>
                <a:noFill/>
              </a:ln>
              <a:solidFill>
                <a:srgbClr val="76B900">
                  <a:lumMod val="75000"/>
                </a:srgbClr>
              </a:solidFill>
              <a:effectLst/>
              <a:uLnTx/>
              <a:uFillTx/>
              <a:latin typeface="Trebuchet MS"/>
              <a:ea typeface="+mn-ea"/>
              <a:cs typeface="+mn-cs"/>
            </a:endParaRPr>
          </a:p>
        </p:txBody>
      </p:sp>
      <p:sp>
        <p:nvSpPr>
          <p:cNvPr id="13" name="TextBox 12">
            <a:extLst>
              <a:ext uri="{FF2B5EF4-FFF2-40B4-BE49-F238E27FC236}">
                <a16:creationId xmlns:a16="http://schemas.microsoft.com/office/drawing/2014/main" id="{D4CD33AB-4164-4885-9C97-CF59C917FF5E}"/>
              </a:ext>
            </a:extLst>
          </p:cNvPr>
          <p:cNvSpPr txBox="1"/>
          <p:nvPr/>
        </p:nvSpPr>
        <p:spPr>
          <a:xfrm>
            <a:off x="5038669" y="4255762"/>
            <a:ext cx="404278"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4667" b="0" i="0" u="none" strike="noStrike" kern="1200" cap="none" spc="0" normalizeH="0" baseline="0" noProof="0" dirty="0">
                <a:ln>
                  <a:noFill/>
                </a:ln>
                <a:solidFill>
                  <a:srgbClr val="76B900">
                    <a:lumMod val="75000"/>
                  </a:srgbClr>
                </a:solidFill>
                <a:effectLst/>
                <a:uLnTx/>
                <a:uFillTx/>
                <a:latin typeface="Trebuchet MS"/>
                <a:ea typeface="+mn-ea"/>
                <a:cs typeface="+mn-cs"/>
              </a:rPr>
              <a:t>?</a:t>
            </a:r>
            <a:endParaRPr kumimoji="0" lang="en-US" sz="4667" b="0" i="0" u="none" strike="noStrike" kern="1200" cap="none" spc="0" normalizeH="0" baseline="0" noProof="0" dirty="0">
              <a:ln>
                <a:noFill/>
              </a:ln>
              <a:solidFill>
                <a:srgbClr val="76B900">
                  <a:lumMod val="75000"/>
                </a:srgbClr>
              </a:solidFill>
              <a:effectLst/>
              <a:uLnTx/>
              <a:uFillTx/>
              <a:latin typeface="Trebuchet MS"/>
              <a:ea typeface="+mn-ea"/>
              <a:cs typeface="+mn-cs"/>
            </a:endParaRPr>
          </a:p>
        </p:txBody>
      </p:sp>
      <p:sp>
        <p:nvSpPr>
          <p:cNvPr id="14" name="TextBox 13">
            <a:extLst>
              <a:ext uri="{FF2B5EF4-FFF2-40B4-BE49-F238E27FC236}">
                <a16:creationId xmlns:a16="http://schemas.microsoft.com/office/drawing/2014/main" id="{8ECCEE00-7815-432A-AAB5-58A629D6B08D}"/>
              </a:ext>
            </a:extLst>
          </p:cNvPr>
          <p:cNvSpPr txBox="1"/>
          <p:nvPr/>
        </p:nvSpPr>
        <p:spPr>
          <a:xfrm>
            <a:off x="2648161" y="4255764"/>
            <a:ext cx="404278"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4667" b="0" i="0" u="none" strike="noStrike" kern="1200" cap="none" spc="0" normalizeH="0" baseline="0" noProof="0" dirty="0">
                <a:ln>
                  <a:noFill/>
                </a:ln>
                <a:solidFill>
                  <a:srgbClr val="76B900">
                    <a:lumMod val="75000"/>
                  </a:srgbClr>
                </a:solidFill>
                <a:effectLst/>
                <a:uLnTx/>
                <a:uFillTx/>
                <a:latin typeface="Trebuchet MS"/>
                <a:ea typeface="+mn-ea"/>
                <a:cs typeface="+mn-cs"/>
              </a:rPr>
              <a:t>?</a:t>
            </a:r>
            <a:endParaRPr kumimoji="0" lang="en-US" sz="4667" b="0" i="0" u="none" strike="noStrike" kern="1200" cap="none" spc="0" normalizeH="0" baseline="0" noProof="0" dirty="0">
              <a:ln>
                <a:noFill/>
              </a:ln>
              <a:solidFill>
                <a:srgbClr val="76B900">
                  <a:lumMod val="75000"/>
                </a:srgbClr>
              </a:solidFill>
              <a:effectLst/>
              <a:uLnTx/>
              <a:uFillTx/>
              <a:latin typeface="Trebuchet MS"/>
              <a:ea typeface="+mn-ea"/>
              <a:cs typeface="+mn-cs"/>
            </a:endParaRPr>
          </a:p>
        </p:txBody>
      </p:sp>
      <p:sp>
        <p:nvSpPr>
          <p:cNvPr id="15" name="Rectangle 14">
            <a:extLst>
              <a:ext uri="{FF2B5EF4-FFF2-40B4-BE49-F238E27FC236}">
                <a16:creationId xmlns:a16="http://schemas.microsoft.com/office/drawing/2014/main" id="{5A6E7B7C-43E4-42F1-9716-DCCA4D5F22A8}"/>
              </a:ext>
            </a:extLst>
          </p:cNvPr>
          <p:cNvSpPr/>
          <p:nvPr/>
        </p:nvSpPr>
        <p:spPr>
          <a:xfrm>
            <a:off x="6546038" y="5060783"/>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ko-KR" altLang="en-US" sz="1833" b="0" i="0" u="none" strike="noStrike" kern="1200" cap="none" spc="0" normalizeH="0" baseline="0" noProof="0" dirty="0">
                <a:ln>
                  <a:noFill/>
                </a:ln>
                <a:solidFill>
                  <a:srgbClr val="FFFFFF"/>
                </a:solidFill>
                <a:effectLst/>
                <a:uLnTx/>
                <a:uFillTx/>
                <a:latin typeface="Trebuchet MS"/>
                <a:ea typeface="+mn-ea"/>
                <a:cs typeface="+mn-cs"/>
              </a:rPr>
              <a:t>가중치 재부여</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6" name="Rectangle 15">
            <a:extLst>
              <a:ext uri="{FF2B5EF4-FFF2-40B4-BE49-F238E27FC236}">
                <a16:creationId xmlns:a16="http://schemas.microsoft.com/office/drawing/2014/main" id="{BC8D89D7-787D-48C3-81BD-2BA0C95C0C8E}"/>
              </a:ext>
            </a:extLst>
          </p:cNvPr>
          <p:cNvSpPr/>
          <p:nvPr/>
        </p:nvSpPr>
        <p:spPr>
          <a:xfrm>
            <a:off x="8948576" y="5060783"/>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ko-KR" altLang="en-US" sz="1833" b="0" i="0" u="none" strike="noStrike" kern="1200" cap="none" spc="0" normalizeH="0" baseline="0" noProof="0" dirty="0">
                <a:ln>
                  <a:noFill/>
                </a:ln>
                <a:solidFill>
                  <a:srgbClr val="FFFFFF"/>
                </a:solidFill>
                <a:effectLst/>
                <a:uLnTx/>
                <a:uFillTx/>
                <a:latin typeface="Trebuchet MS"/>
                <a:ea typeface="+mn-ea"/>
                <a:cs typeface="+mn-cs"/>
              </a:rPr>
              <a:t>차원 축소</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7" name="Rectangle 16">
            <a:extLst>
              <a:ext uri="{FF2B5EF4-FFF2-40B4-BE49-F238E27FC236}">
                <a16:creationId xmlns:a16="http://schemas.microsoft.com/office/drawing/2014/main" id="{0ABAD401-780A-4120-A23E-B8C00AACDE83}"/>
              </a:ext>
            </a:extLst>
          </p:cNvPr>
          <p:cNvSpPr/>
          <p:nvPr/>
        </p:nvSpPr>
        <p:spPr>
          <a:xfrm>
            <a:off x="11351114" y="5060781"/>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ko-KR" altLang="en-US" sz="1833" b="0" i="0" u="none" strike="noStrike" kern="1200" cap="none" spc="0" normalizeH="0" baseline="0" noProof="0" dirty="0">
                <a:ln>
                  <a:noFill/>
                </a:ln>
                <a:solidFill>
                  <a:srgbClr val="FFFFFF"/>
                </a:solidFill>
                <a:effectLst/>
                <a:uLnTx/>
                <a:uFillTx/>
                <a:latin typeface="Trebuchet MS"/>
                <a:ea typeface="+mn-ea"/>
                <a:cs typeface="+mn-cs"/>
              </a:rPr>
              <a:t>벡터 비교</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8" name="TextBox 17">
            <a:extLst>
              <a:ext uri="{FF2B5EF4-FFF2-40B4-BE49-F238E27FC236}">
                <a16:creationId xmlns:a16="http://schemas.microsoft.com/office/drawing/2014/main" id="{AD618F68-0484-480B-8E7C-B8A46D5C83C9}"/>
              </a:ext>
            </a:extLst>
          </p:cNvPr>
          <p:cNvSpPr txBox="1"/>
          <p:nvPr/>
        </p:nvSpPr>
        <p:spPr>
          <a:xfrm>
            <a:off x="9772282" y="4263011"/>
            <a:ext cx="404278"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4667" b="0" i="0" u="none" strike="noStrike" kern="1200" cap="none" spc="0" normalizeH="0" baseline="0" noProof="0" dirty="0">
                <a:ln>
                  <a:noFill/>
                </a:ln>
                <a:solidFill>
                  <a:srgbClr val="76B900">
                    <a:lumMod val="75000"/>
                  </a:srgbClr>
                </a:solidFill>
                <a:effectLst/>
                <a:uLnTx/>
                <a:uFillTx/>
                <a:latin typeface="Trebuchet MS"/>
                <a:ea typeface="+mn-ea"/>
                <a:cs typeface="+mn-cs"/>
              </a:rPr>
              <a:t>?</a:t>
            </a:r>
            <a:endParaRPr kumimoji="0" lang="en-US" sz="4667" b="0" i="0" u="none" strike="noStrike" kern="1200" cap="none" spc="0" normalizeH="0" baseline="0" noProof="0" dirty="0">
              <a:ln>
                <a:noFill/>
              </a:ln>
              <a:solidFill>
                <a:srgbClr val="76B900">
                  <a:lumMod val="75000"/>
                </a:srgbClr>
              </a:solidFill>
              <a:effectLst/>
              <a:uLnTx/>
              <a:uFillTx/>
              <a:latin typeface="Trebuchet MS"/>
              <a:ea typeface="+mn-ea"/>
              <a:cs typeface="+mn-cs"/>
            </a:endParaRPr>
          </a:p>
        </p:txBody>
      </p:sp>
      <p:sp>
        <p:nvSpPr>
          <p:cNvPr id="19" name="TextBox 18">
            <a:extLst>
              <a:ext uri="{FF2B5EF4-FFF2-40B4-BE49-F238E27FC236}">
                <a16:creationId xmlns:a16="http://schemas.microsoft.com/office/drawing/2014/main" id="{1A49444E-13EC-4720-935E-0368C994D17D}"/>
              </a:ext>
            </a:extLst>
          </p:cNvPr>
          <p:cNvSpPr txBox="1"/>
          <p:nvPr/>
        </p:nvSpPr>
        <p:spPr>
          <a:xfrm>
            <a:off x="12115387" y="4255759"/>
            <a:ext cx="404278"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4667" b="0" i="0" u="none" strike="noStrike" kern="1200" cap="none" spc="0" normalizeH="0" baseline="0" noProof="0" dirty="0">
                <a:ln>
                  <a:noFill/>
                </a:ln>
                <a:solidFill>
                  <a:srgbClr val="76B900">
                    <a:lumMod val="75000"/>
                  </a:srgbClr>
                </a:solidFill>
                <a:effectLst/>
                <a:uLnTx/>
                <a:uFillTx/>
                <a:latin typeface="Trebuchet MS"/>
                <a:ea typeface="+mn-ea"/>
                <a:cs typeface="+mn-cs"/>
              </a:rPr>
              <a:t>?</a:t>
            </a:r>
            <a:endParaRPr kumimoji="0" lang="en-US" sz="4667" b="0" i="0" u="none" strike="noStrike" kern="1200" cap="none" spc="0" normalizeH="0" baseline="0" noProof="0" dirty="0">
              <a:ln>
                <a:noFill/>
              </a:ln>
              <a:solidFill>
                <a:srgbClr val="76B900">
                  <a:lumMod val="75000"/>
                </a:srgbClr>
              </a:solidFill>
              <a:effectLst/>
              <a:uLnTx/>
              <a:uFillTx/>
              <a:latin typeface="Trebuchet MS"/>
              <a:ea typeface="+mn-ea"/>
              <a:cs typeface="+mn-cs"/>
            </a:endParaRPr>
          </a:p>
        </p:txBody>
      </p:sp>
      <p:sp>
        <p:nvSpPr>
          <p:cNvPr id="20" name="TextBox 19">
            <a:extLst>
              <a:ext uri="{FF2B5EF4-FFF2-40B4-BE49-F238E27FC236}">
                <a16:creationId xmlns:a16="http://schemas.microsoft.com/office/drawing/2014/main" id="{3873230C-43E1-474A-B93D-F49446815117}"/>
              </a:ext>
            </a:extLst>
          </p:cNvPr>
          <p:cNvSpPr txBox="1"/>
          <p:nvPr/>
        </p:nvSpPr>
        <p:spPr>
          <a:xfrm>
            <a:off x="14647352" y="4028481"/>
            <a:ext cx="521142"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4667" b="0" i="0" u="none" strike="noStrike" kern="1200" cap="none" spc="0" normalizeH="0" baseline="0" noProof="0" dirty="0">
                <a:ln>
                  <a:noFill/>
                </a:ln>
                <a:solidFill>
                  <a:srgbClr val="76B900">
                    <a:lumMod val="75000"/>
                  </a:srgbClr>
                </a:solidFill>
                <a:effectLst/>
                <a:uLnTx/>
                <a:uFillTx/>
                <a:latin typeface="Trebuchet MS"/>
                <a:ea typeface="+mn-ea"/>
                <a:cs typeface="+mn-cs"/>
              </a:rPr>
              <a:t>?</a:t>
            </a:r>
            <a:endParaRPr kumimoji="0" lang="en-US" sz="4667" b="0" i="0" u="none" strike="noStrike" kern="1200" cap="none" spc="0" normalizeH="0" baseline="0" noProof="0" dirty="0">
              <a:ln>
                <a:noFill/>
              </a:ln>
              <a:solidFill>
                <a:srgbClr val="76B900">
                  <a:lumMod val="75000"/>
                </a:srgbClr>
              </a:solidFill>
              <a:effectLst/>
              <a:uLnTx/>
              <a:uFillTx/>
              <a:latin typeface="Trebuchet MS"/>
              <a:ea typeface="+mn-ea"/>
              <a:cs typeface="+mn-cs"/>
            </a:endParaRPr>
          </a:p>
        </p:txBody>
      </p:sp>
      <p:sp>
        <p:nvSpPr>
          <p:cNvPr id="21" name="TextBox 20">
            <a:extLst>
              <a:ext uri="{FF2B5EF4-FFF2-40B4-BE49-F238E27FC236}">
                <a16:creationId xmlns:a16="http://schemas.microsoft.com/office/drawing/2014/main" id="{5F393023-8D60-401A-88C8-32FC3D316C52}"/>
              </a:ext>
            </a:extLst>
          </p:cNvPr>
          <p:cNvSpPr txBox="1"/>
          <p:nvPr/>
        </p:nvSpPr>
        <p:spPr>
          <a:xfrm>
            <a:off x="1339033" y="3521094"/>
            <a:ext cx="1407758"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문제 정형화</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2" name="TextBox 21">
            <a:extLst>
              <a:ext uri="{FF2B5EF4-FFF2-40B4-BE49-F238E27FC236}">
                <a16:creationId xmlns:a16="http://schemas.microsoft.com/office/drawing/2014/main" id="{41ED35CC-9715-4E9C-8F35-C46C5C051B09}"/>
              </a:ext>
            </a:extLst>
          </p:cNvPr>
          <p:cNvSpPr txBox="1"/>
          <p:nvPr/>
        </p:nvSpPr>
        <p:spPr>
          <a:xfrm>
            <a:off x="8746436" y="2594151"/>
            <a:ext cx="404278" cy="738728"/>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4667" b="0" i="0" u="none" strike="noStrike" kern="1200" cap="none" spc="0" normalizeH="0" baseline="0" noProof="0" dirty="0">
                <a:ln>
                  <a:noFill/>
                </a:ln>
                <a:solidFill>
                  <a:srgbClr val="76B900">
                    <a:lumMod val="75000"/>
                  </a:srgbClr>
                </a:solidFill>
                <a:effectLst/>
                <a:uLnTx/>
                <a:uFillTx/>
                <a:latin typeface="Trebuchet MS"/>
                <a:ea typeface="+mn-ea"/>
                <a:cs typeface="+mn-cs"/>
              </a:rPr>
              <a:t>?</a:t>
            </a:r>
            <a:endParaRPr kumimoji="0" lang="en-US" sz="4667" b="0" i="0" u="none" strike="noStrike" kern="1200" cap="none" spc="0" normalizeH="0" baseline="0" noProof="0" dirty="0">
              <a:ln>
                <a:noFill/>
              </a:ln>
              <a:solidFill>
                <a:srgbClr val="76B900">
                  <a:lumMod val="75000"/>
                </a:srgbClr>
              </a:solidFill>
              <a:effectLst/>
              <a:uLnTx/>
              <a:uFillTx/>
              <a:latin typeface="Trebuchet MS"/>
              <a:ea typeface="+mn-ea"/>
              <a:cs typeface="+mn-cs"/>
            </a:endParaRPr>
          </a:p>
        </p:txBody>
      </p:sp>
      <p:cxnSp>
        <p:nvCxnSpPr>
          <p:cNvPr id="23" name="Straight Arrow Connector 22">
            <a:extLst>
              <a:ext uri="{FF2B5EF4-FFF2-40B4-BE49-F238E27FC236}">
                <a16:creationId xmlns:a16="http://schemas.microsoft.com/office/drawing/2014/main" id="{BA10211C-499C-4709-928A-B4D2C66805F7}"/>
              </a:ext>
            </a:extLst>
          </p:cNvPr>
          <p:cNvCxnSpPr>
            <a:cxnSpLocks/>
          </p:cNvCxnSpPr>
          <p:nvPr/>
        </p:nvCxnSpPr>
        <p:spPr>
          <a:xfrm>
            <a:off x="3736802"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1059A85-487A-4C7B-AE9E-BBA1C93076BA}"/>
              </a:ext>
            </a:extLst>
          </p:cNvPr>
          <p:cNvCxnSpPr>
            <a:cxnSpLocks/>
          </p:cNvCxnSpPr>
          <p:nvPr/>
        </p:nvCxnSpPr>
        <p:spPr>
          <a:xfrm>
            <a:off x="6080096"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24CAA0E-C676-43D0-A28C-295095A81CCD}"/>
              </a:ext>
            </a:extLst>
          </p:cNvPr>
          <p:cNvCxnSpPr>
            <a:cxnSpLocks/>
          </p:cNvCxnSpPr>
          <p:nvPr/>
        </p:nvCxnSpPr>
        <p:spPr>
          <a:xfrm>
            <a:off x="8482634"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C8123A3-764A-4D01-B3A6-31BC6928971B}"/>
              </a:ext>
            </a:extLst>
          </p:cNvPr>
          <p:cNvCxnSpPr>
            <a:cxnSpLocks/>
          </p:cNvCxnSpPr>
          <p:nvPr/>
        </p:nvCxnSpPr>
        <p:spPr>
          <a:xfrm>
            <a:off x="11000271"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D7A1914-BE7A-4E00-8D90-14A56C8F5EC2}"/>
              </a:ext>
            </a:extLst>
          </p:cNvPr>
          <p:cNvCxnSpPr>
            <a:cxnSpLocks/>
          </p:cNvCxnSpPr>
          <p:nvPr/>
        </p:nvCxnSpPr>
        <p:spPr>
          <a:xfrm>
            <a:off x="13402809"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14BDFD5-0EF7-4174-935B-B4EDD85530AF}"/>
              </a:ext>
            </a:extLst>
          </p:cNvPr>
          <p:cNvSpPr txBox="1"/>
          <p:nvPr/>
        </p:nvSpPr>
        <p:spPr>
          <a:xfrm>
            <a:off x="5923599" y="9174930"/>
            <a:ext cx="778931"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800" b="0" i="0" u="none" strike="noStrike" kern="1200" cap="none" spc="0" normalizeH="0" baseline="0" noProof="0" dirty="0" err="1">
                <a:ln>
                  <a:noFill/>
                </a:ln>
                <a:solidFill>
                  <a:srgbClr val="000000"/>
                </a:solidFill>
                <a:effectLst/>
                <a:uLnTx/>
                <a:uFillTx/>
                <a:latin typeface="Trebuchet MS"/>
                <a:ea typeface="+mn-ea"/>
                <a:cs typeface="+mn-cs"/>
              </a:rPr>
              <a:t>GloVe</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9" name="TextBox 28">
            <a:extLst>
              <a:ext uri="{FF2B5EF4-FFF2-40B4-BE49-F238E27FC236}">
                <a16:creationId xmlns:a16="http://schemas.microsoft.com/office/drawing/2014/main" id="{79ABF2E1-311C-4606-BC12-CA5B5A62F483}"/>
              </a:ext>
            </a:extLst>
          </p:cNvPr>
          <p:cNvSpPr txBox="1"/>
          <p:nvPr/>
        </p:nvSpPr>
        <p:spPr>
          <a:xfrm>
            <a:off x="10218928" y="9174930"/>
            <a:ext cx="1196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Trebuchet MS"/>
                <a:ea typeface="+mn-ea"/>
                <a:cs typeface="+mn-cs"/>
              </a:rPr>
              <a:t>Word2Vec</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6" name="Straight Arrow Connector 5">
            <a:extLst>
              <a:ext uri="{FF2B5EF4-FFF2-40B4-BE49-F238E27FC236}">
                <a16:creationId xmlns:a16="http://schemas.microsoft.com/office/drawing/2014/main" id="{7571DFA2-0F61-428E-839E-DD7DA734F606}"/>
              </a:ext>
            </a:extLst>
          </p:cNvPr>
          <p:cNvCxnSpPr>
            <a:cxnSpLocks/>
            <a:stCxn id="28" idx="0"/>
            <a:endCxn id="11" idx="2"/>
          </p:cNvCxnSpPr>
          <p:nvPr/>
        </p:nvCxnSpPr>
        <p:spPr>
          <a:xfrm flipH="1" flipV="1">
            <a:off x="2762419" y="6481924"/>
            <a:ext cx="3550646" cy="2693006"/>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EB32FB9-5E19-448F-8208-69AB7E81DA51}"/>
              </a:ext>
            </a:extLst>
          </p:cNvPr>
          <p:cNvCxnSpPr>
            <a:cxnSpLocks/>
            <a:stCxn id="28" idx="0"/>
            <a:endCxn id="9" idx="2"/>
          </p:cNvCxnSpPr>
          <p:nvPr/>
        </p:nvCxnSpPr>
        <p:spPr>
          <a:xfrm flipH="1" flipV="1">
            <a:off x="5169347" y="6481922"/>
            <a:ext cx="1143718" cy="2693008"/>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BAB4CBE-CCBE-41C8-898D-A7C9557C7145}"/>
              </a:ext>
            </a:extLst>
          </p:cNvPr>
          <p:cNvCxnSpPr>
            <a:cxnSpLocks/>
            <a:stCxn id="28" idx="0"/>
            <a:endCxn id="15" idx="2"/>
          </p:cNvCxnSpPr>
          <p:nvPr/>
        </p:nvCxnSpPr>
        <p:spPr>
          <a:xfrm flipV="1">
            <a:off x="6313065" y="6481921"/>
            <a:ext cx="1258821" cy="2693009"/>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A38A711-3962-48B6-B9CE-9F16C5019BA4}"/>
              </a:ext>
            </a:extLst>
          </p:cNvPr>
          <p:cNvCxnSpPr>
            <a:cxnSpLocks/>
            <a:stCxn id="28" idx="0"/>
            <a:endCxn id="16" idx="2"/>
          </p:cNvCxnSpPr>
          <p:nvPr/>
        </p:nvCxnSpPr>
        <p:spPr>
          <a:xfrm flipV="1">
            <a:off x="6313065" y="6481921"/>
            <a:ext cx="3661359" cy="2693009"/>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701A741-22F9-4728-8E25-907CBA588CB6}"/>
              </a:ext>
            </a:extLst>
          </p:cNvPr>
          <p:cNvCxnSpPr>
            <a:cxnSpLocks/>
            <a:stCxn id="28" idx="0"/>
            <a:endCxn id="17" idx="2"/>
          </p:cNvCxnSpPr>
          <p:nvPr/>
        </p:nvCxnSpPr>
        <p:spPr>
          <a:xfrm flipV="1">
            <a:off x="6313065" y="6481919"/>
            <a:ext cx="6063897" cy="2693011"/>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8B8CB4A-35F2-4B3C-990E-CB91DFE04EB4}"/>
              </a:ext>
            </a:extLst>
          </p:cNvPr>
          <p:cNvCxnSpPr>
            <a:cxnSpLocks/>
            <a:stCxn id="29" idx="0"/>
            <a:endCxn id="11" idx="2"/>
          </p:cNvCxnSpPr>
          <p:nvPr/>
        </p:nvCxnSpPr>
        <p:spPr>
          <a:xfrm flipH="1" flipV="1">
            <a:off x="2762419" y="6481924"/>
            <a:ext cx="8054686" cy="2693006"/>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2FA44E9-7888-4F33-8A22-3D8245386526}"/>
              </a:ext>
            </a:extLst>
          </p:cNvPr>
          <p:cNvCxnSpPr>
            <a:cxnSpLocks/>
            <a:stCxn id="29" idx="0"/>
            <a:endCxn id="9" idx="2"/>
          </p:cNvCxnSpPr>
          <p:nvPr/>
        </p:nvCxnSpPr>
        <p:spPr>
          <a:xfrm flipH="1" flipV="1">
            <a:off x="5169347" y="6481922"/>
            <a:ext cx="5647758" cy="2693008"/>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335AE8C-114D-445C-AE24-A1C82B4844AF}"/>
              </a:ext>
            </a:extLst>
          </p:cNvPr>
          <p:cNvCxnSpPr>
            <a:cxnSpLocks/>
            <a:stCxn id="29" idx="0"/>
            <a:endCxn id="15" idx="2"/>
          </p:cNvCxnSpPr>
          <p:nvPr/>
        </p:nvCxnSpPr>
        <p:spPr>
          <a:xfrm flipH="1" flipV="1">
            <a:off x="7571886" y="6481921"/>
            <a:ext cx="3245219" cy="2693009"/>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9D99E30-4E16-412F-B480-A19CA79866C7}"/>
              </a:ext>
            </a:extLst>
          </p:cNvPr>
          <p:cNvCxnSpPr>
            <a:cxnSpLocks/>
            <a:stCxn id="29" idx="0"/>
            <a:endCxn id="16" idx="2"/>
          </p:cNvCxnSpPr>
          <p:nvPr/>
        </p:nvCxnSpPr>
        <p:spPr>
          <a:xfrm flipH="1" flipV="1">
            <a:off x="9974424" y="6481921"/>
            <a:ext cx="842681" cy="2693009"/>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CBD71BC-64A9-41C8-AD19-8798A4FA8A7B}"/>
              </a:ext>
            </a:extLst>
          </p:cNvPr>
          <p:cNvCxnSpPr>
            <a:cxnSpLocks/>
            <a:stCxn id="29" idx="0"/>
            <a:endCxn id="17" idx="2"/>
          </p:cNvCxnSpPr>
          <p:nvPr/>
        </p:nvCxnSpPr>
        <p:spPr>
          <a:xfrm flipV="1">
            <a:off x="10817105" y="6481919"/>
            <a:ext cx="1559857" cy="2693011"/>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8609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5561BF-6661-4C95-85B0-D8E0419E85A7}"/>
              </a:ext>
            </a:extLst>
          </p:cNvPr>
          <p:cNvSpPr/>
          <p:nvPr/>
        </p:nvSpPr>
        <p:spPr>
          <a:xfrm>
            <a:off x="216421" y="3363623"/>
            <a:ext cx="17323105" cy="4572000"/>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 name="Title 1"/>
          <p:cNvSpPr>
            <a:spLocks noGrp="1"/>
          </p:cNvSpPr>
          <p:nvPr>
            <p:ph type="title"/>
          </p:nvPr>
        </p:nvSpPr>
        <p:spPr/>
        <p:txBody>
          <a:bodyPr/>
          <a:lstStyle/>
          <a:p>
            <a:r>
              <a:rPr lang="ko-KR" altLang="en-US" dirty="0"/>
              <a:t>머신 러닝</a:t>
            </a:r>
            <a:endParaRPr lang="en-US" dirty="0"/>
          </a:p>
        </p:txBody>
      </p:sp>
      <p:sp>
        <p:nvSpPr>
          <p:cNvPr id="10" name="Text Placeholder 9"/>
          <p:cNvSpPr>
            <a:spLocks noGrp="1"/>
          </p:cNvSpPr>
          <p:nvPr>
            <p:ph type="body" sz="quarter" idx="10"/>
          </p:nvPr>
        </p:nvSpPr>
        <p:spPr/>
        <p:txBody>
          <a:bodyPr/>
          <a:lstStyle/>
          <a:p>
            <a:r>
              <a:rPr lang="ko-KR" altLang="en-US" dirty="0"/>
              <a:t>이번 강의에서는</a:t>
            </a:r>
            <a:endParaRPr lang="en-US" dirty="0"/>
          </a:p>
        </p:txBody>
      </p:sp>
      <p:sp>
        <p:nvSpPr>
          <p:cNvPr id="5" name="Rectangle 4">
            <a:extLst>
              <a:ext uri="{FF2B5EF4-FFF2-40B4-BE49-F238E27FC236}">
                <a16:creationId xmlns:a16="http://schemas.microsoft.com/office/drawing/2014/main" id="{6A20E1A3-ED34-48DC-8208-491ECBEAFA4A}"/>
              </a:ext>
            </a:extLst>
          </p:cNvPr>
          <p:cNvSpPr/>
          <p:nvPr/>
        </p:nvSpPr>
        <p:spPr>
          <a:xfrm>
            <a:off x="13753652" y="4833502"/>
            <a:ext cx="2308543" cy="18756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00" dirty="0">
                <a:solidFill>
                  <a:schemeClr val="lt1"/>
                </a:solidFill>
                <a:latin typeface="Arial"/>
                <a:ea typeface="Arial"/>
                <a:cs typeface="Arial"/>
                <a:sym typeface="Arial"/>
              </a:rPr>
              <a:t>머신 러닝 알고리즘</a:t>
            </a:r>
          </a:p>
        </p:txBody>
      </p:sp>
      <p:cxnSp>
        <p:nvCxnSpPr>
          <p:cNvPr id="7" name="Straight Arrow Connector 6">
            <a:extLst>
              <a:ext uri="{FF2B5EF4-FFF2-40B4-BE49-F238E27FC236}">
                <a16:creationId xmlns:a16="http://schemas.microsoft.com/office/drawing/2014/main" id="{E3CED2D0-7094-4541-A698-08B4F0529455}"/>
              </a:ext>
            </a:extLst>
          </p:cNvPr>
          <p:cNvCxnSpPr>
            <a:cxnSpLocks/>
            <a:stCxn id="8" idx="3"/>
          </p:cNvCxnSpPr>
          <p:nvPr/>
        </p:nvCxnSpPr>
        <p:spPr>
          <a:xfrm>
            <a:off x="1175017" y="5771355"/>
            <a:ext cx="547374"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6DA6564-6F42-4982-ADA0-0A4491053730}"/>
              </a:ext>
            </a:extLst>
          </p:cNvPr>
          <p:cNvSpPr txBox="1"/>
          <p:nvPr/>
        </p:nvSpPr>
        <p:spPr>
          <a:xfrm>
            <a:off x="297854" y="5600539"/>
            <a:ext cx="87716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텍스트</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DD2A52FF-D777-4030-BACC-0282FA5E9CC6}"/>
              </a:ext>
            </a:extLst>
          </p:cNvPr>
          <p:cNvSpPr/>
          <p:nvPr/>
        </p:nvSpPr>
        <p:spPr>
          <a:xfrm>
            <a:off x="4143499" y="5060784"/>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텍스트 표현</a:t>
            </a:r>
          </a:p>
        </p:txBody>
      </p:sp>
      <p:sp>
        <p:nvSpPr>
          <p:cNvPr id="11" name="Rectangle 10">
            <a:extLst>
              <a:ext uri="{FF2B5EF4-FFF2-40B4-BE49-F238E27FC236}">
                <a16:creationId xmlns:a16="http://schemas.microsoft.com/office/drawing/2014/main" id="{A7FCF2A6-6933-4F6D-84FA-4CECD7C258E8}"/>
              </a:ext>
            </a:extLst>
          </p:cNvPr>
          <p:cNvSpPr/>
          <p:nvPr/>
        </p:nvSpPr>
        <p:spPr>
          <a:xfrm>
            <a:off x="1732182" y="5060786"/>
            <a:ext cx="2060473"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텍스트 사전 처리</a:t>
            </a:r>
          </a:p>
        </p:txBody>
      </p:sp>
      <p:sp>
        <p:nvSpPr>
          <p:cNvPr id="15" name="Rectangle 14">
            <a:extLst>
              <a:ext uri="{FF2B5EF4-FFF2-40B4-BE49-F238E27FC236}">
                <a16:creationId xmlns:a16="http://schemas.microsoft.com/office/drawing/2014/main" id="{5A6E7B7C-43E4-42F1-9716-DCCA4D5F22A8}"/>
              </a:ext>
            </a:extLst>
          </p:cNvPr>
          <p:cNvSpPr/>
          <p:nvPr/>
        </p:nvSpPr>
        <p:spPr>
          <a:xfrm>
            <a:off x="6546038" y="5060783"/>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가중치 재부여</a:t>
            </a:r>
          </a:p>
        </p:txBody>
      </p:sp>
      <p:sp>
        <p:nvSpPr>
          <p:cNvPr id="16" name="Rectangle 15">
            <a:extLst>
              <a:ext uri="{FF2B5EF4-FFF2-40B4-BE49-F238E27FC236}">
                <a16:creationId xmlns:a16="http://schemas.microsoft.com/office/drawing/2014/main" id="{BC8D89D7-787D-48C3-81BD-2BA0C95C0C8E}"/>
              </a:ext>
            </a:extLst>
          </p:cNvPr>
          <p:cNvSpPr/>
          <p:nvPr/>
        </p:nvSpPr>
        <p:spPr>
          <a:xfrm>
            <a:off x="8948576" y="5060783"/>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차원 축소</a:t>
            </a:r>
          </a:p>
        </p:txBody>
      </p:sp>
      <p:sp>
        <p:nvSpPr>
          <p:cNvPr id="17" name="Rectangle 16">
            <a:extLst>
              <a:ext uri="{FF2B5EF4-FFF2-40B4-BE49-F238E27FC236}">
                <a16:creationId xmlns:a16="http://schemas.microsoft.com/office/drawing/2014/main" id="{0ABAD401-780A-4120-A23E-B8C00AACDE83}"/>
              </a:ext>
            </a:extLst>
          </p:cNvPr>
          <p:cNvSpPr/>
          <p:nvPr/>
        </p:nvSpPr>
        <p:spPr>
          <a:xfrm>
            <a:off x="11351114" y="5060781"/>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벡터 비교</a:t>
            </a:r>
          </a:p>
        </p:txBody>
      </p:sp>
      <p:sp>
        <p:nvSpPr>
          <p:cNvPr id="21" name="TextBox 20">
            <a:extLst>
              <a:ext uri="{FF2B5EF4-FFF2-40B4-BE49-F238E27FC236}">
                <a16:creationId xmlns:a16="http://schemas.microsoft.com/office/drawing/2014/main" id="{5F393023-8D60-401A-88C8-32FC3D316C52}"/>
              </a:ext>
            </a:extLst>
          </p:cNvPr>
          <p:cNvSpPr txBox="1"/>
          <p:nvPr/>
        </p:nvSpPr>
        <p:spPr>
          <a:xfrm>
            <a:off x="1795540" y="3572835"/>
            <a:ext cx="2400017"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문제 정형화의 서브셋</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23" name="Straight Arrow Connector 22">
            <a:extLst>
              <a:ext uri="{FF2B5EF4-FFF2-40B4-BE49-F238E27FC236}">
                <a16:creationId xmlns:a16="http://schemas.microsoft.com/office/drawing/2014/main" id="{BA10211C-499C-4709-928A-B4D2C66805F7}"/>
              </a:ext>
            </a:extLst>
          </p:cNvPr>
          <p:cNvCxnSpPr>
            <a:cxnSpLocks/>
          </p:cNvCxnSpPr>
          <p:nvPr/>
        </p:nvCxnSpPr>
        <p:spPr>
          <a:xfrm>
            <a:off x="3736802"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1059A85-487A-4C7B-AE9E-BBA1C93076BA}"/>
              </a:ext>
            </a:extLst>
          </p:cNvPr>
          <p:cNvCxnSpPr>
            <a:cxnSpLocks/>
          </p:cNvCxnSpPr>
          <p:nvPr/>
        </p:nvCxnSpPr>
        <p:spPr>
          <a:xfrm>
            <a:off x="6080096"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24CAA0E-C676-43D0-A28C-295095A81CCD}"/>
              </a:ext>
            </a:extLst>
          </p:cNvPr>
          <p:cNvCxnSpPr>
            <a:cxnSpLocks/>
          </p:cNvCxnSpPr>
          <p:nvPr/>
        </p:nvCxnSpPr>
        <p:spPr>
          <a:xfrm>
            <a:off x="8482634"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C8123A3-764A-4D01-B3A6-31BC6928971B}"/>
              </a:ext>
            </a:extLst>
          </p:cNvPr>
          <p:cNvCxnSpPr>
            <a:cxnSpLocks/>
          </p:cNvCxnSpPr>
          <p:nvPr/>
        </p:nvCxnSpPr>
        <p:spPr>
          <a:xfrm>
            <a:off x="11000271"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D7A1914-BE7A-4E00-8D90-14A56C8F5EC2}"/>
              </a:ext>
            </a:extLst>
          </p:cNvPr>
          <p:cNvCxnSpPr>
            <a:cxnSpLocks/>
          </p:cNvCxnSpPr>
          <p:nvPr/>
        </p:nvCxnSpPr>
        <p:spPr>
          <a:xfrm>
            <a:off x="13402809"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4F89B424-1C3A-4970-896F-37874C8809F8}"/>
              </a:ext>
            </a:extLst>
          </p:cNvPr>
          <p:cNvSpPr/>
          <p:nvPr/>
        </p:nvSpPr>
        <p:spPr>
          <a:xfrm>
            <a:off x="1580435" y="4657824"/>
            <a:ext cx="11997795" cy="5003782"/>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0" name="TextBox 39">
            <a:extLst>
              <a:ext uri="{FF2B5EF4-FFF2-40B4-BE49-F238E27FC236}">
                <a16:creationId xmlns:a16="http://schemas.microsoft.com/office/drawing/2014/main" id="{8378BF69-5950-4235-AD73-E1B6A1317912}"/>
              </a:ext>
            </a:extLst>
          </p:cNvPr>
          <p:cNvSpPr txBox="1"/>
          <p:nvPr/>
        </p:nvSpPr>
        <p:spPr>
          <a:xfrm>
            <a:off x="6132560" y="8962810"/>
            <a:ext cx="2169184"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단어 표현의 서브셋</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42" name="Rectangle 41">
            <a:extLst>
              <a:ext uri="{FF2B5EF4-FFF2-40B4-BE49-F238E27FC236}">
                <a16:creationId xmlns:a16="http://schemas.microsoft.com/office/drawing/2014/main" id="{CBD92109-05E5-4186-BD11-F480065B59F4}"/>
              </a:ext>
            </a:extLst>
          </p:cNvPr>
          <p:cNvSpPr/>
          <p:nvPr/>
        </p:nvSpPr>
        <p:spPr>
          <a:xfrm>
            <a:off x="13646232" y="4657824"/>
            <a:ext cx="2504222" cy="5003782"/>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3" name="TextBox 42">
            <a:extLst>
              <a:ext uri="{FF2B5EF4-FFF2-40B4-BE49-F238E27FC236}">
                <a16:creationId xmlns:a16="http://schemas.microsoft.com/office/drawing/2014/main" id="{F163CDF9-BF33-4BEA-896E-EEEE66351191}"/>
              </a:ext>
            </a:extLst>
          </p:cNvPr>
          <p:cNvSpPr txBox="1"/>
          <p:nvPr/>
        </p:nvSpPr>
        <p:spPr>
          <a:xfrm>
            <a:off x="14111182" y="8795067"/>
            <a:ext cx="1638590"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접근법 서브셋</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Tree>
    <p:extLst>
      <p:ext uri="{BB962C8B-B14F-4D97-AF65-F5344CB8AC3E}">
        <p14:creationId xmlns:p14="http://schemas.microsoft.com/office/powerpoint/2010/main" val="3059972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4" name="Google Shape;1363;p89">
            <a:extLst>
              <a:ext uri="{FF2B5EF4-FFF2-40B4-BE49-F238E27FC236}">
                <a16:creationId xmlns:a16="http://schemas.microsoft.com/office/drawing/2014/main" id="{C9F7F149-AB39-4CB5-846C-6709B54E8711}"/>
              </a:ext>
            </a:extLst>
          </p:cNvPr>
          <p:cNvSpPr/>
          <p:nvPr/>
        </p:nvSpPr>
        <p:spPr>
          <a:xfrm>
            <a:off x="6880123" y="1289605"/>
            <a:ext cx="10958051" cy="7347159"/>
          </a:xfrm>
          <a:prstGeom prst="rect">
            <a:avLst/>
          </a:prstGeom>
          <a:solidFill>
            <a:srgbClr val="262626">
              <a:alpha val="69804"/>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99" name="Google Shape;399;p3"/>
          <p:cNvSpPr txBox="1"/>
          <p:nvPr/>
        </p:nvSpPr>
        <p:spPr>
          <a:xfrm>
            <a:off x="7415233" y="1650236"/>
            <a:ext cx="9889067" cy="698648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1부: Machine Learning in NLP</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err="1">
                <a:ln>
                  <a:noFill/>
                </a:ln>
                <a:solidFill>
                  <a:srgbClr val="76B900"/>
                </a:solidFill>
                <a:effectLst/>
                <a:uLnTx/>
                <a:uFillTx/>
                <a:latin typeface="Arial"/>
                <a:ea typeface="Arial"/>
                <a:cs typeface="Arial"/>
                <a:sym typeface="Arial"/>
              </a:rPr>
              <a:t>강의</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chemeClr val="bg1"/>
                </a:solidFill>
                <a:effectLst/>
                <a:uLnTx/>
                <a:uFillTx/>
                <a:latin typeface="Arial"/>
                <a:ea typeface="Arial"/>
                <a:cs typeface="Arial"/>
                <a:sym typeface="Arial"/>
              </a:rPr>
              <a:t>NLP란</a:t>
            </a:r>
            <a:r>
              <a:rPr kumimoji="0" lang="en-US" sz="3200" b="0" i="0" u="none" strike="noStrike" kern="0" cap="none" spc="0" normalizeH="0" baseline="0" noProof="0" dirty="0">
                <a:ln>
                  <a:noFill/>
                </a:ln>
                <a:solidFill>
                  <a:schemeClr val="bg1"/>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chemeClr val="bg1"/>
                </a:solidFill>
                <a:effectLst/>
                <a:uLnTx/>
                <a:uFillTx/>
                <a:latin typeface="Arial"/>
                <a:ea typeface="Arial"/>
                <a:cs typeface="Arial"/>
                <a:sym typeface="Arial"/>
              </a:rPr>
              <a:t>무엇일까요</a:t>
            </a:r>
            <a:r>
              <a:rPr kumimoji="0" lang="en-US" sz="3200" b="0" i="0" u="none" strike="noStrike" kern="0" cap="none" spc="0" normalizeH="0" baseline="0" noProof="0" dirty="0">
                <a:ln>
                  <a:noFill/>
                </a:ln>
                <a:solidFill>
                  <a:schemeClr val="bg1"/>
                </a:solidFill>
                <a:effectLst/>
                <a:uLnTx/>
                <a:uFillTx/>
                <a:latin typeface="Arial"/>
                <a:ea typeface="Arial"/>
                <a:cs typeface="Arial"/>
                <a:sym typeface="Arial"/>
              </a:rPr>
              <a:t>?</a:t>
            </a:r>
            <a:endParaRPr kumimoji="0" sz="1400" b="0" i="0" u="none" strike="noStrike" kern="0" cap="none" spc="0" normalizeH="0" baseline="0" noProof="0" dirty="0">
              <a:ln>
                <a:noFill/>
              </a:ln>
              <a:solidFill>
                <a:schemeClr val="bg1"/>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bg1"/>
              </a:buClr>
              <a:buSzPts val="3200"/>
              <a:buFont typeface="Arial"/>
              <a:buChar char="•"/>
              <a:tabLst/>
              <a:defRPr/>
            </a:pPr>
            <a:r>
              <a:rPr kumimoji="0" lang="ko-KR" altLang="en-US" sz="3200" b="0" i="0" u="none" strike="noStrike" kern="0" cap="none" spc="0" normalizeH="0" baseline="0" noProof="0" dirty="0">
                <a:ln>
                  <a:noFill/>
                </a:ln>
                <a:solidFill>
                  <a:schemeClr val="bg1"/>
                </a:solidFill>
                <a:effectLst/>
                <a:uLnTx/>
                <a:uFillTx/>
                <a:latin typeface="Arial"/>
                <a:ea typeface="Arial"/>
                <a:cs typeface="Arial"/>
                <a:sym typeface="Arial"/>
              </a:rPr>
              <a:t>문제 정형화</a:t>
            </a:r>
            <a:endParaRPr kumimoji="0" lang="en-US" altLang="ko-KR" sz="3200" b="0" i="0" u="none" strike="noStrike" kern="0" cap="none" spc="0" normalizeH="0" baseline="0" noProof="0" dirty="0">
              <a:ln>
                <a:noFill/>
              </a:ln>
              <a:solidFill>
                <a:schemeClr val="bg1"/>
              </a:solidFill>
              <a:effectLst/>
              <a:uLnTx/>
              <a:uFillTx/>
              <a:latin typeface="Arial"/>
              <a:ea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accent2">
                  <a:lumMod val="40000"/>
                  <a:lumOff val="60000"/>
                </a:schemeClr>
              </a:buClr>
              <a:buSzPts val="3200"/>
              <a:buFont typeface="Arial"/>
              <a:buChar char="•"/>
              <a:tabLst/>
              <a:defRPr/>
            </a:pPr>
            <a:r>
              <a:rPr kumimoji="0" lang="en-US" sz="3200" b="0" i="0" u="none" strike="noStrike" kern="0" cap="none" spc="0" normalizeH="0" baseline="0" noProof="0" dirty="0" err="1">
                <a:ln>
                  <a:noFill/>
                </a:ln>
                <a:solidFill>
                  <a:schemeClr val="accent2">
                    <a:lumMod val="40000"/>
                    <a:lumOff val="60000"/>
                  </a:schemeClr>
                </a:solidFill>
                <a:effectLst/>
                <a:uLnTx/>
                <a:uFillTx/>
                <a:latin typeface="Arial"/>
                <a:ea typeface="Arial"/>
                <a:cs typeface="Arial"/>
                <a:sym typeface="Arial"/>
              </a:rPr>
              <a:t>텍스트</a:t>
            </a:r>
            <a:r>
              <a:rPr kumimoji="0" lang="en-US" sz="3200" b="0" i="0" u="none" strike="noStrike" kern="0" cap="none" spc="0" normalizeH="0" baseline="0" noProof="0" dirty="0">
                <a:ln>
                  <a:noFill/>
                </a:ln>
                <a:solidFill>
                  <a:schemeClr val="accent2">
                    <a:lumMod val="40000"/>
                    <a:lumOff val="60000"/>
                  </a:schemeClr>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chemeClr val="accent2">
                    <a:lumMod val="40000"/>
                    <a:lumOff val="60000"/>
                  </a:schemeClr>
                </a:solidFill>
                <a:effectLst/>
                <a:uLnTx/>
                <a:uFillTx/>
                <a:latin typeface="Arial"/>
                <a:ea typeface="Arial"/>
                <a:cs typeface="Arial"/>
                <a:sym typeface="Arial"/>
              </a:rPr>
              <a:t>표현</a:t>
            </a:r>
            <a:endParaRPr kumimoji="0" sz="1400" b="0" i="0" u="none" strike="noStrike" kern="0" cap="none" spc="0" normalizeH="0" baseline="0" noProof="0" dirty="0">
              <a:ln>
                <a:noFill/>
              </a:ln>
              <a:solidFill>
                <a:schemeClr val="accent2">
                  <a:lumMod val="40000"/>
                  <a:lumOff val="60000"/>
                </a:schemeClr>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차원</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축소</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임베딩</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RNN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“Attention is All You Need”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a:ln>
                  <a:noFill/>
                </a:ln>
                <a:solidFill>
                  <a:srgbClr val="76B900"/>
                </a:solidFill>
                <a:effectLst/>
                <a:uLnTx/>
                <a:uFillTx/>
                <a:latin typeface="Arial"/>
                <a:ea typeface="Arial"/>
                <a:cs typeface="Arial"/>
                <a:sym typeface="Arial"/>
              </a:rPr>
              <a:t>랩</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트랜스포머 아키텍쳐</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rPr>
              <a:t>모델</a:t>
            </a:r>
            <a:endParaRPr kumimoji="0" lang="en-US" altLang="ko-KR"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사전훈련</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761970" marR="0" lvl="1" indent="0" algn="l" defTabSz="914400" rtl="0" eaLnBrk="1" fontAlgn="auto" latinLnBrk="0" hangingPunct="1">
              <a:lnSpc>
                <a:spcPct val="100000"/>
              </a:lnSpc>
              <a:spcBef>
                <a:spcPts val="0"/>
              </a:spcBef>
              <a:spcAft>
                <a:spcPts val="0"/>
              </a:spcAft>
              <a:buClr>
                <a:srgbClr val="FFFFFF"/>
              </a:buClr>
              <a:buSzPts val="3200"/>
              <a:buFont typeface="Arial"/>
              <a:buNone/>
              <a:tabLst/>
              <a:defRPr/>
            </a:pPr>
            <a:endParaRPr kumimoji="0" sz="32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939322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66745-BC90-459A-A550-C98F05E262F5}"/>
              </a:ext>
            </a:extLst>
          </p:cNvPr>
          <p:cNvSpPr>
            <a:spLocks noGrp="1"/>
          </p:cNvSpPr>
          <p:nvPr>
            <p:ph type="title"/>
          </p:nvPr>
        </p:nvSpPr>
        <p:spPr/>
        <p:txBody>
          <a:bodyPr/>
          <a:lstStyle/>
          <a:p>
            <a:r>
              <a:rPr lang="ko-KR" altLang="en-US" dirty="0"/>
              <a:t>텍스트 표현</a:t>
            </a:r>
            <a:endParaRPr lang="en-US" dirty="0"/>
          </a:p>
        </p:txBody>
      </p:sp>
      <p:sp>
        <p:nvSpPr>
          <p:cNvPr id="3" name="Content Placeholder 2">
            <a:extLst>
              <a:ext uri="{FF2B5EF4-FFF2-40B4-BE49-F238E27FC236}">
                <a16:creationId xmlns:a16="http://schemas.microsoft.com/office/drawing/2014/main" id="{B99337E7-77A7-47C5-AB6B-F56EFF4AE976}"/>
              </a:ext>
            </a:extLst>
          </p:cNvPr>
          <p:cNvSpPr>
            <a:spLocks noGrp="1"/>
          </p:cNvSpPr>
          <p:nvPr>
            <p:ph idx="1"/>
          </p:nvPr>
        </p:nvSpPr>
        <p:spPr/>
        <p:txBody>
          <a:bodyPr/>
          <a:lstStyle/>
          <a:p>
            <a:pPr marL="476260" indent="-476260">
              <a:buSzPct val="100000"/>
              <a:buFont typeface="Arial" panose="020B0604020202020204" pitchFamily="34" charset="0"/>
              <a:buChar char="•"/>
            </a:pPr>
            <a:r>
              <a:rPr lang="en-US" sz="2333" dirty="0"/>
              <a:t>Bag of words/ngrams – feature per word/ngram </a:t>
            </a:r>
          </a:p>
          <a:p>
            <a:pPr marL="0" indent="0">
              <a:buSzPct val="100000"/>
              <a:buNone/>
            </a:pPr>
            <a:r>
              <a:rPr lang="en-US" sz="2333" dirty="0"/>
              <a:t>	the cat sat on the mat</a:t>
            </a:r>
          </a:p>
          <a:p>
            <a:pPr marL="0" indent="0">
              <a:buNone/>
            </a:pPr>
            <a:endParaRPr lang="en-US" i="1" dirty="0"/>
          </a:p>
          <a:p>
            <a:pPr marL="0" indent="0">
              <a:buNone/>
            </a:pPr>
            <a:endParaRPr lang="en-US" dirty="0"/>
          </a:p>
          <a:p>
            <a:pPr marL="476260" indent="-476260">
              <a:buSzPct val="100000"/>
              <a:buFont typeface="Arial" panose="020B0604020202020204" pitchFamily="34" charset="0"/>
              <a:buChar char="•"/>
            </a:pPr>
            <a:r>
              <a:rPr lang="en-US" sz="2333" dirty="0"/>
              <a:t>Various ways of choosing the values:  Binary, Count, TF-IDF</a:t>
            </a:r>
          </a:p>
          <a:p>
            <a:pPr marL="0" indent="0">
              <a:buNone/>
            </a:pPr>
            <a:endParaRPr lang="en-US" dirty="0"/>
          </a:p>
        </p:txBody>
      </p:sp>
      <p:sp>
        <p:nvSpPr>
          <p:cNvPr id="4" name="Text Placeholder 3">
            <a:extLst>
              <a:ext uri="{FF2B5EF4-FFF2-40B4-BE49-F238E27FC236}">
                <a16:creationId xmlns:a16="http://schemas.microsoft.com/office/drawing/2014/main" id="{578A93C6-2F2E-4937-9E96-E4A585941748}"/>
              </a:ext>
            </a:extLst>
          </p:cNvPr>
          <p:cNvSpPr>
            <a:spLocks noGrp="1"/>
          </p:cNvSpPr>
          <p:nvPr>
            <p:ph type="body" sz="quarter" idx="10"/>
          </p:nvPr>
        </p:nvSpPr>
        <p:spPr/>
        <p:txBody>
          <a:bodyPr/>
          <a:lstStyle/>
          <a:p>
            <a:r>
              <a:rPr lang="en-US" dirty="0"/>
              <a:t>The bag of words</a:t>
            </a:r>
          </a:p>
        </p:txBody>
      </p:sp>
      <p:graphicFrame>
        <p:nvGraphicFramePr>
          <p:cNvPr id="5" name="Table 4">
            <a:extLst>
              <a:ext uri="{FF2B5EF4-FFF2-40B4-BE49-F238E27FC236}">
                <a16:creationId xmlns:a16="http://schemas.microsoft.com/office/drawing/2014/main" id="{1AA4884C-1EA0-4012-A463-970B2927D06F}"/>
              </a:ext>
            </a:extLst>
          </p:cNvPr>
          <p:cNvGraphicFramePr>
            <a:graphicFrameLocks noGrp="1"/>
          </p:cNvGraphicFramePr>
          <p:nvPr/>
        </p:nvGraphicFramePr>
        <p:xfrm>
          <a:off x="861250" y="4801745"/>
          <a:ext cx="10009920" cy="2590800"/>
        </p:xfrm>
        <a:graphic>
          <a:graphicData uri="http://schemas.openxmlformats.org/drawingml/2006/table">
            <a:tbl>
              <a:tblPr firstRow="1" bandRow="1">
                <a:tableStyleId>{00A15C55-8517-42AA-B614-E9B94910E393}</a:tableStyleId>
              </a:tblPr>
              <a:tblGrid>
                <a:gridCol w="1668320">
                  <a:extLst>
                    <a:ext uri="{9D8B030D-6E8A-4147-A177-3AD203B41FA5}">
                      <a16:colId xmlns:a16="http://schemas.microsoft.com/office/drawing/2014/main" val="88932518"/>
                    </a:ext>
                  </a:extLst>
                </a:gridCol>
                <a:gridCol w="1668320">
                  <a:extLst>
                    <a:ext uri="{9D8B030D-6E8A-4147-A177-3AD203B41FA5}">
                      <a16:colId xmlns:a16="http://schemas.microsoft.com/office/drawing/2014/main" val="3494732369"/>
                    </a:ext>
                  </a:extLst>
                </a:gridCol>
                <a:gridCol w="1668320">
                  <a:extLst>
                    <a:ext uri="{9D8B030D-6E8A-4147-A177-3AD203B41FA5}">
                      <a16:colId xmlns:a16="http://schemas.microsoft.com/office/drawing/2014/main" val="2476746439"/>
                    </a:ext>
                  </a:extLst>
                </a:gridCol>
                <a:gridCol w="1668320">
                  <a:extLst>
                    <a:ext uri="{9D8B030D-6E8A-4147-A177-3AD203B41FA5}">
                      <a16:colId xmlns:a16="http://schemas.microsoft.com/office/drawing/2014/main" val="1208621819"/>
                    </a:ext>
                  </a:extLst>
                </a:gridCol>
                <a:gridCol w="1668320">
                  <a:extLst>
                    <a:ext uri="{9D8B030D-6E8A-4147-A177-3AD203B41FA5}">
                      <a16:colId xmlns:a16="http://schemas.microsoft.com/office/drawing/2014/main" val="2243767905"/>
                    </a:ext>
                  </a:extLst>
                </a:gridCol>
                <a:gridCol w="1668320">
                  <a:extLst>
                    <a:ext uri="{9D8B030D-6E8A-4147-A177-3AD203B41FA5}">
                      <a16:colId xmlns:a16="http://schemas.microsoft.com/office/drawing/2014/main" val="2524499296"/>
                    </a:ext>
                  </a:extLst>
                </a:gridCol>
              </a:tblGrid>
              <a:tr h="1676400">
                <a:tc>
                  <a:txBody>
                    <a:bodyPr/>
                    <a:lstStyle/>
                    <a:p>
                      <a:r>
                        <a:rPr lang="en-US" sz="5000" dirty="0"/>
                        <a:t>cat</a:t>
                      </a:r>
                    </a:p>
                  </a:txBody>
                  <a:tcPr marL="152400" marR="152400" marT="76200" marB="76200"/>
                </a:tc>
                <a:tc>
                  <a:txBody>
                    <a:bodyPr/>
                    <a:lstStyle/>
                    <a:p>
                      <a:r>
                        <a:rPr lang="en-US" sz="5000" dirty="0"/>
                        <a:t>sat</a:t>
                      </a:r>
                    </a:p>
                  </a:txBody>
                  <a:tcPr marL="152400" marR="152400" marT="76200" marB="76200"/>
                </a:tc>
                <a:tc>
                  <a:txBody>
                    <a:bodyPr/>
                    <a:lstStyle/>
                    <a:p>
                      <a:r>
                        <a:rPr lang="en-US" sz="5000" dirty="0"/>
                        <a:t>on</a:t>
                      </a:r>
                    </a:p>
                  </a:txBody>
                  <a:tcPr marL="152400" marR="152400" marT="76200" marB="76200"/>
                </a:tc>
                <a:tc>
                  <a:txBody>
                    <a:bodyPr/>
                    <a:lstStyle/>
                    <a:p>
                      <a:r>
                        <a:rPr lang="en-US" sz="5000" dirty="0"/>
                        <a:t>the</a:t>
                      </a:r>
                    </a:p>
                  </a:txBody>
                  <a:tcPr marL="152400" marR="152400" marT="76200" marB="76200"/>
                </a:tc>
                <a:tc>
                  <a:txBody>
                    <a:bodyPr/>
                    <a:lstStyle/>
                    <a:p>
                      <a:r>
                        <a:rPr lang="en-US" sz="5000" dirty="0"/>
                        <a:t>mat</a:t>
                      </a:r>
                    </a:p>
                  </a:txBody>
                  <a:tcPr marL="152400" marR="152400" marT="76200" marB="76200"/>
                </a:tc>
                <a:tc>
                  <a:txBody>
                    <a:bodyPr/>
                    <a:lstStyle/>
                    <a:p>
                      <a:r>
                        <a:rPr lang="en-US" sz="5000" dirty="0"/>
                        <a:t>quickly</a:t>
                      </a:r>
                    </a:p>
                  </a:txBody>
                  <a:tcPr marL="152400" marR="152400" marT="76200" marB="76200"/>
                </a:tc>
                <a:extLst>
                  <a:ext uri="{0D108BD9-81ED-4DB2-BD59-A6C34878D82A}">
                    <a16:rowId xmlns:a16="http://schemas.microsoft.com/office/drawing/2014/main" val="1293936652"/>
                  </a:ext>
                </a:extLst>
              </a:tr>
              <a:tr h="914400">
                <a:tc>
                  <a:txBody>
                    <a:bodyPr/>
                    <a:lstStyle/>
                    <a:p>
                      <a:r>
                        <a:rPr lang="en-US" sz="5000" dirty="0">
                          <a:solidFill>
                            <a:schemeClr val="bg1"/>
                          </a:solidFill>
                        </a:rPr>
                        <a:t>1</a:t>
                      </a:r>
                    </a:p>
                  </a:txBody>
                  <a:tcPr marL="152400" marR="152400" marT="76200" marB="76200"/>
                </a:tc>
                <a:tc>
                  <a:txBody>
                    <a:bodyPr/>
                    <a:lstStyle/>
                    <a:p>
                      <a:r>
                        <a:rPr lang="en-US" sz="5000" dirty="0">
                          <a:solidFill>
                            <a:schemeClr val="bg1"/>
                          </a:solidFill>
                        </a:rPr>
                        <a:t>1</a:t>
                      </a:r>
                    </a:p>
                  </a:txBody>
                  <a:tcPr marL="152400" marR="152400" marT="76200" marB="76200"/>
                </a:tc>
                <a:tc>
                  <a:txBody>
                    <a:bodyPr/>
                    <a:lstStyle/>
                    <a:p>
                      <a:r>
                        <a:rPr lang="en-US" sz="5000" dirty="0">
                          <a:solidFill>
                            <a:schemeClr val="bg1"/>
                          </a:solidFill>
                        </a:rPr>
                        <a:t>1</a:t>
                      </a:r>
                    </a:p>
                  </a:txBody>
                  <a:tcPr marL="152400" marR="152400" marT="76200" marB="76200"/>
                </a:tc>
                <a:tc>
                  <a:txBody>
                    <a:bodyPr/>
                    <a:lstStyle/>
                    <a:p>
                      <a:r>
                        <a:rPr lang="en-US" sz="5000" dirty="0">
                          <a:solidFill>
                            <a:schemeClr val="bg1"/>
                          </a:solidFill>
                        </a:rPr>
                        <a:t>2</a:t>
                      </a:r>
                    </a:p>
                  </a:txBody>
                  <a:tcPr marL="152400" marR="152400" marT="76200" marB="76200"/>
                </a:tc>
                <a:tc>
                  <a:txBody>
                    <a:bodyPr/>
                    <a:lstStyle/>
                    <a:p>
                      <a:r>
                        <a:rPr lang="en-US" sz="5000" dirty="0">
                          <a:solidFill>
                            <a:schemeClr val="bg1"/>
                          </a:solidFill>
                        </a:rPr>
                        <a:t>1</a:t>
                      </a:r>
                    </a:p>
                  </a:txBody>
                  <a:tcPr marL="152400" marR="152400" marT="76200" marB="76200"/>
                </a:tc>
                <a:tc>
                  <a:txBody>
                    <a:bodyPr/>
                    <a:lstStyle/>
                    <a:p>
                      <a:r>
                        <a:rPr lang="en-US" sz="5000" dirty="0">
                          <a:solidFill>
                            <a:schemeClr val="bg1"/>
                          </a:solidFill>
                        </a:rPr>
                        <a:t>0</a:t>
                      </a:r>
                    </a:p>
                  </a:txBody>
                  <a:tcPr marL="152400" marR="152400" marT="76200" marB="76200"/>
                </a:tc>
                <a:extLst>
                  <a:ext uri="{0D108BD9-81ED-4DB2-BD59-A6C34878D82A}">
                    <a16:rowId xmlns:a16="http://schemas.microsoft.com/office/drawing/2014/main" val="913532321"/>
                  </a:ext>
                </a:extLst>
              </a:tr>
            </a:tbl>
          </a:graphicData>
        </a:graphic>
      </p:graphicFrame>
      <p:sp>
        <p:nvSpPr>
          <p:cNvPr id="7" name="TextBox 6">
            <a:extLst>
              <a:ext uri="{FF2B5EF4-FFF2-40B4-BE49-F238E27FC236}">
                <a16:creationId xmlns:a16="http://schemas.microsoft.com/office/drawing/2014/main" id="{3930FE30-DC1D-45A2-9006-C6A58E77300D}"/>
              </a:ext>
            </a:extLst>
          </p:cNvPr>
          <p:cNvSpPr txBox="1"/>
          <p:nvPr/>
        </p:nvSpPr>
        <p:spPr>
          <a:xfrm>
            <a:off x="11425246" y="4641903"/>
            <a:ext cx="4125032" cy="1005340"/>
          </a:xfrm>
          <a:prstGeom prst="rect">
            <a:avLst/>
          </a:prstGeom>
          <a:noFill/>
        </p:spPr>
        <p:txBody>
          <a:bodyPr wrap="square" rtlCol="0">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MS PGothic" pitchFamily="34" charset="-128"/>
              <a:cs typeface="+mn-cs"/>
            </a:endParaRPr>
          </a:p>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MS PGothic" pitchFamily="34" charset="-128"/>
                <a:cs typeface="+mn-cs"/>
              </a:rPr>
              <a:t>…  |</a:t>
            </a:r>
            <a:r>
              <a:rPr kumimoji="0" lang="en-US" sz="2333" b="0" i="0" u="none" strike="noStrike" kern="1200" cap="none" spc="0" normalizeH="0" baseline="0" noProof="0" dirty="0">
                <a:ln>
                  <a:noFill/>
                </a:ln>
                <a:solidFill>
                  <a:srgbClr val="5E5E5E"/>
                </a:solidFill>
                <a:effectLst/>
                <a:uLnTx/>
                <a:uFillTx/>
                <a:latin typeface="Trebuchet MS" pitchFamily="34" charset="0"/>
                <a:ea typeface="MS PGothic" pitchFamily="34" charset="-128"/>
                <a:cs typeface="+mn-cs"/>
              </a:rPr>
              <a:t>Vocabulary</a:t>
            </a:r>
            <a:r>
              <a:rPr kumimoji="0" lang="en-US" sz="1800" b="0" i="0" u="none" strike="noStrike" kern="1200" cap="none" spc="0" normalizeH="0" baseline="0" noProof="0" dirty="0">
                <a:ln>
                  <a:noFill/>
                </a:ln>
                <a:solidFill>
                  <a:srgbClr val="000000"/>
                </a:solidFill>
                <a:effectLst/>
                <a:uLnTx/>
                <a:uFillTx/>
                <a:latin typeface="Arial" charset="0"/>
                <a:ea typeface="MS PGothic" pitchFamily="34" charset="-128"/>
                <a:cs typeface="+mn-cs"/>
              </a:rPr>
              <a:t>|</a:t>
            </a:r>
          </a:p>
          <a:p>
            <a:pPr marL="0" marR="0" lvl="0" indent="0" algn="l"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MS PGothic" pitchFamily="34" charset="-128"/>
              <a:cs typeface="+mn-cs"/>
            </a:endParaRPr>
          </a:p>
        </p:txBody>
      </p:sp>
    </p:spTree>
    <p:extLst>
      <p:ext uri="{BB962C8B-B14F-4D97-AF65-F5344CB8AC3E}">
        <p14:creationId xmlns:p14="http://schemas.microsoft.com/office/powerpoint/2010/main" val="344053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DEFD3-7FCA-49CC-8A85-3C5906BC76E5}"/>
              </a:ext>
            </a:extLst>
          </p:cNvPr>
          <p:cNvSpPr>
            <a:spLocks noGrp="1"/>
          </p:cNvSpPr>
          <p:nvPr>
            <p:ph type="title"/>
          </p:nvPr>
        </p:nvSpPr>
        <p:spPr/>
        <p:txBody>
          <a:bodyPr/>
          <a:lstStyle/>
          <a:p>
            <a:r>
              <a:rPr lang="en-GB" dirty="0"/>
              <a:t>The Bag of words</a:t>
            </a:r>
            <a:endParaRPr lang="en-US" dirty="0"/>
          </a:p>
        </p:txBody>
      </p:sp>
      <p:sp>
        <p:nvSpPr>
          <p:cNvPr id="4" name="Text Placeholder 3">
            <a:extLst>
              <a:ext uri="{FF2B5EF4-FFF2-40B4-BE49-F238E27FC236}">
                <a16:creationId xmlns:a16="http://schemas.microsoft.com/office/drawing/2014/main" id="{B982F555-8942-4AA2-A43D-BBE2CF04EC07}"/>
              </a:ext>
            </a:extLst>
          </p:cNvPr>
          <p:cNvSpPr>
            <a:spLocks noGrp="1"/>
          </p:cNvSpPr>
          <p:nvPr>
            <p:ph type="body" sz="quarter" idx="10"/>
          </p:nvPr>
        </p:nvSpPr>
        <p:spPr/>
        <p:txBody>
          <a:bodyPr/>
          <a:lstStyle/>
          <a:p>
            <a:r>
              <a:rPr lang="ko-KR" altLang="en-US" dirty="0"/>
              <a:t>주요 과제</a:t>
            </a:r>
            <a:endParaRPr lang="en-US" dirty="0"/>
          </a:p>
        </p:txBody>
      </p:sp>
      <p:sp>
        <p:nvSpPr>
          <p:cNvPr id="6" name="Content Placeholder 2">
            <a:extLst>
              <a:ext uri="{FF2B5EF4-FFF2-40B4-BE49-F238E27FC236}">
                <a16:creationId xmlns:a16="http://schemas.microsoft.com/office/drawing/2014/main" id="{9C56495C-8451-4D75-915D-7FECAE74BCDE}"/>
              </a:ext>
            </a:extLst>
          </p:cNvPr>
          <p:cNvSpPr>
            <a:spLocks noGrp="1"/>
          </p:cNvSpPr>
          <p:nvPr>
            <p:ph idx="1"/>
          </p:nvPr>
        </p:nvSpPr>
        <p:spPr>
          <a:xfrm>
            <a:off x="862337" y="3337279"/>
            <a:ext cx="16581552" cy="6513412"/>
          </a:xfrm>
        </p:spPr>
        <p:txBody>
          <a:bodyPr/>
          <a:lstStyle/>
          <a:p>
            <a:r>
              <a:rPr lang="ko-KR" altLang="en-US" dirty="0">
                <a:latin typeface="+mn-lt"/>
              </a:rPr>
              <a:t>희소한</a:t>
            </a:r>
            <a:r>
              <a:rPr lang="en-US" altLang="ko-KR" dirty="0">
                <a:latin typeface="+mn-lt"/>
              </a:rPr>
              <a:t>(</a:t>
            </a:r>
            <a:r>
              <a:rPr lang="en-US" dirty="0">
                <a:latin typeface="+mn-lt"/>
              </a:rPr>
              <a:t>Sparse) </a:t>
            </a:r>
            <a:r>
              <a:rPr lang="ko-KR" altLang="en-US" dirty="0">
                <a:latin typeface="+mn-lt"/>
              </a:rPr>
              <a:t>입력</a:t>
            </a:r>
            <a:r>
              <a:rPr lang="en-US" dirty="0">
                <a:latin typeface="+mn-lt"/>
              </a:rPr>
              <a:t> (1-hot)</a:t>
            </a:r>
          </a:p>
          <a:p>
            <a:endParaRPr lang="en-US" dirty="0">
              <a:latin typeface="+mn-lt"/>
            </a:endParaRPr>
          </a:p>
          <a:p>
            <a:endParaRPr lang="en-US" dirty="0">
              <a:latin typeface="+mn-lt"/>
            </a:endParaRPr>
          </a:p>
          <a:p>
            <a:endParaRPr lang="en-US" dirty="0">
              <a:latin typeface="+mn-lt"/>
            </a:endParaRPr>
          </a:p>
          <a:p>
            <a:endParaRPr lang="en-US" dirty="0">
              <a:latin typeface="+mn-lt"/>
            </a:endParaRPr>
          </a:p>
          <a:p>
            <a:r>
              <a:rPr lang="ko-KR" altLang="en-US" dirty="0">
                <a:latin typeface="+mn-lt"/>
              </a:rPr>
              <a:t>시맨틱 일반화가 없음</a:t>
            </a:r>
            <a:endParaRPr lang="en-US" dirty="0">
              <a:latin typeface="+mn-lt"/>
            </a:endParaRPr>
          </a:p>
          <a:p>
            <a:r>
              <a:rPr lang="en-US" dirty="0">
                <a:latin typeface="+mn-lt"/>
              </a:rPr>
              <a:t>   </a:t>
            </a:r>
            <a:r>
              <a:rPr lang="en-US" i="1" dirty="0">
                <a:latin typeface="+mn-lt"/>
              </a:rPr>
              <a:t>dog:   </a:t>
            </a:r>
            <a:r>
              <a:rPr lang="en-US" dirty="0">
                <a:latin typeface="+mn-lt"/>
              </a:rPr>
              <a:t>1 0 0 0 0 … 0</a:t>
            </a:r>
          </a:p>
          <a:p>
            <a:r>
              <a:rPr lang="en-US" i="1" dirty="0">
                <a:latin typeface="+mn-lt"/>
              </a:rPr>
              <a:t>   cat:    </a:t>
            </a:r>
            <a:r>
              <a:rPr lang="en-US" dirty="0">
                <a:latin typeface="+mn-lt"/>
              </a:rPr>
              <a:t>0 0 1 0 0 … 0 </a:t>
            </a:r>
          </a:p>
          <a:p>
            <a:endParaRPr lang="en-US" dirty="0">
              <a:latin typeface="+mn-lt"/>
            </a:endParaRPr>
          </a:p>
          <a:p>
            <a:endParaRPr lang="en-US" dirty="0">
              <a:latin typeface="+mn-lt"/>
            </a:endParaRPr>
          </a:p>
        </p:txBody>
      </p:sp>
      <p:grpSp>
        <p:nvGrpSpPr>
          <p:cNvPr id="7" name="Group 6">
            <a:extLst>
              <a:ext uri="{FF2B5EF4-FFF2-40B4-BE49-F238E27FC236}">
                <a16:creationId xmlns:a16="http://schemas.microsoft.com/office/drawing/2014/main" id="{12CF1755-4D57-4883-BB28-5479422A0BB8}"/>
              </a:ext>
            </a:extLst>
          </p:cNvPr>
          <p:cNvGrpSpPr/>
          <p:nvPr/>
        </p:nvGrpSpPr>
        <p:grpSpPr>
          <a:xfrm>
            <a:off x="2161603" y="4027557"/>
            <a:ext cx="3756149" cy="1849401"/>
            <a:chOff x="1441068" y="2685039"/>
            <a:chExt cx="2504099" cy="1232934"/>
          </a:xfrm>
        </p:grpSpPr>
        <p:sp>
          <p:nvSpPr>
            <p:cNvPr id="8" name="Oval 7">
              <a:extLst>
                <a:ext uri="{FF2B5EF4-FFF2-40B4-BE49-F238E27FC236}">
                  <a16:creationId xmlns:a16="http://schemas.microsoft.com/office/drawing/2014/main" id="{355BCB5F-ACD7-4500-B2B5-988EDDB6FF41}"/>
                </a:ext>
              </a:extLst>
            </p:cNvPr>
            <p:cNvSpPr/>
            <p:nvPr/>
          </p:nvSpPr>
          <p:spPr>
            <a:xfrm>
              <a:off x="2591338" y="2685039"/>
              <a:ext cx="274643" cy="268181"/>
            </a:xfrm>
            <a:prstGeom prst="ellipse">
              <a:avLst/>
            </a:prstGeom>
            <a:solidFill>
              <a:srgbClr val="598B00"/>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9" name="Oval 8">
              <a:extLst>
                <a:ext uri="{FF2B5EF4-FFF2-40B4-BE49-F238E27FC236}">
                  <a16:creationId xmlns:a16="http://schemas.microsoft.com/office/drawing/2014/main" id="{9A564DBE-2807-495F-8BEB-9B90F920A0B5}"/>
                </a:ext>
              </a:extLst>
            </p:cNvPr>
            <p:cNvSpPr/>
            <p:nvPr/>
          </p:nvSpPr>
          <p:spPr>
            <a:xfrm>
              <a:off x="1473918" y="3270406"/>
              <a:ext cx="274643" cy="268181"/>
            </a:xfrm>
            <a:prstGeom prst="ellipse">
              <a:avLst/>
            </a:prstGeom>
            <a:solidFill>
              <a:srgbClr val="598B00"/>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 name="Oval 9">
              <a:extLst>
                <a:ext uri="{FF2B5EF4-FFF2-40B4-BE49-F238E27FC236}">
                  <a16:creationId xmlns:a16="http://schemas.microsoft.com/office/drawing/2014/main" id="{EA79C58F-130E-44B9-8EED-305B9BDBBBE7}"/>
                </a:ext>
              </a:extLst>
            </p:cNvPr>
            <p:cNvSpPr/>
            <p:nvPr/>
          </p:nvSpPr>
          <p:spPr>
            <a:xfrm>
              <a:off x="2194452" y="3270406"/>
              <a:ext cx="274643" cy="268181"/>
            </a:xfrm>
            <a:prstGeom prst="ellipse">
              <a:avLst/>
            </a:prstGeom>
            <a:solidFill>
              <a:srgbClr val="598B00"/>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1" name="Oval 10">
              <a:extLst>
                <a:ext uri="{FF2B5EF4-FFF2-40B4-BE49-F238E27FC236}">
                  <a16:creationId xmlns:a16="http://schemas.microsoft.com/office/drawing/2014/main" id="{5968A8DF-448E-4BA8-ADE7-DC4BBA64ECF3}"/>
                </a:ext>
              </a:extLst>
            </p:cNvPr>
            <p:cNvSpPr/>
            <p:nvPr/>
          </p:nvSpPr>
          <p:spPr>
            <a:xfrm>
              <a:off x="2914986" y="3270944"/>
              <a:ext cx="274643" cy="268181"/>
            </a:xfrm>
            <a:prstGeom prst="ellipse">
              <a:avLst/>
            </a:prstGeom>
            <a:solidFill>
              <a:srgbClr val="598B00"/>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 name="Oval 11">
              <a:extLst>
                <a:ext uri="{FF2B5EF4-FFF2-40B4-BE49-F238E27FC236}">
                  <a16:creationId xmlns:a16="http://schemas.microsoft.com/office/drawing/2014/main" id="{FF59EB21-AA29-4D59-981F-0C17D8B37F9A}"/>
                </a:ext>
              </a:extLst>
            </p:cNvPr>
            <p:cNvSpPr/>
            <p:nvPr/>
          </p:nvSpPr>
          <p:spPr>
            <a:xfrm>
              <a:off x="3635520" y="3294909"/>
              <a:ext cx="274643" cy="268181"/>
            </a:xfrm>
            <a:prstGeom prst="ellipse">
              <a:avLst/>
            </a:prstGeom>
            <a:solidFill>
              <a:srgbClr val="598B00"/>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cxnSp>
          <p:nvCxnSpPr>
            <p:cNvPr id="13" name="Straight Arrow Connector 12">
              <a:extLst>
                <a:ext uri="{FF2B5EF4-FFF2-40B4-BE49-F238E27FC236}">
                  <a16:creationId xmlns:a16="http://schemas.microsoft.com/office/drawing/2014/main" id="{93F9148B-D14D-475B-AD24-F810C9F45D7C}"/>
                </a:ext>
              </a:extLst>
            </p:cNvPr>
            <p:cNvCxnSpPr>
              <a:cxnSpLocks/>
              <a:stCxn id="9" idx="0"/>
            </p:cNvCxnSpPr>
            <p:nvPr/>
          </p:nvCxnSpPr>
          <p:spPr>
            <a:xfrm flipV="1">
              <a:off x="1611240" y="2953220"/>
              <a:ext cx="1083494" cy="317186"/>
            </a:xfrm>
            <a:prstGeom prst="straightConnector1">
              <a:avLst/>
            </a:prstGeom>
            <a:solidFill>
              <a:srgbClr val="598B00"/>
            </a:solidFill>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EF601CA-F72E-4363-953B-872CCB965D3C}"/>
                </a:ext>
              </a:extLst>
            </p:cNvPr>
            <p:cNvCxnSpPr>
              <a:cxnSpLocks/>
              <a:stCxn id="10" idx="0"/>
            </p:cNvCxnSpPr>
            <p:nvPr/>
          </p:nvCxnSpPr>
          <p:spPr>
            <a:xfrm flipV="1">
              <a:off x="2331774" y="2982301"/>
              <a:ext cx="362960" cy="288105"/>
            </a:xfrm>
            <a:prstGeom prst="straightConnector1">
              <a:avLst/>
            </a:prstGeom>
            <a:solidFill>
              <a:srgbClr val="598B00"/>
            </a:solidFill>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EFAF722-2FD8-436D-BF82-4E650E6BE4E0}"/>
                </a:ext>
              </a:extLst>
            </p:cNvPr>
            <p:cNvCxnSpPr>
              <a:cxnSpLocks/>
              <a:stCxn id="11" idx="7"/>
              <a:endCxn id="8" idx="4"/>
            </p:cNvCxnSpPr>
            <p:nvPr/>
          </p:nvCxnSpPr>
          <p:spPr>
            <a:xfrm flipH="1" flipV="1">
              <a:off x="2728660" y="2953220"/>
              <a:ext cx="420748" cy="356998"/>
            </a:xfrm>
            <a:prstGeom prst="straightConnector1">
              <a:avLst/>
            </a:prstGeom>
            <a:solidFill>
              <a:srgbClr val="598B00"/>
            </a:solidFill>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A870D3B-1576-46C1-ABBF-72BA1B8D8A02}"/>
                </a:ext>
              </a:extLst>
            </p:cNvPr>
            <p:cNvCxnSpPr>
              <a:cxnSpLocks/>
              <a:stCxn id="12" idx="0"/>
              <a:endCxn id="8" idx="4"/>
            </p:cNvCxnSpPr>
            <p:nvPr/>
          </p:nvCxnSpPr>
          <p:spPr>
            <a:xfrm flipH="1" flipV="1">
              <a:off x="2728660" y="2953220"/>
              <a:ext cx="1044182" cy="341689"/>
            </a:xfrm>
            <a:prstGeom prst="straightConnector1">
              <a:avLst/>
            </a:prstGeom>
            <a:solidFill>
              <a:srgbClr val="598B00"/>
            </a:solidFill>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D2B7CCB-FC5A-4499-9EA3-04057F1007EF}"/>
                </a:ext>
              </a:extLst>
            </p:cNvPr>
            <p:cNvSpPr txBox="1"/>
            <p:nvPr/>
          </p:nvSpPr>
          <p:spPr>
            <a:xfrm>
              <a:off x="2581006" y="3219831"/>
              <a:ext cx="82931" cy="246221"/>
            </a:xfrm>
            <a:prstGeom prst="rect">
              <a:avLst/>
            </a:prstGeom>
            <a:noFill/>
          </p:spPr>
          <p:txBody>
            <a:bodyPr wrap="square" rtlCol="0">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Trebuchet MS"/>
                  <a:ea typeface="MS PGothic" pitchFamily="34" charset="-128"/>
                  <a:cs typeface="+mn-cs"/>
                </a:rPr>
                <a:t>…</a:t>
              </a:r>
            </a:p>
          </p:txBody>
        </p:sp>
        <p:sp>
          <p:nvSpPr>
            <p:cNvPr id="18" name="TextBox 17">
              <a:extLst>
                <a:ext uri="{FF2B5EF4-FFF2-40B4-BE49-F238E27FC236}">
                  <a16:creationId xmlns:a16="http://schemas.microsoft.com/office/drawing/2014/main" id="{3B640089-6E9A-4A83-AAF9-51088D297AF5}"/>
                </a:ext>
              </a:extLst>
            </p:cNvPr>
            <p:cNvSpPr txBox="1"/>
            <p:nvPr/>
          </p:nvSpPr>
          <p:spPr>
            <a:xfrm>
              <a:off x="1855624" y="3218263"/>
              <a:ext cx="82931" cy="246221"/>
            </a:xfrm>
            <a:prstGeom prst="rect">
              <a:avLst/>
            </a:prstGeom>
            <a:noFill/>
          </p:spPr>
          <p:txBody>
            <a:bodyPr wrap="square" rtlCol="0">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Trebuchet MS"/>
                  <a:ea typeface="MS PGothic" pitchFamily="34" charset="-128"/>
                  <a:cs typeface="+mn-cs"/>
                </a:rPr>
                <a:t>…</a:t>
              </a:r>
            </a:p>
          </p:txBody>
        </p:sp>
        <p:sp>
          <p:nvSpPr>
            <p:cNvPr id="19" name="TextBox 18">
              <a:extLst>
                <a:ext uri="{FF2B5EF4-FFF2-40B4-BE49-F238E27FC236}">
                  <a16:creationId xmlns:a16="http://schemas.microsoft.com/office/drawing/2014/main" id="{8863DAD3-825F-46EC-B6EB-E5802C7714CE}"/>
                </a:ext>
              </a:extLst>
            </p:cNvPr>
            <p:cNvSpPr txBox="1"/>
            <p:nvPr/>
          </p:nvSpPr>
          <p:spPr>
            <a:xfrm>
              <a:off x="3304335" y="3244333"/>
              <a:ext cx="82931" cy="246221"/>
            </a:xfrm>
            <a:prstGeom prst="rect">
              <a:avLst/>
            </a:prstGeom>
            <a:noFill/>
          </p:spPr>
          <p:txBody>
            <a:bodyPr wrap="square" rtlCol="0">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Trebuchet MS"/>
                  <a:ea typeface="MS PGothic" pitchFamily="34" charset="-128"/>
                  <a:cs typeface="+mn-cs"/>
                </a:rPr>
                <a:t>…</a:t>
              </a:r>
            </a:p>
          </p:txBody>
        </p:sp>
        <p:cxnSp>
          <p:nvCxnSpPr>
            <p:cNvPr id="20" name="Straight Connector 19">
              <a:extLst>
                <a:ext uri="{FF2B5EF4-FFF2-40B4-BE49-F238E27FC236}">
                  <a16:creationId xmlns:a16="http://schemas.microsoft.com/office/drawing/2014/main" id="{F30A194A-F783-4F0E-BC84-15E08EE6D42A}"/>
                </a:ext>
              </a:extLst>
            </p:cNvPr>
            <p:cNvCxnSpPr/>
            <p:nvPr/>
          </p:nvCxnSpPr>
          <p:spPr>
            <a:xfrm>
              <a:off x="1441068" y="3538587"/>
              <a:ext cx="0" cy="354883"/>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6D2EACA-ED05-493F-8FCA-B62117B144F1}"/>
                </a:ext>
              </a:extLst>
            </p:cNvPr>
            <p:cNvCxnSpPr/>
            <p:nvPr/>
          </p:nvCxnSpPr>
          <p:spPr>
            <a:xfrm>
              <a:off x="2506791" y="3538587"/>
              <a:ext cx="0" cy="354883"/>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A913F9C-A95D-4A26-9562-17BF4DD31F68}"/>
                </a:ext>
              </a:extLst>
            </p:cNvPr>
            <p:cNvCxnSpPr/>
            <p:nvPr/>
          </p:nvCxnSpPr>
          <p:spPr>
            <a:xfrm>
              <a:off x="2879444" y="3563090"/>
              <a:ext cx="0" cy="354883"/>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F77FEEB-C46E-48EC-B0E7-6EE0C4AC5551}"/>
                </a:ext>
              </a:extLst>
            </p:cNvPr>
            <p:cNvCxnSpPr/>
            <p:nvPr/>
          </p:nvCxnSpPr>
          <p:spPr>
            <a:xfrm>
              <a:off x="3945167" y="3563090"/>
              <a:ext cx="0" cy="354883"/>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366C31C-88A2-447F-A42E-18119905344C}"/>
                </a:ext>
              </a:extLst>
            </p:cNvPr>
            <p:cNvSpPr txBox="1"/>
            <p:nvPr/>
          </p:nvSpPr>
          <p:spPr>
            <a:xfrm>
              <a:off x="1563594" y="3667972"/>
              <a:ext cx="602301" cy="246221"/>
            </a:xfrm>
            <a:prstGeom prst="rect">
              <a:avLst/>
            </a:prstGeom>
            <a:noFill/>
          </p:spPr>
          <p:txBody>
            <a:bodyPr wrap="none" rtlCol="0">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Trebuchet MS"/>
                  <a:ea typeface="MS PGothic" pitchFamily="34" charset="-128"/>
                  <a:cs typeface="+mn-cs"/>
                </a:rPr>
                <a:t>Word 1</a:t>
              </a:r>
            </a:p>
          </p:txBody>
        </p:sp>
        <p:sp>
          <p:nvSpPr>
            <p:cNvPr id="25" name="TextBox 24">
              <a:extLst>
                <a:ext uri="{FF2B5EF4-FFF2-40B4-BE49-F238E27FC236}">
                  <a16:creationId xmlns:a16="http://schemas.microsoft.com/office/drawing/2014/main" id="{2A47E7B4-DFDE-42EA-B611-C28C46BE13F6}"/>
                </a:ext>
              </a:extLst>
            </p:cNvPr>
            <p:cNvSpPr txBox="1"/>
            <p:nvPr/>
          </p:nvSpPr>
          <p:spPr>
            <a:xfrm>
              <a:off x="3001970" y="3667972"/>
              <a:ext cx="605508" cy="246221"/>
            </a:xfrm>
            <a:prstGeom prst="rect">
              <a:avLst/>
            </a:prstGeom>
            <a:noFill/>
          </p:spPr>
          <p:txBody>
            <a:bodyPr wrap="none" rtlCol="0">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Trebuchet MS"/>
                  <a:ea typeface="MS PGothic" pitchFamily="34" charset="-128"/>
                  <a:cs typeface="+mn-cs"/>
                </a:rPr>
                <a:t>Word n</a:t>
              </a:r>
            </a:p>
          </p:txBody>
        </p:sp>
      </p:grpSp>
      <p:sp>
        <p:nvSpPr>
          <p:cNvPr id="26" name="Arrow: Right 25">
            <a:extLst>
              <a:ext uri="{FF2B5EF4-FFF2-40B4-BE49-F238E27FC236}">
                <a16:creationId xmlns:a16="http://schemas.microsoft.com/office/drawing/2014/main" id="{A430A324-548E-4D09-A59F-6CAA9AEC92BA}"/>
              </a:ext>
            </a:extLst>
          </p:cNvPr>
          <p:cNvSpPr/>
          <p:nvPr/>
        </p:nvSpPr>
        <p:spPr>
          <a:xfrm>
            <a:off x="8539778" y="4132223"/>
            <a:ext cx="1409107" cy="535497"/>
          </a:xfrm>
          <a:prstGeom prst="rightArrow">
            <a:avLst/>
          </a:prstGeom>
          <a:solidFill>
            <a:srgbClr val="598B00"/>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7" name="TextBox 26">
            <a:extLst>
              <a:ext uri="{FF2B5EF4-FFF2-40B4-BE49-F238E27FC236}">
                <a16:creationId xmlns:a16="http://schemas.microsoft.com/office/drawing/2014/main" id="{D07B2FA0-2726-42F2-8A8B-1C1939D6B8BF}"/>
              </a:ext>
            </a:extLst>
          </p:cNvPr>
          <p:cNvSpPr txBox="1"/>
          <p:nvPr/>
        </p:nvSpPr>
        <p:spPr>
          <a:xfrm>
            <a:off x="11074596" y="3912750"/>
            <a:ext cx="5422108" cy="369332"/>
          </a:xfrm>
          <a:prstGeom prst="rect">
            <a:avLst/>
          </a:prstGeom>
          <a:noFill/>
        </p:spPr>
        <p:txBody>
          <a:bodyPr wrap="square" rtlCol="0">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a:ea typeface="MS PGothic" pitchFamily="34" charset="-128"/>
                <a:cs typeface="+mn-cs"/>
              </a:rPr>
              <a:t>p &gt;&gt; n    (</a:t>
            </a:r>
            <a:r>
              <a:rPr kumimoji="0" lang="ko-KR" altLang="en-US" sz="1800" b="0" i="0" u="none" strike="noStrike" kern="1200" cap="none" spc="0" normalizeH="0" baseline="0" noProof="0" dirty="0">
                <a:ln>
                  <a:noFill/>
                </a:ln>
                <a:solidFill>
                  <a:srgbClr val="000000"/>
                </a:solidFill>
                <a:effectLst/>
                <a:uLnTx/>
                <a:uFillTx/>
                <a:latin typeface="Trebuchet MS"/>
                <a:ea typeface="MS PGothic" pitchFamily="34" charset="-128"/>
                <a:cs typeface="+mn-cs"/>
              </a:rPr>
              <a:t>오버피팅</a:t>
            </a:r>
            <a:r>
              <a:rPr kumimoji="0" lang="en-US" sz="1800" b="0" i="0" u="none" strike="noStrike" kern="1200" cap="none" spc="0" normalizeH="0" baseline="0" noProof="0" dirty="0">
                <a:ln>
                  <a:noFill/>
                </a:ln>
                <a:solidFill>
                  <a:srgbClr val="000000"/>
                </a:solidFill>
                <a:effectLst/>
                <a:uLnTx/>
                <a:uFillTx/>
                <a:latin typeface="Trebuchet MS"/>
                <a:ea typeface="MS PGothic" pitchFamily="34" charset="-128"/>
                <a:cs typeface="+mn-cs"/>
              </a:rPr>
              <a:t>!)</a:t>
            </a:r>
          </a:p>
        </p:txBody>
      </p:sp>
      <p:sp>
        <p:nvSpPr>
          <p:cNvPr id="28" name="Arrow: Right 27">
            <a:extLst>
              <a:ext uri="{FF2B5EF4-FFF2-40B4-BE49-F238E27FC236}">
                <a16:creationId xmlns:a16="http://schemas.microsoft.com/office/drawing/2014/main" id="{028A2937-88C0-494E-9935-6D50DE9FF534}"/>
              </a:ext>
            </a:extLst>
          </p:cNvPr>
          <p:cNvSpPr/>
          <p:nvPr/>
        </p:nvSpPr>
        <p:spPr>
          <a:xfrm>
            <a:off x="8539778" y="7532648"/>
            <a:ext cx="1409107" cy="535497"/>
          </a:xfrm>
          <a:prstGeom prst="rightArrow">
            <a:avLst/>
          </a:prstGeom>
          <a:solidFill>
            <a:srgbClr val="598B00"/>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9" name="TextBox 28">
            <a:extLst>
              <a:ext uri="{FF2B5EF4-FFF2-40B4-BE49-F238E27FC236}">
                <a16:creationId xmlns:a16="http://schemas.microsoft.com/office/drawing/2014/main" id="{77030D4D-A9DE-4DF5-9A9C-294F658199B0}"/>
              </a:ext>
            </a:extLst>
          </p:cNvPr>
          <p:cNvSpPr txBox="1"/>
          <p:nvPr/>
        </p:nvSpPr>
        <p:spPr>
          <a:xfrm>
            <a:off x="11074596" y="7283316"/>
            <a:ext cx="5422108" cy="646331"/>
          </a:xfrm>
          <a:prstGeom prst="rect">
            <a:avLst/>
          </a:prstGeom>
          <a:noFill/>
        </p:spPr>
        <p:txBody>
          <a:bodyPr wrap="square" rtlCol="0">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lang="ko-KR" altLang="en-US" sz="1800" kern="1200" dirty="0">
                <a:latin typeface="Trebuchet MS"/>
                <a:ea typeface="MS PGothic" pitchFamily="34" charset="-128"/>
                <a:cs typeface="+mn-cs"/>
              </a:rPr>
              <a:t>많은 데이터가 요구됨</a:t>
            </a:r>
            <a:endParaRPr lang="en-US" altLang="ko-KR" sz="1800" kern="1200" dirty="0">
              <a:latin typeface="Trebuchet MS"/>
              <a:ea typeface="MS PGothic" pitchFamily="34" charset="-128"/>
              <a:cs typeface="+mn-cs"/>
            </a:endParaRPr>
          </a:p>
          <a:p>
            <a:pPr marL="0" marR="0" lvl="0" indent="0" algn="l" defTabSz="761970" rtl="0" eaLnBrk="1" fontAlgn="base" latinLnBrk="0" hangingPunct="1">
              <a:lnSpc>
                <a:spcPct val="10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S PGothic" pitchFamily="34" charset="-128"/>
                <a:cs typeface="+mn-cs"/>
              </a:rPr>
              <a:t>낮은 정확도</a:t>
            </a:r>
            <a:endParaRPr kumimoji="0" lang="en-US" sz="1800" b="0" i="0" u="none" strike="noStrike" kern="1200" cap="none" spc="0" normalizeH="0" baseline="0" noProof="0" dirty="0">
              <a:ln>
                <a:noFill/>
              </a:ln>
              <a:solidFill>
                <a:srgbClr val="000000"/>
              </a:solidFill>
              <a:effectLst/>
              <a:uLnTx/>
              <a:uFillTx/>
              <a:latin typeface="Trebuchet MS"/>
              <a:ea typeface="MS PGothic" pitchFamily="34" charset="-128"/>
              <a:cs typeface="+mn-cs"/>
            </a:endParaRPr>
          </a:p>
        </p:txBody>
      </p:sp>
      <p:sp>
        <p:nvSpPr>
          <p:cNvPr id="30" name="Arrow: Right 29">
            <a:extLst>
              <a:ext uri="{FF2B5EF4-FFF2-40B4-BE49-F238E27FC236}">
                <a16:creationId xmlns:a16="http://schemas.microsoft.com/office/drawing/2014/main" id="{7C10BC4F-885D-4995-BE19-C19AB44CA747}"/>
              </a:ext>
            </a:extLst>
          </p:cNvPr>
          <p:cNvSpPr/>
          <p:nvPr/>
        </p:nvSpPr>
        <p:spPr>
          <a:xfrm rot="5400000">
            <a:off x="12594263" y="5744685"/>
            <a:ext cx="1409107" cy="535497"/>
          </a:xfrm>
          <a:prstGeom prst="rightArrow">
            <a:avLst/>
          </a:prstGeom>
          <a:solidFill>
            <a:srgbClr val="598B00"/>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1" name="TextBox 30">
            <a:extLst>
              <a:ext uri="{FF2B5EF4-FFF2-40B4-BE49-F238E27FC236}">
                <a16:creationId xmlns:a16="http://schemas.microsoft.com/office/drawing/2014/main" id="{8F76F59F-A352-4A87-BD16-3B1F4ABC4C3B}"/>
              </a:ext>
            </a:extLst>
          </p:cNvPr>
          <p:cNvSpPr txBox="1"/>
          <p:nvPr/>
        </p:nvSpPr>
        <p:spPr>
          <a:xfrm>
            <a:off x="2398907" y="5491807"/>
            <a:ext cx="1116716" cy="41543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US" sz="2333"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Word 1</a:t>
            </a:r>
          </a:p>
        </p:txBody>
      </p:sp>
      <p:sp>
        <p:nvSpPr>
          <p:cNvPr id="32" name="TextBox 31">
            <a:extLst>
              <a:ext uri="{FF2B5EF4-FFF2-40B4-BE49-F238E27FC236}">
                <a16:creationId xmlns:a16="http://schemas.microsoft.com/office/drawing/2014/main" id="{512EDE98-ABB7-4D53-B172-5C707E6132A7}"/>
              </a:ext>
            </a:extLst>
          </p:cNvPr>
          <p:cNvSpPr txBox="1"/>
          <p:nvPr/>
        </p:nvSpPr>
        <p:spPr>
          <a:xfrm>
            <a:off x="4608081" y="5488127"/>
            <a:ext cx="1123128" cy="41543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US" sz="2333"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Word n</a:t>
            </a:r>
          </a:p>
        </p:txBody>
      </p:sp>
    </p:spTree>
    <p:extLst>
      <p:ext uri="{BB962C8B-B14F-4D97-AF65-F5344CB8AC3E}">
        <p14:creationId xmlns:p14="http://schemas.microsoft.com/office/powerpoint/2010/main" val="3065355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26" grpId="0" animBg="1"/>
      <p:bldP spid="27" grpId="0"/>
      <p:bldP spid="28" grpId="0" animBg="1"/>
      <p:bldP spid="29" grpId="0"/>
      <p:bldP spid="30" grpId="0" animBg="1"/>
      <p:bldP spid="31"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22"/>
          <p:cNvSpPr txBox="1">
            <a:spLocks noGrp="1"/>
          </p:cNvSpPr>
          <p:nvPr>
            <p:ph type="title"/>
          </p:nvPr>
        </p:nvSpPr>
        <p:spPr>
          <a:xfrm>
            <a:off x="5787614" y="7040881"/>
            <a:ext cx="11464066" cy="228989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sz="4800" dirty="0" err="1">
                <a:latin typeface="Trebuchet MS"/>
                <a:ea typeface="Trebuchet MS"/>
                <a:cs typeface="Trebuchet MS"/>
                <a:sym typeface="Trebuchet MS"/>
              </a:rPr>
              <a:t>분산된</a:t>
            </a:r>
            <a:r>
              <a:rPr lang="en-US" sz="4800" dirty="0">
                <a:latin typeface="Trebuchet MS"/>
                <a:ea typeface="Trebuchet MS"/>
                <a:cs typeface="Trebuchet MS"/>
                <a:sym typeface="Trebuchet MS"/>
              </a:rPr>
              <a:t> </a:t>
            </a:r>
            <a:r>
              <a:rPr lang="en-US" sz="4800" dirty="0" err="1">
                <a:latin typeface="Trebuchet MS"/>
                <a:ea typeface="Trebuchet MS"/>
                <a:cs typeface="Trebuchet MS"/>
                <a:sym typeface="Trebuchet MS"/>
              </a:rPr>
              <a:t>단어</a:t>
            </a:r>
            <a:r>
              <a:rPr lang="en-US" sz="4800" dirty="0">
                <a:latin typeface="Trebuchet MS"/>
                <a:ea typeface="Trebuchet MS"/>
                <a:cs typeface="Trebuchet MS"/>
                <a:sym typeface="Trebuchet MS"/>
              </a:rPr>
              <a:t> </a:t>
            </a:r>
            <a:r>
              <a:rPr lang="en-US" sz="4800" dirty="0" err="1">
                <a:latin typeface="Trebuchet MS"/>
                <a:ea typeface="Trebuchet MS"/>
                <a:cs typeface="Trebuchet MS"/>
                <a:sym typeface="Trebuchet MS"/>
              </a:rPr>
              <a:t>표현</a:t>
            </a:r>
            <a:r>
              <a:rPr lang="en-US" sz="4800" dirty="0">
                <a:latin typeface="Trebuchet MS"/>
                <a:ea typeface="Trebuchet MS"/>
                <a:cs typeface="Trebuchet MS"/>
                <a:sym typeface="Trebuchet MS"/>
              </a:rPr>
              <a:t> </a:t>
            </a:r>
            <a:br>
              <a:rPr lang="en-US" sz="4800" dirty="0">
                <a:latin typeface="Trebuchet MS"/>
                <a:ea typeface="Trebuchet MS"/>
                <a:cs typeface="Trebuchet MS"/>
                <a:sym typeface="Trebuchet MS"/>
              </a:rPr>
            </a:br>
            <a:r>
              <a:rPr lang="en-US" sz="4800" dirty="0">
                <a:latin typeface="Trebuchet MS"/>
                <a:ea typeface="Trebuchet MS"/>
                <a:cs typeface="Trebuchet MS"/>
                <a:sym typeface="Trebuchet MS"/>
              </a:rPr>
              <a:t>(</a:t>
            </a:r>
            <a:r>
              <a:rPr lang="en-US" altLang="ko-KR" sz="4800" dirty="0"/>
              <a:t>Distributed Word Representation)</a:t>
            </a:r>
            <a:endParaRPr sz="4800" dirty="0">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23"/>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dirty="0" err="1"/>
              <a:t>분포</a:t>
            </a:r>
            <a:r>
              <a:rPr lang="en-US" dirty="0"/>
              <a:t> </a:t>
            </a:r>
            <a:r>
              <a:rPr lang="en-US" dirty="0" err="1"/>
              <a:t>가설</a:t>
            </a:r>
            <a:r>
              <a:rPr lang="en-US" dirty="0"/>
              <a:t> (Distributed hypothesis)</a:t>
            </a:r>
            <a:endParaRPr dirty="0"/>
          </a:p>
        </p:txBody>
      </p:sp>
      <p:sp>
        <p:nvSpPr>
          <p:cNvPr id="672" name="Google Shape;672;p23"/>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dirty="0" err="1"/>
              <a:t>직관</a:t>
            </a:r>
            <a:endParaRPr dirty="0"/>
          </a:p>
        </p:txBody>
      </p:sp>
      <p:sp>
        <p:nvSpPr>
          <p:cNvPr id="673" name="Google Shape;673;p23"/>
          <p:cNvSpPr txBox="1"/>
          <p:nvPr/>
        </p:nvSpPr>
        <p:spPr>
          <a:xfrm>
            <a:off x="2242357" y="3891300"/>
            <a:ext cx="6901643" cy="733406"/>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333" i="1">
                <a:solidFill>
                  <a:srgbClr val="505050"/>
                </a:solidFill>
                <a:latin typeface="Trebuchet MS"/>
                <a:ea typeface="Trebuchet MS"/>
                <a:cs typeface="Trebuchet MS"/>
                <a:sym typeface="Trebuchet MS"/>
              </a:rPr>
              <a:t>'단어는 그것과 함께 나타나는 단어들로 알 수 있다.'</a:t>
            </a:r>
            <a:endParaRPr/>
          </a:p>
          <a:p>
            <a:pPr marL="0" marR="0" lvl="0" indent="0" algn="r" rtl="0">
              <a:lnSpc>
                <a:spcPct val="90000"/>
              </a:lnSpc>
              <a:spcBef>
                <a:spcPts val="500"/>
              </a:spcBef>
              <a:spcAft>
                <a:spcPts val="0"/>
              </a:spcAft>
              <a:buNone/>
            </a:pPr>
            <a:r>
              <a:rPr lang="en-US" sz="1833" i="1">
                <a:solidFill>
                  <a:srgbClr val="505050"/>
                </a:solidFill>
                <a:latin typeface="Trebuchet MS"/>
                <a:ea typeface="Trebuchet MS"/>
                <a:cs typeface="Trebuchet MS"/>
                <a:sym typeface="Trebuchet MS"/>
              </a:rPr>
              <a:t>Firth 1957 </a:t>
            </a:r>
            <a:endParaRPr/>
          </a:p>
        </p:txBody>
      </p:sp>
      <p:sp>
        <p:nvSpPr>
          <p:cNvPr id="674" name="Google Shape;674;p23"/>
          <p:cNvSpPr txBox="1"/>
          <p:nvPr/>
        </p:nvSpPr>
        <p:spPr>
          <a:xfrm>
            <a:off x="8051292" y="8171399"/>
            <a:ext cx="7795962" cy="1379608"/>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333" i="1">
                <a:solidFill>
                  <a:srgbClr val="505050"/>
                </a:solidFill>
                <a:latin typeface="Trebuchet MS"/>
                <a:ea typeface="Trebuchet MS"/>
                <a:cs typeface="Trebuchet MS"/>
                <a:sym typeface="Trebuchet MS"/>
              </a:rPr>
              <a:t>'단어의 전체 의미는 항상 맥락과 관련이 있으므로 맥락과 무관한 의미 연구를 심각하게 받아들이지 않아도 됩니다.'</a:t>
            </a:r>
            <a:endParaRPr/>
          </a:p>
          <a:p>
            <a:pPr marL="0" marR="0" lvl="0" indent="0" algn="r" rtl="0">
              <a:lnSpc>
                <a:spcPct val="90000"/>
              </a:lnSpc>
              <a:spcBef>
                <a:spcPts val="500"/>
              </a:spcBef>
              <a:spcAft>
                <a:spcPts val="0"/>
              </a:spcAft>
              <a:buNone/>
            </a:pPr>
            <a:r>
              <a:rPr lang="en-US" sz="1833" i="1">
                <a:solidFill>
                  <a:srgbClr val="505050"/>
                </a:solidFill>
                <a:latin typeface="Trebuchet MS"/>
                <a:ea typeface="Trebuchet MS"/>
                <a:cs typeface="Trebuchet MS"/>
                <a:sym typeface="Trebuchet MS"/>
              </a:rPr>
              <a:t>Firth 1957 </a:t>
            </a:r>
            <a:endParaRPr/>
          </a:p>
        </p:txBody>
      </p:sp>
      <p:sp>
        <p:nvSpPr>
          <p:cNvPr id="675" name="Google Shape;675;p23"/>
          <p:cNvSpPr txBox="1"/>
          <p:nvPr/>
        </p:nvSpPr>
        <p:spPr>
          <a:xfrm>
            <a:off x="1941765" y="6833422"/>
            <a:ext cx="7556933" cy="733406"/>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333" i="1">
                <a:solidFill>
                  <a:srgbClr val="505050"/>
                </a:solidFill>
                <a:latin typeface="Trebuchet MS"/>
                <a:ea typeface="Trebuchet MS"/>
                <a:cs typeface="Trebuchet MS"/>
                <a:sym typeface="Trebuchet MS"/>
              </a:rPr>
              <a:t>'단어의 의미는 언어에서 해당 단어가 사용되는 방식을 말합니다.'</a:t>
            </a:r>
            <a:endParaRPr/>
          </a:p>
          <a:p>
            <a:pPr marL="0" marR="0" lvl="0" indent="0" algn="r" rtl="0">
              <a:lnSpc>
                <a:spcPct val="90000"/>
              </a:lnSpc>
              <a:spcBef>
                <a:spcPts val="500"/>
              </a:spcBef>
              <a:spcAft>
                <a:spcPts val="0"/>
              </a:spcAft>
              <a:buNone/>
            </a:pPr>
            <a:r>
              <a:rPr lang="en-US" sz="1833" i="1">
                <a:solidFill>
                  <a:srgbClr val="505050"/>
                </a:solidFill>
                <a:latin typeface="Trebuchet MS"/>
                <a:ea typeface="Trebuchet MS"/>
                <a:cs typeface="Trebuchet MS"/>
                <a:sym typeface="Trebuchet MS"/>
              </a:rPr>
              <a:t>Wittgenstein 1953</a:t>
            </a:r>
            <a:endParaRPr/>
          </a:p>
        </p:txBody>
      </p:sp>
      <p:sp>
        <p:nvSpPr>
          <p:cNvPr id="676" name="Google Shape;676;p23"/>
          <p:cNvSpPr txBox="1"/>
          <p:nvPr/>
        </p:nvSpPr>
        <p:spPr>
          <a:xfrm>
            <a:off x="8831385" y="5045033"/>
            <a:ext cx="7556933" cy="1379608"/>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333" i="1">
                <a:solidFill>
                  <a:srgbClr val="505050"/>
                </a:solidFill>
                <a:latin typeface="Trebuchet MS"/>
                <a:ea typeface="Trebuchet MS"/>
                <a:cs typeface="Trebuchet MS"/>
                <a:sym typeface="Trebuchet MS"/>
              </a:rPr>
              <a:t>'분포 문은 다른 유형의 정보의 지원 없이도 언어의 모든 재료를 포함할 수 있습니다.'</a:t>
            </a:r>
            <a:endParaRPr/>
          </a:p>
          <a:p>
            <a:pPr marL="0" marR="0" lvl="0" indent="0" algn="r" rtl="0">
              <a:lnSpc>
                <a:spcPct val="90000"/>
              </a:lnSpc>
              <a:spcBef>
                <a:spcPts val="500"/>
              </a:spcBef>
              <a:spcAft>
                <a:spcPts val="0"/>
              </a:spcAft>
              <a:buNone/>
            </a:pPr>
            <a:r>
              <a:rPr lang="en-US" sz="1833" i="1">
                <a:solidFill>
                  <a:srgbClr val="505050"/>
                </a:solidFill>
                <a:latin typeface="Trebuchet MS"/>
                <a:ea typeface="Trebuchet MS"/>
                <a:cs typeface="Trebuchet MS"/>
                <a:sym typeface="Trebuchet MS"/>
              </a:rPr>
              <a:t>Harris 1954</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24"/>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dirty="0" err="1"/>
              <a:t>동시</a:t>
            </a:r>
            <a:r>
              <a:rPr lang="en-US" dirty="0"/>
              <a:t> </a:t>
            </a:r>
            <a:r>
              <a:rPr lang="en-US" dirty="0" err="1"/>
              <a:t>발생</a:t>
            </a:r>
            <a:r>
              <a:rPr lang="en-US" dirty="0"/>
              <a:t> </a:t>
            </a:r>
            <a:r>
              <a:rPr lang="en-US" dirty="0" err="1"/>
              <a:t>패턴</a:t>
            </a:r>
            <a:r>
              <a:rPr lang="en-US" dirty="0"/>
              <a:t> (Co-occurrence</a:t>
            </a:r>
            <a:r>
              <a:rPr lang="en-US" altLang="ko-KR" dirty="0"/>
              <a:t> pattern)</a:t>
            </a:r>
            <a:endParaRPr dirty="0"/>
          </a:p>
        </p:txBody>
      </p:sp>
      <p:sp>
        <p:nvSpPr>
          <p:cNvPr id="683" name="Google Shape;683;p24"/>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dirty="0" err="1"/>
              <a:t>잠재</a:t>
            </a:r>
            <a:r>
              <a:rPr lang="en-US" dirty="0"/>
              <a:t> </a:t>
            </a:r>
            <a:r>
              <a:rPr lang="en-US" dirty="0" err="1"/>
              <a:t>정보</a:t>
            </a:r>
            <a:r>
              <a:rPr lang="en-US" dirty="0"/>
              <a:t> (latent information)</a:t>
            </a:r>
            <a:endParaRPr dirty="0"/>
          </a:p>
        </p:txBody>
      </p:sp>
      <p:pic>
        <p:nvPicPr>
          <p:cNvPr id="684" name="Google Shape;684;p24" descr="The co-occurrence matrix contain after HAL-style weighting of the ..."/>
          <p:cNvPicPr preferRelativeResize="0">
            <a:picLocks noGrp="1"/>
          </p:cNvPicPr>
          <p:nvPr>
            <p:ph type="body" idx="1"/>
          </p:nvPr>
        </p:nvPicPr>
        <p:blipFill rotWithShape="1">
          <a:blip r:embed="rId3">
            <a:alphaModFix/>
          </a:blip>
          <a:srcRect/>
          <a:stretch/>
        </p:blipFill>
        <p:spPr>
          <a:xfrm>
            <a:off x="4394429" y="3505730"/>
            <a:ext cx="9499145" cy="615685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동시</a:t>
            </a:r>
            <a:r>
              <a:rPr lang="en-US" dirty="0"/>
              <a:t> </a:t>
            </a:r>
            <a:r>
              <a:rPr lang="en-US" dirty="0" err="1"/>
              <a:t>발생</a:t>
            </a:r>
            <a:r>
              <a:rPr lang="en-US" dirty="0"/>
              <a:t> </a:t>
            </a:r>
            <a:r>
              <a:rPr lang="en-US" dirty="0" err="1"/>
              <a:t>패턴</a:t>
            </a:r>
            <a:r>
              <a:rPr lang="en-US" dirty="0"/>
              <a:t> </a:t>
            </a:r>
            <a:r>
              <a:rPr lang="en-US" altLang="ko-KR" dirty="0"/>
              <a:t>(Co-occurrence pattern)</a:t>
            </a:r>
            <a:endParaRPr lang="en-US" dirty="0"/>
          </a:p>
        </p:txBody>
      </p:sp>
      <p:sp>
        <p:nvSpPr>
          <p:cNvPr id="10" name="Text Placeholder 9"/>
          <p:cNvSpPr>
            <a:spLocks noGrp="1"/>
          </p:cNvSpPr>
          <p:nvPr>
            <p:ph type="body" sz="quarter" idx="10"/>
          </p:nvPr>
        </p:nvSpPr>
        <p:spPr/>
        <p:txBody>
          <a:bodyPr/>
          <a:lstStyle/>
          <a:p>
            <a:r>
              <a:rPr lang="ko-KR" altLang="en-US" dirty="0"/>
              <a:t>어디서 찾을 수 있나요</a:t>
            </a:r>
            <a:r>
              <a:rPr lang="en-US" altLang="ko-KR" dirty="0"/>
              <a:t>?</a:t>
            </a:r>
            <a:endParaRPr lang="en-US" dirty="0"/>
          </a:p>
        </p:txBody>
      </p:sp>
      <p:sp>
        <p:nvSpPr>
          <p:cNvPr id="3" name="Content Placeholder 2">
            <a:extLst>
              <a:ext uri="{FF2B5EF4-FFF2-40B4-BE49-F238E27FC236}">
                <a16:creationId xmlns:a16="http://schemas.microsoft.com/office/drawing/2014/main" id="{1A531146-A929-4A40-9366-5146C5E3045F}"/>
              </a:ext>
            </a:extLst>
          </p:cNvPr>
          <p:cNvSpPr>
            <a:spLocks noGrp="1"/>
          </p:cNvSpPr>
          <p:nvPr>
            <p:ph idx="1"/>
          </p:nvPr>
        </p:nvSpPr>
        <p:spPr/>
        <p:txBody>
          <a:bodyPr/>
          <a:lstStyle/>
          <a:p>
            <a:r>
              <a:rPr lang="ko-KR" altLang="en-US" dirty="0"/>
              <a:t>가능한 관계</a:t>
            </a:r>
            <a:r>
              <a:rPr lang="en-GB" dirty="0"/>
              <a:t>:</a:t>
            </a:r>
          </a:p>
          <a:p>
            <a:pPr marL="476260" indent="-476260">
              <a:buFontTx/>
              <a:buChar char="-"/>
            </a:pPr>
            <a:r>
              <a:rPr lang="ko-KR" altLang="en-US" dirty="0"/>
              <a:t>문서에 대한 단어</a:t>
            </a:r>
            <a:r>
              <a:rPr lang="en-US" altLang="ko-KR" dirty="0"/>
              <a:t>(</a:t>
            </a:r>
            <a:r>
              <a:rPr lang="ko-KR" altLang="en-US" dirty="0"/>
              <a:t>매우 희박하고 매우 넓음</a:t>
            </a:r>
            <a:r>
              <a:rPr lang="en-US" altLang="ko-KR" dirty="0"/>
              <a:t>)</a:t>
            </a:r>
          </a:p>
          <a:p>
            <a:pPr marL="476260" indent="-476260">
              <a:buFontTx/>
              <a:buChar char="-"/>
            </a:pPr>
            <a:r>
              <a:rPr lang="ko-KR" altLang="en-US" dirty="0"/>
              <a:t>단어 대 단어</a:t>
            </a:r>
            <a:r>
              <a:rPr lang="en-US" altLang="ko-KR" dirty="0"/>
              <a:t>(</a:t>
            </a:r>
            <a:r>
              <a:rPr lang="ko-KR" altLang="en-US" dirty="0"/>
              <a:t>매우 조밀하고 압축됨</a:t>
            </a:r>
            <a:r>
              <a:rPr lang="en-US" altLang="ko-KR" dirty="0"/>
              <a:t>)</a:t>
            </a:r>
          </a:p>
          <a:p>
            <a:pPr marL="476260" indent="-476260">
              <a:buFontTx/>
              <a:buChar char="-"/>
            </a:pPr>
            <a:r>
              <a:rPr lang="ko-KR" altLang="en-US" dirty="0"/>
              <a:t>사용자</a:t>
            </a:r>
            <a:r>
              <a:rPr lang="en-US" altLang="ko-KR" dirty="0"/>
              <a:t>/</a:t>
            </a:r>
            <a:r>
              <a:rPr lang="ko-KR" altLang="en-US" dirty="0"/>
              <a:t>사람에 대한 단어</a:t>
            </a:r>
          </a:p>
          <a:p>
            <a:pPr marL="476260" indent="-476260">
              <a:buFontTx/>
              <a:buChar char="-"/>
            </a:pPr>
            <a:r>
              <a:rPr lang="ko-KR" altLang="en-US" dirty="0"/>
              <a:t>사용자 행동에 대한 단어</a:t>
            </a:r>
            <a:endParaRPr lang="en-US" altLang="ko-KR" dirty="0"/>
          </a:p>
          <a:p>
            <a:pPr marL="476260" indent="-476260">
              <a:buFontTx/>
              <a:buChar char="-"/>
            </a:pPr>
            <a:r>
              <a:rPr lang="ko-KR" altLang="en-US" dirty="0"/>
              <a:t>제품에 대한 단어</a:t>
            </a:r>
            <a:endParaRPr lang="en-US" altLang="ko-KR" dirty="0"/>
          </a:p>
          <a:p>
            <a:pPr marL="476260" indent="-476260">
              <a:buFontTx/>
              <a:buChar char="-"/>
            </a:pPr>
            <a:r>
              <a:rPr lang="ko-KR" altLang="en-US" dirty="0"/>
              <a:t>커스텀 피쳐에 대한 단어</a:t>
            </a:r>
            <a:r>
              <a:rPr lang="en-GB" dirty="0"/>
              <a:t> (</a:t>
            </a:r>
            <a:r>
              <a:rPr lang="ko-KR" altLang="en-US" dirty="0"/>
              <a:t>예시</a:t>
            </a:r>
            <a:r>
              <a:rPr lang="en-GB" dirty="0"/>
              <a:t>. </a:t>
            </a:r>
            <a:r>
              <a:rPr lang="ko-KR" altLang="en-US" dirty="0"/>
              <a:t>무비 랭킹</a:t>
            </a:r>
            <a:r>
              <a:rPr lang="en-GB" dirty="0"/>
              <a:t>)</a:t>
            </a:r>
          </a:p>
          <a:p>
            <a:r>
              <a:rPr lang="ko-KR" altLang="en-US" dirty="0"/>
              <a:t>메트릭 뿐만 아니라</a:t>
            </a:r>
            <a:r>
              <a:rPr lang="en-GB" dirty="0"/>
              <a:t>:</a:t>
            </a:r>
          </a:p>
          <a:p>
            <a:pPr marL="476260" indent="-476260">
              <a:buFontTx/>
              <a:buChar char="-"/>
            </a:pPr>
            <a:r>
              <a:rPr lang="ko-KR" altLang="en-US" dirty="0"/>
              <a:t>사용자 대 제품 대 단어</a:t>
            </a:r>
            <a:endParaRPr lang="en-GB" dirty="0"/>
          </a:p>
          <a:p>
            <a:pPr marL="476260" indent="-476260">
              <a:buFontTx/>
              <a:buChar char="-"/>
            </a:pPr>
            <a:endParaRPr lang="en-US" dirty="0"/>
          </a:p>
        </p:txBody>
      </p:sp>
      <p:pic>
        <p:nvPicPr>
          <p:cNvPr id="5" name="Picture 4">
            <a:extLst>
              <a:ext uri="{FF2B5EF4-FFF2-40B4-BE49-F238E27FC236}">
                <a16:creationId xmlns:a16="http://schemas.microsoft.com/office/drawing/2014/main" id="{8DF7EE4F-9DDE-4D71-A620-6963F2729131}"/>
              </a:ext>
            </a:extLst>
          </p:cNvPr>
          <p:cNvPicPr>
            <a:picLocks noChangeAspect="1"/>
          </p:cNvPicPr>
          <p:nvPr/>
        </p:nvPicPr>
        <p:blipFill>
          <a:blip r:embed="rId3"/>
          <a:stretch>
            <a:fillRect/>
          </a:stretch>
        </p:blipFill>
        <p:spPr>
          <a:xfrm>
            <a:off x="8558003" y="3505059"/>
            <a:ext cx="9520882" cy="5230323"/>
          </a:xfrm>
          <a:prstGeom prst="rect">
            <a:avLst/>
          </a:prstGeom>
          <a:ln>
            <a:solidFill>
              <a:schemeClr val="tx2">
                <a:lumMod val="75000"/>
              </a:schemeClr>
            </a:solidFill>
          </a:ln>
        </p:spPr>
      </p:pic>
      <p:sp>
        <p:nvSpPr>
          <p:cNvPr id="6" name="Arrow: Right 5">
            <a:extLst>
              <a:ext uri="{FF2B5EF4-FFF2-40B4-BE49-F238E27FC236}">
                <a16:creationId xmlns:a16="http://schemas.microsoft.com/office/drawing/2014/main" id="{3BB059F9-AC93-4AC2-8637-0FBBEC088C40}"/>
              </a:ext>
            </a:extLst>
          </p:cNvPr>
          <p:cNvSpPr/>
          <p:nvPr/>
        </p:nvSpPr>
        <p:spPr>
          <a:xfrm>
            <a:off x="8127369" y="4322102"/>
            <a:ext cx="295334" cy="301014"/>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176736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4" name="Google Shape;1363;p89">
            <a:extLst>
              <a:ext uri="{FF2B5EF4-FFF2-40B4-BE49-F238E27FC236}">
                <a16:creationId xmlns:a16="http://schemas.microsoft.com/office/drawing/2014/main" id="{C9F7F149-AB39-4CB5-846C-6709B54E8711}"/>
              </a:ext>
            </a:extLst>
          </p:cNvPr>
          <p:cNvSpPr/>
          <p:nvPr/>
        </p:nvSpPr>
        <p:spPr>
          <a:xfrm>
            <a:off x="6880123" y="1289605"/>
            <a:ext cx="10958051" cy="7347159"/>
          </a:xfrm>
          <a:prstGeom prst="rect">
            <a:avLst/>
          </a:prstGeom>
          <a:solidFill>
            <a:srgbClr val="262626">
              <a:alpha val="69804"/>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99" name="Google Shape;399;p3"/>
          <p:cNvSpPr txBox="1"/>
          <p:nvPr/>
        </p:nvSpPr>
        <p:spPr>
          <a:xfrm>
            <a:off x="7415233" y="1650236"/>
            <a:ext cx="9889067" cy="698648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1부: Machine Learning in NLP</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err="1">
                <a:ln>
                  <a:noFill/>
                </a:ln>
                <a:solidFill>
                  <a:srgbClr val="76B900"/>
                </a:solidFill>
                <a:effectLst/>
                <a:uLnTx/>
                <a:uFillTx/>
                <a:latin typeface="Arial"/>
                <a:ea typeface="Arial"/>
                <a:cs typeface="Arial"/>
                <a:sym typeface="Arial"/>
              </a:rPr>
              <a:t>강의</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NLP란</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무엇일까요</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ko-KR" altLang="en-US" sz="3200" b="0" i="0" u="none" strike="noStrike" kern="0" cap="none" spc="0" normalizeH="0" baseline="0" noProof="0" dirty="0">
                <a:ln>
                  <a:noFill/>
                </a:ln>
                <a:solidFill>
                  <a:srgbClr val="FFFFFF"/>
                </a:solidFill>
                <a:effectLst/>
                <a:uLnTx/>
                <a:uFillTx/>
                <a:latin typeface="Arial"/>
                <a:ea typeface="Arial"/>
                <a:cs typeface="Arial"/>
                <a:sym typeface="Arial"/>
              </a:rPr>
              <a:t>문제 정형화</a:t>
            </a:r>
            <a:endParaRPr kumimoji="0" lang="en-US" altLang="ko-KR" sz="3200" b="0" i="0" u="none" strike="noStrike" kern="0" cap="none" spc="0" normalizeH="0" baseline="0" noProof="0" dirty="0">
              <a:ln>
                <a:noFill/>
              </a:ln>
              <a:solidFill>
                <a:srgbClr val="FFFFFF"/>
              </a:solidFill>
              <a:effectLst/>
              <a:uLnTx/>
              <a:uFillTx/>
              <a:latin typeface="Arial"/>
              <a:ea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bg1"/>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텍스트</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표현</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accent2">
                  <a:lumMod val="40000"/>
                  <a:lumOff val="60000"/>
                </a:schemeClr>
              </a:buClr>
              <a:buSzPts val="3200"/>
              <a:buFont typeface="Arial"/>
              <a:buChar char="•"/>
              <a:tabLst/>
              <a:defRPr/>
            </a:pPr>
            <a:r>
              <a:rPr kumimoji="0" lang="en-US" sz="3200" b="0" i="0" u="none" strike="noStrike" kern="0" cap="none" spc="0" normalizeH="0" baseline="0" noProof="0" dirty="0" err="1">
                <a:ln>
                  <a:noFill/>
                </a:ln>
                <a:solidFill>
                  <a:schemeClr val="accent2">
                    <a:lumMod val="40000"/>
                    <a:lumOff val="60000"/>
                  </a:schemeClr>
                </a:solidFill>
                <a:effectLst/>
                <a:uLnTx/>
                <a:uFillTx/>
                <a:latin typeface="Arial"/>
                <a:ea typeface="Arial"/>
                <a:cs typeface="Arial"/>
                <a:sym typeface="Arial"/>
              </a:rPr>
              <a:t>차원</a:t>
            </a:r>
            <a:r>
              <a:rPr kumimoji="0" lang="en-US" sz="3200" b="0" i="0" u="none" strike="noStrike" kern="0" cap="none" spc="0" normalizeH="0" baseline="0" noProof="0" dirty="0">
                <a:ln>
                  <a:noFill/>
                </a:ln>
                <a:solidFill>
                  <a:schemeClr val="accent2">
                    <a:lumMod val="40000"/>
                    <a:lumOff val="60000"/>
                  </a:schemeClr>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chemeClr val="accent2">
                    <a:lumMod val="40000"/>
                    <a:lumOff val="60000"/>
                  </a:schemeClr>
                </a:solidFill>
                <a:effectLst/>
                <a:uLnTx/>
                <a:uFillTx/>
                <a:latin typeface="Arial"/>
                <a:ea typeface="Arial"/>
                <a:cs typeface="Arial"/>
                <a:sym typeface="Arial"/>
              </a:rPr>
              <a:t>축소</a:t>
            </a:r>
            <a:endParaRPr kumimoji="0" sz="1400" b="0" i="0" u="none" strike="noStrike" kern="0" cap="none" spc="0" normalizeH="0" baseline="0" noProof="0" dirty="0">
              <a:ln>
                <a:noFill/>
              </a:ln>
              <a:solidFill>
                <a:schemeClr val="accent2">
                  <a:lumMod val="40000"/>
                  <a:lumOff val="60000"/>
                </a:schemeClr>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임베딩</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RNN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“Attention is All You Need”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a:ln>
                  <a:noFill/>
                </a:ln>
                <a:solidFill>
                  <a:srgbClr val="76B900"/>
                </a:solidFill>
                <a:effectLst/>
                <a:uLnTx/>
                <a:uFillTx/>
                <a:latin typeface="Arial"/>
                <a:ea typeface="Arial"/>
                <a:cs typeface="Arial"/>
                <a:sym typeface="Arial"/>
              </a:rPr>
              <a:t>랩</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트랜스포머 아키텍쳐</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rPr>
              <a:t>모델</a:t>
            </a:r>
            <a:endParaRPr kumimoji="0" lang="en-US" altLang="ko-KR"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사전훈련</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761970" marR="0" lvl="1" indent="0" algn="l" defTabSz="914400" rtl="0" eaLnBrk="1" fontAlgn="auto" latinLnBrk="0" hangingPunct="1">
              <a:lnSpc>
                <a:spcPct val="100000"/>
              </a:lnSpc>
              <a:spcBef>
                <a:spcPts val="0"/>
              </a:spcBef>
              <a:spcAft>
                <a:spcPts val="0"/>
              </a:spcAft>
              <a:buClr>
                <a:srgbClr val="FFFFFF"/>
              </a:buClr>
              <a:buSzPts val="3200"/>
              <a:buFont typeface="Arial"/>
              <a:buNone/>
              <a:tabLst/>
              <a:defRPr/>
            </a:pPr>
            <a:endParaRPr kumimoji="0" sz="32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2655554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28"/>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dirty="0" err="1"/>
              <a:t>차원</a:t>
            </a:r>
            <a:r>
              <a:rPr lang="en-US" dirty="0"/>
              <a:t> </a:t>
            </a:r>
            <a:r>
              <a:rPr lang="en-US" dirty="0" err="1"/>
              <a:t>축소</a:t>
            </a:r>
            <a:r>
              <a:rPr lang="en-US" dirty="0"/>
              <a:t> (Dimensionality reduction)</a:t>
            </a:r>
            <a:endParaRPr dirty="0"/>
          </a:p>
        </p:txBody>
      </p:sp>
      <p:sp>
        <p:nvSpPr>
          <p:cNvPr id="714" name="Google Shape;714;p28"/>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a:t>이유</a:t>
            </a:r>
            <a:endParaRPr/>
          </a:p>
        </p:txBody>
      </p:sp>
      <p:sp>
        <p:nvSpPr>
          <p:cNvPr id="715" name="Google Shape;715;p28"/>
          <p:cNvSpPr txBox="1">
            <a:spLocks noGrp="1"/>
          </p:cNvSpPr>
          <p:nvPr>
            <p:ph type="body" idx="1"/>
          </p:nvPr>
        </p:nvSpPr>
        <p:spPr>
          <a:xfrm>
            <a:off x="853440" y="3505059"/>
            <a:ext cx="16581120" cy="61562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400"/>
              <a:buFont typeface="Arial" panose="020B0604020202020204" pitchFamily="34" charset="0"/>
              <a:buChar char="•"/>
            </a:pPr>
            <a:r>
              <a:rPr lang="en-US" dirty="0" err="1"/>
              <a:t>컴팩트하고</a:t>
            </a:r>
            <a:r>
              <a:rPr lang="en-US" dirty="0"/>
              <a:t> </a:t>
            </a:r>
            <a:r>
              <a:rPr lang="en-US" dirty="0" err="1"/>
              <a:t>계산상</a:t>
            </a:r>
            <a:r>
              <a:rPr lang="en-US" dirty="0"/>
              <a:t> </a:t>
            </a:r>
            <a:r>
              <a:rPr lang="en-US" dirty="0" err="1"/>
              <a:t>효율적인</a:t>
            </a:r>
            <a:r>
              <a:rPr lang="en-US" dirty="0"/>
              <a:t> </a:t>
            </a:r>
            <a:r>
              <a:rPr lang="en-US" dirty="0" err="1"/>
              <a:t>표현</a:t>
            </a:r>
            <a:r>
              <a:rPr lang="en-US" dirty="0"/>
              <a:t> </a:t>
            </a:r>
            <a:r>
              <a:rPr lang="en-US" dirty="0" err="1"/>
              <a:t>필요</a:t>
            </a:r>
            <a:endParaRPr dirty="0"/>
          </a:p>
          <a:p>
            <a:pPr marL="342900" lvl="0" indent="-342900" algn="l" rtl="0">
              <a:lnSpc>
                <a:spcPct val="90000"/>
              </a:lnSpc>
              <a:spcBef>
                <a:spcPts val="3000"/>
              </a:spcBef>
              <a:spcAft>
                <a:spcPts val="0"/>
              </a:spcAft>
              <a:buClr>
                <a:schemeClr val="dk1"/>
              </a:buClr>
              <a:buSzPts val="2400"/>
              <a:buFont typeface="Arial" panose="020B0604020202020204" pitchFamily="34" charset="0"/>
              <a:buChar char="•"/>
            </a:pPr>
            <a:r>
              <a:rPr lang="en-US" dirty="0" err="1"/>
              <a:t>분포</a:t>
            </a:r>
            <a:r>
              <a:rPr lang="en-US" dirty="0"/>
              <a:t> </a:t>
            </a:r>
            <a:r>
              <a:rPr lang="en-US" dirty="0" err="1"/>
              <a:t>표현으로</a:t>
            </a:r>
            <a:r>
              <a:rPr lang="en-US" dirty="0"/>
              <a:t> </a:t>
            </a:r>
            <a:r>
              <a:rPr lang="en-US" dirty="0" err="1"/>
              <a:t>캡처한</a:t>
            </a:r>
            <a:r>
              <a:rPr lang="en-US" dirty="0"/>
              <a:t> </a:t>
            </a:r>
            <a:r>
              <a:rPr lang="en-US" dirty="0" err="1"/>
              <a:t>정보를</a:t>
            </a:r>
            <a:r>
              <a:rPr lang="en-US" dirty="0"/>
              <a:t> </a:t>
            </a:r>
            <a:r>
              <a:rPr lang="en-US" dirty="0" err="1"/>
              <a:t>노출하는</a:t>
            </a:r>
            <a:r>
              <a:rPr lang="en-US" dirty="0"/>
              <a:t> 더 </a:t>
            </a:r>
            <a:r>
              <a:rPr lang="en-US" dirty="0" err="1"/>
              <a:t>강력한</a:t>
            </a:r>
            <a:r>
              <a:rPr lang="en-US" dirty="0"/>
              <a:t> </a:t>
            </a:r>
            <a:r>
              <a:rPr lang="en-US" dirty="0" err="1"/>
              <a:t>거리</a:t>
            </a:r>
            <a:r>
              <a:rPr lang="en-US" dirty="0"/>
              <a:t> </a:t>
            </a:r>
            <a:r>
              <a:rPr lang="en-US" dirty="0" err="1"/>
              <a:t>개념</a:t>
            </a:r>
            <a:endParaRPr dirty="0"/>
          </a:p>
          <a:p>
            <a:pPr marL="495300" lvl="0" indent="-342900" algn="l" rtl="0">
              <a:lnSpc>
                <a:spcPct val="90000"/>
              </a:lnSpc>
              <a:spcBef>
                <a:spcPts val="3000"/>
              </a:spcBef>
              <a:spcAft>
                <a:spcPts val="0"/>
              </a:spcAft>
              <a:buSzPts val="2400"/>
              <a:buFont typeface="Arial" panose="020B0604020202020204" pitchFamily="34" charset="0"/>
              <a:buChar char="•"/>
            </a:pPr>
            <a:endParaRPr dirty="0"/>
          </a:p>
          <a:p>
            <a:pPr marL="495300" lvl="0" indent="-342900" algn="l" rtl="0">
              <a:lnSpc>
                <a:spcPct val="90000"/>
              </a:lnSpc>
              <a:spcBef>
                <a:spcPts val="3000"/>
              </a:spcBef>
              <a:spcAft>
                <a:spcPts val="0"/>
              </a:spcAft>
              <a:buSzPts val="2400"/>
              <a:buFont typeface="Arial" panose="020B0604020202020204" pitchFamily="34" charset="0"/>
              <a:buChar char="•"/>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29"/>
          <p:cNvSpPr txBox="1">
            <a:spLocks noGrp="1"/>
          </p:cNvSpPr>
          <p:nvPr>
            <p:ph type="title"/>
          </p:nvPr>
        </p:nvSpPr>
        <p:spPr>
          <a:xfrm>
            <a:off x="8290560" y="7040881"/>
            <a:ext cx="8961120" cy="228989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GB" dirty="0">
                <a:latin typeface="Trebuchet MS"/>
              </a:rPr>
              <a:t>LSA/LSI</a:t>
            </a:r>
            <a:endParaRPr dirty="0">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30"/>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GB" dirty="0"/>
              <a:t>L</a:t>
            </a:r>
            <a:r>
              <a:rPr lang="en-US" dirty="0"/>
              <a:t>SA/LSI</a:t>
            </a:r>
            <a:endParaRPr dirty="0"/>
          </a:p>
        </p:txBody>
      </p:sp>
      <p:sp>
        <p:nvSpPr>
          <p:cNvPr id="728" name="Google Shape;728;p30"/>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dirty="0"/>
              <a:t>Latent Semantic Analysis (</a:t>
            </a:r>
            <a:r>
              <a:rPr lang="en-US" dirty="0" err="1"/>
              <a:t>잠재적</a:t>
            </a:r>
            <a:r>
              <a:rPr lang="en-US" dirty="0"/>
              <a:t> </a:t>
            </a:r>
            <a:r>
              <a:rPr lang="en-US" dirty="0" err="1"/>
              <a:t>의미</a:t>
            </a:r>
            <a:r>
              <a:rPr lang="en-US" dirty="0"/>
              <a:t> </a:t>
            </a:r>
            <a:r>
              <a:rPr lang="en-US" dirty="0" err="1"/>
              <a:t>분석</a:t>
            </a:r>
            <a:r>
              <a:rPr lang="en-US" dirty="0"/>
              <a:t>) / </a:t>
            </a:r>
            <a:r>
              <a:rPr lang="en-GB" dirty="0"/>
              <a:t>Latent Semantic Indexing</a:t>
            </a:r>
            <a:r>
              <a:rPr lang="en-US" dirty="0"/>
              <a:t> (</a:t>
            </a:r>
            <a:r>
              <a:rPr lang="ko-KR" altLang="en-US" dirty="0"/>
              <a:t>잠재적 의미 인덱싱</a:t>
            </a:r>
            <a:r>
              <a:rPr lang="en-US" altLang="ko-KR" dirty="0"/>
              <a:t>)</a:t>
            </a:r>
            <a:endParaRPr dirty="0"/>
          </a:p>
        </p:txBody>
      </p:sp>
      <p:sp>
        <p:nvSpPr>
          <p:cNvPr id="729" name="Google Shape;729;p30"/>
          <p:cNvSpPr txBox="1">
            <a:spLocks noGrp="1"/>
          </p:cNvSpPr>
          <p:nvPr>
            <p:ph type="body" idx="1"/>
          </p:nvPr>
        </p:nvSpPr>
        <p:spPr>
          <a:xfrm>
            <a:off x="853440" y="3505059"/>
            <a:ext cx="16581120" cy="463797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0000"/>
              <a:buFont typeface="Trebuchet MS"/>
              <a:buNone/>
            </a:pPr>
            <a:r>
              <a:rPr lang="en-US" sz="10000"/>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31"/>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GB" dirty="0"/>
              <a:t>L</a:t>
            </a:r>
            <a:r>
              <a:rPr lang="en-US" dirty="0"/>
              <a:t>SA/LSI</a:t>
            </a:r>
            <a:endParaRPr dirty="0"/>
          </a:p>
        </p:txBody>
      </p:sp>
      <p:sp>
        <p:nvSpPr>
          <p:cNvPr id="736" name="Google Shape;736;p31"/>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a:t>Truncated  SVD</a:t>
            </a:r>
            <a:endParaRPr/>
          </a:p>
        </p:txBody>
      </p:sp>
      <p:pic>
        <p:nvPicPr>
          <p:cNvPr id="737" name="Google Shape;737;p31"/>
          <p:cNvPicPr preferRelativeResize="0"/>
          <p:nvPr/>
        </p:nvPicPr>
        <p:blipFill rotWithShape="1">
          <a:blip r:embed="rId3">
            <a:alphaModFix/>
          </a:blip>
          <a:srcRect/>
          <a:stretch/>
        </p:blipFill>
        <p:spPr>
          <a:xfrm>
            <a:off x="7107673" y="3634213"/>
            <a:ext cx="3480480" cy="1497118"/>
          </a:xfrm>
          <a:prstGeom prst="rect">
            <a:avLst/>
          </a:prstGeom>
          <a:noFill/>
          <a:ln>
            <a:noFill/>
          </a:ln>
        </p:spPr>
      </p:pic>
      <p:sp>
        <p:nvSpPr>
          <p:cNvPr id="738" name="Google Shape;738;p31"/>
          <p:cNvSpPr txBox="1"/>
          <p:nvPr/>
        </p:nvSpPr>
        <p:spPr>
          <a:xfrm>
            <a:off x="-99835" y="9829004"/>
            <a:ext cx="16114720"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02122"/>
                </a:solidFill>
                <a:latin typeface="Arial"/>
                <a:ea typeface="Arial"/>
                <a:cs typeface="Arial"/>
                <a:sym typeface="Arial"/>
              </a:rPr>
              <a:t>Susan T. Dumais(2005). "Latent Semantic Analysis". </a:t>
            </a:r>
            <a:r>
              <a:rPr lang="en-US" sz="1833" i="1">
                <a:solidFill>
                  <a:srgbClr val="202122"/>
                </a:solidFill>
                <a:latin typeface="Arial"/>
                <a:ea typeface="Arial"/>
                <a:cs typeface="Arial"/>
                <a:sym typeface="Arial"/>
              </a:rPr>
              <a:t>정보 과학 및 기술 연례 검토</a:t>
            </a:r>
            <a:r>
              <a:rPr lang="en-US" sz="1833">
                <a:solidFill>
                  <a:srgbClr val="202122"/>
                </a:solidFill>
                <a:latin typeface="Arial"/>
                <a:ea typeface="Arial"/>
                <a:cs typeface="Arial"/>
                <a:sym typeface="Arial"/>
              </a:rPr>
              <a:t>. </a:t>
            </a:r>
            <a:r>
              <a:rPr lang="en-US" sz="1833" b="1">
                <a:solidFill>
                  <a:srgbClr val="202122"/>
                </a:solidFill>
                <a:latin typeface="Arial"/>
                <a:ea typeface="Arial"/>
                <a:cs typeface="Arial"/>
                <a:sym typeface="Arial"/>
              </a:rPr>
              <a:t>38</a:t>
            </a:r>
            <a:r>
              <a:rPr lang="en-US" sz="1833">
                <a:solidFill>
                  <a:srgbClr val="202122"/>
                </a:solidFill>
                <a:latin typeface="Arial"/>
                <a:ea typeface="Arial"/>
                <a:cs typeface="Arial"/>
                <a:sym typeface="Arial"/>
              </a:rPr>
              <a:t>: 188~230. </a:t>
            </a:r>
            <a:endParaRPr sz="1833">
              <a:solidFill>
                <a:schemeClr val="lt1"/>
              </a:solidFill>
              <a:latin typeface="Arial"/>
              <a:ea typeface="Arial"/>
              <a:cs typeface="Arial"/>
              <a:sym typeface="Arial"/>
            </a:endParaRPr>
          </a:p>
        </p:txBody>
      </p:sp>
      <p:cxnSp>
        <p:nvCxnSpPr>
          <p:cNvPr id="739" name="Google Shape;739;p31"/>
          <p:cNvCxnSpPr/>
          <p:nvPr/>
        </p:nvCxnSpPr>
        <p:spPr>
          <a:xfrm>
            <a:off x="6447692" y="3706298"/>
            <a:ext cx="1109183" cy="632938"/>
          </a:xfrm>
          <a:prstGeom prst="straightConnector1">
            <a:avLst/>
          </a:prstGeom>
          <a:noFill/>
          <a:ln w="28575" cap="flat" cmpd="sng">
            <a:solidFill>
              <a:srgbClr val="588A00"/>
            </a:solidFill>
            <a:prstDash val="solid"/>
            <a:round/>
            <a:headEnd type="none" w="sm" len="sm"/>
            <a:tailEnd type="triangle" w="med" len="med"/>
          </a:ln>
        </p:spPr>
      </p:cxnSp>
      <p:sp>
        <p:nvSpPr>
          <p:cNvPr id="740" name="Google Shape;740;p31"/>
          <p:cNvSpPr txBox="1"/>
          <p:nvPr/>
        </p:nvSpPr>
        <p:spPr>
          <a:xfrm>
            <a:off x="3313383" y="3187969"/>
            <a:ext cx="5830617" cy="415435"/>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2333">
                <a:solidFill>
                  <a:schemeClr val="dk2"/>
                </a:solidFill>
                <a:latin typeface="Arial"/>
                <a:ea typeface="Arial"/>
                <a:cs typeface="Arial"/>
                <a:sym typeface="Arial"/>
              </a:rPr>
              <a:t>용어 x 문서</a:t>
            </a:r>
            <a:endParaRPr sz="2333">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32"/>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GB" dirty="0"/>
              <a:t>L</a:t>
            </a:r>
            <a:r>
              <a:rPr lang="en-US" dirty="0"/>
              <a:t>SA/LSI</a:t>
            </a:r>
            <a:endParaRPr dirty="0"/>
          </a:p>
        </p:txBody>
      </p:sp>
      <p:sp>
        <p:nvSpPr>
          <p:cNvPr id="747" name="Google Shape;747;p32"/>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a:t>Truncated  SVD</a:t>
            </a:r>
            <a:endParaRPr/>
          </a:p>
        </p:txBody>
      </p:sp>
      <p:pic>
        <p:nvPicPr>
          <p:cNvPr id="748" name="Google Shape;748;p32"/>
          <p:cNvPicPr preferRelativeResize="0"/>
          <p:nvPr/>
        </p:nvPicPr>
        <p:blipFill rotWithShape="1">
          <a:blip r:embed="rId3">
            <a:alphaModFix/>
          </a:blip>
          <a:srcRect/>
          <a:stretch/>
        </p:blipFill>
        <p:spPr>
          <a:xfrm>
            <a:off x="7107673" y="3634213"/>
            <a:ext cx="3480480" cy="1497118"/>
          </a:xfrm>
          <a:prstGeom prst="rect">
            <a:avLst/>
          </a:prstGeom>
          <a:noFill/>
          <a:ln>
            <a:noFill/>
          </a:ln>
        </p:spPr>
      </p:pic>
      <p:pic>
        <p:nvPicPr>
          <p:cNvPr id="749" name="Google Shape;749;p32"/>
          <p:cNvPicPr preferRelativeResize="0"/>
          <p:nvPr/>
        </p:nvPicPr>
        <p:blipFill rotWithShape="1">
          <a:blip r:embed="rId4">
            <a:alphaModFix/>
          </a:blip>
          <a:srcRect/>
          <a:stretch/>
        </p:blipFill>
        <p:spPr>
          <a:xfrm>
            <a:off x="6890144" y="6214272"/>
            <a:ext cx="3915538" cy="1676260"/>
          </a:xfrm>
          <a:prstGeom prst="rect">
            <a:avLst/>
          </a:prstGeom>
          <a:noFill/>
          <a:ln>
            <a:noFill/>
          </a:ln>
        </p:spPr>
      </p:pic>
      <p:cxnSp>
        <p:nvCxnSpPr>
          <p:cNvPr id="750" name="Google Shape;750;p32"/>
          <p:cNvCxnSpPr>
            <a:stCxn id="748" idx="2"/>
            <a:endCxn id="749" idx="0"/>
          </p:cNvCxnSpPr>
          <p:nvPr/>
        </p:nvCxnSpPr>
        <p:spPr>
          <a:xfrm>
            <a:off x="8847913" y="5131331"/>
            <a:ext cx="0" cy="1083000"/>
          </a:xfrm>
          <a:prstGeom prst="straightConnector1">
            <a:avLst/>
          </a:prstGeom>
          <a:noFill/>
          <a:ln w="28575" cap="flat" cmpd="sng">
            <a:solidFill>
              <a:srgbClr val="588A00"/>
            </a:solidFill>
            <a:prstDash val="solid"/>
            <a:round/>
            <a:headEnd type="none" w="sm" len="sm"/>
            <a:tailEnd type="triangle" w="med" len="med"/>
          </a:ln>
        </p:spPr>
      </p:cxnSp>
      <p:sp>
        <p:nvSpPr>
          <p:cNvPr id="751" name="Google Shape;751;p32"/>
          <p:cNvSpPr txBox="1"/>
          <p:nvPr/>
        </p:nvSpPr>
        <p:spPr>
          <a:xfrm>
            <a:off x="7957525" y="5404222"/>
            <a:ext cx="5830617" cy="415435"/>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2333">
                <a:solidFill>
                  <a:schemeClr val="dk2"/>
                </a:solidFill>
                <a:latin typeface="Arial"/>
                <a:ea typeface="Arial"/>
                <a:cs typeface="Arial"/>
                <a:sym typeface="Arial"/>
              </a:rPr>
              <a:t>K 최대 특이값</a:t>
            </a:r>
            <a:endParaRPr sz="2333">
              <a:solidFill>
                <a:schemeClr val="dk2"/>
              </a:solidFill>
              <a:latin typeface="Arial"/>
              <a:ea typeface="Arial"/>
              <a:cs typeface="Arial"/>
              <a:sym typeface="Arial"/>
            </a:endParaRPr>
          </a:p>
        </p:txBody>
      </p:sp>
      <p:sp>
        <p:nvSpPr>
          <p:cNvPr id="752" name="Google Shape;752;p32"/>
          <p:cNvSpPr txBox="1"/>
          <p:nvPr/>
        </p:nvSpPr>
        <p:spPr>
          <a:xfrm>
            <a:off x="-99835" y="9829004"/>
            <a:ext cx="16114720"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02122"/>
                </a:solidFill>
                <a:latin typeface="Arial"/>
                <a:ea typeface="Arial"/>
                <a:cs typeface="Arial"/>
                <a:sym typeface="Arial"/>
              </a:rPr>
              <a:t>Susan T. Dumais(2005). "Latent Semantic Analysis". </a:t>
            </a:r>
            <a:r>
              <a:rPr lang="en-US" sz="1833" i="1">
                <a:solidFill>
                  <a:srgbClr val="202122"/>
                </a:solidFill>
                <a:latin typeface="Arial"/>
                <a:ea typeface="Arial"/>
                <a:cs typeface="Arial"/>
                <a:sym typeface="Arial"/>
              </a:rPr>
              <a:t>정보 과학 및 기술 연례 검토</a:t>
            </a:r>
            <a:r>
              <a:rPr lang="en-US" sz="1833">
                <a:solidFill>
                  <a:srgbClr val="202122"/>
                </a:solidFill>
                <a:latin typeface="Arial"/>
                <a:ea typeface="Arial"/>
                <a:cs typeface="Arial"/>
                <a:sym typeface="Arial"/>
              </a:rPr>
              <a:t>. </a:t>
            </a:r>
            <a:r>
              <a:rPr lang="en-US" sz="1833" b="1">
                <a:solidFill>
                  <a:srgbClr val="202122"/>
                </a:solidFill>
                <a:latin typeface="Arial"/>
                <a:ea typeface="Arial"/>
                <a:cs typeface="Arial"/>
                <a:sym typeface="Arial"/>
              </a:rPr>
              <a:t>38</a:t>
            </a:r>
            <a:r>
              <a:rPr lang="en-US" sz="1833">
                <a:solidFill>
                  <a:srgbClr val="202122"/>
                </a:solidFill>
                <a:latin typeface="Arial"/>
                <a:ea typeface="Arial"/>
                <a:cs typeface="Arial"/>
                <a:sym typeface="Arial"/>
              </a:rPr>
              <a:t>: 188~230. </a:t>
            </a:r>
            <a:endParaRPr sz="1833">
              <a:solidFill>
                <a:schemeClr val="lt1"/>
              </a:solidFill>
              <a:latin typeface="Arial"/>
              <a:ea typeface="Arial"/>
              <a:cs typeface="Arial"/>
              <a:sym typeface="Arial"/>
            </a:endParaRPr>
          </a:p>
        </p:txBody>
      </p:sp>
      <p:cxnSp>
        <p:nvCxnSpPr>
          <p:cNvPr id="753" name="Google Shape;753;p32"/>
          <p:cNvCxnSpPr/>
          <p:nvPr/>
        </p:nvCxnSpPr>
        <p:spPr>
          <a:xfrm>
            <a:off x="6447692" y="3706298"/>
            <a:ext cx="1109183" cy="632938"/>
          </a:xfrm>
          <a:prstGeom prst="straightConnector1">
            <a:avLst/>
          </a:prstGeom>
          <a:noFill/>
          <a:ln w="28575" cap="flat" cmpd="sng">
            <a:solidFill>
              <a:srgbClr val="588A00"/>
            </a:solidFill>
            <a:prstDash val="solid"/>
            <a:round/>
            <a:headEnd type="none" w="sm" len="sm"/>
            <a:tailEnd type="triangle" w="med" len="med"/>
          </a:ln>
        </p:spPr>
      </p:cxnSp>
      <p:sp>
        <p:nvSpPr>
          <p:cNvPr id="754" name="Google Shape;754;p32"/>
          <p:cNvSpPr txBox="1"/>
          <p:nvPr/>
        </p:nvSpPr>
        <p:spPr>
          <a:xfrm>
            <a:off x="3313383" y="3187969"/>
            <a:ext cx="5830617" cy="415435"/>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2333">
                <a:solidFill>
                  <a:schemeClr val="dk2"/>
                </a:solidFill>
                <a:latin typeface="Arial"/>
                <a:ea typeface="Arial"/>
                <a:cs typeface="Arial"/>
                <a:sym typeface="Arial"/>
              </a:rPr>
              <a:t>용어 x 문서</a:t>
            </a:r>
            <a:endParaRPr sz="2333">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33"/>
          <p:cNvSpPr txBox="1">
            <a:spLocks noGrp="1"/>
          </p:cNvSpPr>
          <p:nvPr>
            <p:ph type="title"/>
          </p:nvPr>
        </p:nvSpPr>
        <p:spPr>
          <a:xfrm>
            <a:off x="830580" y="868681"/>
            <a:ext cx="16626841" cy="98488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GB" dirty="0"/>
              <a:t>L</a:t>
            </a:r>
            <a:r>
              <a:rPr lang="en-US" dirty="0"/>
              <a:t>SA/LSI</a:t>
            </a:r>
            <a:endParaRPr dirty="0"/>
          </a:p>
        </p:txBody>
      </p:sp>
      <p:sp>
        <p:nvSpPr>
          <p:cNvPr id="761" name="Google Shape;761;p33"/>
          <p:cNvSpPr txBox="1">
            <a:spLocks noGrp="1"/>
          </p:cNvSpPr>
          <p:nvPr>
            <p:ph type="body" idx="2"/>
          </p:nvPr>
        </p:nvSpPr>
        <p:spPr>
          <a:xfrm>
            <a:off x="830580" y="1813561"/>
            <a:ext cx="16626841" cy="8757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3000"/>
              <a:buFont typeface="Trebuchet MS"/>
              <a:buNone/>
            </a:pPr>
            <a:r>
              <a:rPr lang="en-US"/>
              <a:t>Truncated  SVD</a:t>
            </a:r>
            <a:endParaRPr/>
          </a:p>
        </p:txBody>
      </p:sp>
      <p:pic>
        <p:nvPicPr>
          <p:cNvPr id="762" name="Google Shape;762;p33"/>
          <p:cNvPicPr preferRelativeResize="0"/>
          <p:nvPr/>
        </p:nvPicPr>
        <p:blipFill rotWithShape="1">
          <a:blip r:embed="rId3">
            <a:alphaModFix/>
          </a:blip>
          <a:srcRect/>
          <a:stretch/>
        </p:blipFill>
        <p:spPr>
          <a:xfrm>
            <a:off x="7107673" y="3634213"/>
            <a:ext cx="3480480" cy="1497118"/>
          </a:xfrm>
          <a:prstGeom prst="rect">
            <a:avLst/>
          </a:prstGeom>
          <a:noFill/>
          <a:ln>
            <a:noFill/>
          </a:ln>
        </p:spPr>
      </p:pic>
      <p:pic>
        <p:nvPicPr>
          <p:cNvPr id="763" name="Google Shape;763;p33"/>
          <p:cNvPicPr preferRelativeResize="0"/>
          <p:nvPr/>
        </p:nvPicPr>
        <p:blipFill rotWithShape="1">
          <a:blip r:embed="rId4">
            <a:alphaModFix/>
          </a:blip>
          <a:srcRect/>
          <a:stretch/>
        </p:blipFill>
        <p:spPr>
          <a:xfrm>
            <a:off x="6890144" y="6214272"/>
            <a:ext cx="3915538" cy="1676260"/>
          </a:xfrm>
          <a:prstGeom prst="rect">
            <a:avLst/>
          </a:prstGeom>
          <a:noFill/>
          <a:ln>
            <a:noFill/>
          </a:ln>
        </p:spPr>
      </p:pic>
      <p:cxnSp>
        <p:nvCxnSpPr>
          <p:cNvPr id="764" name="Google Shape;764;p33"/>
          <p:cNvCxnSpPr>
            <a:stCxn id="762" idx="2"/>
            <a:endCxn id="763" idx="0"/>
          </p:cNvCxnSpPr>
          <p:nvPr/>
        </p:nvCxnSpPr>
        <p:spPr>
          <a:xfrm>
            <a:off x="8847913" y="5131331"/>
            <a:ext cx="0" cy="1083000"/>
          </a:xfrm>
          <a:prstGeom prst="straightConnector1">
            <a:avLst/>
          </a:prstGeom>
          <a:noFill/>
          <a:ln w="28575" cap="flat" cmpd="sng">
            <a:solidFill>
              <a:srgbClr val="588A00"/>
            </a:solidFill>
            <a:prstDash val="solid"/>
            <a:round/>
            <a:headEnd type="none" w="sm" len="sm"/>
            <a:tailEnd type="triangle" w="med" len="med"/>
          </a:ln>
        </p:spPr>
      </p:cxnSp>
      <p:sp>
        <p:nvSpPr>
          <p:cNvPr id="765" name="Google Shape;765;p33"/>
          <p:cNvSpPr txBox="1"/>
          <p:nvPr/>
        </p:nvSpPr>
        <p:spPr>
          <a:xfrm>
            <a:off x="7957525" y="5404222"/>
            <a:ext cx="5830617" cy="415435"/>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2333">
                <a:solidFill>
                  <a:schemeClr val="dk2"/>
                </a:solidFill>
                <a:latin typeface="Arial"/>
                <a:ea typeface="Arial"/>
                <a:cs typeface="Arial"/>
                <a:sym typeface="Arial"/>
              </a:rPr>
              <a:t>K 최대 특이값</a:t>
            </a:r>
            <a:endParaRPr sz="2333">
              <a:solidFill>
                <a:schemeClr val="dk2"/>
              </a:solidFill>
              <a:latin typeface="Arial"/>
              <a:ea typeface="Arial"/>
              <a:cs typeface="Arial"/>
              <a:sym typeface="Arial"/>
            </a:endParaRPr>
          </a:p>
        </p:txBody>
      </p:sp>
      <p:sp>
        <p:nvSpPr>
          <p:cNvPr id="766" name="Google Shape;766;p33"/>
          <p:cNvSpPr txBox="1"/>
          <p:nvPr/>
        </p:nvSpPr>
        <p:spPr>
          <a:xfrm>
            <a:off x="-99835" y="9829004"/>
            <a:ext cx="16114720"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dirty="0">
                <a:solidFill>
                  <a:srgbClr val="202122"/>
                </a:solidFill>
                <a:latin typeface="Arial"/>
                <a:ea typeface="Arial"/>
                <a:cs typeface="Arial"/>
                <a:sym typeface="Arial"/>
              </a:rPr>
              <a:t>Susan T. </a:t>
            </a:r>
            <a:r>
              <a:rPr lang="en-US" sz="1833" dirty="0" err="1">
                <a:solidFill>
                  <a:srgbClr val="202122"/>
                </a:solidFill>
                <a:latin typeface="Arial"/>
                <a:ea typeface="Arial"/>
                <a:cs typeface="Arial"/>
                <a:sym typeface="Arial"/>
              </a:rPr>
              <a:t>Dumais</a:t>
            </a:r>
            <a:r>
              <a:rPr lang="en-US" sz="1833" dirty="0">
                <a:solidFill>
                  <a:srgbClr val="202122"/>
                </a:solidFill>
                <a:latin typeface="Arial"/>
                <a:ea typeface="Arial"/>
                <a:cs typeface="Arial"/>
                <a:sym typeface="Arial"/>
              </a:rPr>
              <a:t>(2005). "Latent Semantic Analysis". </a:t>
            </a:r>
            <a:r>
              <a:rPr lang="en-US" sz="1833" i="1" dirty="0" err="1">
                <a:solidFill>
                  <a:srgbClr val="202122"/>
                </a:solidFill>
                <a:latin typeface="Arial"/>
                <a:ea typeface="Arial"/>
                <a:cs typeface="Arial"/>
                <a:sym typeface="Arial"/>
              </a:rPr>
              <a:t>정보</a:t>
            </a:r>
            <a:r>
              <a:rPr lang="en-US" sz="1833" i="1" dirty="0">
                <a:solidFill>
                  <a:srgbClr val="202122"/>
                </a:solidFill>
                <a:latin typeface="Arial"/>
                <a:ea typeface="Arial"/>
                <a:cs typeface="Arial"/>
                <a:sym typeface="Arial"/>
              </a:rPr>
              <a:t> </a:t>
            </a:r>
            <a:r>
              <a:rPr lang="en-US" sz="1833" i="1" dirty="0" err="1">
                <a:solidFill>
                  <a:srgbClr val="202122"/>
                </a:solidFill>
                <a:latin typeface="Arial"/>
                <a:ea typeface="Arial"/>
                <a:cs typeface="Arial"/>
                <a:sym typeface="Arial"/>
              </a:rPr>
              <a:t>과학</a:t>
            </a:r>
            <a:r>
              <a:rPr lang="en-US" sz="1833" i="1" dirty="0">
                <a:solidFill>
                  <a:srgbClr val="202122"/>
                </a:solidFill>
                <a:latin typeface="Arial"/>
                <a:ea typeface="Arial"/>
                <a:cs typeface="Arial"/>
                <a:sym typeface="Arial"/>
              </a:rPr>
              <a:t> 및 </a:t>
            </a:r>
            <a:r>
              <a:rPr lang="en-US" sz="1833" i="1" dirty="0" err="1">
                <a:solidFill>
                  <a:srgbClr val="202122"/>
                </a:solidFill>
                <a:latin typeface="Arial"/>
                <a:ea typeface="Arial"/>
                <a:cs typeface="Arial"/>
                <a:sym typeface="Arial"/>
              </a:rPr>
              <a:t>기술</a:t>
            </a:r>
            <a:r>
              <a:rPr lang="en-US" sz="1833" i="1" dirty="0">
                <a:solidFill>
                  <a:srgbClr val="202122"/>
                </a:solidFill>
                <a:latin typeface="Arial"/>
                <a:ea typeface="Arial"/>
                <a:cs typeface="Arial"/>
                <a:sym typeface="Arial"/>
              </a:rPr>
              <a:t> </a:t>
            </a:r>
            <a:r>
              <a:rPr lang="en-US" sz="1833" i="1" dirty="0" err="1">
                <a:solidFill>
                  <a:srgbClr val="202122"/>
                </a:solidFill>
                <a:latin typeface="Arial"/>
                <a:ea typeface="Arial"/>
                <a:cs typeface="Arial"/>
                <a:sym typeface="Arial"/>
              </a:rPr>
              <a:t>연례</a:t>
            </a:r>
            <a:r>
              <a:rPr lang="en-US" sz="1833" i="1" dirty="0">
                <a:solidFill>
                  <a:srgbClr val="202122"/>
                </a:solidFill>
                <a:latin typeface="Arial"/>
                <a:ea typeface="Arial"/>
                <a:cs typeface="Arial"/>
                <a:sym typeface="Arial"/>
              </a:rPr>
              <a:t> </a:t>
            </a:r>
            <a:r>
              <a:rPr lang="en-US" sz="1833" i="1" dirty="0" err="1">
                <a:solidFill>
                  <a:srgbClr val="202122"/>
                </a:solidFill>
                <a:latin typeface="Arial"/>
                <a:ea typeface="Arial"/>
                <a:cs typeface="Arial"/>
                <a:sym typeface="Arial"/>
              </a:rPr>
              <a:t>검토</a:t>
            </a:r>
            <a:r>
              <a:rPr lang="en-US" sz="1833" dirty="0">
                <a:solidFill>
                  <a:srgbClr val="202122"/>
                </a:solidFill>
                <a:latin typeface="Arial"/>
                <a:ea typeface="Arial"/>
                <a:cs typeface="Arial"/>
                <a:sym typeface="Arial"/>
              </a:rPr>
              <a:t>. </a:t>
            </a:r>
            <a:r>
              <a:rPr lang="en-US" sz="1833" b="1" dirty="0">
                <a:solidFill>
                  <a:srgbClr val="202122"/>
                </a:solidFill>
                <a:latin typeface="Arial"/>
                <a:ea typeface="Arial"/>
                <a:cs typeface="Arial"/>
                <a:sym typeface="Arial"/>
              </a:rPr>
              <a:t>38</a:t>
            </a:r>
            <a:r>
              <a:rPr lang="en-US" sz="1833" dirty="0">
                <a:solidFill>
                  <a:srgbClr val="202122"/>
                </a:solidFill>
                <a:latin typeface="Arial"/>
                <a:ea typeface="Arial"/>
                <a:cs typeface="Arial"/>
                <a:sym typeface="Arial"/>
              </a:rPr>
              <a:t>: 188~230. </a:t>
            </a:r>
            <a:endParaRPr sz="1833" dirty="0">
              <a:solidFill>
                <a:schemeClr val="lt1"/>
              </a:solidFill>
              <a:latin typeface="Arial"/>
              <a:ea typeface="Arial"/>
              <a:cs typeface="Arial"/>
              <a:sym typeface="Arial"/>
            </a:endParaRPr>
          </a:p>
        </p:txBody>
      </p:sp>
      <p:cxnSp>
        <p:nvCxnSpPr>
          <p:cNvPr id="767" name="Google Shape;767;p33"/>
          <p:cNvCxnSpPr/>
          <p:nvPr/>
        </p:nvCxnSpPr>
        <p:spPr>
          <a:xfrm rot="10800000" flipH="1">
            <a:off x="7268309" y="7385538"/>
            <a:ext cx="1154272" cy="577137"/>
          </a:xfrm>
          <a:prstGeom prst="straightConnector1">
            <a:avLst/>
          </a:prstGeom>
          <a:noFill/>
          <a:ln w="28575" cap="flat" cmpd="sng">
            <a:solidFill>
              <a:srgbClr val="588A00"/>
            </a:solidFill>
            <a:prstDash val="solid"/>
            <a:round/>
            <a:headEnd type="none" w="sm" len="sm"/>
            <a:tailEnd type="triangle" w="med" len="med"/>
          </a:ln>
        </p:spPr>
      </p:cxnSp>
      <p:sp>
        <p:nvSpPr>
          <p:cNvPr id="768" name="Google Shape;768;p33"/>
          <p:cNvSpPr txBox="1"/>
          <p:nvPr/>
        </p:nvSpPr>
        <p:spPr>
          <a:xfrm>
            <a:off x="4353000" y="8258792"/>
            <a:ext cx="5830617" cy="415435"/>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2333">
                <a:solidFill>
                  <a:schemeClr val="dk2"/>
                </a:solidFill>
                <a:latin typeface="Arial"/>
                <a:ea typeface="Arial"/>
                <a:cs typeface="Arial"/>
                <a:sym typeface="Arial"/>
              </a:rPr>
              <a:t>잠재 의미 공간</a:t>
            </a:r>
            <a:endParaRPr sz="2333">
              <a:solidFill>
                <a:schemeClr val="dk2"/>
              </a:solidFill>
              <a:latin typeface="Arial"/>
              <a:ea typeface="Arial"/>
              <a:cs typeface="Arial"/>
              <a:sym typeface="Arial"/>
            </a:endParaRPr>
          </a:p>
        </p:txBody>
      </p:sp>
      <p:cxnSp>
        <p:nvCxnSpPr>
          <p:cNvPr id="769" name="Google Shape;769;p33"/>
          <p:cNvCxnSpPr/>
          <p:nvPr/>
        </p:nvCxnSpPr>
        <p:spPr>
          <a:xfrm>
            <a:off x="6447692" y="3706298"/>
            <a:ext cx="1109183" cy="632938"/>
          </a:xfrm>
          <a:prstGeom prst="straightConnector1">
            <a:avLst/>
          </a:prstGeom>
          <a:noFill/>
          <a:ln w="28575" cap="flat" cmpd="sng">
            <a:solidFill>
              <a:srgbClr val="588A00"/>
            </a:solidFill>
            <a:prstDash val="solid"/>
            <a:round/>
            <a:headEnd type="none" w="sm" len="sm"/>
            <a:tailEnd type="triangle" w="med" len="med"/>
          </a:ln>
        </p:spPr>
      </p:cxnSp>
      <p:sp>
        <p:nvSpPr>
          <p:cNvPr id="770" name="Google Shape;770;p33"/>
          <p:cNvSpPr txBox="1"/>
          <p:nvPr/>
        </p:nvSpPr>
        <p:spPr>
          <a:xfrm>
            <a:off x="3313383" y="3187969"/>
            <a:ext cx="5830617" cy="415435"/>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2333">
                <a:solidFill>
                  <a:schemeClr val="dk2"/>
                </a:solidFill>
                <a:latin typeface="Arial"/>
                <a:ea typeface="Arial"/>
                <a:cs typeface="Arial"/>
                <a:sym typeface="Arial"/>
              </a:rPr>
              <a:t>용어 x 문서</a:t>
            </a:r>
            <a:endParaRPr sz="2333">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t>
            </a:r>
            <a:r>
              <a:rPr lang="en-US" dirty="0"/>
              <a:t>SA/LSI</a:t>
            </a:r>
          </a:p>
        </p:txBody>
      </p:sp>
      <p:sp>
        <p:nvSpPr>
          <p:cNvPr id="10" name="Text Placeholder 9"/>
          <p:cNvSpPr>
            <a:spLocks noGrp="1"/>
          </p:cNvSpPr>
          <p:nvPr>
            <p:ph type="body" sz="quarter" idx="10"/>
          </p:nvPr>
        </p:nvSpPr>
        <p:spPr/>
        <p:txBody>
          <a:bodyPr/>
          <a:lstStyle/>
          <a:p>
            <a:r>
              <a:rPr lang="ko-KR" altLang="en-US" dirty="0"/>
              <a:t>비슷한 문서일 수록 가깝게 있음</a:t>
            </a:r>
            <a:endParaRPr lang="en-US" dirty="0"/>
          </a:p>
        </p:txBody>
      </p:sp>
      <p:sp>
        <p:nvSpPr>
          <p:cNvPr id="19" name="TextBox 18">
            <a:extLst>
              <a:ext uri="{FF2B5EF4-FFF2-40B4-BE49-F238E27FC236}">
                <a16:creationId xmlns:a16="http://schemas.microsoft.com/office/drawing/2014/main" id="{BD6308E6-E4F3-4AA1-B539-E41A31A305C1}"/>
              </a:ext>
            </a:extLst>
          </p:cNvPr>
          <p:cNvSpPr txBox="1"/>
          <p:nvPr/>
        </p:nvSpPr>
        <p:spPr>
          <a:xfrm>
            <a:off x="0" y="9702225"/>
            <a:ext cx="16114720" cy="58477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Landauer</a:t>
            </a:r>
            <a:r>
              <a:rPr kumimoji="0" lang="en-US" sz="16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Thomas K., Darrell </a:t>
            </a:r>
            <a:r>
              <a:rPr kumimoji="0" lang="en-US" sz="1600"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Laham</a:t>
            </a:r>
            <a:r>
              <a:rPr kumimoji="0" lang="en-US" sz="16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and Marcia </a:t>
            </a:r>
            <a:r>
              <a:rPr kumimoji="0" lang="en-US" sz="1600"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Derr</a:t>
            </a:r>
            <a:r>
              <a:rPr kumimoji="0" lang="en-US" sz="16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"From paragraph to graph: Latent semantic analysis for information visualization." </a:t>
            </a:r>
            <a:r>
              <a:rPr kumimoji="0" lang="en-US" sz="1600" b="0" i="1" u="none" strike="noStrike" kern="1200" cap="none" spc="0" normalizeH="0" baseline="0" noProof="0" dirty="0">
                <a:ln>
                  <a:noFill/>
                </a:ln>
                <a:solidFill>
                  <a:srgbClr val="222222"/>
                </a:solidFill>
                <a:effectLst/>
                <a:uLnTx/>
                <a:uFillTx/>
                <a:latin typeface="Arial" panose="020B0604020202020204" pitchFamily="34" charset="0"/>
                <a:ea typeface="+mn-ea"/>
                <a:cs typeface="+mn-cs"/>
              </a:rPr>
              <a:t>Proceedings of the National Academy of Sciences</a:t>
            </a:r>
            <a:r>
              <a:rPr kumimoji="0" lang="en-US" sz="16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101.suppl 1 (2004): 5214-5219.</a:t>
            </a:r>
            <a:endParaRPr kumimoji="0" lang="en-US" sz="1600" b="0" i="0" u="none" strike="noStrike" kern="1200" cap="none" spc="0" normalizeH="0" baseline="0" noProof="0" dirty="0">
              <a:ln>
                <a:noFill/>
              </a:ln>
              <a:solidFill>
                <a:srgbClr val="FFFFFF"/>
              </a:solidFill>
              <a:effectLst/>
              <a:uLnTx/>
              <a:uFillTx/>
              <a:latin typeface="Trebuchet MS"/>
              <a:ea typeface="+mn-ea"/>
              <a:cs typeface="+mn-cs"/>
            </a:endParaRPr>
          </a:p>
        </p:txBody>
      </p:sp>
      <p:pic>
        <p:nvPicPr>
          <p:cNvPr id="1026" name="Picture 2" descr="From paragraph to graph: Latent semantic analysis for information  visualization | PNAS">
            <a:extLst>
              <a:ext uri="{FF2B5EF4-FFF2-40B4-BE49-F238E27FC236}">
                <a16:creationId xmlns:a16="http://schemas.microsoft.com/office/drawing/2014/main" id="{F5768A1F-E59E-4F15-B90F-6C9AC6A7EF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93891" y="3952934"/>
            <a:ext cx="5480588" cy="3909201"/>
          </a:xfrm>
          <a:prstGeom prst="rect">
            <a:avLst/>
          </a:prstGeom>
          <a:noFill/>
          <a:ln>
            <a:solidFill>
              <a:schemeClr val="tx2">
                <a:lumMod val="75000"/>
              </a:schemeClr>
            </a:solidFill>
          </a:ln>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8DCAA4C-89CB-4E10-B637-F3D1D9394DDE}"/>
              </a:ext>
            </a:extLst>
          </p:cNvPr>
          <p:cNvPicPr>
            <a:picLocks noChangeAspect="1"/>
          </p:cNvPicPr>
          <p:nvPr/>
        </p:nvPicPr>
        <p:blipFill rotWithShape="1">
          <a:blip r:embed="rId4"/>
          <a:srcRect l="52075" t="23340" r="5623" b="23099"/>
          <a:stretch/>
        </p:blipFill>
        <p:spPr>
          <a:xfrm>
            <a:off x="1213521" y="4022859"/>
            <a:ext cx="5419211" cy="3769349"/>
          </a:xfrm>
          <a:prstGeom prst="rect">
            <a:avLst/>
          </a:prstGeom>
          <a:ln>
            <a:solidFill>
              <a:schemeClr val="tx2">
                <a:lumMod val="75000"/>
              </a:schemeClr>
            </a:solidFill>
          </a:ln>
        </p:spPr>
      </p:pic>
      <p:pic>
        <p:nvPicPr>
          <p:cNvPr id="9" name="Picture 8">
            <a:extLst>
              <a:ext uri="{FF2B5EF4-FFF2-40B4-BE49-F238E27FC236}">
                <a16:creationId xmlns:a16="http://schemas.microsoft.com/office/drawing/2014/main" id="{5FDDEC05-7B0E-4EA6-8864-41141D7D6334}"/>
              </a:ext>
            </a:extLst>
          </p:cNvPr>
          <p:cNvPicPr>
            <a:picLocks noChangeAspect="1"/>
          </p:cNvPicPr>
          <p:nvPr/>
        </p:nvPicPr>
        <p:blipFill>
          <a:blip r:embed="rId5"/>
          <a:stretch>
            <a:fillRect/>
          </a:stretch>
        </p:blipFill>
        <p:spPr>
          <a:xfrm>
            <a:off x="7186231" y="4939766"/>
            <a:ext cx="3915538" cy="1676260"/>
          </a:xfrm>
          <a:prstGeom prst="rect">
            <a:avLst/>
          </a:prstGeom>
        </p:spPr>
      </p:pic>
      <p:sp>
        <p:nvSpPr>
          <p:cNvPr id="6" name="Oval 5">
            <a:extLst>
              <a:ext uri="{FF2B5EF4-FFF2-40B4-BE49-F238E27FC236}">
                <a16:creationId xmlns:a16="http://schemas.microsoft.com/office/drawing/2014/main" id="{F29FE13E-34EB-40F1-9871-1FCD4990E0AE}"/>
              </a:ext>
            </a:extLst>
          </p:cNvPr>
          <p:cNvSpPr/>
          <p:nvPr/>
        </p:nvSpPr>
        <p:spPr>
          <a:xfrm>
            <a:off x="8507896" y="5480720"/>
            <a:ext cx="528193" cy="800810"/>
          </a:xfrm>
          <a:prstGeom prst="ellipse">
            <a:avLst/>
          </a:prstGeom>
          <a:solidFill>
            <a:srgbClr val="76B900">
              <a:alpha val="14902"/>
            </a:srgb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7" name="Arrow: Right 6">
            <a:extLst>
              <a:ext uri="{FF2B5EF4-FFF2-40B4-BE49-F238E27FC236}">
                <a16:creationId xmlns:a16="http://schemas.microsoft.com/office/drawing/2014/main" id="{A15D7A92-AF85-4CD5-8568-0F820F918F12}"/>
              </a:ext>
            </a:extLst>
          </p:cNvPr>
          <p:cNvSpPr/>
          <p:nvPr/>
        </p:nvSpPr>
        <p:spPr>
          <a:xfrm>
            <a:off x="8263677" y="4657193"/>
            <a:ext cx="1249491" cy="282573"/>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2779474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t>
            </a:r>
            <a:r>
              <a:rPr lang="en-US" dirty="0"/>
              <a:t>SA/LSI</a:t>
            </a:r>
          </a:p>
        </p:txBody>
      </p:sp>
      <p:sp>
        <p:nvSpPr>
          <p:cNvPr id="10" name="Text Placeholder 9"/>
          <p:cNvSpPr>
            <a:spLocks noGrp="1"/>
          </p:cNvSpPr>
          <p:nvPr>
            <p:ph type="body" sz="quarter" idx="10"/>
          </p:nvPr>
        </p:nvSpPr>
        <p:spPr/>
        <p:txBody>
          <a:bodyPr/>
          <a:lstStyle/>
          <a:p>
            <a:r>
              <a:rPr lang="en-GB" dirty="0"/>
              <a:t>Its so 1988</a:t>
            </a:r>
            <a:endParaRPr lang="en-US" dirty="0"/>
          </a:p>
        </p:txBody>
      </p:sp>
      <p:sp>
        <p:nvSpPr>
          <p:cNvPr id="14" name="TextBox 13">
            <a:extLst>
              <a:ext uri="{FF2B5EF4-FFF2-40B4-BE49-F238E27FC236}">
                <a16:creationId xmlns:a16="http://schemas.microsoft.com/office/drawing/2014/main" id="{5BDCDCAA-B93B-498E-98EA-7B59EE276EE6}"/>
              </a:ext>
            </a:extLst>
          </p:cNvPr>
          <p:cNvSpPr txBox="1"/>
          <p:nvPr/>
        </p:nvSpPr>
        <p:spPr>
          <a:xfrm>
            <a:off x="1556184" y="4630051"/>
            <a:ext cx="16114720" cy="707886"/>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Dumais</a:t>
            </a:r>
            <a:r>
              <a:rPr kumimoji="0" lang="en-US" sz="20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Susan T., et al. "Using latent semantic analysis to improve access to textual information." </a:t>
            </a:r>
            <a:r>
              <a:rPr kumimoji="0" lang="en-US" sz="2000" b="0" i="1" u="none" strike="noStrike" kern="1200" cap="none" spc="0" normalizeH="0" baseline="0" noProof="0" dirty="0">
                <a:ln>
                  <a:noFill/>
                </a:ln>
                <a:solidFill>
                  <a:srgbClr val="222222"/>
                </a:solidFill>
                <a:effectLst/>
                <a:uLnTx/>
                <a:uFillTx/>
                <a:latin typeface="Arial" panose="020B0604020202020204" pitchFamily="34" charset="0"/>
                <a:ea typeface="+mn-ea"/>
                <a:cs typeface="+mn-cs"/>
              </a:rPr>
              <a:t>Proceedings of the SIGCHI conference on Human factors in computing systems</a:t>
            </a:r>
            <a:r>
              <a:rPr kumimoji="0" lang="en-US" sz="20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1988.</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3" name="Arrow: Right 2">
            <a:extLst>
              <a:ext uri="{FF2B5EF4-FFF2-40B4-BE49-F238E27FC236}">
                <a16:creationId xmlns:a16="http://schemas.microsoft.com/office/drawing/2014/main" id="{CBBD48C3-D714-4ABE-9ECC-0474AD42B428}"/>
              </a:ext>
            </a:extLst>
          </p:cNvPr>
          <p:cNvSpPr/>
          <p:nvPr/>
        </p:nvSpPr>
        <p:spPr>
          <a:xfrm rot="13828771">
            <a:off x="6514391" y="5557760"/>
            <a:ext cx="937118" cy="528194"/>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1131350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ko-KR" altLang="en-US" dirty="0">
                <a:latin typeface="Trebuchet MS"/>
              </a:rPr>
              <a:t>우리는 더 많은 프로그레스를 만들었나요</a:t>
            </a:r>
            <a:r>
              <a:rPr lang="en-US" altLang="ko-KR" dirty="0">
                <a:latin typeface="Trebuchet MS"/>
              </a:rPr>
              <a:t>?</a:t>
            </a:r>
            <a:endParaRPr lang="en-US" dirty="0">
              <a:latin typeface="Trebuchet MS"/>
            </a:endParaRPr>
          </a:p>
        </p:txBody>
      </p:sp>
    </p:spTree>
    <p:extLst>
      <p:ext uri="{BB962C8B-B14F-4D97-AF65-F5344CB8AC3E}">
        <p14:creationId xmlns:p14="http://schemas.microsoft.com/office/powerpoint/2010/main" val="2185249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C0418-8FBF-47FC-B63B-0F30B8C67255}"/>
              </a:ext>
            </a:extLst>
          </p:cNvPr>
          <p:cNvSpPr>
            <a:spLocks noGrp="1"/>
          </p:cNvSpPr>
          <p:nvPr>
            <p:ph type="title"/>
          </p:nvPr>
        </p:nvSpPr>
        <p:spPr/>
        <p:txBody>
          <a:bodyPr/>
          <a:lstStyle/>
          <a:p>
            <a:r>
              <a:rPr lang="en-GB" dirty="0"/>
              <a:t>2010</a:t>
            </a:r>
            <a:r>
              <a:rPr lang="ko-KR" altLang="en-US" dirty="0"/>
              <a:t>년 기준</a:t>
            </a:r>
            <a:endParaRPr lang="en-US" dirty="0"/>
          </a:p>
        </p:txBody>
      </p:sp>
      <p:sp>
        <p:nvSpPr>
          <p:cNvPr id="4" name="Text Placeholder 3">
            <a:extLst>
              <a:ext uri="{FF2B5EF4-FFF2-40B4-BE49-F238E27FC236}">
                <a16:creationId xmlns:a16="http://schemas.microsoft.com/office/drawing/2014/main" id="{17AA4051-C5CE-4DF6-8C6A-CDA4C92375AB}"/>
              </a:ext>
            </a:extLst>
          </p:cNvPr>
          <p:cNvSpPr>
            <a:spLocks noGrp="1"/>
          </p:cNvSpPr>
          <p:nvPr>
            <p:ph type="body" sz="quarter" idx="10"/>
          </p:nvPr>
        </p:nvSpPr>
        <p:spPr/>
        <p:txBody>
          <a:bodyPr/>
          <a:lstStyle/>
          <a:p>
            <a:r>
              <a:rPr lang="en-GB" dirty="0"/>
              <a:t>Yes and No</a:t>
            </a:r>
            <a:endParaRPr lang="en-US" dirty="0"/>
          </a:p>
        </p:txBody>
      </p:sp>
      <p:sp>
        <p:nvSpPr>
          <p:cNvPr id="6" name="TextBox 5">
            <a:extLst>
              <a:ext uri="{FF2B5EF4-FFF2-40B4-BE49-F238E27FC236}">
                <a16:creationId xmlns:a16="http://schemas.microsoft.com/office/drawing/2014/main" id="{8F0E53E9-98A3-4EEF-9ABD-0B13B48D2F20}"/>
              </a:ext>
            </a:extLst>
          </p:cNvPr>
          <p:cNvSpPr txBox="1"/>
          <p:nvPr/>
        </p:nvSpPr>
        <p:spPr>
          <a:xfrm>
            <a:off x="113590" y="9640669"/>
            <a:ext cx="13579692" cy="646331"/>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i="0" dirty="0" err="1">
                <a:solidFill>
                  <a:srgbClr val="222222"/>
                </a:solidFill>
                <a:effectLst/>
                <a:latin typeface="Arial" panose="020B0604020202020204" pitchFamily="34" charset="0"/>
              </a:rPr>
              <a:t>Turian</a:t>
            </a:r>
            <a:r>
              <a:rPr lang="en-US" b="0" i="0" dirty="0">
                <a:solidFill>
                  <a:srgbClr val="222222"/>
                </a:solidFill>
                <a:effectLst/>
                <a:latin typeface="Arial" panose="020B0604020202020204" pitchFamily="34" charset="0"/>
              </a:rPr>
              <a:t>, Joseph, Lev </a:t>
            </a:r>
            <a:r>
              <a:rPr lang="en-US" b="0" i="0" dirty="0" err="1">
                <a:solidFill>
                  <a:srgbClr val="222222"/>
                </a:solidFill>
                <a:effectLst/>
                <a:latin typeface="Arial" panose="020B0604020202020204" pitchFamily="34" charset="0"/>
              </a:rPr>
              <a:t>Ratinov</a:t>
            </a:r>
            <a:r>
              <a:rPr lang="en-US" b="0" i="0" dirty="0">
                <a:solidFill>
                  <a:srgbClr val="222222"/>
                </a:solidFill>
                <a:effectLst/>
                <a:latin typeface="Arial" panose="020B0604020202020204" pitchFamily="34" charset="0"/>
              </a:rPr>
              <a:t>, and </a:t>
            </a:r>
            <a:r>
              <a:rPr lang="en-US" b="0" i="0" dirty="0" err="1">
                <a:solidFill>
                  <a:srgbClr val="222222"/>
                </a:solidFill>
                <a:effectLst/>
                <a:latin typeface="Arial" panose="020B0604020202020204" pitchFamily="34" charset="0"/>
              </a:rPr>
              <a:t>Yoshua</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Bengio</a:t>
            </a:r>
            <a:r>
              <a:rPr lang="en-US" b="0" i="0" dirty="0">
                <a:solidFill>
                  <a:srgbClr val="222222"/>
                </a:solidFill>
                <a:effectLst/>
                <a:latin typeface="Arial" panose="020B0604020202020204" pitchFamily="34" charset="0"/>
              </a:rPr>
              <a:t>. "Word representations: a simple and general method for semi-supervised learning." </a:t>
            </a:r>
            <a:r>
              <a:rPr lang="en-US" b="0" i="1" dirty="0">
                <a:solidFill>
                  <a:srgbClr val="222222"/>
                </a:solidFill>
                <a:effectLst/>
                <a:latin typeface="Arial" panose="020B0604020202020204" pitchFamily="34" charset="0"/>
              </a:rPr>
              <a:t>Proceedings of the 48th annual meeting of the association for computational linguistics</a:t>
            </a:r>
            <a:r>
              <a:rPr lang="en-US" b="0" i="0" dirty="0">
                <a:solidFill>
                  <a:srgbClr val="222222"/>
                </a:solidFill>
                <a:effectLst/>
                <a:latin typeface="Arial" panose="020B0604020202020204" pitchFamily="34" charset="0"/>
              </a:rPr>
              <a:t>. 2010.</a:t>
            </a:r>
            <a:endParaRPr lang="en-US" dirty="0"/>
          </a:p>
        </p:txBody>
      </p:sp>
      <p:sp>
        <p:nvSpPr>
          <p:cNvPr id="7" name="Oval 6">
            <a:extLst>
              <a:ext uri="{FF2B5EF4-FFF2-40B4-BE49-F238E27FC236}">
                <a16:creationId xmlns:a16="http://schemas.microsoft.com/office/drawing/2014/main" id="{21333F2F-962E-4B6D-B7C1-C3DD16E7E941}"/>
              </a:ext>
            </a:extLst>
          </p:cNvPr>
          <p:cNvSpPr/>
          <p:nvPr/>
        </p:nvSpPr>
        <p:spPr>
          <a:xfrm>
            <a:off x="2112774" y="5796643"/>
            <a:ext cx="2589854" cy="258985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b="1" dirty="0">
                <a:solidFill>
                  <a:schemeClr val="tx2">
                    <a:lumMod val="75000"/>
                  </a:schemeClr>
                </a:solidFill>
              </a:rPr>
              <a:t>Distributional Representations</a:t>
            </a:r>
          </a:p>
          <a:p>
            <a:pPr marL="285750" indent="-285750">
              <a:buFontTx/>
              <a:buChar char="-"/>
            </a:pPr>
            <a:r>
              <a:rPr lang="en-GB" sz="1100" b="1" dirty="0">
                <a:solidFill>
                  <a:schemeClr val="tx2">
                    <a:lumMod val="75000"/>
                  </a:schemeClr>
                </a:solidFill>
              </a:rPr>
              <a:t>LSA / LSI</a:t>
            </a:r>
          </a:p>
          <a:p>
            <a:pPr marL="285750" indent="-285750">
              <a:buFontTx/>
              <a:buChar char="-"/>
            </a:pPr>
            <a:r>
              <a:rPr lang="en-GB" sz="1100" b="1" dirty="0" err="1">
                <a:solidFill>
                  <a:schemeClr val="tx2">
                    <a:lumMod val="75000"/>
                  </a:schemeClr>
                </a:solidFill>
              </a:rPr>
              <a:t>pLSA</a:t>
            </a:r>
            <a:endParaRPr lang="en-GB" sz="1100" b="1" dirty="0">
              <a:solidFill>
                <a:schemeClr val="tx2">
                  <a:lumMod val="75000"/>
                </a:schemeClr>
              </a:solidFill>
            </a:endParaRPr>
          </a:p>
          <a:p>
            <a:pPr marL="285750" indent="-285750">
              <a:buFontTx/>
              <a:buChar char="-"/>
            </a:pPr>
            <a:r>
              <a:rPr lang="en-US" sz="1100" b="1" dirty="0">
                <a:solidFill>
                  <a:schemeClr val="tx2">
                    <a:lumMod val="75000"/>
                  </a:schemeClr>
                </a:solidFill>
              </a:rPr>
              <a:t>LDA</a:t>
            </a:r>
          </a:p>
          <a:p>
            <a:pPr marL="285750" indent="-285750">
              <a:buFontTx/>
              <a:buChar char="-"/>
            </a:pPr>
            <a:r>
              <a:rPr lang="en-US" sz="1100" b="1" dirty="0">
                <a:solidFill>
                  <a:schemeClr val="tx2">
                    <a:lumMod val="75000"/>
                  </a:schemeClr>
                </a:solidFill>
              </a:rPr>
              <a:t>HAL</a:t>
            </a:r>
          </a:p>
          <a:p>
            <a:pPr marL="285750" indent="-285750">
              <a:buFontTx/>
              <a:buChar char="-"/>
            </a:pPr>
            <a:r>
              <a:rPr lang="en-US" sz="1100" b="1" dirty="0">
                <a:solidFill>
                  <a:schemeClr val="tx2">
                    <a:lumMod val="75000"/>
                  </a:schemeClr>
                </a:solidFill>
              </a:rPr>
              <a:t>ICA</a:t>
            </a:r>
          </a:p>
          <a:p>
            <a:pPr marL="285750" indent="-285750">
              <a:buFontTx/>
              <a:buChar char="-"/>
            </a:pPr>
            <a:r>
              <a:rPr lang="en-US" sz="1100" b="1" dirty="0">
                <a:solidFill>
                  <a:schemeClr val="tx2">
                    <a:lumMod val="75000"/>
                  </a:schemeClr>
                </a:solidFill>
              </a:rPr>
              <a:t>Random Indexing</a:t>
            </a:r>
          </a:p>
          <a:p>
            <a:pPr marL="285750" indent="-285750">
              <a:buFontTx/>
              <a:buChar char="-"/>
            </a:pPr>
            <a:r>
              <a:rPr lang="en-US" sz="1100" b="1" dirty="0">
                <a:solidFill>
                  <a:schemeClr val="tx2">
                    <a:lumMod val="75000"/>
                  </a:schemeClr>
                </a:solidFill>
              </a:rPr>
              <a:t>…</a:t>
            </a:r>
          </a:p>
        </p:txBody>
      </p:sp>
      <p:sp>
        <p:nvSpPr>
          <p:cNvPr id="8" name="Oval 7">
            <a:extLst>
              <a:ext uri="{FF2B5EF4-FFF2-40B4-BE49-F238E27FC236}">
                <a16:creationId xmlns:a16="http://schemas.microsoft.com/office/drawing/2014/main" id="{B1BB20F1-0BE0-4365-B773-12CA570A0D2C}"/>
              </a:ext>
            </a:extLst>
          </p:cNvPr>
          <p:cNvSpPr/>
          <p:nvPr/>
        </p:nvSpPr>
        <p:spPr>
          <a:xfrm>
            <a:off x="4184847" y="3041773"/>
            <a:ext cx="2589854" cy="258985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b="1" dirty="0">
                <a:solidFill>
                  <a:schemeClr val="tx2">
                    <a:lumMod val="75000"/>
                  </a:schemeClr>
                </a:solidFill>
              </a:rPr>
              <a:t>Clustering Based Representations</a:t>
            </a:r>
          </a:p>
          <a:p>
            <a:pPr marL="285750" indent="-285750">
              <a:buFontTx/>
              <a:buChar char="-"/>
            </a:pPr>
            <a:r>
              <a:rPr lang="en-US" sz="1100" b="1" dirty="0">
                <a:solidFill>
                  <a:schemeClr val="tx2">
                    <a:lumMod val="75000"/>
                  </a:schemeClr>
                </a:solidFill>
              </a:rPr>
              <a:t>Brown Clustering</a:t>
            </a:r>
          </a:p>
          <a:p>
            <a:pPr marL="285750" indent="-285750">
              <a:buFontTx/>
              <a:buChar char="-"/>
            </a:pPr>
            <a:r>
              <a:rPr lang="en-US" sz="1100" b="1" dirty="0">
                <a:solidFill>
                  <a:schemeClr val="tx2">
                    <a:lumMod val="75000"/>
                  </a:schemeClr>
                </a:solidFill>
              </a:rPr>
              <a:t>HMM-LDA</a:t>
            </a:r>
          </a:p>
          <a:p>
            <a:pPr marL="285750" indent="-285750">
              <a:buFontTx/>
              <a:buChar char="-"/>
            </a:pPr>
            <a:r>
              <a:rPr lang="en-US" sz="1100" b="1" dirty="0">
                <a:solidFill>
                  <a:schemeClr val="tx2">
                    <a:lumMod val="75000"/>
                  </a:schemeClr>
                </a:solidFill>
              </a:rPr>
              <a:t>CRF </a:t>
            </a:r>
            <a:r>
              <a:rPr lang="en-US" sz="1100" b="1" dirty="0" err="1">
                <a:solidFill>
                  <a:schemeClr val="tx2">
                    <a:lumMod val="75000"/>
                  </a:schemeClr>
                </a:solidFill>
              </a:rPr>
              <a:t>Chunker</a:t>
            </a:r>
            <a:r>
              <a:rPr lang="en-US" sz="1100" b="1" dirty="0">
                <a:solidFill>
                  <a:schemeClr val="tx2">
                    <a:lumMod val="75000"/>
                  </a:schemeClr>
                </a:solidFill>
              </a:rPr>
              <a:t> with HMM</a:t>
            </a:r>
          </a:p>
          <a:p>
            <a:pPr marL="285750" indent="-285750">
              <a:buFontTx/>
              <a:buChar char="-"/>
            </a:pPr>
            <a:r>
              <a:rPr lang="en-US" sz="1100" b="1" dirty="0">
                <a:solidFill>
                  <a:schemeClr val="tx2">
                    <a:lumMod val="75000"/>
                  </a:schemeClr>
                </a:solidFill>
              </a:rPr>
              <a:t>…</a:t>
            </a:r>
          </a:p>
        </p:txBody>
      </p:sp>
      <p:sp>
        <p:nvSpPr>
          <p:cNvPr id="9" name="Oval 8">
            <a:extLst>
              <a:ext uri="{FF2B5EF4-FFF2-40B4-BE49-F238E27FC236}">
                <a16:creationId xmlns:a16="http://schemas.microsoft.com/office/drawing/2014/main" id="{9749B59A-0D98-4EA0-96B6-CE43C82771FF}"/>
              </a:ext>
            </a:extLst>
          </p:cNvPr>
          <p:cNvSpPr/>
          <p:nvPr/>
        </p:nvSpPr>
        <p:spPr>
          <a:xfrm>
            <a:off x="6903436" y="5357004"/>
            <a:ext cx="2589854" cy="2589854"/>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b="1" dirty="0">
                <a:solidFill>
                  <a:schemeClr val="tx2">
                    <a:lumMod val="75000"/>
                  </a:schemeClr>
                </a:solidFill>
              </a:rPr>
              <a:t>Distributed Representations</a:t>
            </a:r>
          </a:p>
          <a:p>
            <a:pPr marL="285750" indent="-285750">
              <a:buFontTx/>
              <a:buChar char="-"/>
            </a:pPr>
            <a:r>
              <a:rPr lang="en-GB" sz="1100" b="1" dirty="0" err="1">
                <a:solidFill>
                  <a:schemeClr val="tx2">
                    <a:lumMod val="75000"/>
                  </a:schemeClr>
                </a:solidFill>
              </a:rPr>
              <a:t>Collobert</a:t>
            </a:r>
            <a:r>
              <a:rPr lang="en-GB" sz="1100" b="1" dirty="0">
                <a:solidFill>
                  <a:schemeClr val="tx2">
                    <a:lumMod val="75000"/>
                  </a:schemeClr>
                </a:solidFill>
              </a:rPr>
              <a:t> and Weston embeddings</a:t>
            </a:r>
          </a:p>
          <a:p>
            <a:pPr marL="285750" indent="-285750">
              <a:buFontTx/>
              <a:buChar char="-"/>
            </a:pPr>
            <a:r>
              <a:rPr lang="en-GB" sz="1100" b="1" dirty="0">
                <a:solidFill>
                  <a:schemeClr val="tx2">
                    <a:lumMod val="75000"/>
                  </a:schemeClr>
                </a:solidFill>
              </a:rPr>
              <a:t>HLBL embeddings</a:t>
            </a:r>
            <a:endParaRPr lang="en-US" sz="1100" b="1" dirty="0">
              <a:solidFill>
                <a:schemeClr val="tx2">
                  <a:lumMod val="75000"/>
                </a:schemeClr>
              </a:solidFill>
            </a:endParaRPr>
          </a:p>
          <a:p>
            <a:pPr marL="285750" indent="-285750">
              <a:buFontTx/>
              <a:buChar char="-"/>
            </a:pPr>
            <a:r>
              <a:rPr lang="en-US" sz="1100" b="1" dirty="0">
                <a:solidFill>
                  <a:schemeClr val="tx2">
                    <a:lumMod val="75000"/>
                  </a:schemeClr>
                </a:solidFill>
              </a:rPr>
              <a:t>…</a:t>
            </a:r>
          </a:p>
        </p:txBody>
      </p:sp>
      <p:sp>
        <p:nvSpPr>
          <p:cNvPr id="10" name="Arrow: Right 9">
            <a:extLst>
              <a:ext uri="{FF2B5EF4-FFF2-40B4-BE49-F238E27FC236}">
                <a16:creationId xmlns:a16="http://schemas.microsoft.com/office/drawing/2014/main" id="{ABA50F3B-9158-49DF-951B-B5EDC5E7D99E}"/>
              </a:ext>
            </a:extLst>
          </p:cNvPr>
          <p:cNvSpPr/>
          <p:nvPr/>
        </p:nvSpPr>
        <p:spPr>
          <a:xfrm>
            <a:off x="10609312" y="5143500"/>
            <a:ext cx="1164298" cy="653143"/>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00655F-429E-44EE-9269-03734EFBE0A7}"/>
              </a:ext>
            </a:extLst>
          </p:cNvPr>
          <p:cNvSpPr txBox="1"/>
          <p:nvPr/>
        </p:nvSpPr>
        <p:spPr>
          <a:xfrm>
            <a:off x="11788306" y="4821473"/>
            <a:ext cx="6375463" cy="5355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ko-KR" altLang="en-US" sz="1600" dirty="0">
                <a:solidFill>
                  <a:schemeClr val="bg1"/>
                </a:solidFill>
                <a:latin typeface="Trebuchet MS" panose="020B0603020202020204" pitchFamily="34" charset="0"/>
              </a:rPr>
              <a:t>지도형 모델을 통해 비지도형 접근법</a:t>
            </a:r>
            <a:r>
              <a:rPr lang="en-US" altLang="ko-KR" sz="1600" dirty="0">
                <a:solidFill>
                  <a:schemeClr val="bg1"/>
                </a:solidFill>
                <a:latin typeface="Trebuchet MS" panose="020B0603020202020204" pitchFamily="34" charset="0"/>
              </a:rPr>
              <a:t>(</a:t>
            </a:r>
            <a:r>
              <a:rPr lang="ko-KR" altLang="en-US" sz="1600" dirty="0">
                <a:solidFill>
                  <a:schemeClr val="bg1"/>
                </a:solidFill>
                <a:latin typeface="Trebuchet MS" panose="020B0603020202020204" pitchFamily="34" charset="0"/>
              </a:rPr>
              <a:t>임베딩</a:t>
            </a:r>
            <a:r>
              <a:rPr lang="en-US" altLang="ko-KR" sz="1600" dirty="0">
                <a:solidFill>
                  <a:schemeClr val="bg1"/>
                </a:solidFill>
                <a:latin typeface="Trebuchet MS" panose="020B0603020202020204" pitchFamily="34" charset="0"/>
              </a:rPr>
              <a:t>)</a:t>
            </a:r>
            <a:r>
              <a:rPr lang="ko-KR" altLang="en-US" sz="1600" dirty="0">
                <a:solidFill>
                  <a:schemeClr val="bg1"/>
                </a:solidFill>
                <a:latin typeface="Trebuchet MS" panose="020B0603020202020204" pitchFamily="34" charset="0"/>
              </a:rPr>
              <a:t>을 결합해도 되는 지는 </a:t>
            </a:r>
            <a:endParaRPr lang="en-US" altLang="ko-KR" sz="1600" dirty="0">
              <a:solidFill>
                <a:schemeClr val="bg1"/>
              </a:solidFill>
              <a:latin typeface="Trebuchet MS" panose="020B0603020202020204" pitchFamily="34" charset="0"/>
            </a:endParaRPr>
          </a:p>
          <a:p>
            <a:pPr algn="ctr">
              <a:lnSpc>
                <a:spcPct val="90000"/>
              </a:lnSpc>
            </a:pPr>
            <a:r>
              <a:rPr lang="ko-KR" altLang="en-US" sz="1600" dirty="0">
                <a:solidFill>
                  <a:schemeClr val="bg1"/>
                </a:solidFill>
                <a:latin typeface="Trebuchet MS" panose="020B0603020202020204" pitchFamily="34" charset="0"/>
              </a:rPr>
              <a:t>확실치 않았음</a:t>
            </a:r>
            <a:endParaRPr lang="en-US" sz="1600" dirty="0" err="1">
              <a:solidFill>
                <a:schemeClr val="bg1"/>
              </a:solidFill>
              <a:latin typeface="Trebuchet MS" panose="020B0603020202020204" pitchFamily="34" charset="0"/>
            </a:endParaRPr>
          </a:p>
        </p:txBody>
      </p:sp>
      <p:sp>
        <p:nvSpPr>
          <p:cNvPr id="12" name="Rectangle 11">
            <a:extLst>
              <a:ext uri="{FF2B5EF4-FFF2-40B4-BE49-F238E27FC236}">
                <a16:creationId xmlns:a16="http://schemas.microsoft.com/office/drawing/2014/main" id="{BB17D9EB-752A-4AFA-B072-8A7169011420}"/>
              </a:ext>
            </a:extLst>
          </p:cNvPr>
          <p:cNvSpPr/>
          <p:nvPr/>
        </p:nvSpPr>
        <p:spPr>
          <a:xfrm>
            <a:off x="15326874" y="5935326"/>
            <a:ext cx="2308543" cy="18756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Machine Learning Algorithm</a:t>
            </a:r>
            <a:endParaRPr lang="en-US" dirty="0"/>
          </a:p>
        </p:txBody>
      </p:sp>
      <p:sp>
        <p:nvSpPr>
          <p:cNvPr id="13" name="Rectangle 12">
            <a:extLst>
              <a:ext uri="{FF2B5EF4-FFF2-40B4-BE49-F238E27FC236}">
                <a16:creationId xmlns:a16="http://schemas.microsoft.com/office/drawing/2014/main" id="{02A93771-6DBB-4854-A945-C39712F98AFD}"/>
              </a:ext>
            </a:extLst>
          </p:cNvPr>
          <p:cNvSpPr/>
          <p:nvPr/>
        </p:nvSpPr>
        <p:spPr>
          <a:xfrm>
            <a:off x="12924336" y="6162605"/>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33" dirty="0"/>
              <a:t>Unsupervised embedding</a:t>
            </a:r>
            <a:endParaRPr lang="en-US" sz="1833" dirty="0"/>
          </a:p>
        </p:txBody>
      </p:sp>
      <p:cxnSp>
        <p:nvCxnSpPr>
          <p:cNvPr id="14" name="Straight Arrow Connector 13">
            <a:extLst>
              <a:ext uri="{FF2B5EF4-FFF2-40B4-BE49-F238E27FC236}">
                <a16:creationId xmlns:a16="http://schemas.microsoft.com/office/drawing/2014/main" id="{1B8B50F4-2940-4079-8C08-DBE7A7A49F61}"/>
              </a:ext>
            </a:extLst>
          </p:cNvPr>
          <p:cNvCxnSpPr>
            <a:cxnSpLocks/>
          </p:cNvCxnSpPr>
          <p:nvPr/>
        </p:nvCxnSpPr>
        <p:spPr>
          <a:xfrm>
            <a:off x="12573493" y="6873179"/>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1EF9C45-DED9-4ACB-A85E-3A9D11D7C96C}"/>
              </a:ext>
            </a:extLst>
          </p:cNvPr>
          <p:cNvCxnSpPr>
            <a:cxnSpLocks/>
          </p:cNvCxnSpPr>
          <p:nvPr/>
        </p:nvCxnSpPr>
        <p:spPr>
          <a:xfrm>
            <a:off x="14976031" y="6873179"/>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8588436-4CAB-41F1-A6C3-713484C37D9A}"/>
              </a:ext>
            </a:extLst>
          </p:cNvPr>
          <p:cNvSpPr txBox="1"/>
          <p:nvPr/>
        </p:nvSpPr>
        <p:spPr>
          <a:xfrm>
            <a:off x="12103022" y="6595914"/>
            <a:ext cx="856258" cy="313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GB" sz="1600" dirty="0">
                <a:solidFill>
                  <a:schemeClr val="bg1"/>
                </a:solidFill>
                <a:latin typeface="Trebuchet MS" panose="020B0603020202020204" pitchFamily="34" charset="0"/>
              </a:rPr>
              <a:t>Text</a:t>
            </a:r>
            <a:endParaRPr lang="en-US" sz="1600" dirty="0" err="1">
              <a:solidFill>
                <a:schemeClr val="bg1"/>
              </a:solidFill>
              <a:latin typeface="Trebuchet MS" panose="020B0603020202020204" pitchFamily="34" charset="0"/>
            </a:endParaRPr>
          </a:p>
        </p:txBody>
      </p:sp>
    </p:spTree>
    <p:extLst>
      <p:ext uri="{BB962C8B-B14F-4D97-AF65-F5344CB8AC3E}">
        <p14:creationId xmlns:p14="http://schemas.microsoft.com/office/powerpoint/2010/main" val="3857095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4" name="Google Shape;1363;p89">
            <a:extLst>
              <a:ext uri="{FF2B5EF4-FFF2-40B4-BE49-F238E27FC236}">
                <a16:creationId xmlns:a16="http://schemas.microsoft.com/office/drawing/2014/main" id="{C9F7F149-AB39-4CB5-846C-6709B54E8711}"/>
              </a:ext>
            </a:extLst>
          </p:cNvPr>
          <p:cNvSpPr/>
          <p:nvPr/>
        </p:nvSpPr>
        <p:spPr>
          <a:xfrm>
            <a:off x="6880123" y="1289605"/>
            <a:ext cx="10958051" cy="7347159"/>
          </a:xfrm>
          <a:prstGeom prst="rect">
            <a:avLst/>
          </a:prstGeom>
          <a:solidFill>
            <a:srgbClr val="262626">
              <a:alpha val="69804"/>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99" name="Google Shape;399;p3"/>
          <p:cNvSpPr txBox="1"/>
          <p:nvPr/>
        </p:nvSpPr>
        <p:spPr>
          <a:xfrm>
            <a:off x="7415233" y="1650236"/>
            <a:ext cx="9889067" cy="698648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1부: Machine Learning in NLP</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err="1">
                <a:ln>
                  <a:noFill/>
                </a:ln>
                <a:solidFill>
                  <a:srgbClr val="76B900"/>
                </a:solidFill>
                <a:effectLst/>
                <a:uLnTx/>
                <a:uFillTx/>
                <a:latin typeface="Arial"/>
                <a:ea typeface="Arial"/>
                <a:cs typeface="Arial"/>
                <a:sym typeface="Arial"/>
              </a:rPr>
              <a:t>강의</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NLP란</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무엇일까요</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ko-KR" altLang="en-US" sz="3200" b="0" i="0" u="none" strike="noStrike" kern="0" cap="none" spc="0" normalizeH="0" baseline="0" noProof="0" dirty="0">
                <a:ln>
                  <a:noFill/>
                </a:ln>
                <a:solidFill>
                  <a:srgbClr val="FFFFFF"/>
                </a:solidFill>
                <a:effectLst/>
                <a:uLnTx/>
                <a:uFillTx/>
                <a:latin typeface="Arial"/>
                <a:ea typeface="Arial"/>
                <a:cs typeface="Arial"/>
                <a:sym typeface="Arial"/>
              </a:rPr>
              <a:t>문제 정형화</a:t>
            </a:r>
            <a:endParaRPr kumimoji="0" lang="en-US" altLang="ko-KR" sz="3200" b="0" i="0" u="none" strike="noStrike" kern="0" cap="none" spc="0" normalizeH="0" baseline="0" noProof="0" dirty="0">
              <a:ln>
                <a:noFill/>
              </a:ln>
              <a:solidFill>
                <a:srgbClr val="FFFFFF"/>
              </a:solidFill>
              <a:effectLst/>
              <a:uLnTx/>
              <a:uFillTx/>
              <a:latin typeface="Arial"/>
              <a:ea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bg1"/>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텍스트</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표현</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bg1"/>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차원</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축소</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accent2">
                  <a:lumMod val="40000"/>
                  <a:lumOff val="60000"/>
                </a:schemeClr>
              </a:buClr>
              <a:buSzPts val="3200"/>
              <a:buFont typeface="Arial"/>
              <a:buChar char="•"/>
              <a:tabLst/>
              <a:defRPr/>
            </a:pPr>
            <a:r>
              <a:rPr kumimoji="0" lang="en-US" sz="3200" b="0" i="0" u="none" strike="noStrike" kern="0" cap="none" spc="0" normalizeH="0" baseline="0" noProof="0" dirty="0" err="1">
                <a:ln>
                  <a:noFill/>
                </a:ln>
                <a:solidFill>
                  <a:schemeClr val="accent2">
                    <a:lumMod val="40000"/>
                    <a:lumOff val="60000"/>
                  </a:schemeClr>
                </a:solidFill>
                <a:effectLst/>
                <a:uLnTx/>
                <a:uFillTx/>
                <a:latin typeface="Arial"/>
                <a:ea typeface="Arial"/>
                <a:cs typeface="Arial"/>
                <a:sym typeface="Arial"/>
              </a:rPr>
              <a:t>임베딩</a:t>
            </a:r>
            <a:endParaRPr kumimoji="0" sz="1400" b="0" i="0" u="none" strike="noStrike" kern="0" cap="none" spc="0" normalizeH="0" baseline="0" noProof="0" dirty="0">
              <a:ln>
                <a:noFill/>
              </a:ln>
              <a:solidFill>
                <a:schemeClr val="accent2">
                  <a:lumMod val="40000"/>
                  <a:lumOff val="60000"/>
                </a:schemeClr>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RNN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“Attention is All You Need”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a:ln>
                  <a:noFill/>
                </a:ln>
                <a:solidFill>
                  <a:srgbClr val="76B900"/>
                </a:solidFill>
                <a:effectLst/>
                <a:uLnTx/>
                <a:uFillTx/>
                <a:latin typeface="Arial"/>
                <a:ea typeface="Arial"/>
                <a:cs typeface="Arial"/>
                <a:sym typeface="Arial"/>
              </a:rPr>
              <a:t>랩</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트랜스포머 아키텍쳐</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rPr>
              <a:t>모델</a:t>
            </a:r>
            <a:endParaRPr kumimoji="0" lang="en-US" altLang="ko-KR"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사전훈련</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761970" marR="0" lvl="1" indent="0" algn="l" defTabSz="914400" rtl="0" eaLnBrk="1" fontAlgn="auto" latinLnBrk="0" hangingPunct="1">
              <a:lnSpc>
                <a:spcPct val="100000"/>
              </a:lnSpc>
              <a:spcBef>
                <a:spcPts val="0"/>
              </a:spcBef>
              <a:spcAft>
                <a:spcPts val="0"/>
              </a:spcAft>
              <a:buClr>
                <a:srgbClr val="FFFFFF"/>
              </a:buClr>
              <a:buSzPts val="3200"/>
              <a:buFont typeface="Arial"/>
              <a:buNone/>
              <a:tabLst/>
              <a:defRPr/>
            </a:pPr>
            <a:endParaRPr kumimoji="0" sz="32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564607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ko-KR" altLang="en-US" dirty="0">
                <a:latin typeface="Trebuchet MS"/>
              </a:rPr>
              <a:t>왜 뉴럴 네트워크와 동일하게 접근하지 않았나요</a:t>
            </a:r>
            <a:r>
              <a:rPr lang="en-US" altLang="ko-KR" dirty="0">
                <a:latin typeface="Trebuchet MS"/>
              </a:rPr>
              <a:t>?</a:t>
            </a:r>
            <a:endParaRPr lang="en-US" dirty="0">
              <a:latin typeface="Trebuchet MS"/>
            </a:endParaRPr>
          </a:p>
        </p:txBody>
      </p:sp>
    </p:spTree>
    <p:extLst>
      <p:ext uri="{BB962C8B-B14F-4D97-AF65-F5344CB8AC3E}">
        <p14:creationId xmlns:p14="http://schemas.microsoft.com/office/powerpoint/2010/main" val="2427114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C0418-8FBF-47FC-B63B-0F30B8C67255}"/>
              </a:ext>
            </a:extLst>
          </p:cNvPr>
          <p:cNvSpPr>
            <a:spLocks noGrp="1"/>
          </p:cNvSpPr>
          <p:nvPr>
            <p:ph type="title"/>
          </p:nvPr>
        </p:nvSpPr>
        <p:spPr/>
        <p:txBody>
          <a:bodyPr/>
          <a:lstStyle/>
          <a:p>
            <a:r>
              <a:rPr lang="en-GB" dirty="0"/>
              <a:t>Status as of 2010</a:t>
            </a:r>
            <a:endParaRPr lang="en-US" dirty="0"/>
          </a:p>
        </p:txBody>
      </p:sp>
      <p:sp>
        <p:nvSpPr>
          <p:cNvPr id="4" name="Text Placeholder 3">
            <a:extLst>
              <a:ext uri="{FF2B5EF4-FFF2-40B4-BE49-F238E27FC236}">
                <a16:creationId xmlns:a16="http://schemas.microsoft.com/office/drawing/2014/main" id="{17AA4051-C5CE-4DF6-8C6A-CDA4C92375AB}"/>
              </a:ext>
            </a:extLst>
          </p:cNvPr>
          <p:cNvSpPr>
            <a:spLocks noGrp="1"/>
          </p:cNvSpPr>
          <p:nvPr>
            <p:ph type="body" sz="quarter" idx="10"/>
          </p:nvPr>
        </p:nvSpPr>
        <p:spPr/>
        <p:txBody>
          <a:bodyPr/>
          <a:lstStyle/>
          <a:p>
            <a:r>
              <a:rPr lang="ko-KR" altLang="en-US" dirty="0"/>
              <a:t>충분한 컴퓨팅 파워가 없었음</a:t>
            </a:r>
            <a:endParaRPr lang="en-US" dirty="0"/>
          </a:p>
        </p:txBody>
      </p:sp>
      <p:sp>
        <p:nvSpPr>
          <p:cNvPr id="6" name="TextBox 5">
            <a:extLst>
              <a:ext uri="{FF2B5EF4-FFF2-40B4-BE49-F238E27FC236}">
                <a16:creationId xmlns:a16="http://schemas.microsoft.com/office/drawing/2014/main" id="{8F0E53E9-98A3-4EEF-9ABD-0B13B48D2F20}"/>
              </a:ext>
            </a:extLst>
          </p:cNvPr>
          <p:cNvSpPr txBox="1"/>
          <p:nvPr/>
        </p:nvSpPr>
        <p:spPr>
          <a:xfrm>
            <a:off x="113590" y="9640669"/>
            <a:ext cx="13579692" cy="646331"/>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i="0" dirty="0" err="1">
                <a:solidFill>
                  <a:srgbClr val="222222"/>
                </a:solidFill>
                <a:effectLst/>
                <a:latin typeface="Arial" panose="020B0604020202020204" pitchFamily="34" charset="0"/>
              </a:rPr>
              <a:t>Turian</a:t>
            </a:r>
            <a:r>
              <a:rPr lang="en-US" b="0" i="0" dirty="0">
                <a:solidFill>
                  <a:srgbClr val="222222"/>
                </a:solidFill>
                <a:effectLst/>
                <a:latin typeface="Arial" panose="020B0604020202020204" pitchFamily="34" charset="0"/>
              </a:rPr>
              <a:t>, Joseph, Lev </a:t>
            </a:r>
            <a:r>
              <a:rPr lang="en-US" b="0" i="0" dirty="0" err="1">
                <a:solidFill>
                  <a:srgbClr val="222222"/>
                </a:solidFill>
                <a:effectLst/>
                <a:latin typeface="Arial" panose="020B0604020202020204" pitchFamily="34" charset="0"/>
              </a:rPr>
              <a:t>Ratinov</a:t>
            </a:r>
            <a:r>
              <a:rPr lang="en-US" b="0" i="0" dirty="0">
                <a:solidFill>
                  <a:srgbClr val="222222"/>
                </a:solidFill>
                <a:effectLst/>
                <a:latin typeface="Arial" panose="020B0604020202020204" pitchFamily="34" charset="0"/>
              </a:rPr>
              <a:t>, and </a:t>
            </a:r>
            <a:r>
              <a:rPr lang="en-US" b="0" i="0" dirty="0" err="1">
                <a:solidFill>
                  <a:srgbClr val="222222"/>
                </a:solidFill>
                <a:effectLst/>
                <a:latin typeface="Arial" panose="020B0604020202020204" pitchFamily="34" charset="0"/>
              </a:rPr>
              <a:t>Yoshua</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Bengio</a:t>
            </a:r>
            <a:r>
              <a:rPr lang="en-US" b="0" i="0" dirty="0">
                <a:solidFill>
                  <a:srgbClr val="222222"/>
                </a:solidFill>
                <a:effectLst/>
                <a:latin typeface="Arial" panose="020B0604020202020204" pitchFamily="34" charset="0"/>
              </a:rPr>
              <a:t>. "Word representations: a simple and general method for semi-supervised learning." </a:t>
            </a:r>
            <a:r>
              <a:rPr lang="en-US" b="0" i="1" dirty="0">
                <a:solidFill>
                  <a:srgbClr val="222222"/>
                </a:solidFill>
                <a:effectLst/>
                <a:latin typeface="Arial" panose="020B0604020202020204" pitchFamily="34" charset="0"/>
              </a:rPr>
              <a:t>Proceedings of the 48th annual meeting of the association for computational linguistics</a:t>
            </a:r>
            <a:r>
              <a:rPr lang="en-US" b="0" i="0" dirty="0">
                <a:solidFill>
                  <a:srgbClr val="222222"/>
                </a:solidFill>
                <a:effectLst/>
                <a:latin typeface="Arial" panose="020B0604020202020204" pitchFamily="34" charset="0"/>
              </a:rPr>
              <a:t>. 2010.</a:t>
            </a:r>
            <a:endParaRPr lang="en-US" dirty="0"/>
          </a:p>
        </p:txBody>
      </p:sp>
      <p:pic>
        <p:nvPicPr>
          <p:cNvPr id="5" name="Picture 4">
            <a:extLst>
              <a:ext uri="{FF2B5EF4-FFF2-40B4-BE49-F238E27FC236}">
                <a16:creationId xmlns:a16="http://schemas.microsoft.com/office/drawing/2014/main" id="{8D81FEAC-450A-4A58-9C05-C3F6253437FB}"/>
              </a:ext>
            </a:extLst>
          </p:cNvPr>
          <p:cNvPicPr>
            <a:picLocks noChangeAspect="1"/>
          </p:cNvPicPr>
          <p:nvPr/>
        </p:nvPicPr>
        <p:blipFill>
          <a:blip r:embed="rId2"/>
          <a:stretch>
            <a:fillRect/>
          </a:stretch>
        </p:blipFill>
        <p:spPr>
          <a:xfrm>
            <a:off x="6447275" y="4165592"/>
            <a:ext cx="5393449" cy="3670990"/>
          </a:xfrm>
          <a:prstGeom prst="rect">
            <a:avLst/>
          </a:prstGeom>
        </p:spPr>
      </p:pic>
    </p:spTree>
    <p:extLst>
      <p:ext uri="{BB962C8B-B14F-4D97-AF65-F5344CB8AC3E}">
        <p14:creationId xmlns:p14="http://schemas.microsoft.com/office/powerpoint/2010/main" val="3278995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latin typeface="Trebuchet MS"/>
              </a:rPr>
              <a:t>Word2Vec</a:t>
            </a:r>
            <a:endParaRPr lang="en-US" dirty="0">
              <a:latin typeface="Trebuchet MS"/>
            </a:endParaRPr>
          </a:p>
        </p:txBody>
      </p:sp>
    </p:spTree>
    <p:extLst>
      <p:ext uri="{BB962C8B-B14F-4D97-AF65-F5344CB8AC3E}">
        <p14:creationId xmlns:p14="http://schemas.microsoft.com/office/powerpoint/2010/main" val="2878073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0D66-326A-478A-A63B-6E95619D0753}"/>
              </a:ext>
            </a:extLst>
          </p:cNvPr>
          <p:cNvSpPr>
            <a:spLocks noGrp="1"/>
          </p:cNvSpPr>
          <p:nvPr>
            <p:ph type="title"/>
          </p:nvPr>
        </p:nvSpPr>
        <p:spPr/>
        <p:txBody>
          <a:bodyPr/>
          <a:lstStyle/>
          <a:p>
            <a:r>
              <a:rPr lang="en-US" dirty="0"/>
              <a:t>Word2Vec</a:t>
            </a:r>
          </a:p>
        </p:txBody>
      </p:sp>
      <p:sp>
        <p:nvSpPr>
          <p:cNvPr id="3" name="Content Placeholder 2">
            <a:extLst>
              <a:ext uri="{FF2B5EF4-FFF2-40B4-BE49-F238E27FC236}">
                <a16:creationId xmlns:a16="http://schemas.microsoft.com/office/drawing/2014/main" id="{FECF1B97-5E23-477E-B002-18F1AD278CB0}"/>
              </a:ext>
            </a:extLst>
          </p:cNvPr>
          <p:cNvSpPr>
            <a:spLocks noGrp="1"/>
          </p:cNvSpPr>
          <p:nvPr>
            <p:ph idx="1"/>
          </p:nvPr>
        </p:nvSpPr>
        <p:spPr>
          <a:xfrm>
            <a:off x="853440" y="3369196"/>
            <a:ext cx="16581120" cy="6198208"/>
          </a:xfrm>
        </p:spPr>
        <p:txBody>
          <a:bodyPr/>
          <a:lstStyle/>
          <a:p>
            <a:r>
              <a:rPr lang="en-US" dirty="0" err="1">
                <a:hlinkClick r:id="rId3"/>
              </a:rPr>
              <a:t>Mikolov</a:t>
            </a:r>
            <a:r>
              <a:rPr lang="en-US" dirty="0">
                <a:hlinkClick r:id="rId3"/>
              </a:rPr>
              <a:t> et al., 2013</a:t>
            </a:r>
            <a:r>
              <a:rPr lang="en-US" dirty="0"/>
              <a:t> (while at Google)</a:t>
            </a:r>
          </a:p>
          <a:p>
            <a:r>
              <a:rPr lang="ko-KR" altLang="en-US" dirty="0"/>
              <a:t>선형 모델 </a:t>
            </a:r>
            <a:r>
              <a:rPr lang="en-US" dirty="0"/>
              <a:t>(</a:t>
            </a:r>
            <a:r>
              <a:rPr lang="ko-KR" altLang="en-US" dirty="0"/>
              <a:t>빠르게 훈련 가능</a:t>
            </a:r>
            <a:r>
              <a:rPr lang="en-US" dirty="0"/>
              <a:t>)</a:t>
            </a:r>
          </a:p>
          <a:p>
            <a:r>
              <a:rPr lang="ko-KR" altLang="en-US" dirty="0"/>
              <a:t>비지도형 방식으로 임베딩들을 훈련하는 </a:t>
            </a:r>
            <a:r>
              <a:rPr lang="en-US" altLang="ko-KR" dirty="0"/>
              <a:t>2</a:t>
            </a:r>
            <a:r>
              <a:rPr lang="ko-KR" altLang="en-US" dirty="0"/>
              <a:t>개의 모델</a:t>
            </a:r>
            <a:r>
              <a:rPr lang="en-US" dirty="0"/>
              <a:t>:</a:t>
            </a:r>
          </a:p>
        </p:txBody>
      </p:sp>
      <p:sp>
        <p:nvSpPr>
          <p:cNvPr id="4" name="Text Placeholder 3">
            <a:extLst>
              <a:ext uri="{FF2B5EF4-FFF2-40B4-BE49-F238E27FC236}">
                <a16:creationId xmlns:a16="http://schemas.microsoft.com/office/drawing/2014/main" id="{57661BA6-82F0-4A17-9089-853471B68CDC}"/>
              </a:ext>
            </a:extLst>
          </p:cNvPr>
          <p:cNvSpPr>
            <a:spLocks noGrp="1"/>
          </p:cNvSpPr>
          <p:nvPr>
            <p:ph type="body" sz="quarter" idx="10"/>
          </p:nvPr>
        </p:nvSpPr>
        <p:spPr/>
        <p:txBody>
          <a:bodyPr/>
          <a:lstStyle/>
          <a:p>
            <a:endParaRPr lang="en-US"/>
          </a:p>
        </p:txBody>
      </p:sp>
      <p:sp>
        <p:nvSpPr>
          <p:cNvPr id="76" name="TextBox 75">
            <a:extLst>
              <a:ext uri="{FF2B5EF4-FFF2-40B4-BE49-F238E27FC236}">
                <a16:creationId xmlns:a16="http://schemas.microsoft.com/office/drawing/2014/main" id="{34D8F1B0-0DC4-48B4-9AEC-4EC62C3D8B71}"/>
              </a:ext>
            </a:extLst>
          </p:cNvPr>
          <p:cNvSpPr txBox="1"/>
          <p:nvPr/>
        </p:nvSpPr>
        <p:spPr>
          <a:xfrm>
            <a:off x="3005883" y="5544160"/>
            <a:ext cx="5272088" cy="451342"/>
          </a:xfrm>
          <a:prstGeom prst="rect">
            <a:avLst/>
          </a:prstGeom>
          <a:noFill/>
        </p:spPr>
        <p:txBody>
          <a:bodyPr wrap="square" rtlCol="0">
            <a:spAutoFit/>
          </a:bodyPr>
          <a:lstStyle/>
          <a:p>
            <a:pPr defTabSz="762015">
              <a:defRPr/>
            </a:pPr>
            <a:r>
              <a:rPr lang="en-US" sz="2333" dirty="0">
                <a:solidFill>
                  <a:srgbClr val="000000"/>
                </a:solidFill>
              </a:rPr>
              <a:t>Continuous Bag-of-Words (CBOW)</a:t>
            </a:r>
          </a:p>
        </p:txBody>
      </p:sp>
      <p:sp>
        <p:nvSpPr>
          <p:cNvPr id="77" name="TextBox 76">
            <a:extLst>
              <a:ext uri="{FF2B5EF4-FFF2-40B4-BE49-F238E27FC236}">
                <a16:creationId xmlns:a16="http://schemas.microsoft.com/office/drawing/2014/main" id="{C338BFC6-1A85-4C02-958F-3A3B308BCFDB}"/>
              </a:ext>
            </a:extLst>
          </p:cNvPr>
          <p:cNvSpPr txBox="1"/>
          <p:nvPr/>
        </p:nvSpPr>
        <p:spPr>
          <a:xfrm>
            <a:off x="11960853" y="5575450"/>
            <a:ext cx="5272088" cy="451342"/>
          </a:xfrm>
          <a:prstGeom prst="rect">
            <a:avLst/>
          </a:prstGeom>
          <a:noFill/>
        </p:spPr>
        <p:txBody>
          <a:bodyPr wrap="square" rtlCol="0">
            <a:spAutoFit/>
          </a:bodyPr>
          <a:lstStyle/>
          <a:p>
            <a:pPr defTabSz="762015">
              <a:defRPr/>
            </a:pPr>
            <a:r>
              <a:rPr lang="en-US" sz="2333" dirty="0">
                <a:solidFill>
                  <a:srgbClr val="000000"/>
                </a:solidFill>
              </a:rPr>
              <a:t>Skip-Gram</a:t>
            </a:r>
          </a:p>
        </p:txBody>
      </p:sp>
      <p:grpSp>
        <p:nvGrpSpPr>
          <p:cNvPr id="78" name="Group 77">
            <a:extLst>
              <a:ext uri="{FF2B5EF4-FFF2-40B4-BE49-F238E27FC236}">
                <a16:creationId xmlns:a16="http://schemas.microsoft.com/office/drawing/2014/main" id="{0128F785-CD37-45A6-9EC1-FC158A4A8CDD}"/>
              </a:ext>
            </a:extLst>
          </p:cNvPr>
          <p:cNvGrpSpPr/>
          <p:nvPr/>
        </p:nvGrpSpPr>
        <p:grpSpPr>
          <a:xfrm>
            <a:off x="3475052" y="6393235"/>
            <a:ext cx="3892427" cy="3701121"/>
            <a:chOff x="2432447" y="3805404"/>
            <a:chExt cx="2594951" cy="2467414"/>
          </a:xfrm>
        </p:grpSpPr>
        <p:sp>
          <p:nvSpPr>
            <p:cNvPr id="79" name="TextBox 78">
              <a:extLst>
                <a:ext uri="{FF2B5EF4-FFF2-40B4-BE49-F238E27FC236}">
                  <a16:creationId xmlns:a16="http://schemas.microsoft.com/office/drawing/2014/main" id="{D8D08876-B310-4E1B-8C75-FB85F19F4B56}"/>
                </a:ext>
              </a:extLst>
            </p:cNvPr>
            <p:cNvSpPr txBox="1"/>
            <p:nvPr/>
          </p:nvSpPr>
          <p:spPr>
            <a:xfrm>
              <a:off x="3639953" y="3805404"/>
              <a:ext cx="373134" cy="215443"/>
            </a:xfrm>
            <a:prstGeom prst="rect">
              <a:avLst/>
            </a:prstGeom>
            <a:noFill/>
          </p:spPr>
          <p:txBody>
            <a:bodyPr wrap="square" rtlCol="0">
              <a:spAutoFit/>
            </a:bodyPr>
            <a:lstStyle/>
            <a:p>
              <a:pPr defTabSz="762015">
                <a:defRPr/>
              </a:pPr>
              <a:r>
                <a:rPr lang="en-US" sz="1500" dirty="0">
                  <a:solidFill>
                    <a:srgbClr val="000000"/>
                  </a:solidFill>
                </a:rPr>
                <a:t>cat</a:t>
              </a:r>
            </a:p>
          </p:txBody>
        </p:sp>
        <p:grpSp>
          <p:nvGrpSpPr>
            <p:cNvPr id="80" name="Group 79">
              <a:extLst>
                <a:ext uri="{FF2B5EF4-FFF2-40B4-BE49-F238E27FC236}">
                  <a16:creationId xmlns:a16="http://schemas.microsoft.com/office/drawing/2014/main" id="{D05AD3F4-1077-4192-80D3-22F963591B31}"/>
                </a:ext>
              </a:extLst>
            </p:cNvPr>
            <p:cNvGrpSpPr/>
            <p:nvPr/>
          </p:nvGrpSpPr>
          <p:grpSpPr>
            <a:xfrm>
              <a:off x="2432447" y="4054997"/>
              <a:ext cx="2594951" cy="2217821"/>
              <a:chOff x="1235869" y="4037137"/>
              <a:chExt cx="2594951" cy="2217821"/>
            </a:xfrm>
          </p:grpSpPr>
          <p:sp>
            <p:nvSpPr>
              <p:cNvPr id="81" name="Oval 80">
                <a:extLst>
                  <a:ext uri="{FF2B5EF4-FFF2-40B4-BE49-F238E27FC236}">
                    <a16:creationId xmlns:a16="http://schemas.microsoft.com/office/drawing/2014/main" id="{682B8160-879D-46DB-98B7-E4492B843493}"/>
                  </a:ext>
                </a:extLst>
              </p:cNvPr>
              <p:cNvSpPr/>
              <p:nvPr/>
            </p:nvSpPr>
            <p:spPr>
              <a:xfrm>
                <a:off x="1345006" y="5228725"/>
                <a:ext cx="274643" cy="26818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r>
                  <a:rPr lang="en-US" sz="3000" dirty="0">
                    <a:solidFill>
                      <a:srgbClr val="FFFFFF"/>
                    </a:solidFill>
                    <a:latin typeface="Trebuchet MS"/>
                  </a:rPr>
                  <a:t>E</a:t>
                </a:r>
              </a:p>
            </p:txBody>
          </p:sp>
          <p:sp>
            <p:nvSpPr>
              <p:cNvPr id="82" name="Oval 81">
                <a:extLst>
                  <a:ext uri="{FF2B5EF4-FFF2-40B4-BE49-F238E27FC236}">
                    <a16:creationId xmlns:a16="http://schemas.microsoft.com/office/drawing/2014/main" id="{39F747A3-EC1E-4C91-89FB-E570DF9C990B}"/>
                  </a:ext>
                </a:extLst>
              </p:cNvPr>
              <p:cNvSpPr/>
              <p:nvPr/>
            </p:nvSpPr>
            <p:spPr>
              <a:xfrm>
                <a:off x="1345330" y="5704807"/>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endParaRPr lang="en-US" sz="3000">
                  <a:solidFill>
                    <a:srgbClr val="FFFFFF"/>
                  </a:solidFill>
                  <a:latin typeface="Trebuchet MS"/>
                </a:endParaRPr>
              </a:p>
            </p:txBody>
          </p:sp>
          <p:sp>
            <p:nvSpPr>
              <p:cNvPr id="83" name="Oval 82">
                <a:extLst>
                  <a:ext uri="{FF2B5EF4-FFF2-40B4-BE49-F238E27FC236}">
                    <a16:creationId xmlns:a16="http://schemas.microsoft.com/office/drawing/2014/main" id="{2BC8234C-4B76-48B6-AA31-5DD24EE99899}"/>
                  </a:ext>
                </a:extLst>
              </p:cNvPr>
              <p:cNvSpPr/>
              <p:nvPr/>
            </p:nvSpPr>
            <p:spPr>
              <a:xfrm>
                <a:off x="2065864" y="5704807"/>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endParaRPr lang="en-US" sz="3000">
                  <a:solidFill>
                    <a:srgbClr val="FFFFFF"/>
                  </a:solidFill>
                  <a:latin typeface="Trebuchet MS"/>
                </a:endParaRPr>
              </a:p>
            </p:txBody>
          </p:sp>
          <p:sp>
            <p:nvSpPr>
              <p:cNvPr id="84" name="Oval 83">
                <a:extLst>
                  <a:ext uri="{FF2B5EF4-FFF2-40B4-BE49-F238E27FC236}">
                    <a16:creationId xmlns:a16="http://schemas.microsoft.com/office/drawing/2014/main" id="{102EC659-49AF-4201-996C-23FC10D7751C}"/>
                  </a:ext>
                </a:extLst>
              </p:cNvPr>
              <p:cNvSpPr/>
              <p:nvPr/>
            </p:nvSpPr>
            <p:spPr>
              <a:xfrm>
                <a:off x="2786398" y="5705345"/>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endParaRPr lang="en-US" sz="3000">
                  <a:solidFill>
                    <a:srgbClr val="FFFFFF"/>
                  </a:solidFill>
                  <a:latin typeface="Trebuchet MS"/>
                </a:endParaRPr>
              </a:p>
            </p:txBody>
          </p:sp>
          <p:sp>
            <p:nvSpPr>
              <p:cNvPr id="85" name="Oval 84">
                <a:extLst>
                  <a:ext uri="{FF2B5EF4-FFF2-40B4-BE49-F238E27FC236}">
                    <a16:creationId xmlns:a16="http://schemas.microsoft.com/office/drawing/2014/main" id="{69B1B7D0-EBA3-4273-97BD-93B2E6C8CCFC}"/>
                  </a:ext>
                </a:extLst>
              </p:cNvPr>
              <p:cNvSpPr/>
              <p:nvPr/>
            </p:nvSpPr>
            <p:spPr>
              <a:xfrm>
                <a:off x="3506932" y="5729310"/>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endParaRPr lang="en-US" sz="3000">
                  <a:solidFill>
                    <a:srgbClr val="FFFFFF"/>
                  </a:solidFill>
                  <a:latin typeface="Trebuchet MS"/>
                </a:endParaRPr>
              </a:p>
            </p:txBody>
          </p:sp>
          <p:sp>
            <p:nvSpPr>
              <p:cNvPr id="86" name="TextBox 85">
                <a:extLst>
                  <a:ext uri="{FF2B5EF4-FFF2-40B4-BE49-F238E27FC236}">
                    <a16:creationId xmlns:a16="http://schemas.microsoft.com/office/drawing/2014/main" id="{26D2F31E-CBBD-4E60-B722-C2F6AC22111E}"/>
                  </a:ext>
                </a:extLst>
              </p:cNvPr>
              <p:cNvSpPr txBox="1"/>
              <p:nvPr/>
            </p:nvSpPr>
            <p:spPr>
              <a:xfrm>
                <a:off x="1235869" y="6050084"/>
                <a:ext cx="492919" cy="198303"/>
              </a:xfrm>
              <a:prstGeom prst="rect">
                <a:avLst/>
              </a:prstGeom>
              <a:noFill/>
            </p:spPr>
            <p:txBody>
              <a:bodyPr wrap="square" rtlCol="0">
                <a:spAutoFit/>
              </a:bodyPr>
              <a:lstStyle/>
              <a:p>
                <a:pPr defTabSz="762015">
                  <a:defRPr/>
                </a:pPr>
                <a:r>
                  <a:rPr lang="en-US" sz="1333" dirty="0">
                    <a:solidFill>
                      <a:srgbClr val="000000"/>
                    </a:solidFill>
                  </a:rPr>
                  <a:t>PAD</a:t>
                </a:r>
              </a:p>
            </p:txBody>
          </p:sp>
          <p:sp>
            <p:nvSpPr>
              <p:cNvPr id="87" name="TextBox 86">
                <a:extLst>
                  <a:ext uri="{FF2B5EF4-FFF2-40B4-BE49-F238E27FC236}">
                    <a16:creationId xmlns:a16="http://schemas.microsoft.com/office/drawing/2014/main" id="{D609A87A-7572-4B19-9A64-122DCA735A3D}"/>
                  </a:ext>
                </a:extLst>
              </p:cNvPr>
              <p:cNvSpPr txBox="1"/>
              <p:nvPr/>
            </p:nvSpPr>
            <p:spPr>
              <a:xfrm>
                <a:off x="2001981" y="6056655"/>
                <a:ext cx="373134" cy="198303"/>
              </a:xfrm>
              <a:prstGeom prst="rect">
                <a:avLst/>
              </a:prstGeom>
              <a:noFill/>
            </p:spPr>
            <p:txBody>
              <a:bodyPr wrap="square" rtlCol="0">
                <a:spAutoFit/>
              </a:bodyPr>
              <a:lstStyle/>
              <a:p>
                <a:pPr defTabSz="762015">
                  <a:defRPr/>
                </a:pPr>
                <a:r>
                  <a:rPr lang="en-US" sz="1333" dirty="0">
                    <a:solidFill>
                      <a:srgbClr val="000000"/>
                    </a:solidFill>
                  </a:rPr>
                  <a:t>the</a:t>
                </a:r>
              </a:p>
            </p:txBody>
          </p:sp>
          <p:sp>
            <p:nvSpPr>
              <p:cNvPr id="88" name="TextBox 87">
                <a:extLst>
                  <a:ext uri="{FF2B5EF4-FFF2-40B4-BE49-F238E27FC236}">
                    <a16:creationId xmlns:a16="http://schemas.microsoft.com/office/drawing/2014/main" id="{D9DBB93A-728C-4866-AEF4-9D223D769AB9}"/>
                  </a:ext>
                </a:extLst>
              </p:cNvPr>
              <p:cNvSpPr txBox="1"/>
              <p:nvPr/>
            </p:nvSpPr>
            <p:spPr>
              <a:xfrm>
                <a:off x="2737152" y="6056655"/>
                <a:ext cx="373134" cy="198303"/>
              </a:xfrm>
              <a:prstGeom prst="rect">
                <a:avLst/>
              </a:prstGeom>
              <a:noFill/>
            </p:spPr>
            <p:txBody>
              <a:bodyPr wrap="square" rtlCol="0">
                <a:spAutoFit/>
              </a:bodyPr>
              <a:lstStyle/>
              <a:p>
                <a:pPr defTabSz="762015">
                  <a:defRPr/>
                </a:pPr>
                <a:r>
                  <a:rPr lang="en-US" sz="1333" dirty="0">
                    <a:solidFill>
                      <a:srgbClr val="000000"/>
                    </a:solidFill>
                  </a:rPr>
                  <a:t>sat</a:t>
                </a:r>
              </a:p>
            </p:txBody>
          </p:sp>
          <p:sp>
            <p:nvSpPr>
              <p:cNvPr id="89" name="TextBox 88">
                <a:extLst>
                  <a:ext uri="{FF2B5EF4-FFF2-40B4-BE49-F238E27FC236}">
                    <a16:creationId xmlns:a16="http://schemas.microsoft.com/office/drawing/2014/main" id="{EC9F142B-2CD3-4235-8A38-D4F599326084}"/>
                  </a:ext>
                </a:extLst>
              </p:cNvPr>
              <p:cNvSpPr txBox="1"/>
              <p:nvPr/>
            </p:nvSpPr>
            <p:spPr>
              <a:xfrm>
                <a:off x="3457686" y="6056655"/>
                <a:ext cx="373134" cy="198303"/>
              </a:xfrm>
              <a:prstGeom prst="rect">
                <a:avLst/>
              </a:prstGeom>
              <a:noFill/>
            </p:spPr>
            <p:txBody>
              <a:bodyPr wrap="square" rtlCol="0">
                <a:spAutoFit/>
              </a:bodyPr>
              <a:lstStyle/>
              <a:p>
                <a:pPr defTabSz="762015">
                  <a:defRPr/>
                </a:pPr>
                <a:r>
                  <a:rPr lang="en-US" sz="1333" dirty="0">
                    <a:solidFill>
                      <a:srgbClr val="000000"/>
                    </a:solidFill>
                  </a:rPr>
                  <a:t>on</a:t>
                </a:r>
              </a:p>
            </p:txBody>
          </p:sp>
          <p:sp>
            <p:nvSpPr>
              <p:cNvPr id="90" name="Oval 89">
                <a:extLst>
                  <a:ext uri="{FF2B5EF4-FFF2-40B4-BE49-F238E27FC236}">
                    <a16:creationId xmlns:a16="http://schemas.microsoft.com/office/drawing/2014/main" id="{F944A01F-CCFA-4884-BE92-71867CC4C271}"/>
                  </a:ext>
                </a:extLst>
              </p:cNvPr>
              <p:cNvSpPr/>
              <p:nvPr/>
            </p:nvSpPr>
            <p:spPr>
              <a:xfrm>
                <a:off x="2058221" y="5228725"/>
                <a:ext cx="274643" cy="26818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r>
                  <a:rPr lang="en-US" sz="3000" dirty="0">
                    <a:solidFill>
                      <a:srgbClr val="FFFFFF"/>
                    </a:solidFill>
                    <a:latin typeface="Trebuchet MS"/>
                  </a:rPr>
                  <a:t>E</a:t>
                </a:r>
              </a:p>
            </p:txBody>
          </p:sp>
          <p:sp>
            <p:nvSpPr>
              <p:cNvPr id="91" name="Oval 90">
                <a:extLst>
                  <a:ext uri="{FF2B5EF4-FFF2-40B4-BE49-F238E27FC236}">
                    <a16:creationId xmlns:a16="http://schemas.microsoft.com/office/drawing/2014/main" id="{6E9F6A5C-4DCC-4724-A9CD-47E5610B9C93}"/>
                  </a:ext>
                </a:extLst>
              </p:cNvPr>
              <p:cNvSpPr/>
              <p:nvPr/>
            </p:nvSpPr>
            <p:spPr>
              <a:xfrm>
                <a:off x="2797443" y="5249132"/>
                <a:ext cx="274643" cy="26818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r>
                  <a:rPr lang="en-US" sz="3000" dirty="0">
                    <a:solidFill>
                      <a:srgbClr val="FFFFFF"/>
                    </a:solidFill>
                    <a:latin typeface="Trebuchet MS"/>
                  </a:rPr>
                  <a:t>E</a:t>
                </a:r>
              </a:p>
            </p:txBody>
          </p:sp>
          <p:sp>
            <p:nvSpPr>
              <p:cNvPr id="92" name="Oval 91">
                <a:extLst>
                  <a:ext uri="{FF2B5EF4-FFF2-40B4-BE49-F238E27FC236}">
                    <a16:creationId xmlns:a16="http://schemas.microsoft.com/office/drawing/2014/main" id="{6B400636-F296-4F18-B033-005F8E652A78}"/>
                  </a:ext>
                </a:extLst>
              </p:cNvPr>
              <p:cNvSpPr/>
              <p:nvPr/>
            </p:nvSpPr>
            <p:spPr>
              <a:xfrm>
                <a:off x="3525295" y="5245376"/>
                <a:ext cx="274643" cy="26818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r>
                  <a:rPr lang="en-US" sz="3000" dirty="0">
                    <a:solidFill>
                      <a:srgbClr val="FFFFFF"/>
                    </a:solidFill>
                    <a:latin typeface="Trebuchet MS"/>
                  </a:rPr>
                  <a:t>E</a:t>
                </a:r>
              </a:p>
            </p:txBody>
          </p:sp>
          <p:cxnSp>
            <p:nvCxnSpPr>
              <p:cNvPr id="93" name="Straight Arrow Connector 92">
                <a:extLst>
                  <a:ext uri="{FF2B5EF4-FFF2-40B4-BE49-F238E27FC236}">
                    <a16:creationId xmlns:a16="http://schemas.microsoft.com/office/drawing/2014/main" id="{3D9FD2CF-A486-4D59-8907-7431B6DB4D18}"/>
                  </a:ext>
                </a:extLst>
              </p:cNvPr>
              <p:cNvCxnSpPr>
                <a:stCxn id="82" idx="0"/>
                <a:endCxn id="81" idx="4"/>
              </p:cNvCxnSpPr>
              <p:nvPr/>
            </p:nvCxnSpPr>
            <p:spPr>
              <a:xfrm flipH="1" flipV="1">
                <a:off x="1482328" y="5496906"/>
                <a:ext cx="324" cy="207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EB5AD686-54B0-480D-9C49-B40E027C855D}"/>
                  </a:ext>
                </a:extLst>
              </p:cNvPr>
              <p:cNvCxnSpPr/>
              <p:nvPr/>
            </p:nvCxnSpPr>
            <p:spPr>
              <a:xfrm flipH="1" flipV="1">
                <a:off x="2195218" y="5496906"/>
                <a:ext cx="324" cy="207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1A230221-E361-4589-9B6C-237F3AA3C689}"/>
                  </a:ext>
                </a:extLst>
              </p:cNvPr>
              <p:cNvCxnSpPr/>
              <p:nvPr/>
            </p:nvCxnSpPr>
            <p:spPr>
              <a:xfrm flipH="1" flipV="1">
                <a:off x="2923395" y="5507379"/>
                <a:ext cx="324" cy="207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04229E80-3B69-4DCC-83DF-200040CE9208}"/>
                  </a:ext>
                </a:extLst>
              </p:cNvPr>
              <p:cNvCxnSpPr/>
              <p:nvPr/>
            </p:nvCxnSpPr>
            <p:spPr>
              <a:xfrm flipH="1" flipV="1">
                <a:off x="3651572" y="5514774"/>
                <a:ext cx="324" cy="207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Oval 96">
                <a:extLst>
                  <a:ext uri="{FF2B5EF4-FFF2-40B4-BE49-F238E27FC236}">
                    <a16:creationId xmlns:a16="http://schemas.microsoft.com/office/drawing/2014/main" id="{1FA4A13C-893D-4360-A170-9759C3633159}"/>
                  </a:ext>
                </a:extLst>
              </p:cNvPr>
              <p:cNvSpPr/>
              <p:nvPr/>
            </p:nvSpPr>
            <p:spPr>
              <a:xfrm>
                <a:off x="2496793" y="4499945"/>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r>
                  <a:rPr lang="el-GR" sz="3000" dirty="0">
                    <a:solidFill>
                      <a:srgbClr val="FFFFFF"/>
                    </a:solidFill>
                    <a:latin typeface="Trebuchet MS"/>
                  </a:rPr>
                  <a:t>Σ</a:t>
                </a:r>
                <a:endParaRPr lang="en-US" sz="3000" dirty="0">
                  <a:solidFill>
                    <a:srgbClr val="FFFFFF"/>
                  </a:solidFill>
                  <a:latin typeface="Trebuchet MS"/>
                </a:endParaRPr>
              </a:p>
            </p:txBody>
          </p:sp>
          <p:cxnSp>
            <p:nvCxnSpPr>
              <p:cNvPr id="98" name="Straight Arrow Connector 97">
                <a:extLst>
                  <a:ext uri="{FF2B5EF4-FFF2-40B4-BE49-F238E27FC236}">
                    <a16:creationId xmlns:a16="http://schemas.microsoft.com/office/drawing/2014/main" id="{B652DFC5-8F9A-4901-A80B-4E0765AE9457}"/>
                  </a:ext>
                </a:extLst>
              </p:cNvPr>
              <p:cNvCxnSpPr>
                <a:stCxn id="81" idx="0"/>
                <a:endCxn id="97" idx="4"/>
              </p:cNvCxnSpPr>
              <p:nvPr/>
            </p:nvCxnSpPr>
            <p:spPr>
              <a:xfrm flipV="1">
                <a:off x="1482328" y="4768126"/>
                <a:ext cx="1151787" cy="460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7D34E21A-3EC6-424B-A49F-2B1EF555348C}"/>
                  </a:ext>
                </a:extLst>
              </p:cNvPr>
              <p:cNvCxnSpPr>
                <a:cxnSpLocks/>
                <a:stCxn id="90" idx="0"/>
                <a:endCxn id="97" idx="4"/>
              </p:cNvCxnSpPr>
              <p:nvPr/>
            </p:nvCxnSpPr>
            <p:spPr>
              <a:xfrm flipV="1">
                <a:off x="2195543" y="4768126"/>
                <a:ext cx="438572" cy="460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941369DE-1F11-434A-BA1E-E513223D750D}"/>
                  </a:ext>
                </a:extLst>
              </p:cNvPr>
              <p:cNvCxnSpPr>
                <a:cxnSpLocks/>
                <a:endCxn id="97" idx="4"/>
              </p:cNvCxnSpPr>
              <p:nvPr/>
            </p:nvCxnSpPr>
            <p:spPr>
              <a:xfrm flipH="1" flipV="1">
                <a:off x="2634115" y="4768126"/>
                <a:ext cx="336136" cy="459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A8E3C606-8C6D-42D6-BD1E-46EFC7BF1A38}"/>
                  </a:ext>
                </a:extLst>
              </p:cNvPr>
              <p:cNvCxnSpPr>
                <a:cxnSpLocks/>
                <a:stCxn id="92" idx="0"/>
                <a:endCxn id="97" idx="4"/>
              </p:cNvCxnSpPr>
              <p:nvPr/>
            </p:nvCxnSpPr>
            <p:spPr>
              <a:xfrm flipH="1" flipV="1">
                <a:off x="2634115" y="4768126"/>
                <a:ext cx="1028502" cy="47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F7A57EB7-2D1B-412F-B7B8-CF6E8F357266}"/>
                  </a:ext>
                </a:extLst>
              </p:cNvPr>
              <p:cNvSpPr/>
              <p:nvPr/>
            </p:nvSpPr>
            <p:spPr>
              <a:xfrm>
                <a:off x="2492621" y="4037137"/>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endParaRPr lang="en-US" sz="3000">
                  <a:solidFill>
                    <a:srgbClr val="0C34BD"/>
                  </a:solidFill>
                  <a:latin typeface="Trebuchet MS"/>
                </a:endParaRPr>
              </a:p>
            </p:txBody>
          </p:sp>
          <p:cxnSp>
            <p:nvCxnSpPr>
              <p:cNvPr id="103" name="Straight Arrow Connector 102">
                <a:extLst>
                  <a:ext uri="{FF2B5EF4-FFF2-40B4-BE49-F238E27FC236}">
                    <a16:creationId xmlns:a16="http://schemas.microsoft.com/office/drawing/2014/main" id="{C8BDE29C-0721-4EA8-8A7B-C4BDFE5CCFAF}"/>
                  </a:ext>
                </a:extLst>
              </p:cNvPr>
              <p:cNvCxnSpPr>
                <a:stCxn id="97" idx="0"/>
                <a:endCxn id="102" idx="4"/>
              </p:cNvCxnSpPr>
              <p:nvPr/>
            </p:nvCxnSpPr>
            <p:spPr>
              <a:xfrm flipH="1" flipV="1">
                <a:off x="2629943" y="4305318"/>
                <a:ext cx="4172" cy="194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
        <p:nvSpPr>
          <p:cNvPr id="104" name="TextBox 103">
            <a:extLst>
              <a:ext uri="{FF2B5EF4-FFF2-40B4-BE49-F238E27FC236}">
                <a16:creationId xmlns:a16="http://schemas.microsoft.com/office/drawing/2014/main" id="{907DBF00-55EA-402C-A77E-806314B80160}"/>
              </a:ext>
            </a:extLst>
          </p:cNvPr>
          <p:cNvSpPr txBox="1"/>
          <p:nvPr/>
        </p:nvSpPr>
        <p:spPr>
          <a:xfrm>
            <a:off x="1822869" y="9223476"/>
            <a:ext cx="1382315" cy="369332"/>
          </a:xfrm>
          <a:prstGeom prst="rect">
            <a:avLst/>
          </a:prstGeom>
          <a:noFill/>
        </p:spPr>
        <p:txBody>
          <a:bodyPr wrap="square" rtlCol="0">
            <a:spAutoFit/>
          </a:bodyPr>
          <a:lstStyle/>
          <a:p>
            <a:pPr defTabSz="762015">
              <a:defRPr/>
            </a:pPr>
            <a:r>
              <a:rPr lang="en-US" dirty="0">
                <a:solidFill>
                  <a:srgbClr val="FF0000"/>
                </a:solidFill>
              </a:rPr>
              <a:t>1-hot (|V|)</a:t>
            </a:r>
          </a:p>
        </p:txBody>
      </p:sp>
      <p:sp>
        <p:nvSpPr>
          <p:cNvPr id="105" name="TextBox 104">
            <a:extLst>
              <a:ext uri="{FF2B5EF4-FFF2-40B4-BE49-F238E27FC236}">
                <a16:creationId xmlns:a16="http://schemas.microsoft.com/office/drawing/2014/main" id="{FC0430BA-1D6C-496F-AA95-EA2B7E94B08B}"/>
              </a:ext>
            </a:extLst>
          </p:cNvPr>
          <p:cNvSpPr txBox="1"/>
          <p:nvPr/>
        </p:nvSpPr>
        <p:spPr>
          <a:xfrm>
            <a:off x="1825840" y="8513755"/>
            <a:ext cx="1727343" cy="369332"/>
          </a:xfrm>
          <a:prstGeom prst="rect">
            <a:avLst/>
          </a:prstGeom>
          <a:noFill/>
        </p:spPr>
        <p:txBody>
          <a:bodyPr wrap="square" rtlCol="0">
            <a:spAutoFit/>
          </a:bodyPr>
          <a:lstStyle/>
          <a:p>
            <a:pPr defTabSz="762015">
              <a:defRPr/>
            </a:pPr>
            <a:r>
              <a:rPr lang="en-US" dirty="0">
                <a:solidFill>
                  <a:srgbClr val="FF0000"/>
                </a:solidFill>
              </a:rPr>
              <a:t>d-dimensional</a:t>
            </a:r>
          </a:p>
        </p:txBody>
      </p:sp>
      <p:sp>
        <p:nvSpPr>
          <p:cNvPr id="106" name="TextBox 105">
            <a:extLst>
              <a:ext uri="{FF2B5EF4-FFF2-40B4-BE49-F238E27FC236}">
                <a16:creationId xmlns:a16="http://schemas.microsoft.com/office/drawing/2014/main" id="{EBE8837F-E3EA-4D97-A1D5-065388088F0D}"/>
              </a:ext>
            </a:extLst>
          </p:cNvPr>
          <p:cNvSpPr txBox="1"/>
          <p:nvPr/>
        </p:nvSpPr>
        <p:spPr>
          <a:xfrm>
            <a:off x="1856210" y="7416714"/>
            <a:ext cx="1727343" cy="369332"/>
          </a:xfrm>
          <a:prstGeom prst="rect">
            <a:avLst/>
          </a:prstGeom>
          <a:noFill/>
        </p:spPr>
        <p:txBody>
          <a:bodyPr wrap="square" rtlCol="0">
            <a:spAutoFit/>
          </a:bodyPr>
          <a:lstStyle/>
          <a:p>
            <a:pPr defTabSz="762015">
              <a:defRPr/>
            </a:pPr>
            <a:r>
              <a:rPr lang="en-US" dirty="0">
                <a:solidFill>
                  <a:srgbClr val="FF0000"/>
                </a:solidFill>
              </a:rPr>
              <a:t>d-dimensional</a:t>
            </a:r>
          </a:p>
        </p:txBody>
      </p:sp>
      <p:sp>
        <p:nvSpPr>
          <p:cNvPr id="107" name="TextBox 106">
            <a:extLst>
              <a:ext uri="{FF2B5EF4-FFF2-40B4-BE49-F238E27FC236}">
                <a16:creationId xmlns:a16="http://schemas.microsoft.com/office/drawing/2014/main" id="{5EF0AD63-C797-425D-AAC0-1366ED34DE4C}"/>
              </a:ext>
            </a:extLst>
          </p:cNvPr>
          <p:cNvSpPr txBox="1"/>
          <p:nvPr/>
        </p:nvSpPr>
        <p:spPr>
          <a:xfrm>
            <a:off x="1856211" y="6706994"/>
            <a:ext cx="1382315" cy="369332"/>
          </a:xfrm>
          <a:prstGeom prst="rect">
            <a:avLst/>
          </a:prstGeom>
          <a:noFill/>
        </p:spPr>
        <p:txBody>
          <a:bodyPr wrap="square" rtlCol="0">
            <a:spAutoFit/>
          </a:bodyPr>
          <a:lstStyle/>
          <a:p>
            <a:pPr defTabSz="762015">
              <a:defRPr/>
            </a:pPr>
            <a:r>
              <a:rPr lang="en-US" dirty="0">
                <a:solidFill>
                  <a:srgbClr val="FF0000"/>
                </a:solidFill>
              </a:rPr>
              <a:t>1-hot (|V|)</a:t>
            </a:r>
          </a:p>
        </p:txBody>
      </p:sp>
      <p:sp>
        <p:nvSpPr>
          <p:cNvPr id="108" name="TextBox 107">
            <a:extLst>
              <a:ext uri="{FF2B5EF4-FFF2-40B4-BE49-F238E27FC236}">
                <a16:creationId xmlns:a16="http://schemas.microsoft.com/office/drawing/2014/main" id="{7131A2F0-BA51-4E72-A80B-88F7299FCD2C}"/>
              </a:ext>
            </a:extLst>
          </p:cNvPr>
          <p:cNvSpPr txBox="1"/>
          <p:nvPr/>
        </p:nvSpPr>
        <p:spPr>
          <a:xfrm>
            <a:off x="15382808" y="9223474"/>
            <a:ext cx="1382315" cy="369332"/>
          </a:xfrm>
          <a:prstGeom prst="rect">
            <a:avLst/>
          </a:prstGeom>
          <a:noFill/>
        </p:spPr>
        <p:txBody>
          <a:bodyPr wrap="square" rtlCol="0">
            <a:spAutoFit/>
          </a:bodyPr>
          <a:lstStyle/>
          <a:p>
            <a:pPr defTabSz="762015">
              <a:defRPr/>
            </a:pPr>
            <a:r>
              <a:rPr lang="en-US" dirty="0">
                <a:solidFill>
                  <a:srgbClr val="FF0000"/>
                </a:solidFill>
              </a:rPr>
              <a:t>1-hot (|V|)</a:t>
            </a:r>
          </a:p>
        </p:txBody>
      </p:sp>
      <p:sp>
        <p:nvSpPr>
          <p:cNvPr id="109" name="TextBox 108">
            <a:extLst>
              <a:ext uri="{FF2B5EF4-FFF2-40B4-BE49-F238E27FC236}">
                <a16:creationId xmlns:a16="http://schemas.microsoft.com/office/drawing/2014/main" id="{5DCFD7B8-1CFE-4856-9514-657C877D1C35}"/>
              </a:ext>
            </a:extLst>
          </p:cNvPr>
          <p:cNvSpPr txBox="1"/>
          <p:nvPr/>
        </p:nvSpPr>
        <p:spPr>
          <a:xfrm>
            <a:off x="15438562" y="8447590"/>
            <a:ext cx="1727343" cy="369332"/>
          </a:xfrm>
          <a:prstGeom prst="rect">
            <a:avLst/>
          </a:prstGeom>
          <a:noFill/>
        </p:spPr>
        <p:txBody>
          <a:bodyPr wrap="square" rtlCol="0">
            <a:spAutoFit/>
          </a:bodyPr>
          <a:lstStyle/>
          <a:p>
            <a:pPr defTabSz="762015">
              <a:defRPr/>
            </a:pPr>
            <a:r>
              <a:rPr lang="en-US" dirty="0">
                <a:solidFill>
                  <a:srgbClr val="FF0000"/>
                </a:solidFill>
              </a:rPr>
              <a:t>d-dimensional</a:t>
            </a:r>
          </a:p>
        </p:txBody>
      </p:sp>
      <p:sp>
        <p:nvSpPr>
          <p:cNvPr id="110" name="TextBox 109">
            <a:extLst>
              <a:ext uri="{FF2B5EF4-FFF2-40B4-BE49-F238E27FC236}">
                <a16:creationId xmlns:a16="http://schemas.microsoft.com/office/drawing/2014/main" id="{9446281F-15DE-4A2F-BD58-75E6E7D95C6B}"/>
              </a:ext>
            </a:extLst>
          </p:cNvPr>
          <p:cNvSpPr txBox="1"/>
          <p:nvPr/>
        </p:nvSpPr>
        <p:spPr>
          <a:xfrm>
            <a:off x="15382807" y="7472604"/>
            <a:ext cx="1727343" cy="369332"/>
          </a:xfrm>
          <a:prstGeom prst="rect">
            <a:avLst/>
          </a:prstGeom>
          <a:noFill/>
        </p:spPr>
        <p:txBody>
          <a:bodyPr wrap="square" rtlCol="0">
            <a:spAutoFit/>
          </a:bodyPr>
          <a:lstStyle/>
          <a:p>
            <a:pPr defTabSz="762015">
              <a:defRPr/>
            </a:pPr>
            <a:r>
              <a:rPr lang="en-US" dirty="0">
                <a:solidFill>
                  <a:srgbClr val="FF0000"/>
                </a:solidFill>
              </a:rPr>
              <a:t>d-dimensional</a:t>
            </a:r>
          </a:p>
        </p:txBody>
      </p:sp>
      <p:sp>
        <p:nvSpPr>
          <p:cNvPr id="111" name="TextBox 110">
            <a:extLst>
              <a:ext uri="{FF2B5EF4-FFF2-40B4-BE49-F238E27FC236}">
                <a16:creationId xmlns:a16="http://schemas.microsoft.com/office/drawing/2014/main" id="{A36CEF7A-D2C5-4DBB-A62E-7679028CAD6D}"/>
              </a:ext>
            </a:extLst>
          </p:cNvPr>
          <p:cNvSpPr txBox="1"/>
          <p:nvPr/>
        </p:nvSpPr>
        <p:spPr>
          <a:xfrm>
            <a:off x="15382806" y="6704848"/>
            <a:ext cx="1382315" cy="369332"/>
          </a:xfrm>
          <a:prstGeom prst="rect">
            <a:avLst/>
          </a:prstGeom>
          <a:noFill/>
        </p:spPr>
        <p:txBody>
          <a:bodyPr wrap="square" rtlCol="0">
            <a:spAutoFit/>
          </a:bodyPr>
          <a:lstStyle/>
          <a:p>
            <a:pPr defTabSz="762015">
              <a:defRPr/>
            </a:pPr>
            <a:r>
              <a:rPr lang="en-US" dirty="0">
                <a:solidFill>
                  <a:srgbClr val="FF0000"/>
                </a:solidFill>
              </a:rPr>
              <a:t>1-hot (|V|)</a:t>
            </a:r>
          </a:p>
        </p:txBody>
      </p:sp>
      <p:grpSp>
        <p:nvGrpSpPr>
          <p:cNvPr id="112" name="Group 111">
            <a:extLst>
              <a:ext uri="{FF2B5EF4-FFF2-40B4-BE49-F238E27FC236}">
                <a16:creationId xmlns:a16="http://schemas.microsoft.com/office/drawing/2014/main" id="{5DA95767-14E3-4F09-96D1-9AA76EA8C97D}"/>
              </a:ext>
            </a:extLst>
          </p:cNvPr>
          <p:cNvGrpSpPr/>
          <p:nvPr/>
        </p:nvGrpSpPr>
        <p:grpSpPr>
          <a:xfrm>
            <a:off x="11245079" y="6407155"/>
            <a:ext cx="3473558" cy="3499631"/>
            <a:chOff x="7612465" y="3814682"/>
            <a:chExt cx="2315705" cy="2333088"/>
          </a:xfrm>
        </p:grpSpPr>
        <p:sp>
          <p:nvSpPr>
            <p:cNvPr id="113" name="Oval 112">
              <a:extLst>
                <a:ext uri="{FF2B5EF4-FFF2-40B4-BE49-F238E27FC236}">
                  <a16:creationId xmlns:a16="http://schemas.microsoft.com/office/drawing/2014/main" id="{0DC989E7-6683-49B5-85E7-234C40ABF9BA}"/>
                </a:ext>
              </a:extLst>
            </p:cNvPr>
            <p:cNvSpPr/>
            <p:nvPr/>
          </p:nvSpPr>
          <p:spPr>
            <a:xfrm>
              <a:off x="7677179" y="5685104"/>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endParaRPr lang="en-US" sz="3000">
                <a:solidFill>
                  <a:srgbClr val="FFFFFF"/>
                </a:solidFill>
                <a:latin typeface="Trebuchet MS"/>
              </a:endParaRPr>
            </a:p>
          </p:txBody>
        </p:sp>
        <p:sp>
          <p:nvSpPr>
            <p:cNvPr id="114" name="TextBox 113">
              <a:extLst>
                <a:ext uri="{FF2B5EF4-FFF2-40B4-BE49-F238E27FC236}">
                  <a16:creationId xmlns:a16="http://schemas.microsoft.com/office/drawing/2014/main" id="{B26735C9-9FEA-4050-B910-9C7222E3B358}"/>
                </a:ext>
              </a:extLst>
            </p:cNvPr>
            <p:cNvSpPr txBox="1"/>
            <p:nvPr/>
          </p:nvSpPr>
          <p:spPr>
            <a:xfrm>
              <a:off x="7627934" y="5942081"/>
              <a:ext cx="373134" cy="198303"/>
            </a:xfrm>
            <a:prstGeom prst="rect">
              <a:avLst/>
            </a:prstGeom>
            <a:noFill/>
          </p:spPr>
          <p:txBody>
            <a:bodyPr wrap="square" rtlCol="0">
              <a:spAutoFit/>
            </a:bodyPr>
            <a:lstStyle/>
            <a:p>
              <a:pPr defTabSz="762015">
                <a:defRPr/>
              </a:pPr>
              <a:r>
                <a:rPr lang="en-US" sz="1333" dirty="0">
                  <a:solidFill>
                    <a:srgbClr val="000000"/>
                  </a:solidFill>
                </a:rPr>
                <a:t>cat</a:t>
              </a:r>
            </a:p>
          </p:txBody>
        </p:sp>
        <p:sp>
          <p:nvSpPr>
            <p:cNvPr id="115" name="Oval 114">
              <a:extLst>
                <a:ext uri="{FF2B5EF4-FFF2-40B4-BE49-F238E27FC236}">
                  <a16:creationId xmlns:a16="http://schemas.microsoft.com/office/drawing/2014/main" id="{6A6B366C-2464-4BC1-9D82-1D832A653AC0}"/>
                </a:ext>
              </a:extLst>
            </p:cNvPr>
            <p:cNvSpPr/>
            <p:nvPr/>
          </p:nvSpPr>
          <p:spPr>
            <a:xfrm>
              <a:off x="7677179" y="5203198"/>
              <a:ext cx="274643" cy="26818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r>
                <a:rPr lang="en-US" sz="3000" dirty="0">
                  <a:solidFill>
                    <a:srgbClr val="FFFFFF"/>
                  </a:solidFill>
                  <a:latin typeface="Trebuchet MS"/>
                </a:rPr>
                <a:t>E</a:t>
              </a:r>
            </a:p>
          </p:txBody>
        </p:sp>
        <p:cxnSp>
          <p:nvCxnSpPr>
            <p:cNvPr id="116" name="Straight Arrow Connector 115">
              <a:extLst>
                <a:ext uri="{FF2B5EF4-FFF2-40B4-BE49-F238E27FC236}">
                  <a16:creationId xmlns:a16="http://schemas.microsoft.com/office/drawing/2014/main" id="{110DFFC1-B8CD-4289-9E9C-C9289A47D2A3}"/>
                </a:ext>
              </a:extLst>
            </p:cNvPr>
            <p:cNvCxnSpPr>
              <a:cxnSpLocks/>
              <a:stCxn id="115" idx="0"/>
              <a:endCxn id="141" idx="4"/>
            </p:cNvCxnSpPr>
            <p:nvPr/>
          </p:nvCxnSpPr>
          <p:spPr>
            <a:xfrm flipV="1">
              <a:off x="7814501" y="4813236"/>
              <a:ext cx="4614" cy="389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7" name="Oval 116">
              <a:extLst>
                <a:ext uri="{FF2B5EF4-FFF2-40B4-BE49-F238E27FC236}">
                  <a16:creationId xmlns:a16="http://schemas.microsoft.com/office/drawing/2014/main" id="{047D0741-2488-4AD2-9AFB-B9C877F883A1}"/>
                </a:ext>
              </a:extLst>
            </p:cNvPr>
            <p:cNvSpPr/>
            <p:nvPr/>
          </p:nvSpPr>
          <p:spPr>
            <a:xfrm>
              <a:off x="7677178" y="4045778"/>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762015">
                <a:defRPr/>
              </a:pPr>
              <a:endParaRPr lang="en-US" sz="3000">
                <a:solidFill>
                  <a:srgbClr val="FFFFFF"/>
                </a:solidFill>
                <a:latin typeface="Trebuchet MS"/>
              </a:endParaRPr>
            </a:p>
          </p:txBody>
        </p:sp>
        <p:sp>
          <p:nvSpPr>
            <p:cNvPr id="118" name="TextBox 117">
              <a:extLst>
                <a:ext uri="{FF2B5EF4-FFF2-40B4-BE49-F238E27FC236}">
                  <a16:creationId xmlns:a16="http://schemas.microsoft.com/office/drawing/2014/main" id="{B2D698A2-E805-4771-9BCA-E46E6CE96403}"/>
                </a:ext>
              </a:extLst>
            </p:cNvPr>
            <p:cNvSpPr txBox="1"/>
            <p:nvPr/>
          </p:nvSpPr>
          <p:spPr>
            <a:xfrm>
              <a:off x="7612465" y="3814682"/>
              <a:ext cx="443887" cy="198303"/>
            </a:xfrm>
            <a:prstGeom prst="rect">
              <a:avLst/>
            </a:prstGeom>
            <a:noFill/>
          </p:spPr>
          <p:txBody>
            <a:bodyPr wrap="square" rtlCol="0">
              <a:spAutoFit/>
            </a:bodyPr>
            <a:lstStyle/>
            <a:p>
              <a:pPr defTabSz="762015">
                <a:defRPr/>
              </a:pPr>
              <a:r>
                <a:rPr lang="en-US" sz="1333" dirty="0">
                  <a:solidFill>
                    <a:srgbClr val="000000"/>
                  </a:solidFill>
                </a:rPr>
                <a:t>PAD</a:t>
              </a:r>
            </a:p>
          </p:txBody>
        </p:sp>
        <p:cxnSp>
          <p:nvCxnSpPr>
            <p:cNvPr id="119" name="Straight Arrow Connector 118">
              <a:extLst>
                <a:ext uri="{FF2B5EF4-FFF2-40B4-BE49-F238E27FC236}">
                  <a16:creationId xmlns:a16="http://schemas.microsoft.com/office/drawing/2014/main" id="{7F668A02-F2A2-4267-BE80-2DE7297D52FE}"/>
                </a:ext>
              </a:extLst>
            </p:cNvPr>
            <p:cNvCxnSpPr>
              <a:stCxn id="113" idx="0"/>
              <a:endCxn id="115" idx="4"/>
            </p:cNvCxnSpPr>
            <p:nvPr/>
          </p:nvCxnSpPr>
          <p:spPr>
            <a:xfrm flipV="1">
              <a:off x="7814501" y="5471379"/>
              <a:ext cx="0" cy="213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24E20442-0BD4-4F5B-9496-F0526AAF40AA}"/>
                </a:ext>
              </a:extLst>
            </p:cNvPr>
            <p:cNvSpPr/>
            <p:nvPr/>
          </p:nvSpPr>
          <p:spPr>
            <a:xfrm>
              <a:off x="8297888" y="5682659"/>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endParaRPr lang="en-US" sz="3000">
                <a:solidFill>
                  <a:srgbClr val="FFFFFF"/>
                </a:solidFill>
                <a:latin typeface="Trebuchet MS"/>
              </a:endParaRPr>
            </a:p>
          </p:txBody>
        </p:sp>
        <p:sp>
          <p:nvSpPr>
            <p:cNvPr id="121" name="TextBox 120">
              <a:extLst>
                <a:ext uri="{FF2B5EF4-FFF2-40B4-BE49-F238E27FC236}">
                  <a16:creationId xmlns:a16="http://schemas.microsoft.com/office/drawing/2014/main" id="{28FB0454-0476-4ADA-A62E-25961A68CA81}"/>
                </a:ext>
              </a:extLst>
            </p:cNvPr>
            <p:cNvSpPr txBox="1"/>
            <p:nvPr/>
          </p:nvSpPr>
          <p:spPr>
            <a:xfrm>
              <a:off x="8247294" y="5937139"/>
              <a:ext cx="373134" cy="198303"/>
            </a:xfrm>
            <a:prstGeom prst="rect">
              <a:avLst/>
            </a:prstGeom>
            <a:noFill/>
          </p:spPr>
          <p:txBody>
            <a:bodyPr wrap="square" rtlCol="0">
              <a:spAutoFit/>
            </a:bodyPr>
            <a:lstStyle/>
            <a:p>
              <a:pPr defTabSz="762015">
                <a:defRPr/>
              </a:pPr>
              <a:r>
                <a:rPr lang="en-US" sz="1333" dirty="0">
                  <a:solidFill>
                    <a:srgbClr val="000000"/>
                  </a:solidFill>
                </a:rPr>
                <a:t>cat</a:t>
              </a:r>
            </a:p>
          </p:txBody>
        </p:sp>
        <p:sp>
          <p:nvSpPr>
            <p:cNvPr id="122" name="Oval 121">
              <a:extLst>
                <a:ext uri="{FF2B5EF4-FFF2-40B4-BE49-F238E27FC236}">
                  <a16:creationId xmlns:a16="http://schemas.microsoft.com/office/drawing/2014/main" id="{47892173-5DC1-402F-B025-19D150EEEC7B}"/>
                </a:ext>
              </a:extLst>
            </p:cNvPr>
            <p:cNvSpPr/>
            <p:nvPr/>
          </p:nvSpPr>
          <p:spPr>
            <a:xfrm>
              <a:off x="8297887" y="5199642"/>
              <a:ext cx="274643" cy="26818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r>
                <a:rPr lang="en-US" sz="3000" dirty="0">
                  <a:solidFill>
                    <a:srgbClr val="FFFFFF"/>
                  </a:solidFill>
                  <a:latin typeface="Trebuchet MS"/>
                </a:rPr>
                <a:t>E</a:t>
              </a:r>
            </a:p>
          </p:txBody>
        </p:sp>
        <p:cxnSp>
          <p:nvCxnSpPr>
            <p:cNvPr id="123" name="Straight Arrow Connector 122">
              <a:extLst>
                <a:ext uri="{FF2B5EF4-FFF2-40B4-BE49-F238E27FC236}">
                  <a16:creationId xmlns:a16="http://schemas.microsoft.com/office/drawing/2014/main" id="{41818046-559B-48BB-9BE8-592F9476E636}"/>
                </a:ext>
              </a:extLst>
            </p:cNvPr>
            <p:cNvCxnSpPr>
              <a:cxnSpLocks/>
              <a:stCxn id="122" idx="0"/>
              <a:endCxn id="142" idx="4"/>
            </p:cNvCxnSpPr>
            <p:nvPr/>
          </p:nvCxnSpPr>
          <p:spPr>
            <a:xfrm flipV="1">
              <a:off x="8435209" y="4833472"/>
              <a:ext cx="11369" cy="366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A644591E-5102-4B2A-A8EE-444BF1D58A91}"/>
                </a:ext>
              </a:extLst>
            </p:cNvPr>
            <p:cNvSpPr/>
            <p:nvPr/>
          </p:nvSpPr>
          <p:spPr>
            <a:xfrm>
              <a:off x="8297887" y="4043333"/>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762015">
                <a:defRPr/>
              </a:pPr>
              <a:endParaRPr lang="en-US" sz="3000">
                <a:solidFill>
                  <a:srgbClr val="FFFFFF"/>
                </a:solidFill>
                <a:latin typeface="Trebuchet MS"/>
              </a:endParaRPr>
            </a:p>
          </p:txBody>
        </p:sp>
        <p:cxnSp>
          <p:nvCxnSpPr>
            <p:cNvPr id="125" name="Straight Arrow Connector 124">
              <a:extLst>
                <a:ext uri="{FF2B5EF4-FFF2-40B4-BE49-F238E27FC236}">
                  <a16:creationId xmlns:a16="http://schemas.microsoft.com/office/drawing/2014/main" id="{7CD3EDC8-4129-4465-A00B-FA185E0B996D}"/>
                </a:ext>
              </a:extLst>
            </p:cNvPr>
            <p:cNvCxnSpPr>
              <a:stCxn id="120" idx="0"/>
              <a:endCxn id="122" idx="4"/>
            </p:cNvCxnSpPr>
            <p:nvPr/>
          </p:nvCxnSpPr>
          <p:spPr>
            <a:xfrm flipH="1" flipV="1">
              <a:off x="8435209" y="5467823"/>
              <a:ext cx="1" cy="214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93C97373-123E-45FB-8704-A1B4677F14DC}"/>
                </a:ext>
              </a:extLst>
            </p:cNvPr>
            <p:cNvSpPr txBox="1"/>
            <p:nvPr/>
          </p:nvSpPr>
          <p:spPr>
            <a:xfrm>
              <a:off x="8247294" y="3815979"/>
              <a:ext cx="443887" cy="198303"/>
            </a:xfrm>
            <a:prstGeom prst="rect">
              <a:avLst/>
            </a:prstGeom>
            <a:noFill/>
          </p:spPr>
          <p:txBody>
            <a:bodyPr wrap="square" rtlCol="0">
              <a:spAutoFit/>
            </a:bodyPr>
            <a:lstStyle/>
            <a:p>
              <a:pPr defTabSz="762015">
                <a:defRPr/>
              </a:pPr>
              <a:r>
                <a:rPr lang="en-US" sz="1333" dirty="0">
                  <a:solidFill>
                    <a:srgbClr val="000000"/>
                  </a:solidFill>
                </a:rPr>
                <a:t>the</a:t>
              </a:r>
            </a:p>
          </p:txBody>
        </p:sp>
        <p:sp>
          <p:nvSpPr>
            <p:cNvPr id="127" name="Oval 126">
              <a:extLst>
                <a:ext uri="{FF2B5EF4-FFF2-40B4-BE49-F238E27FC236}">
                  <a16:creationId xmlns:a16="http://schemas.microsoft.com/office/drawing/2014/main" id="{585C8610-E3CE-49F6-917A-A862C7E8DB6F}"/>
                </a:ext>
              </a:extLst>
            </p:cNvPr>
            <p:cNvSpPr/>
            <p:nvPr/>
          </p:nvSpPr>
          <p:spPr>
            <a:xfrm>
              <a:off x="8891086" y="5692491"/>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endParaRPr lang="en-US" sz="3000">
                <a:solidFill>
                  <a:srgbClr val="FFFFFF"/>
                </a:solidFill>
                <a:latin typeface="Trebuchet MS"/>
              </a:endParaRPr>
            </a:p>
          </p:txBody>
        </p:sp>
        <p:sp>
          <p:nvSpPr>
            <p:cNvPr id="128" name="TextBox 127">
              <a:extLst>
                <a:ext uri="{FF2B5EF4-FFF2-40B4-BE49-F238E27FC236}">
                  <a16:creationId xmlns:a16="http://schemas.microsoft.com/office/drawing/2014/main" id="{234CAF6F-0B16-42DE-BEA0-984A69A38F4E}"/>
                </a:ext>
              </a:extLst>
            </p:cNvPr>
            <p:cNvSpPr txBox="1"/>
            <p:nvPr/>
          </p:nvSpPr>
          <p:spPr>
            <a:xfrm>
              <a:off x="8841841" y="5949467"/>
              <a:ext cx="373134" cy="198303"/>
            </a:xfrm>
            <a:prstGeom prst="rect">
              <a:avLst/>
            </a:prstGeom>
            <a:noFill/>
          </p:spPr>
          <p:txBody>
            <a:bodyPr wrap="square" rtlCol="0">
              <a:spAutoFit/>
            </a:bodyPr>
            <a:lstStyle/>
            <a:p>
              <a:pPr defTabSz="762015">
                <a:defRPr/>
              </a:pPr>
              <a:r>
                <a:rPr lang="en-US" sz="1333" dirty="0">
                  <a:solidFill>
                    <a:srgbClr val="000000"/>
                  </a:solidFill>
                </a:rPr>
                <a:t>cat</a:t>
              </a:r>
            </a:p>
          </p:txBody>
        </p:sp>
        <p:sp>
          <p:nvSpPr>
            <p:cNvPr id="129" name="Oval 128">
              <a:extLst>
                <a:ext uri="{FF2B5EF4-FFF2-40B4-BE49-F238E27FC236}">
                  <a16:creationId xmlns:a16="http://schemas.microsoft.com/office/drawing/2014/main" id="{A9D75F48-FF60-458E-A266-35C447E2ADF8}"/>
                </a:ext>
              </a:extLst>
            </p:cNvPr>
            <p:cNvSpPr/>
            <p:nvPr/>
          </p:nvSpPr>
          <p:spPr>
            <a:xfrm>
              <a:off x="8891086" y="5210585"/>
              <a:ext cx="274643" cy="26818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r>
                <a:rPr lang="en-US" sz="3000" dirty="0">
                  <a:solidFill>
                    <a:srgbClr val="FFFFFF"/>
                  </a:solidFill>
                  <a:latin typeface="Trebuchet MS"/>
                </a:rPr>
                <a:t>E</a:t>
              </a:r>
            </a:p>
          </p:txBody>
        </p:sp>
        <p:cxnSp>
          <p:nvCxnSpPr>
            <p:cNvPr id="130" name="Straight Arrow Connector 129">
              <a:extLst>
                <a:ext uri="{FF2B5EF4-FFF2-40B4-BE49-F238E27FC236}">
                  <a16:creationId xmlns:a16="http://schemas.microsoft.com/office/drawing/2014/main" id="{BB0F2CED-6B3F-46B5-A79F-D0D56FA8BD34}"/>
                </a:ext>
              </a:extLst>
            </p:cNvPr>
            <p:cNvCxnSpPr>
              <a:cxnSpLocks/>
              <a:stCxn id="129" idx="0"/>
              <a:endCxn id="143" idx="4"/>
            </p:cNvCxnSpPr>
            <p:nvPr/>
          </p:nvCxnSpPr>
          <p:spPr>
            <a:xfrm flipV="1">
              <a:off x="9028408" y="4837044"/>
              <a:ext cx="3965" cy="373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1" name="Oval 130">
              <a:extLst>
                <a:ext uri="{FF2B5EF4-FFF2-40B4-BE49-F238E27FC236}">
                  <a16:creationId xmlns:a16="http://schemas.microsoft.com/office/drawing/2014/main" id="{526DC0BB-C7D4-4F88-AA25-3F82C5747AFE}"/>
                </a:ext>
              </a:extLst>
            </p:cNvPr>
            <p:cNvSpPr/>
            <p:nvPr/>
          </p:nvSpPr>
          <p:spPr>
            <a:xfrm>
              <a:off x="8891085" y="4053165"/>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762015">
                <a:defRPr/>
              </a:pPr>
              <a:endParaRPr lang="en-US" sz="3000">
                <a:solidFill>
                  <a:srgbClr val="FFFFFF"/>
                </a:solidFill>
                <a:latin typeface="Trebuchet MS"/>
              </a:endParaRPr>
            </a:p>
          </p:txBody>
        </p:sp>
        <p:sp>
          <p:nvSpPr>
            <p:cNvPr id="132" name="TextBox 131">
              <a:extLst>
                <a:ext uri="{FF2B5EF4-FFF2-40B4-BE49-F238E27FC236}">
                  <a16:creationId xmlns:a16="http://schemas.microsoft.com/office/drawing/2014/main" id="{BCBA634F-026F-472F-B76E-58C9FE87F21C}"/>
                </a:ext>
              </a:extLst>
            </p:cNvPr>
            <p:cNvSpPr txBox="1"/>
            <p:nvPr/>
          </p:nvSpPr>
          <p:spPr>
            <a:xfrm>
              <a:off x="8867362" y="3822069"/>
              <a:ext cx="443887" cy="198303"/>
            </a:xfrm>
            <a:prstGeom prst="rect">
              <a:avLst/>
            </a:prstGeom>
            <a:noFill/>
          </p:spPr>
          <p:txBody>
            <a:bodyPr wrap="square" rtlCol="0">
              <a:spAutoFit/>
            </a:bodyPr>
            <a:lstStyle/>
            <a:p>
              <a:pPr defTabSz="762015">
                <a:defRPr/>
              </a:pPr>
              <a:r>
                <a:rPr lang="en-US" sz="1333" dirty="0">
                  <a:solidFill>
                    <a:srgbClr val="000000"/>
                  </a:solidFill>
                </a:rPr>
                <a:t>sat</a:t>
              </a:r>
            </a:p>
          </p:txBody>
        </p:sp>
        <p:cxnSp>
          <p:nvCxnSpPr>
            <p:cNvPr id="133" name="Straight Arrow Connector 132">
              <a:extLst>
                <a:ext uri="{FF2B5EF4-FFF2-40B4-BE49-F238E27FC236}">
                  <a16:creationId xmlns:a16="http://schemas.microsoft.com/office/drawing/2014/main" id="{1C28AE55-4760-4BC6-98B2-EACA04B50074}"/>
                </a:ext>
              </a:extLst>
            </p:cNvPr>
            <p:cNvCxnSpPr>
              <a:stCxn id="127" idx="0"/>
              <a:endCxn id="129" idx="4"/>
            </p:cNvCxnSpPr>
            <p:nvPr/>
          </p:nvCxnSpPr>
          <p:spPr>
            <a:xfrm flipV="1">
              <a:off x="9028408" y="5478766"/>
              <a:ext cx="0" cy="213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590097EB-B284-4789-A613-7729B618E298}"/>
                </a:ext>
              </a:extLst>
            </p:cNvPr>
            <p:cNvSpPr/>
            <p:nvPr/>
          </p:nvSpPr>
          <p:spPr>
            <a:xfrm>
              <a:off x="9511795" y="5690046"/>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endParaRPr lang="en-US" sz="3000">
                <a:solidFill>
                  <a:srgbClr val="FFFFFF"/>
                </a:solidFill>
                <a:latin typeface="Trebuchet MS"/>
              </a:endParaRPr>
            </a:p>
          </p:txBody>
        </p:sp>
        <p:sp>
          <p:nvSpPr>
            <p:cNvPr id="135" name="TextBox 134">
              <a:extLst>
                <a:ext uri="{FF2B5EF4-FFF2-40B4-BE49-F238E27FC236}">
                  <a16:creationId xmlns:a16="http://schemas.microsoft.com/office/drawing/2014/main" id="{79434BE4-A7C9-4C22-99BD-39C007477FB8}"/>
                </a:ext>
              </a:extLst>
            </p:cNvPr>
            <p:cNvSpPr txBox="1"/>
            <p:nvPr/>
          </p:nvSpPr>
          <p:spPr>
            <a:xfrm>
              <a:off x="9462550" y="5927442"/>
              <a:ext cx="373134" cy="198303"/>
            </a:xfrm>
            <a:prstGeom prst="rect">
              <a:avLst/>
            </a:prstGeom>
            <a:noFill/>
          </p:spPr>
          <p:txBody>
            <a:bodyPr wrap="square" rtlCol="0">
              <a:spAutoFit/>
            </a:bodyPr>
            <a:lstStyle/>
            <a:p>
              <a:pPr defTabSz="762015">
                <a:defRPr/>
              </a:pPr>
              <a:r>
                <a:rPr lang="en-US" sz="1333" dirty="0">
                  <a:solidFill>
                    <a:srgbClr val="000000"/>
                  </a:solidFill>
                </a:rPr>
                <a:t>cat</a:t>
              </a:r>
            </a:p>
          </p:txBody>
        </p:sp>
        <p:sp>
          <p:nvSpPr>
            <p:cNvPr id="136" name="Oval 135">
              <a:extLst>
                <a:ext uri="{FF2B5EF4-FFF2-40B4-BE49-F238E27FC236}">
                  <a16:creationId xmlns:a16="http://schemas.microsoft.com/office/drawing/2014/main" id="{DD0EABFB-5C67-4215-B6B8-A319AB9B5225}"/>
                </a:ext>
              </a:extLst>
            </p:cNvPr>
            <p:cNvSpPr/>
            <p:nvPr/>
          </p:nvSpPr>
          <p:spPr>
            <a:xfrm>
              <a:off x="9511795" y="5208140"/>
              <a:ext cx="274643" cy="268181"/>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2015">
                <a:defRPr/>
              </a:pPr>
              <a:r>
                <a:rPr lang="en-US" sz="3000" dirty="0">
                  <a:solidFill>
                    <a:srgbClr val="FFFFFF"/>
                  </a:solidFill>
                  <a:latin typeface="Trebuchet MS"/>
                </a:rPr>
                <a:t>E</a:t>
              </a:r>
            </a:p>
          </p:txBody>
        </p:sp>
        <p:cxnSp>
          <p:nvCxnSpPr>
            <p:cNvPr id="137" name="Straight Arrow Connector 136">
              <a:extLst>
                <a:ext uri="{FF2B5EF4-FFF2-40B4-BE49-F238E27FC236}">
                  <a16:creationId xmlns:a16="http://schemas.microsoft.com/office/drawing/2014/main" id="{5A95B2A3-1FE4-4D8B-B0A7-F6FCEAD7F338}"/>
                </a:ext>
              </a:extLst>
            </p:cNvPr>
            <p:cNvCxnSpPr>
              <a:cxnSpLocks/>
              <a:stCxn id="136" idx="0"/>
              <a:endCxn id="144" idx="4"/>
            </p:cNvCxnSpPr>
            <p:nvPr/>
          </p:nvCxnSpPr>
          <p:spPr>
            <a:xfrm flipV="1">
              <a:off x="9649117" y="4826330"/>
              <a:ext cx="4767" cy="381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Oval 137">
              <a:extLst>
                <a:ext uri="{FF2B5EF4-FFF2-40B4-BE49-F238E27FC236}">
                  <a16:creationId xmlns:a16="http://schemas.microsoft.com/office/drawing/2014/main" id="{0194B2F6-753C-49BB-8CB0-67D78D2FB165}"/>
                </a:ext>
              </a:extLst>
            </p:cNvPr>
            <p:cNvSpPr/>
            <p:nvPr/>
          </p:nvSpPr>
          <p:spPr>
            <a:xfrm>
              <a:off x="9511794" y="4050720"/>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762015">
                <a:defRPr/>
              </a:pPr>
              <a:endParaRPr lang="en-US" sz="3000">
                <a:solidFill>
                  <a:srgbClr val="FFFFFF"/>
                </a:solidFill>
                <a:latin typeface="Trebuchet MS"/>
              </a:endParaRPr>
            </a:p>
          </p:txBody>
        </p:sp>
        <p:cxnSp>
          <p:nvCxnSpPr>
            <p:cNvPr id="139" name="Straight Arrow Connector 138">
              <a:extLst>
                <a:ext uri="{FF2B5EF4-FFF2-40B4-BE49-F238E27FC236}">
                  <a16:creationId xmlns:a16="http://schemas.microsoft.com/office/drawing/2014/main" id="{D77C4E26-2C19-44AB-9548-D977F7434AE3}"/>
                </a:ext>
              </a:extLst>
            </p:cNvPr>
            <p:cNvCxnSpPr>
              <a:stCxn id="134" idx="0"/>
              <a:endCxn id="136" idx="4"/>
            </p:cNvCxnSpPr>
            <p:nvPr/>
          </p:nvCxnSpPr>
          <p:spPr>
            <a:xfrm flipV="1">
              <a:off x="9649117" y="5476321"/>
              <a:ext cx="0" cy="213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0452FF70-6D0A-4125-9809-76B900F883B9}"/>
                </a:ext>
              </a:extLst>
            </p:cNvPr>
            <p:cNvSpPr txBox="1"/>
            <p:nvPr/>
          </p:nvSpPr>
          <p:spPr>
            <a:xfrm>
              <a:off x="9484283" y="3828496"/>
              <a:ext cx="443887" cy="198303"/>
            </a:xfrm>
            <a:prstGeom prst="rect">
              <a:avLst/>
            </a:prstGeom>
            <a:noFill/>
          </p:spPr>
          <p:txBody>
            <a:bodyPr wrap="square" rtlCol="0">
              <a:spAutoFit/>
            </a:bodyPr>
            <a:lstStyle/>
            <a:p>
              <a:pPr defTabSz="762015">
                <a:defRPr/>
              </a:pPr>
              <a:r>
                <a:rPr lang="en-US" sz="1333" dirty="0">
                  <a:solidFill>
                    <a:srgbClr val="000000"/>
                  </a:solidFill>
                </a:rPr>
                <a:t>on</a:t>
              </a:r>
            </a:p>
          </p:txBody>
        </p:sp>
        <p:sp>
          <p:nvSpPr>
            <p:cNvPr id="141" name="Oval 140">
              <a:extLst>
                <a:ext uri="{FF2B5EF4-FFF2-40B4-BE49-F238E27FC236}">
                  <a16:creationId xmlns:a16="http://schemas.microsoft.com/office/drawing/2014/main" id="{AD0F0223-B7A4-495A-85A9-A40F76C11718}"/>
                </a:ext>
              </a:extLst>
            </p:cNvPr>
            <p:cNvSpPr/>
            <p:nvPr/>
          </p:nvSpPr>
          <p:spPr>
            <a:xfrm>
              <a:off x="7681793" y="4545055"/>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762015">
                <a:defRPr/>
              </a:pPr>
              <a:endParaRPr lang="en-US" sz="3000">
                <a:solidFill>
                  <a:srgbClr val="FFFFFF"/>
                </a:solidFill>
                <a:latin typeface="Trebuchet MS"/>
              </a:endParaRPr>
            </a:p>
          </p:txBody>
        </p:sp>
        <p:sp>
          <p:nvSpPr>
            <p:cNvPr id="142" name="Oval 141">
              <a:extLst>
                <a:ext uri="{FF2B5EF4-FFF2-40B4-BE49-F238E27FC236}">
                  <a16:creationId xmlns:a16="http://schemas.microsoft.com/office/drawing/2014/main" id="{5F319D67-0EA8-43A6-A37A-5E3C3EE99604}"/>
                </a:ext>
              </a:extLst>
            </p:cNvPr>
            <p:cNvSpPr/>
            <p:nvPr/>
          </p:nvSpPr>
          <p:spPr>
            <a:xfrm>
              <a:off x="8309256" y="4565291"/>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762015">
                <a:defRPr/>
              </a:pPr>
              <a:endParaRPr lang="en-US" sz="3000">
                <a:solidFill>
                  <a:srgbClr val="FFFFFF"/>
                </a:solidFill>
                <a:latin typeface="Trebuchet MS"/>
              </a:endParaRPr>
            </a:p>
          </p:txBody>
        </p:sp>
        <p:sp>
          <p:nvSpPr>
            <p:cNvPr id="143" name="Oval 142">
              <a:extLst>
                <a:ext uri="{FF2B5EF4-FFF2-40B4-BE49-F238E27FC236}">
                  <a16:creationId xmlns:a16="http://schemas.microsoft.com/office/drawing/2014/main" id="{CE83079A-A848-48F4-B753-78DED5F843EF}"/>
                </a:ext>
              </a:extLst>
            </p:cNvPr>
            <p:cNvSpPr/>
            <p:nvPr/>
          </p:nvSpPr>
          <p:spPr>
            <a:xfrm>
              <a:off x="8895051" y="4568863"/>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762015">
                <a:defRPr/>
              </a:pPr>
              <a:endParaRPr lang="en-US" sz="3000">
                <a:solidFill>
                  <a:srgbClr val="FFFFFF"/>
                </a:solidFill>
                <a:latin typeface="Trebuchet MS"/>
              </a:endParaRPr>
            </a:p>
          </p:txBody>
        </p:sp>
        <p:sp>
          <p:nvSpPr>
            <p:cNvPr id="144" name="Oval 143">
              <a:extLst>
                <a:ext uri="{FF2B5EF4-FFF2-40B4-BE49-F238E27FC236}">
                  <a16:creationId xmlns:a16="http://schemas.microsoft.com/office/drawing/2014/main" id="{432EF64F-26F2-4C54-BEE5-D1B46C512B75}"/>
                </a:ext>
              </a:extLst>
            </p:cNvPr>
            <p:cNvSpPr/>
            <p:nvPr/>
          </p:nvSpPr>
          <p:spPr>
            <a:xfrm>
              <a:off x="9516562" y="4558149"/>
              <a:ext cx="274643" cy="2681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762015">
                <a:defRPr/>
              </a:pPr>
              <a:endParaRPr lang="en-US" sz="3000">
                <a:solidFill>
                  <a:srgbClr val="FFFFFF"/>
                </a:solidFill>
                <a:latin typeface="Trebuchet MS"/>
              </a:endParaRPr>
            </a:p>
          </p:txBody>
        </p:sp>
        <p:cxnSp>
          <p:nvCxnSpPr>
            <p:cNvPr id="145" name="Straight Arrow Connector 144">
              <a:extLst>
                <a:ext uri="{FF2B5EF4-FFF2-40B4-BE49-F238E27FC236}">
                  <a16:creationId xmlns:a16="http://schemas.microsoft.com/office/drawing/2014/main" id="{C09A78CC-83E5-4F71-81D4-2C26E5F6E6DC}"/>
                </a:ext>
              </a:extLst>
            </p:cNvPr>
            <p:cNvCxnSpPr>
              <a:stCxn id="141" idx="0"/>
              <a:endCxn id="117" idx="4"/>
            </p:cNvCxnSpPr>
            <p:nvPr/>
          </p:nvCxnSpPr>
          <p:spPr>
            <a:xfrm flipH="1" flipV="1">
              <a:off x="7814500" y="4313959"/>
              <a:ext cx="4615" cy="231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294D040B-D4B6-461F-9593-D0432AFE0335}"/>
                </a:ext>
              </a:extLst>
            </p:cNvPr>
            <p:cNvCxnSpPr/>
            <p:nvPr/>
          </p:nvCxnSpPr>
          <p:spPr>
            <a:xfrm flipH="1" flipV="1">
              <a:off x="8431526" y="4315334"/>
              <a:ext cx="4615" cy="231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339A7942-AB10-4E94-91D8-956EBEAE2A6E}"/>
                </a:ext>
              </a:extLst>
            </p:cNvPr>
            <p:cNvCxnSpPr/>
            <p:nvPr/>
          </p:nvCxnSpPr>
          <p:spPr>
            <a:xfrm flipH="1" flipV="1">
              <a:off x="9030390" y="4328519"/>
              <a:ext cx="4615" cy="231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FCF8D518-F960-48C6-A353-BCA52DB535A2}"/>
                </a:ext>
              </a:extLst>
            </p:cNvPr>
            <p:cNvCxnSpPr/>
            <p:nvPr/>
          </p:nvCxnSpPr>
          <p:spPr>
            <a:xfrm flipH="1" flipV="1">
              <a:off x="9644500" y="4322755"/>
              <a:ext cx="4615" cy="231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051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6" grpId="0"/>
      <p:bldP spid="77" grpId="0"/>
      <p:bldP spid="104" grpId="0"/>
      <p:bldP spid="105" grpId="0"/>
      <p:bldP spid="106" grpId="0"/>
      <p:bldP spid="107" grpId="0"/>
      <p:bldP spid="108" grpId="0"/>
      <p:bldP spid="109" grpId="0"/>
      <p:bldP spid="110" grpId="0"/>
      <p:bldP spid="1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latin typeface="Trebuchet MS"/>
              </a:rPr>
              <a:t>Glove</a:t>
            </a:r>
            <a:endParaRPr lang="en-US" dirty="0">
              <a:latin typeface="Trebuchet MS"/>
            </a:endParaRPr>
          </a:p>
        </p:txBody>
      </p:sp>
    </p:spTree>
    <p:extLst>
      <p:ext uri="{BB962C8B-B14F-4D97-AF65-F5344CB8AC3E}">
        <p14:creationId xmlns:p14="http://schemas.microsoft.com/office/powerpoint/2010/main" val="2650764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0D66-326A-478A-A63B-6E95619D0753}"/>
              </a:ext>
            </a:extLst>
          </p:cNvPr>
          <p:cNvSpPr>
            <a:spLocks noGrp="1"/>
          </p:cNvSpPr>
          <p:nvPr>
            <p:ph type="title"/>
          </p:nvPr>
        </p:nvSpPr>
        <p:spPr/>
        <p:txBody>
          <a:bodyPr/>
          <a:lstStyle/>
          <a:p>
            <a:r>
              <a:rPr lang="en-US" dirty="0"/>
              <a:t>Glove</a:t>
            </a:r>
          </a:p>
        </p:txBody>
      </p:sp>
      <p:sp>
        <p:nvSpPr>
          <p:cNvPr id="3" name="Content Placeholder 2">
            <a:extLst>
              <a:ext uri="{FF2B5EF4-FFF2-40B4-BE49-F238E27FC236}">
                <a16:creationId xmlns:a16="http://schemas.microsoft.com/office/drawing/2014/main" id="{FECF1B97-5E23-477E-B002-18F1AD278CB0}"/>
              </a:ext>
            </a:extLst>
          </p:cNvPr>
          <p:cNvSpPr>
            <a:spLocks noGrp="1"/>
          </p:cNvSpPr>
          <p:nvPr>
            <p:ph idx="1"/>
          </p:nvPr>
        </p:nvSpPr>
        <p:spPr>
          <a:xfrm>
            <a:off x="853440" y="3369196"/>
            <a:ext cx="16581120" cy="6198208"/>
          </a:xfrm>
        </p:spPr>
        <p:txBody>
          <a:bodyPr/>
          <a:lstStyle/>
          <a:p>
            <a:pPr marL="0" indent="0" algn="ctr">
              <a:buNone/>
            </a:pPr>
            <a:r>
              <a:rPr lang="ko-KR" altLang="en-US" dirty="0"/>
              <a:t>단어의 </a:t>
            </a:r>
            <a:r>
              <a:rPr lang="en-US" altLang="ko-KR" dirty="0"/>
              <a:t>dot</a:t>
            </a:r>
            <a:r>
              <a:rPr lang="ko-KR" altLang="en-US" dirty="0"/>
              <a:t> </a:t>
            </a:r>
            <a:r>
              <a:rPr lang="en-US" altLang="ko-KR" dirty="0"/>
              <a:t>product</a:t>
            </a:r>
            <a:r>
              <a:rPr lang="ko-KR" altLang="en-US" dirty="0"/>
              <a:t>가 </a:t>
            </a:r>
            <a:r>
              <a:rPr lang="en-US" altLang="ko-KR" dirty="0"/>
              <a:t>co-</a:t>
            </a:r>
            <a:r>
              <a:rPr lang="en-US" altLang="ko-KR" dirty="0" err="1"/>
              <a:t>occurence</a:t>
            </a:r>
            <a:r>
              <a:rPr lang="ko-KR" altLang="en-US" dirty="0"/>
              <a:t> 확률에 비례하도록 단어의 벡터를 학습</a:t>
            </a:r>
            <a:endParaRPr lang="en-US" dirty="0"/>
          </a:p>
        </p:txBody>
      </p:sp>
      <p:sp>
        <p:nvSpPr>
          <p:cNvPr id="4" name="Text Placeholder 3">
            <a:extLst>
              <a:ext uri="{FF2B5EF4-FFF2-40B4-BE49-F238E27FC236}">
                <a16:creationId xmlns:a16="http://schemas.microsoft.com/office/drawing/2014/main" id="{57661BA6-82F0-4A17-9089-853471B68CDC}"/>
              </a:ext>
            </a:extLst>
          </p:cNvPr>
          <p:cNvSpPr>
            <a:spLocks noGrp="1"/>
          </p:cNvSpPr>
          <p:nvPr>
            <p:ph type="body" sz="quarter" idx="10"/>
          </p:nvPr>
        </p:nvSpPr>
        <p:spPr/>
        <p:txBody>
          <a:bodyPr/>
          <a:lstStyle/>
          <a:p>
            <a:r>
              <a:rPr lang="ko-KR" altLang="en-US" dirty="0"/>
              <a:t>목표</a:t>
            </a:r>
            <a:endParaRPr lang="en-US" dirty="0"/>
          </a:p>
        </p:txBody>
      </p:sp>
      <p:sp>
        <p:nvSpPr>
          <p:cNvPr id="12" name="TextBox 11">
            <a:extLst>
              <a:ext uri="{FF2B5EF4-FFF2-40B4-BE49-F238E27FC236}">
                <a16:creationId xmlns:a16="http://schemas.microsoft.com/office/drawing/2014/main" id="{A091C10D-5F13-47CC-8550-0D4F7FB0FAA1}"/>
              </a:ext>
            </a:extLst>
          </p:cNvPr>
          <p:cNvSpPr txBox="1"/>
          <p:nvPr/>
        </p:nvSpPr>
        <p:spPr>
          <a:xfrm>
            <a:off x="1" y="9567404"/>
            <a:ext cx="15781065" cy="656462"/>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33" dirty="0">
                <a:solidFill>
                  <a:srgbClr val="222222"/>
                </a:solidFill>
                <a:latin typeface="Arial" panose="020B0604020202020204" pitchFamily="34" charset="0"/>
              </a:rPr>
              <a:t>Pennington, J., </a:t>
            </a:r>
            <a:r>
              <a:rPr lang="en-US" sz="1833" dirty="0" err="1">
                <a:solidFill>
                  <a:srgbClr val="222222"/>
                </a:solidFill>
                <a:latin typeface="Arial" panose="020B0604020202020204" pitchFamily="34" charset="0"/>
              </a:rPr>
              <a:t>Socher</a:t>
            </a:r>
            <a:r>
              <a:rPr lang="en-US" sz="1833" dirty="0">
                <a:solidFill>
                  <a:srgbClr val="222222"/>
                </a:solidFill>
                <a:latin typeface="Arial" panose="020B0604020202020204" pitchFamily="34" charset="0"/>
              </a:rPr>
              <a:t>, R., &amp; Manning, C. D. (2014, October). Glove: Global vectors for word representation. In </a:t>
            </a:r>
            <a:r>
              <a:rPr lang="en-US" sz="1833" i="1" dirty="0">
                <a:solidFill>
                  <a:srgbClr val="222222"/>
                </a:solidFill>
                <a:latin typeface="Arial" panose="020B0604020202020204" pitchFamily="34" charset="0"/>
              </a:rPr>
              <a:t>Proceedings of the 2014 conference on empirical methods in natural language processing (EMNLP)</a:t>
            </a:r>
            <a:r>
              <a:rPr lang="en-US" sz="1833" dirty="0">
                <a:solidFill>
                  <a:srgbClr val="222222"/>
                </a:solidFill>
                <a:latin typeface="Arial" panose="020B0604020202020204" pitchFamily="34" charset="0"/>
              </a:rPr>
              <a:t> (pp. 1532-1543).</a:t>
            </a:r>
            <a:endParaRPr lang="en-US" sz="1833" dirty="0"/>
          </a:p>
        </p:txBody>
      </p:sp>
      <p:pic>
        <p:nvPicPr>
          <p:cNvPr id="7" name="Picture 6">
            <a:extLst>
              <a:ext uri="{FF2B5EF4-FFF2-40B4-BE49-F238E27FC236}">
                <a16:creationId xmlns:a16="http://schemas.microsoft.com/office/drawing/2014/main" id="{2286CED6-A122-4C9A-8F55-C5868368551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189152" y="5143501"/>
            <a:ext cx="11675233" cy="2621712"/>
          </a:xfrm>
          <a:prstGeom prst="rect">
            <a:avLst/>
          </a:prstGeom>
        </p:spPr>
      </p:pic>
    </p:spTree>
    <p:extLst>
      <p:ext uri="{BB962C8B-B14F-4D97-AF65-F5344CB8AC3E}">
        <p14:creationId xmlns:p14="http://schemas.microsoft.com/office/powerpoint/2010/main" val="3681859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0D66-326A-478A-A63B-6E95619D0753}"/>
              </a:ext>
            </a:extLst>
          </p:cNvPr>
          <p:cNvSpPr>
            <a:spLocks noGrp="1"/>
          </p:cNvSpPr>
          <p:nvPr>
            <p:ph type="title"/>
          </p:nvPr>
        </p:nvSpPr>
        <p:spPr/>
        <p:txBody>
          <a:bodyPr/>
          <a:lstStyle/>
          <a:p>
            <a:r>
              <a:rPr lang="en-US" dirty="0"/>
              <a:t>Glove</a:t>
            </a:r>
          </a:p>
        </p:txBody>
      </p:sp>
      <p:pic>
        <p:nvPicPr>
          <p:cNvPr id="5" name="Content Placeholder 4">
            <a:extLst>
              <a:ext uri="{FF2B5EF4-FFF2-40B4-BE49-F238E27FC236}">
                <a16:creationId xmlns:a16="http://schemas.microsoft.com/office/drawing/2014/main" id="{B6CA4672-08B6-484D-9F8C-FFCEC8516A21}"/>
              </a:ext>
            </a:extLst>
          </p:cNvPr>
          <p:cNvPicPr>
            <a:picLocks noGrp="1" noChangeAspect="1"/>
          </p:cNvPicPr>
          <p:nvPr>
            <p:ph idx="1"/>
          </p:nvPr>
        </p:nvPicPr>
        <p:blipFill>
          <a:blip r:embed="rId3" cstate="email">
            <a:extLst>
              <a:ext uri="{28A0092B-C50C-407E-A947-70E740481C1C}">
                <a14:useLocalDpi xmlns:a14="http://schemas.microsoft.com/office/drawing/2010/main"/>
              </a:ext>
            </a:extLst>
          </a:blip>
          <a:stretch>
            <a:fillRect/>
          </a:stretch>
        </p:blipFill>
        <p:spPr>
          <a:xfrm>
            <a:off x="2924622" y="3368147"/>
            <a:ext cx="12438757" cy="6199187"/>
          </a:xfrm>
          <a:prstGeom prst="rect">
            <a:avLst/>
          </a:prstGeom>
        </p:spPr>
      </p:pic>
      <p:sp>
        <p:nvSpPr>
          <p:cNvPr id="4" name="Text Placeholder 3">
            <a:extLst>
              <a:ext uri="{FF2B5EF4-FFF2-40B4-BE49-F238E27FC236}">
                <a16:creationId xmlns:a16="http://schemas.microsoft.com/office/drawing/2014/main" id="{57661BA6-82F0-4A17-9089-853471B68CDC}"/>
              </a:ext>
            </a:extLst>
          </p:cNvPr>
          <p:cNvSpPr>
            <a:spLocks noGrp="1"/>
          </p:cNvSpPr>
          <p:nvPr>
            <p:ph type="body" sz="quarter" idx="10"/>
          </p:nvPr>
        </p:nvSpPr>
        <p:spPr/>
        <p:txBody>
          <a:bodyPr/>
          <a:lstStyle/>
          <a:p>
            <a:r>
              <a:rPr lang="ko-KR" altLang="en-US" dirty="0"/>
              <a:t>목표</a:t>
            </a:r>
            <a:endParaRPr lang="en-US" dirty="0"/>
          </a:p>
        </p:txBody>
      </p:sp>
      <p:sp>
        <p:nvSpPr>
          <p:cNvPr id="12" name="TextBox 11">
            <a:extLst>
              <a:ext uri="{FF2B5EF4-FFF2-40B4-BE49-F238E27FC236}">
                <a16:creationId xmlns:a16="http://schemas.microsoft.com/office/drawing/2014/main" id="{A091C10D-5F13-47CC-8550-0D4F7FB0FAA1}"/>
              </a:ext>
            </a:extLst>
          </p:cNvPr>
          <p:cNvSpPr txBox="1"/>
          <p:nvPr/>
        </p:nvSpPr>
        <p:spPr>
          <a:xfrm>
            <a:off x="1" y="9567404"/>
            <a:ext cx="15781065" cy="656462"/>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33" dirty="0">
                <a:solidFill>
                  <a:srgbClr val="222222"/>
                </a:solidFill>
                <a:latin typeface="Arial" panose="020B0604020202020204" pitchFamily="34" charset="0"/>
              </a:rPr>
              <a:t>Pennington, J., </a:t>
            </a:r>
            <a:r>
              <a:rPr lang="en-US" sz="1833" dirty="0" err="1">
                <a:solidFill>
                  <a:srgbClr val="222222"/>
                </a:solidFill>
                <a:latin typeface="Arial" panose="020B0604020202020204" pitchFamily="34" charset="0"/>
              </a:rPr>
              <a:t>Socher</a:t>
            </a:r>
            <a:r>
              <a:rPr lang="en-US" sz="1833" dirty="0">
                <a:solidFill>
                  <a:srgbClr val="222222"/>
                </a:solidFill>
                <a:latin typeface="Arial" panose="020B0604020202020204" pitchFamily="34" charset="0"/>
              </a:rPr>
              <a:t>, R., &amp; Manning, C. D. (2014, October). Glove: Global vectors for word representation. In </a:t>
            </a:r>
            <a:r>
              <a:rPr lang="en-US" sz="1833" i="1" dirty="0">
                <a:solidFill>
                  <a:srgbClr val="222222"/>
                </a:solidFill>
                <a:latin typeface="Arial" panose="020B0604020202020204" pitchFamily="34" charset="0"/>
              </a:rPr>
              <a:t>Proceedings of the 2014 conference on empirical methods in natural language processing (EMNLP)</a:t>
            </a:r>
            <a:r>
              <a:rPr lang="en-US" sz="1833" dirty="0">
                <a:solidFill>
                  <a:srgbClr val="222222"/>
                </a:solidFill>
                <a:latin typeface="Arial" panose="020B0604020202020204" pitchFamily="34" charset="0"/>
              </a:rPr>
              <a:t> (pp. 1532-1543).</a:t>
            </a:r>
            <a:endParaRPr lang="en-US" sz="1833" dirty="0"/>
          </a:p>
        </p:txBody>
      </p:sp>
    </p:spTree>
    <p:extLst>
      <p:ext uri="{BB962C8B-B14F-4D97-AF65-F5344CB8AC3E}">
        <p14:creationId xmlns:p14="http://schemas.microsoft.com/office/powerpoint/2010/main" val="1703196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0D66-326A-478A-A63B-6E95619D0753}"/>
              </a:ext>
            </a:extLst>
          </p:cNvPr>
          <p:cNvSpPr>
            <a:spLocks noGrp="1"/>
          </p:cNvSpPr>
          <p:nvPr>
            <p:ph type="title"/>
          </p:nvPr>
        </p:nvSpPr>
        <p:spPr/>
        <p:txBody>
          <a:bodyPr/>
          <a:lstStyle/>
          <a:p>
            <a:r>
              <a:rPr lang="en-US" dirty="0"/>
              <a:t>Glove</a:t>
            </a:r>
          </a:p>
        </p:txBody>
      </p:sp>
      <p:sp>
        <p:nvSpPr>
          <p:cNvPr id="4" name="Text Placeholder 3">
            <a:extLst>
              <a:ext uri="{FF2B5EF4-FFF2-40B4-BE49-F238E27FC236}">
                <a16:creationId xmlns:a16="http://schemas.microsoft.com/office/drawing/2014/main" id="{57661BA6-82F0-4A17-9089-853471B68CDC}"/>
              </a:ext>
            </a:extLst>
          </p:cNvPr>
          <p:cNvSpPr>
            <a:spLocks noGrp="1"/>
          </p:cNvSpPr>
          <p:nvPr>
            <p:ph type="body" sz="quarter" idx="10"/>
          </p:nvPr>
        </p:nvSpPr>
        <p:spPr/>
        <p:txBody>
          <a:bodyPr/>
          <a:lstStyle/>
          <a:p>
            <a:r>
              <a:rPr lang="ko-KR" altLang="en-US" dirty="0"/>
              <a:t>특성</a:t>
            </a:r>
            <a:endParaRPr lang="en-US" dirty="0"/>
          </a:p>
        </p:txBody>
      </p:sp>
      <p:pic>
        <p:nvPicPr>
          <p:cNvPr id="1026" name="Picture 2">
            <a:extLst>
              <a:ext uri="{FF2B5EF4-FFF2-40B4-BE49-F238E27FC236}">
                <a16:creationId xmlns:a16="http://schemas.microsoft.com/office/drawing/2014/main" id="{658B588C-80BE-43F7-B01B-AE9A83388BB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41109" y="2715340"/>
            <a:ext cx="7237376" cy="562328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A51AEB4-F051-4A17-B28F-4C9D87E0570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712400" y="2798446"/>
            <a:ext cx="7256180" cy="562328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DBA236-B7CD-4A31-A7D3-464FE66FBC8A}"/>
              </a:ext>
            </a:extLst>
          </p:cNvPr>
          <p:cNvSpPr txBox="1"/>
          <p:nvPr/>
        </p:nvSpPr>
        <p:spPr>
          <a:xfrm>
            <a:off x="1" y="9567404"/>
            <a:ext cx="15781065" cy="656462"/>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33" dirty="0">
                <a:solidFill>
                  <a:srgbClr val="222222"/>
                </a:solidFill>
                <a:latin typeface="Arial" panose="020B0604020202020204" pitchFamily="34" charset="0"/>
              </a:rPr>
              <a:t>Pennington, J., </a:t>
            </a:r>
            <a:r>
              <a:rPr lang="en-US" sz="1833" dirty="0" err="1">
                <a:solidFill>
                  <a:srgbClr val="222222"/>
                </a:solidFill>
                <a:latin typeface="Arial" panose="020B0604020202020204" pitchFamily="34" charset="0"/>
              </a:rPr>
              <a:t>Socher</a:t>
            </a:r>
            <a:r>
              <a:rPr lang="en-US" sz="1833" dirty="0">
                <a:solidFill>
                  <a:srgbClr val="222222"/>
                </a:solidFill>
                <a:latin typeface="Arial" panose="020B0604020202020204" pitchFamily="34" charset="0"/>
              </a:rPr>
              <a:t>, R., &amp; Manning, C. D. (2014, October). Glove: Global vectors for word representation. In </a:t>
            </a:r>
            <a:r>
              <a:rPr lang="en-US" sz="1833" i="1" dirty="0">
                <a:solidFill>
                  <a:srgbClr val="222222"/>
                </a:solidFill>
                <a:latin typeface="Arial" panose="020B0604020202020204" pitchFamily="34" charset="0"/>
              </a:rPr>
              <a:t>Proceedings of the 2014 conference on empirical methods in natural language processing (EMNLP)</a:t>
            </a:r>
            <a:r>
              <a:rPr lang="en-US" sz="1833" dirty="0">
                <a:solidFill>
                  <a:srgbClr val="222222"/>
                </a:solidFill>
                <a:latin typeface="Arial" panose="020B0604020202020204" pitchFamily="34" charset="0"/>
              </a:rPr>
              <a:t> (pp. 1532-1543).</a:t>
            </a:r>
            <a:endParaRPr lang="en-US" sz="1833" dirty="0"/>
          </a:p>
        </p:txBody>
      </p:sp>
      <p:sp>
        <p:nvSpPr>
          <p:cNvPr id="10" name="TextBox 9">
            <a:extLst>
              <a:ext uri="{FF2B5EF4-FFF2-40B4-BE49-F238E27FC236}">
                <a16:creationId xmlns:a16="http://schemas.microsoft.com/office/drawing/2014/main" id="{41141753-A3D7-4D11-962B-B207E1AE75BC}"/>
              </a:ext>
            </a:extLst>
          </p:cNvPr>
          <p:cNvSpPr txBox="1"/>
          <p:nvPr/>
        </p:nvSpPr>
        <p:spPr>
          <a:xfrm>
            <a:off x="2349596" y="8362305"/>
            <a:ext cx="318228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GB" sz="2000" dirty="0">
                <a:solidFill>
                  <a:schemeClr val="bg1"/>
                </a:solidFill>
              </a:rPr>
              <a:t>Comparative - Superlative</a:t>
            </a:r>
            <a:endParaRPr lang="en-US" sz="2000" dirty="0">
              <a:solidFill>
                <a:schemeClr val="bg1"/>
              </a:solidFill>
            </a:endParaRPr>
          </a:p>
        </p:txBody>
      </p:sp>
      <p:sp>
        <p:nvSpPr>
          <p:cNvPr id="11" name="TextBox 10">
            <a:extLst>
              <a:ext uri="{FF2B5EF4-FFF2-40B4-BE49-F238E27FC236}">
                <a16:creationId xmlns:a16="http://schemas.microsoft.com/office/drawing/2014/main" id="{92297807-4A01-4AB6-98C5-134935718E9A}"/>
              </a:ext>
            </a:extLst>
          </p:cNvPr>
          <p:cNvSpPr txBox="1"/>
          <p:nvPr/>
        </p:nvSpPr>
        <p:spPr>
          <a:xfrm>
            <a:off x="12805486" y="8461700"/>
            <a:ext cx="1721369"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GB" sz="2000" dirty="0">
                <a:solidFill>
                  <a:schemeClr val="bg1"/>
                </a:solidFill>
              </a:rPr>
              <a:t>Man - Woman</a:t>
            </a:r>
            <a:endParaRPr lang="en-US" sz="2000" dirty="0">
              <a:solidFill>
                <a:schemeClr val="bg1"/>
              </a:solidFill>
            </a:endParaRPr>
          </a:p>
        </p:txBody>
      </p:sp>
    </p:spTree>
    <p:extLst>
      <p:ext uri="{BB962C8B-B14F-4D97-AF65-F5344CB8AC3E}">
        <p14:creationId xmlns:p14="http://schemas.microsoft.com/office/powerpoint/2010/main" val="2680501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0D66-326A-478A-A63B-6E95619D0753}"/>
              </a:ext>
            </a:extLst>
          </p:cNvPr>
          <p:cNvSpPr>
            <a:spLocks noGrp="1"/>
          </p:cNvSpPr>
          <p:nvPr>
            <p:ph type="title"/>
          </p:nvPr>
        </p:nvSpPr>
        <p:spPr/>
        <p:txBody>
          <a:bodyPr/>
          <a:lstStyle/>
          <a:p>
            <a:r>
              <a:rPr lang="en-US" dirty="0"/>
              <a:t>Glove</a:t>
            </a:r>
          </a:p>
        </p:txBody>
      </p:sp>
      <p:sp>
        <p:nvSpPr>
          <p:cNvPr id="4" name="Text Placeholder 3">
            <a:extLst>
              <a:ext uri="{FF2B5EF4-FFF2-40B4-BE49-F238E27FC236}">
                <a16:creationId xmlns:a16="http://schemas.microsoft.com/office/drawing/2014/main" id="{57661BA6-82F0-4A17-9089-853471B68CDC}"/>
              </a:ext>
            </a:extLst>
          </p:cNvPr>
          <p:cNvSpPr>
            <a:spLocks noGrp="1"/>
          </p:cNvSpPr>
          <p:nvPr>
            <p:ph type="body" sz="quarter" idx="10"/>
          </p:nvPr>
        </p:nvSpPr>
        <p:spPr/>
        <p:txBody>
          <a:bodyPr/>
          <a:lstStyle/>
          <a:p>
            <a:r>
              <a:rPr lang="ko-KR" altLang="en-US" dirty="0"/>
              <a:t>먼 과거의 일이 아님</a:t>
            </a:r>
            <a:endParaRPr lang="en-US" dirty="0"/>
          </a:p>
        </p:txBody>
      </p:sp>
      <p:sp>
        <p:nvSpPr>
          <p:cNvPr id="8" name="TextBox 7">
            <a:extLst>
              <a:ext uri="{FF2B5EF4-FFF2-40B4-BE49-F238E27FC236}">
                <a16:creationId xmlns:a16="http://schemas.microsoft.com/office/drawing/2014/main" id="{26DBA236-B7CD-4A31-A7D3-464FE66FBC8A}"/>
              </a:ext>
            </a:extLst>
          </p:cNvPr>
          <p:cNvSpPr txBox="1"/>
          <p:nvPr/>
        </p:nvSpPr>
        <p:spPr>
          <a:xfrm>
            <a:off x="1612980" y="4705750"/>
            <a:ext cx="15781065" cy="656462"/>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33" dirty="0">
                <a:solidFill>
                  <a:srgbClr val="222222"/>
                </a:solidFill>
                <a:latin typeface="Arial" panose="020B0604020202020204" pitchFamily="34" charset="0"/>
              </a:rPr>
              <a:t>Pennington, J., </a:t>
            </a:r>
            <a:r>
              <a:rPr lang="en-US" sz="1833" dirty="0" err="1">
                <a:solidFill>
                  <a:srgbClr val="222222"/>
                </a:solidFill>
                <a:latin typeface="Arial" panose="020B0604020202020204" pitchFamily="34" charset="0"/>
              </a:rPr>
              <a:t>Socher</a:t>
            </a:r>
            <a:r>
              <a:rPr lang="en-US" sz="1833" dirty="0">
                <a:solidFill>
                  <a:srgbClr val="222222"/>
                </a:solidFill>
                <a:latin typeface="Arial" panose="020B0604020202020204" pitchFamily="34" charset="0"/>
              </a:rPr>
              <a:t>, R., &amp; Manning, C. D. (2014, October). Glove: Global vectors for word representation. In </a:t>
            </a:r>
            <a:r>
              <a:rPr lang="en-US" sz="1833" i="1" dirty="0">
                <a:solidFill>
                  <a:srgbClr val="222222"/>
                </a:solidFill>
                <a:latin typeface="Arial" panose="020B0604020202020204" pitchFamily="34" charset="0"/>
              </a:rPr>
              <a:t>Proceedings of the 2014 conference on empirical methods in natural language processing (EMNLP)</a:t>
            </a:r>
            <a:r>
              <a:rPr lang="en-US" sz="1833" dirty="0">
                <a:solidFill>
                  <a:srgbClr val="222222"/>
                </a:solidFill>
                <a:latin typeface="Arial" panose="020B0604020202020204" pitchFamily="34" charset="0"/>
              </a:rPr>
              <a:t> (pp. 1532-1543).</a:t>
            </a:r>
            <a:endParaRPr lang="en-US" sz="1833" dirty="0"/>
          </a:p>
        </p:txBody>
      </p:sp>
      <p:sp>
        <p:nvSpPr>
          <p:cNvPr id="3" name="Arrow: Down 2">
            <a:extLst>
              <a:ext uri="{FF2B5EF4-FFF2-40B4-BE49-F238E27FC236}">
                <a16:creationId xmlns:a16="http://schemas.microsoft.com/office/drawing/2014/main" id="{6B9E8870-C0E5-43FF-A117-EE3292030CB5}"/>
              </a:ext>
            </a:extLst>
          </p:cNvPr>
          <p:cNvSpPr/>
          <p:nvPr/>
        </p:nvSpPr>
        <p:spPr>
          <a:xfrm rot="19425238">
            <a:off x="6202016" y="3981204"/>
            <a:ext cx="403245" cy="670181"/>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0681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latin typeface="Trebuchet MS"/>
              </a:rPr>
              <a:t>Using the embeddings</a:t>
            </a:r>
            <a:endParaRPr lang="en-US" dirty="0">
              <a:latin typeface="Trebuchet MS"/>
            </a:endParaRPr>
          </a:p>
        </p:txBody>
      </p:sp>
    </p:spTree>
    <p:extLst>
      <p:ext uri="{BB962C8B-B14F-4D97-AF65-F5344CB8AC3E}">
        <p14:creationId xmlns:p14="http://schemas.microsoft.com/office/powerpoint/2010/main" val="13088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5561BF-6661-4C95-85B0-D8E0419E85A7}"/>
              </a:ext>
            </a:extLst>
          </p:cNvPr>
          <p:cNvSpPr/>
          <p:nvPr/>
        </p:nvSpPr>
        <p:spPr>
          <a:xfrm>
            <a:off x="216421" y="3363623"/>
            <a:ext cx="17323105" cy="4572000"/>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 name="Title 1"/>
          <p:cNvSpPr>
            <a:spLocks noGrp="1"/>
          </p:cNvSpPr>
          <p:nvPr>
            <p:ph type="title"/>
          </p:nvPr>
        </p:nvSpPr>
        <p:spPr/>
        <p:txBody>
          <a:bodyPr/>
          <a:lstStyle/>
          <a:p>
            <a:r>
              <a:rPr lang="en-US" dirty="0"/>
              <a:t>NLP </a:t>
            </a:r>
            <a:r>
              <a:rPr lang="ko-KR" altLang="en-US" dirty="0"/>
              <a:t>접근법</a:t>
            </a:r>
            <a:endParaRPr lang="en-US" dirty="0"/>
          </a:p>
        </p:txBody>
      </p:sp>
      <p:sp>
        <p:nvSpPr>
          <p:cNvPr id="10" name="Text Placeholder 9"/>
          <p:cNvSpPr>
            <a:spLocks noGrp="1"/>
          </p:cNvSpPr>
          <p:nvPr>
            <p:ph type="body" sz="quarter" idx="10"/>
          </p:nvPr>
        </p:nvSpPr>
        <p:spPr/>
        <p:txBody>
          <a:bodyPr/>
          <a:lstStyle/>
          <a:p>
            <a:r>
              <a:rPr lang="ko-KR" altLang="en-US" dirty="0"/>
              <a:t>비지도형 피쳐 표현 </a:t>
            </a:r>
            <a:r>
              <a:rPr lang="en-US" altLang="ko-KR" dirty="0"/>
              <a:t>+ </a:t>
            </a:r>
            <a:r>
              <a:rPr lang="ko-KR" altLang="en-US" dirty="0"/>
              <a:t>머신 러닝 모델</a:t>
            </a:r>
            <a:endParaRPr lang="en-US" dirty="0"/>
          </a:p>
        </p:txBody>
      </p:sp>
      <p:sp>
        <p:nvSpPr>
          <p:cNvPr id="5" name="Rectangle 4">
            <a:extLst>
              <a:ext uri="{FF2B5EF4-FFF2-40B4-BE49-F238E27FC236}">
                <a16:creationId xmlns:a16="http://schemas.microsoft.com/office/drawing/2014/main" id="{6A20E1A3-ED34-48DC-8208-491ECBEAFA4A}"/>
              </a:ext>
            </a:extLst>
          </p:cNvPr>
          <p:cNvSpPr/>
          <p:nvPr/>
        </p:nvSpPr>
        <p:spPr>
          <a:xfrm>
            <a:off x="13753652" y="4833502"/>
            <a:ext cx="2308543" cy="18756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00" dirty="0">
                <a:solidFill>
                  <a:schemeClr val="lt1"/>
                </a:solidFill>
                <a:latin typeface="Arial"/>
                <a:ea typeface="Arial"/>
                <a:cs typeface="Arial"/>
                <a:sym typeface="Arial"/>
              </a:rPr>
              <a:t>머신 러닝 알고리즘</a:t>
            </a:r>
          </a:p>
        </p:txBody>
      </p:sp>
      <p:cxnSp>
        <p:nvCxnSpPr>
          <p:cNvPr id="7" name="Straight Arrow Connector 6">
            <a:extLst>
              <a:ext uri="{FF2B5EF4-FFF2-40B4-BE49-F238E27FC236}">
                <a16:creationId xmlns:a16="http://schemas.microsoft.com/office/drawing/2014/main" id="{E3CED2D0-7094-4541-A698-08B4F0529455}"/>
              </a:ext>
            </a:extLst>
          </p:cNvPr>
          <p:cNvCxnSpPr>
            <a:cxnSpLocks/>
            <a:stCxn id="8" idx="3"/>
          </p:cNvCxnSpPr>
          <p:nvPr/>
        </p:nvCxnSpPr>
        <p:spPr>
          <a:xfrm>
            <a:off x="1175017" y="5771355"/>
            <a:ext cx="547374"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6DA6564-6F42-4982-ADA0-0A4491053730}"/>
              </a:ext>
            </a:extLst>
          </p:cNvPr>
          <p:cNvSpPr txBox="1"/>
          <p:nvPr/>
        </p:nvSpPr>
        <p:spPr>
          <a:xfrm>
            <a:off x="297854" y="5600539"/>
            <a:ext cx="87716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텍스트</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DD2A52FF-D777-4030-BACC-0282FA5E9CC6}"/>
              </a:ext>
            </a:extLst>
          </p:cNvPr>
          <p:cNvSpPr/>
          <p:nvPr/>
        </p:nvSpPr>
        <p:spPr>
          <a:xfrm>
            <a:off x="4143499" y="5060784"/>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텍스트 표현</a:t>
            </a:r>
          </a:p>
        </p:txBody>
      </p:sp>
      <p:sp>
        <p:nvSpPr>
          <p:cNvPr id="11" name="Rectangle 10">
            <a:extLst>
              <a:ext uri="{FF2B5EF4-FFF2-40B4-BE49-F238E27FC236}">
                <a16:creationId xmlns:a16="http://schemas.microsoft.com/office/drawing/2014/main" id="{A7FCF2A6-6933-4F6D-84FA-4CECD7C258E8}"/>
              </a:ext>
            </a:extLst>
          </p:cNvPr>
          <p:cNvSpPr/>
          <p:nvPr/>
        </p:nvSpPr>
        <p:spPr>
          <a:xfrm>
            <a:off x="1732182" y="5060786"/>
            <a:ext cx="2060473"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텍스트 사전 처리</a:t>
            </a:r>
          </a:p>
        </p:txBody>
      </p:sp>
      <p:sp>
        <p:nvSpPr>
          <p:cNvPr id="15" name="Rectangle 14">
            <a:extLst>
              <a:ext uri="{FF2B5EF4-FFF2-40B4-BE49-F238E27FC236}">
                <a16:creationId xmlns:a16="http://schemas.microsoft.com/office/drawing/2014/main" id="{5A6E7B7C-43E4-42F1-9716-DCCA4D5F22A8}"/>
              </a:ext>
            </a:extLst>
          </p:cNvPr>
          <p:cNvSpPr/>
          <p:nvPr/>
        </p:nvSpPr>
        <p:spPr>
          <a:xfrm>
            <a:off x="6546038" y="5060783"/>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가중치 재부여</a:t>
            </a:r>
          </a:p>
        </p:txBody>
      </p:sp>
      <p:sp>
        <p:nvSpPr>
          <p:cNvPr id="16" name="Rectangle 15">
            <a:extLst>
              <a:ext uri="{FF2B5EF4-FFF2-40B4-BE49-F238E27FC236}">
                <a16:creationId xmlns:a16="http://schemas.microsoft.com/office/drawing/2014/main" id="{BC8D89D7-787D-48C3-81BD-2BA0C95C0C8E}"/>
              </a:ext>
            </a:extLst>
          </p:cNvPr>
          <p:cNvSpPr/>
          <p:nvPr/>
        </p:nvSpPr>
        <p:spPr>
          <a:xfrm>
            <a:off x="8948576" y="5060783"/>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차원 축소</a:t>
            </a:r>
          </a:p>
        </p:txBody>
      </p:sp>
      <p:sp>
        <p:nvSpPr>
          <p:cNvPr id="17" name="Rectangle 16">
            <a:extLst>
              <a:ext uri="{FF2B5EF4-FFF2-40B4-BE49-F238E27FC236}">
                <a16:creationId xmlns:a16="http://schemas.microsoft.com/office/drawing/2014/main" id="{0ABAD401-780A-4120-A23E-B8C00AACDE83}"/>
              </a:ext>
            </a:extLst>
          </p:cNvPr>
          <p:cNvSpPr/>
          <p:nvPr/>
        </p:nvSpPr>
        <p:spPr>
          <a:xfrm>
            <a:off x="11351114" y="5060781"/>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spcBef>
                <a:spcPts val="0"/>
              </a:spcBef>
              <a:spcAft>
                <a:spcPts val="0"/>
              </a:spcAft>
              <a:buNone/>
            </a:pPr>
            <a:r>
              <a:rPr lang="ko-KR" altLang="en-US" sz="1833" dirty="0">
                <a:solidFill>
                  <a:schemeClr val="lt1"/>
                </a:solidFill>
                <a:latin typeface="Arial"/>
                <a:ea typeface="Arial"/>
                <a:cs typeface="Arial"/>
                <a:sym typeface="Arial"/>
              </a:rPr>
              <a:t>벡터 비교</a:t>
            </a:r>
          </a:p>
        </p:txBody>
      </p:sp>
      <p:sp>
        <p:nvSpPr>
          <p:cNvPr id="21" name="TextBox 20">
            <a:extLst>
              <a:ext uri="{FF2B5EF4-FFF2-40B4-BE49-F238E27FC236}">
                <a16:creationId xmlns:a16="http://schemas.microsoft.com/office/drawing/2014/main" id="{5F393023-8D60-401A-88C8-32FC3D316C52}"/>
              </a:ext>
            </a:extLst>
          </p:cNvPr>
          <p:cNvSpPr txBox="1"/>
          <p:nvPr/>
        </p:nvSpPr>
        <p:spPr>
          <a:xfrm>
            <a:off x="1795540" y="3572835"/>
            <a:ext cx="2400017"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문제 정형화의 서브셋</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23" name="Straight Arrow Connector 22">
            <a:extLst>
              <a:ext uri="{FF2B5EF4-FFF2-40B4-BE49-F238E27FC236}">
                <a16:creationId xmlns:a16="http://schemas.microsoft.com/office/drawing/2014/main" id="{BA10211C-499C-4709-928A-B4D2C66805F7}"/>
              </a:ext>
            </a:extLst>
          </p:cNvPr>
          <p:cNvCxnSpPr>
            <a:cxnSpLocks/>
          </p:cNvCxnSpPr>
          <p:nvPr/>
        </p:nvCxnSpPr>
        <p:spPr>
          <a:xfrm>
            <a:off x="3736802"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1059A85-487A-4C7B-AE9E-BBA1C93076BA}"/>
              </a:ext>
            </a:extLst>
          </p:cNvPr>
          <p:cNvCxnSpPr>
            <a:cxnSpLocks/>
          </p:cNvCxnSpPr>
          <p:nvPr/>
        </p:nvCxnSpPr>
        <p:spPr>
          <a:xfrm>
            <a:off x="6080096"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24CAA0E-C676-43D0-A28C-295095A81CCD}"/>
              </a:ext>
            </a:extLst>
          </p:cNvPr>
          <p:cNvCxnSpPr>
            <a:cxnSpLocks/>
          </p:cNvCxnSpPr>
          <p:nvPr/>
        </p:nvCxnSpPr>
        <p:spPr>
          <a:xfrm>
            <a:off x="8482634"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C8123A3-764A-4D01-B3A6-31BC6928971B}"/>
              </a:ext>
            </a:extLst>
          </p:cNvPr>
          <p:cNvCxnSpPr>
            <a:cxnSpLocks/>
          </p:cNvCxnSpPr>
          <p:nvPr/>
        </p:nvCxnSpPr>
        <p:spPr>
          <a:xfrm>
            <a:off x="11000271"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D7A1914-BE7A-4E00-8D90-14A56C8F5EC2}"/>
              </a:ext>
            </a:extLst>
          </p:cNvPr>
          <p:cNvCxnSpPr>
            <a:cxnSpLocks/>
          </p:cNvCxnSpPr>
          <p:nvPr/>
        </p:nvCxnSpPr>
        <p:spPr>
          <a:xfrm>
            <a:off x="13402809"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4F89B424-1C3A-4970-896F-37874C8809F8}"/>
              </a:ext>
            </a:extLst>
          </p:cNvPr>
          <p:cNvSpPr/>
          <p:nvPr/>
        </p:nvSpPr>
        <p:spPr>
          <a:xfrm>
            <a:off x="1580435" y="4657824"/>
            <a:ext cx="11997795" cy="5003782"/>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0" name="TextBox 39">
            <a:extLst>
              <a:ext uri="{FF2B5EF4-FFF2-40B4-BE49-F238E27FC236}">
                <a16:creationId xmlns:a16="http://schemas.microsoft.com/office/drawing/2014/main" id="{8378BF69-5950-4235-AD73-E1B6A1317912}"/>
              </a:ext>
            </a:extLst>
          </p:cNvPr>
          <p:cNvSpPr txBox="1"/>
          <p:nvPr/>
        </p:nvSpPr>
        <p:spPr>
          <a:xfrm>
            <a:off x="6132560" y="8962810"/>
            <a:ext cx="2169184"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단어 표현의 서브셋</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42" name="Rectangle 41">
            <a:extLst>
              <a:ext uri="{FF2B5EF4-FFF2-40B4-BE49-F238E27FC236}">
                <a16:creationId xmlns:a16="http://schemas.microsoft.com/office/drawing/2014/main" id="{CBD92109-05E5-4186-BD11-F480065B59F4}"/>
              </a:ext>
            </a:extLst>
          </p:cNvPr>
          <p:cNvSpPr/>
          <p:nvPr/>
        </p:nvSpPr>
        <p:spPr>
          <a:xfrm>
            <a:off x="13646232" y="4657824"/>
            <a:ext cx="2504222" cy="5003782"/>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3" name="TextBox 42">
            <a:extLst>
              <a:ext uri="{FF2B5EF4-FFF2-40B4-BE49-F238E27FC236}">
                <a16:creationId xmlns:a16="http://schemas.microsoft.com/office/drawing/2014/main" id="{F163CDF9-BF33-4BEA-896E-EEEE66351191}"/>
              </a:ext>
            </a:extLst>
          </p:cNvPr>
          <p:cNvSpPr txBox="1"/>
          <p:nvPr/>
        </p:nvSpPr>
        <p:spPr>
          <a:xfrm>
            <a:off x="14111182" y="8795067"/>
            <a:ext cx="1638590"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ko-KR" altLang="en-US" sz="1800" b="0" i="0" u="none" strike="noStrike" kern="1200" cap="none" spc="0" normalizeH="0" baseline="0" noProof="0" dirty="0">
                <a:ln>
                  <a:noFill/>
                </a:ln>
                <a:solidFill>
                  <a:srgbClr val="000000"/>
                </a:solidFill>
                <a:effectLst/>
                <a:uLnTx/>
                <a:uFillTx/>
                <a:latin typeface="Trebuchet MS"/>
                <a:ea typeface="+mn-ea"/>
                <a:cs typeface="+mn-cs"/>
              </a:rPr>
              <a:t>접근법 서브셋</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Tree>
    <p:extLst>
      <p:ext uri="{BB962C8B-B14F-4D97-AF65-F5344CB8AC3E}">
        <p14:creationId xmlns:p14="http://schemas.microsoft.com/office/powerpoint/2010/main" val="2849742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5561BF-6661-4C95-85B0-D8E0419E85A7}"/>
              </a:ext>
            </a:extLst>
          </p:cNvPr>
          <p:cNvSpPr/>
          <p:nvPr/>
        </p:nvSpPr>
        <p:spPr>
          <a:xfrm>
            <a:off x="216421" y="3363623"/>
            <a:ext cx="17323105" cy="4572000"/>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 name="Title 1"/>
          <p:cNvSpPr>
            <a:spLocks noGrp="1"/>
          </p:cNvSpPr>
          <p:nvPr>
            <p:ph type="title"/>
          </p:nvPr>
        </p:nvSpPr>
        <p:spPr/>
        <p:txBody>
          <a:bodyPr/>
          <a:lstStyle/>
          <a:p>
            <a:r>
              <a:rPr lang="en-US" dirty="0"/>
              <a:t>NLP</a:t>
            </a:r>
            <a:r>
              <a:rPr lang="ko-KR" altLang="en-US" dirty="0"/>
              <a:t> 접근법</a:t>
            </a:r>
            <a:endParaRPr lang="en-US" dirty="0"/>
          </a:p>
        </p:txBody>
      </p:sp>
      <p:sp>
        <p:nvSpPr>
          <p:cNvPr id="10" name="Text Placeholder 9"/>
          <p:cNvSpPr>
            <a:spLocks noGrp="1"/>
          </p:cNvSpPr>
          <p:nvPr>
            <p:ph type="body" sz="quarter" idx="10"/>
          </p:nvPr>
        </p:nvSpPr>
        <p:spPr/>
        <p:txBody>
          <a:bodyPr/>
          <a:lstStyle/>
          <a:p>
            <a:r>
              <a:rPr lang="en-GB" dirty="0"/>
              <a:t>ML model </a:t>
            </a:r>
            <a:r>
              <a:rPr lang="ko-KR" altLang="en-US" dirty="0"/>
              <a:t>결정</a:t>
            </a:r>
            <a:endParaRPr lang="en-US" dirty="0"/>
          </a:p>
        </p:txBody>
      </p:sp>
      <p:sp>
        <p:nvSpPr>
          <p:cNvPr id="5" name="Rectangle 4">
            <a:extLst>
              <a:ext uri="{FF2B5EF4-FFF2-40B4-BE49-F238E27FC236}">
                <a16:creationId xmlns:a16="http://schemas.microsoft.com/office/drawing/2014/main" id="{6A20E1A3-ED34-48DC-8208-491ECBEAFA4A}"/>
              </a:ext>
            </a:extLst>
          </p:cNvPr>
          <p:cNvSpPr/>
          <p:nvPr/>
        </p:nvSpPr>
        <p:spPr>
          <a:xfrm>
            <a:off x="13753652" y="4833502"/>
            <a:ext cx="2308543" cy="18756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Trebuchet MS"/>
                <a:ea typeface="+mn-ea"/>
                <a:cs typeface="+mn-cs"/>
              </a:rPr>
              <a:t>Machine Learning Algorithm</a:t>
            </a:r>
            <a:endParaRPr kumimoji="0" lang="en-US" sz="1800" b="0" i="0" u="none" strike="noStrike" kern="1200" cap="none" spc="0" normalizeH="0" baseline="0" noProof="0" dirty="0">
              <a:ln>
                <a:noFill/>
              </a:ln>
              <a:solidFill>
                <a:srgbClr val="FFFFFF"/>
              </a:solidFill>
              <a:effectLst/>
              <a:uLnTx/>
              <a:uFillTx/>
              <a:latin typeface="Trebuchet MS"/>
              <a:ea typeface="+mn-ea"/>
              <a:cs typeface="+mn-cs"/>
            </a:endParaRPr>
          </a:p>
        </p:txBody>
      </p:sp>
      <p:cxnSp>
        <p:nvCxnSpPr>
          <p:cNvPr id="7" name="Straight Arrow Connector 6">
            <a:extLst>
              <a:ext uri="{FF2B5EF4-FFF2-40B4-BE49-F238E27FC236}">
                <a16:creationId xmlns:a16="http://schemas.microsoft.com/office/drawing/2014/main" id="{E3CED2D0-7094-4541-A698-08B4F0529455}"/>
              </a:ext>
            </a:extLst>
          </p:cNvPr>
          <p:cNvCxnSpPr>
            <a:cxnSpLocks/>
            <a:stCxn id="8" idx="3"/>
          </p:cNvCxnSpPr>
          <p:nvPr/>
        </p:nvCxnSpPr>
        <p:spPr>
          <a:xfrm>
            <a:off x="1048443" y="5771355"/>
            <a:ext cx="673948"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6DA6564-6F42-4982-ADA0-0A4491053730}"/>
              </a:ext>
            </a:extLst>
          </p:cNvPr>
          <p:cNvSpPr txBox="1"/>
          <p:nvPr/>
        </p:nvSpPr>
        <p:spPr>
          <a:xfrm>
            <a:off x="424426" y="5600539"/>
            <a:ext cx="624017"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Trebuchet MS"/>
                <a:ea typeface="+mn-ea"/>
                <a:cs typeface="+mn-cs"/>
              </a:rPr>
              <a:t>Text</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DD2A52FF-D777-4030-BACC-0282FA5E9CC6}"/>
              </a:ext>
            </a:extLst>
          </p:cNvPr>
          <p:cNvSpPr/>
          <p:nvPr/>
        </p:nvSpPr>
        <p:spPr>
          <a:xfrm>
            <a:off x="4143499" y="5060784"/>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33" b="0" i="0" u="none" strike="noStrike" kern="1200" cap="none" spc="0" normalizeH="0" baseline="0" noProof="0" dirty="0">
                <a:ln>
                  <a:noFill/>
                </a:ln>
                <a:solidFill>
                  <a:srgbClr val="FFFFFF"/>
                </a:solidFill>
                <a:effectLst/>
                <a:uLnTx/>
                <a:uFillTx/>
                <a:latin typeface="Trebuchet MS"/>
                <a:ea typeface="+mn-ea"/>
                <a:cs typeface="+mn-cs"/>
              </a:rPr>
              <a:t>Text Representation</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1" name="Rectangle 10">
            <a:extLst>
              <a:ext uri="{FF2B5EF4-FFF2-40B4-BE49-F238E27FC236}">
                <a16:creationId xmlns:a16="http://schemas.microsoft.com/office/drawing/2014/main" id="{A7FCF2A6-6933-4F6D-84FA-4CECD7C258E8}"/>
              </a:ext>
            </a:extLst>
          </p:cNvPr>
          <p:cNvSpPr/>
          <p:nvPr/>
        </p:nvSpPr>
        <p:spPr>
          <a:xfrm>
            <a:off x="1732182" y="5060786"/>
            <a:ext cx="2060473"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33" b="0" i="0" u="none" strike="noStrike" kern="1200" cap="none" spc="0" normalizeH="0" baseline="0" noProof="0" dirty="0">
                <a:ln>
                  <a:noFill/>
                </a:ln>
                <a:solidFill>
                  <a:srgbClr val="FFFFFF"/>
                </a:solidFill>
                <a:effectLst/>
                <a:uLnTx/>
                <a:uFillTx/>
                <a:latin typeface="Trebuchet MS"/>
                <a:ea typeface="+mn-ea"/>
                <a:cs typeface="+mn-cs"/>
              </a:rPr>
              <a:t>Text Pre-processing</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5" name="Rectangle 14">
            <a:extLst>
              <a:ext uri="{FF2B5EF4-FFF2-40B4-BE49-F238E27FC236}">
                <a16:creationId xmlns:a16="http://schemas.microsoft.com/office/drawing/2014/main" id="{5A6E7B7C-43E4-42F1-9716-DCCA4D5F22A8}"/>
              </a:ext>
            </a:extLst>
          </p:cNvPr>
          <p:cNvSpPr/>
          <p:nvPr/>
        </p:nvSpPr>
        <p:spPr>
          <a:xfrm>
            <a:off x="6546038" y="5060783"/>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33" b="0" i="0" u="none" strike="noStrike" kern="1200" cap="none" spc="0" normalizeH="0" baseline="0" noProof="0" dirty="0">
                <a:ln>
                  <a:noFill/>
                </a:ln>
                <a:solidFill>
                  <a:srgbClr val="FFFFFF"/>
                </a:solidFill>
                <a:effectLst/>
                <a:uLnTx/>
                <a:uFillTx/>
                <a:latin typeface="Trebuchet MS"/>
                <a:ea typeface="+mn-ea"/>
                <a:cs typeface="+mn-cs"/>
              </a:rPr>
              <a:t>Reweighting</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6" name="Rectangle 15">
            <a:extLst>
              <a:ext uri="{FF2B5EF4-FFF2-40B4-BE49-F238E27FC236}">
                <a16:creationId xmlns:a16="http://schemas.microsoft.com/office/drawing/2014/main" id="{BC8D89D7-787D-48C3-81BD-2BA0C95C0C8E}"/>
              </a:ext>
            </a:extLst>
          </p:cNvPr>
          <p:cNvSpPr/>
          <p:nvPr/>
        </p:nvSpPr>
        <p:spPr>
          <a:xfrm>
            <a:off x="8948576" y="5060783"/>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33" b="0" i="0" u="none" strike="noStrike" kern="1200" cap="none" spc="0" normalizeH="0" baseline="0" noProof="0" dirty="0">
                <a:ln>
                  <a:noFill/>
                </a:ln>
                <a:solidFill>
                  <a:srgbClr val="FFFFFF"/>
                </a:solidFill>
                <a:effectLst/>
                <a:uLnTx/>
                <a:uFillTx/>
                <a:latin typeface="Trebuchet MS"/>
                <a:ea typeface="+mn-ea"/>
                <a:cs typeface="+mn-cs"/>
              </a:rPr>
              <a:t>Dimensionality Reduction</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7" name="Rectangle 16">
            <a:extLst>
              <a:ext uri="{FF2B5EF4-FFF2-40B4-BE49-F238E27FC236}">
                <a16:creationId xmlns:a16="http://schemas.microsoft.com/office/drawing/2014/main" id="{0ABAD401-780A-4120-A23E-B8C00AACDE83}"/>
              </a:ext>
            </a:extLst>
          </p:cNvPr>
          <p:cNvSpPr/>
          <p:nvPr/>
        </p:nvSpPr>
        <p:spPr>
          <a:xfrm>
            <a:off x="11351114" y="5060781"/>
            <a:ext cx="2051695" cy="14211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33" b="0" i="0" u="none" strike="noStrike" kern="1200" cap="none" spc="0" normalizeH="0" baseline="0" noProof="0" dirty="0">
                <a:ln>
                  <a:noFill/>
                </a:ln>
                <a:solidFill>
                  <a:srgbClr val="FFFFFF"/>
                </a:solidFill>
                <a:effectLst/>
                <a:uLnTx/>
                <a:uFillTx/>
                <a:latin typeface="Trebuchet MS"/>
                <a:ea typeface="+mn-ea"/>
                <a:cs typeface="+mn-cs"/>
              </a:rPr>
              <a:t>Vector Comparison</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21" name="TextBox 20">
            <a:extLst>
              <a:ext uri="{FF2B5EF4-FFF2-40B4-BE49-F238E27FC236}">
                <a16:creationId xmlns:a16="http://schemas.microsoft.com/office/drawing/2014/main" id="{5F393023-8D60-401A-88C8-32FC3D316C52}"/>
              </a:ext>
            </a:extLst>
          </p:cNvPr>
          <p:cNvSpPr txBox="1"/>
          <p:nvPr/>
        </p:nvSpPr>
        <p:spPr>
          <a:xfrm>
            <a:off x="1281584" y="3572835"/>
            <a:ext cx="342792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Trebuchet MS"/>
                <a:ea typeface="+mn-ea"/>
                <a:cs typeface="+mn-cs"/>
              </a:rPr>
              <a:t>Subset of Problem formulations</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cxnSp>
        <p:nvCxnSpPr>
          <p:cNvPr id="23" name="Straight Arrow Connector 22">
            <a:extLst>
              <a:ext uri="{FF2B5EF4-FFF2-40B4-BE49-F238E27FC236}">
                <a16:creationId xmlns:a16="http://schemas.microsoft.com/office/drawing/2014/main" id="{BA10211C-499C-4709-928A-B4D2C66805F7}"/>
              </a:ext>
            </a:extLst>
          </p:cNvPr>
          <p:cNvCxnSpPr>
            <a:cxnSpLocks/>
          </p:cNvCxnSpPr>
          <p:nvPr/>
        </p:nvCxnSpPr>
        <p:spPr>
          <a:xfrm>
            <a:off x="3736802"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1059A85-487A-4C7B-AE9E-BBA1C93076BA}"/>
              </a:ext>
            </a:extLst>
          </p:cNvPr>
          <p:cNvCxnSpPr>
            <a:cxnSpLocks/>
          </p:cNvCxnSpPr>
          <p:nvPr/>
        </p:nvCxnSpPr>
        <p:spPr>
          <a:xfrm>
            <a:off x="6080096"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24CAA0E-C676-43D0-A28C-295095A81CCD}"/>
              </a:ext>
            </a:extLst>
          </p:cNvPr>
          <p:cNvCxnSpPr>
            <a:cxnSpLocks/>
          </p:cNvCxnSpPr>
          <p:nvPr/>
        </p:nvCxnSpPr>
        <p:spPr>
          <a:xfrm>
            <a:off x="8482634"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C8123A3-764A-4D01-B3A6-31BC6928971B}"/>
              </a:ext>
            </a:extLst>
          </p:cNvPr>
          <p:cNvCxnSpPr>
            <a:cxnSpLocks/>
          </p:cNvCxnSpPr>
          <p:nvPr/>
        </p:nvCxnSpPr>
        <p:spPr>
          <a:xfrm>
            <a:off x="11000271"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D7A1914-BE7A-4E00-8D90-14A56C8F5EC2}"/>
              </a:ext>
            </a:extLst>
          </p:cNvPr>
          <p:cNvCxnSpPr>
            <a:cxnSpLocks/>
          </p:cNvCxnSpPr>
          <p:nvPr/>
        </p:nvCxnSpPr>
        <p:spPr>
          <a:xfrm>
            <a:off x="13402809" y="5771355"/>
            <a:ext cx="465942"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4F89B424-1C3A-4970-896F-37874C8809F8}"/>
              </a:ext>
            </a:extLst>
          </p:cNvPr>
          <p:cNvSpPr/>
          <p:nvPr/>
        </p:nvSpPr>
        <p:spPr>
          <a:xfrm>
            <a:off x="1550938" y="4441899"/>
            <a:ext cx="11997795" cy="5003782"/>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0" name="TextBox 39">
            <a:extLst>
              <a:ext uri="{FF2B5EF4-FFF2-40B4-BE49-F238E27FC236}">
                <a16:creationId xmlns:a16="http://schemas.microsoft.com/office/drawing/2014/main" id="{8378BF69-5950-4235-AD73-E1B6A1317912}"/>
              </a:ext>
            </a:extLst>
          </p:cNvPr>
          <p:cNvSpPr txBox="1"/>
          <p:nvPr/>
        </p:nvSpPr>
        <p:spPr>
          <a:xfrm>
            <a:off x="5512196" y="8962810"/>
            <a:ext cx="3409908"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Trebuchet MS"/>
                <a:ea typeface="+mn-ea"/>
                <a:cs typeface="+mn-cs"/>
              </a:rPr>
              <a:t>Subset of word representations</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42" name="Rectangle 41">
            <a:extLst>
              <a:ext uri="{FF2B5EF4-FFF2-40B4-BE49-F238E27FC236}">
                <a16:creationId xmlns:a16="http://schemas.microsoft.com/office/drawing/2014/main" id="{CBD92109-05E5-4186-BD11-F480065B59F4}"/>
              </a:ext>
            </a:extLst>
          </p:cNvPr>
          <p:cNvSpPr/>
          <p:nvPr/>
        </p:nvSpPr>
        <p:spPr>
          <a:xfrm>
            <a:off x="13651969" y="4441897"/>
            <a:ext cx="2504222" cy="5003782"/>
          </a:xfrm>
          <a:prstGeom prst="rect">
            <a:avLst/>
          </a:prstGeom>
          <a:solidFill>
            <a:srgbClr val="598B00">
              <a:alpha val="5098"/>
            </a:srgbClr>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3" name="TextBox 42">
            <a:extLst>
              <a:ext uri="{FF2B5EF4-FFF2-40B4-BE49-F238E27FC236}">
                <a16:creationId xmlns:a16="http://schemas.microsoft.com/office/drawing/2014/main" id="{F163CDF9-BF33-4BEA-896E-EEEE66351191}"/>
              </a:ext>
            </a:extLst>
          </p:cNvPr>
          <p:cNvSpPr txBox="1"/>
          <p:nvPr/>
        </p:nvSpPr>
        <p:spPr>
          <a:xfrm>
            <a:off x="14251443" y="8670418"/>
            <a:ext cx="1358064" cy="5909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Trebuchet MS"/>
                <a:ea typeface="+mn-ea"/>
                <a:cs typeface="+mn-cs"/>
              </a:rPr>
              <a:t>Subset of </a:t>
            </a:r>
          </a:p>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Trebuchet MS"/>
                <a:ea typeface="+mn-ea"/>
                <a:cs typeface="+mn-cs"/>
              </a:rPr>
              <a:t>approaches</a:t>
            </a:r>
            <a:endParaRPr kumimoji="0" lang="en-US" sz="1800" b="0" i="0" u="none" strike="noStrike" kern="1200" cap="none" spc="0" normalizeH="0" baseline="0" noProof="0" dirty="0">
              <a:ln>
                <a:noFill/>
              </a:ln>
              <a:solidFill>
                <a:srgbClr val="000000"/>
              </a:solidFill>
              <a:effectLst/>
              <a:uLnTx/>
              <a:uFillTx/>
              <a:latin typeface="Trebuchet MS"/>
              <a:ea typeface="+mn-ea"/>
              <a:cs typeface="+mn-cs"/>
            </a:endParaRPr>
          </a:p>
        </p:txBody>
      </p:sp>
      <p:sp>
        <p:nvSpPr>
          <p:cNvPr id="28" name="TextBox 27">
            <a:extLst>
              <a:ext uri="{FF2B5EF4-FFF2-40B4-BE49-F238E27FC236}">
                <a16:creationId xmlns:a16="http://schemas.microsoft.com/office/drawing/2014/main" id="{C0AF862A-2220-4D23-B15F-4FBFEF809793}"/>
              </a:ext>
            </a:extLst>
          </p:cNvPr>
          <p:cNvSpPr txBox="1"/>
          <p:nvPr/>
        </p:nvSpPr>
        <p:spPr>
          <a:xfrm>
            <a:off x="14641759" y="3505368"/>
            <a:ext cx="448681" cy="1089529"/>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72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a:t>
            </a:r>
            <a:endParaRPr kumimoji="0" lang="en-US" sz="7200" b="0" i="0" u="none" strike="noStrike" kern="1200" cap="none" spc="0" normalizeH="0" baseline="0" noProof="0" dirty="0" err="1">
              <a:ln>
                <a:noFill/>
              </a:ln>
              <a:solidFill>
                <a:srgbClr val="000000"/>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1927553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ko-KR" altLang="en-US" dirty="0">
                <a:latin typeface="Trebuchet MS"/>
              </a:rPr>
              <a:t>고전적인 접근법</a:t>
            </a:r>
            <a:endParaRPr lang="en-US" dirty="0">
              <a:latin typeface="Trebuchet MS"/>
            </a:endParaRPr>
          </a:p>
        </p:txBody>
      </p:sp>
    </p:spTree>
    <p:extLst>
      <p:ext uri="{BB962C8B-B14F-4D97-AF65-F5344CB8AC3E}">
        <p14:creationId xmlns:p14="http://schemas.microsoft.com/office/powerpoint/2010/main" val="3506698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0D66-326A-478A-A63B-6E95619D0753}"/>
              </a:ext>
            </a:extLst>
          </p:cNvPr>
          <p:cNvSpPr>
            <a:spLocks noGrp="1"/>
          </p:cNvSpPr>
          <p:nvPr>
            <p:ph type="title"/>
          </p:nvPr>
        </p:nvSpPr>
        <p:spPr/>
        <p:txBody>
          <a:bodyPr/>
          <a:lstStyle/>
          <a:p>
            <a:r>
              <a:rPr lang="ko-KR" altLang="en-US" dirty="0">
                <a:latin typeface="Trebuchet MS"/>
              </a:rPr>
              <a:t>고전적인 접근법</a:t>
            </a:r>
            <a:endParaRPr lang="en-US" dirty="0"/>
          </a:p>
        </p:txBody>
      </p:sp>
      <p:sp>
        <p:nvSpPr>
          <p:cNvPr id="4" name="Text Placeholder 3">
            <a:extLst>
              <a:ext uri="{FF2B5EF4-FFF2-40B4-BE49-F238E27FC236}">
                <a16:creationId xmlns:a16="http://schemas.microsoft.com/office/drawing/2014/main" id="{57661BA6-82F0-4A17-9089-853471B68CDC}"/>
              </a:ext>
            </a:extLst>
          </p:cNvPr>
          <p:cNvSpPr>
            <a:spLocks noGrp="1"/>
          </p:cNvSpPr>
          <p:nvPr>
            <p:ph type="body" sz="quarter" idx="10"/>
          </p:nvPr>
        </p:nvSpPr>
        <p:spPr/>
        <p:txBody>
          <a:bodyPr/>
          <a:lstStyle/>
          <a:p>
            <a:r>
              <a:rPr lang="ko-KR" altLang="en-US" dirty="0"/>
              <a:t>매우 광범위한 툴 선택</a:t>
            </a:r>
            <a:endParaRPr lang="en-US" dirty="0"/>
          </a:p>
        </p:txBody>
      </p:sp>
      <p:pic>
        <p:nvPicPr>
          <p:cNvPr id="3074" name="Picture 2" descr="Choosing the right estimator — scikit-learn 0.23.2 documentation">
            <a:extLst>
              <a:ext uri="{FF2B5EF4-FFF2-40B4-BE49-F238E27FC236}">
                <a16:creationId xmlns:a16="http://schemas.microsoft.com/office/drawing/2014/main" id="{71C2982B-867D-4837-8B9B-12822B52134E}"/>
              </a:ext>
            </a:extLst>
          </p:cNvPr>
          <p:cNvPicPr>
            <a:picLocks noGrp="1" noChangeAspect="1" noChangeArrowheads="1"/>
          </p:cNvPicPr>
          <p:nvPr>
            <p:ph idx="1"/>
          </p:nvPr>
        </p:nvPicPr>
        <p:blipFill>
          <a:blip r:embed="rId3" cstate="email">
            <a:extLst>
              <a:ext uri="{28A0092B-C50C-407E-A947-70E740481C1C}">
                <a14:useLocalDpi xmlns:a14="http://schemas.microsoft.com/office/drawing/2010/main"/>
              </a:ext>
            </a:extLst>
          </a:blip>
          <a:srcRect/>
          <a:stretch>
            <a:fillRect/>
          </a:stretch>
        </p:blipFill>
        <p:spPr bwMode="auto">
          <a:xfrm>
            <a:off x="4172469" y="3368147"/>
            <a:ext cx="9943063" cy="6199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16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ko-KR" altLang="en-US" dirty="0">
                <a:latin typeface="Trebuchet MS"/>
              </a:rPr>
              <a:t>피처 엔지니어링 방법은 어떨까요</a:t>
            </a:r>
            <a:r>
              <a:rPr lang="en-US" altLang="ko-KR" dirty="0">
                <a:latin typeface="Trebuchet MS"/>
              </a:rPr>
              <a:t>?</a:t>
            </a:r>
            <a:endParaRPr lang="en-US" dirty="0">
              <a:latin typeface="Trebuchet MS"/>
            </a:endParaRPr>
          </a:p>
        </p:txBody>
      </p:sp>
    </p:spTree>
    <p:extLst>
      <p:ext uri="{BB962C8B-B14F-4D97-AF65-F5344CB8AC3E}">
        <p14:creationId xmlns:p14="http://schemas.microsoft.com/office/powerpoint/2010/main" val="349536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latin typeface="Trebuchet MS"/>
              </a:rPr>
              <a:t>Deep Representation Learning</a:t>
            </a:r>
            <a:endParaRPr lang="en-US" dirty="0">
              <a:latin typeface="Trebuchet MS"/>
            </a:endParaRPr>
          </a:p>
        </p:txBody>
      </p:sp>
    </p:spTree>
    <p:extLst>
      <p:ext uri="{BB962C8B-B14F-4D97-AF65-F5344CB8AC3E}">
        <p14:creationId xmlns:p14="http://schemas.microsoft.com/office/powerpoint/2010/main" val="523162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0D66-326A-478A-A63B-6E95619D0753}"/>
              </a:ext>
            </a:extLst>
          </p:cNvPr>
          <p:cNvSpPr>
            <a:spLocks noGrp="1"/>
          </p:cNvSpPr>
          <p:nvPr>
            <p:ph type="title"/>
          </p:nvPr>
        </p:nvSpPr>
        <p:spPr/>
        <p:txBody>
          <a:bodyPr/>
          <a:lstStyle/>
          <a:p>
            <a:r>
              <a:rPr lang="en-US" dirty="0"/>
              <a:t>Deep Representation Learning</a:t>
            </a:r>
          </a:p>
        </p:txBody>
      </p:sp>
      <p:pic>
        <p:nvPicPr>
          <p:cNvPr id="5" name="Content Placeholder 4">
            <a:extLst>
              <a:ext uri="{FF2B5EF4-FFF2-40B4-BE49-F238E27FC236}">
                <a16:creationId xmlns:a16="http://schemas.microsoft.com/office/drawing/2014/main" id="{75F7CD70-2775-4095-9B48-77498940F722}"/>
              </a:ext>
            </a:extLst>
          </p:cNvPr>
          <p:cNvPicPr>
            <a:picLocks noGrp="1" noChangeAspect="1"/>
          </p:cNvPicPr>
          <p:nvPr>
            <p:ph idx="1"/>
          </p:nvPr>
        </p:nvPicPr>
        <p:blipFill>
          <a:blip r:embed="rId3" cstate="email">
            <a:extLst>
              <a:ext uri="{28A0092B-C50C-407E-A947-70E740481C1C}">
                <a14:useLocalDpi xmlns:a14="http://schemas.microsoft.com/office/drawing/2010/main"/>
              </a:ext>
            </a:extLst>
          </a:blip>
          <a:stretch>
            <a:fillRect/>
          </a:stretch>
        </p:blipFill>
        <p:spPr>
          <a:xfrm>
            <a:off x="4039587" y="3368147"/>
            <a:ext cx="10208827" cy="6199187"/>
          </a:xfrm>
          <a:prstGeom prst="rect">
            <a:avLst/>
          </a:prstGeom>
        </p:spPr>
      </p:pic>
      <p:sp>
        <p:nvSpPr>
          <p:cNvPr id="4" name="Text Placeholder 3">
            <a:extLst>
              <a:ext uri="{FF2B5EF4-FFF2-40B4-BE49-F238E27FC236}">
                <a16:creationId xmlns:a16="http://schemas.microsoft.com/office/drawing/2014/main" id="{57661BA6-82F0-4A17-9089-853471B68CDC}"/>
              </a:ext>
            </a:extLst>
          </p:cNvPr>
          <p:cNvSpPr>
            <a:spLocks noGrp="1"/>
          </p:cNvSpPr>
          <p:nvPr>
            <p:ph type="body" sz="quarter" idx="10"/>
          </p:nvPr>
        </p:nvSpPr>
        <p:spPr/>
        <p:txBody>
          <a:bodyPr/>
          <a:lstStyle/>
          <a:p>
            <a:r>
              <a:rPr lang="ko-KR" altLang="en-US" dirty="0"/>
              <a:t>분포 가설을 넘어서</a:t>
            </a:r>
            <a:endParaRPr lang="en-US" dirty="0"/>
          </a:p>
        </p:txBody>
      </p:sp>
    </p:spTree>
    <p:extLst>
      <p:ext uri="{BB962C8B-B14F-4D97-AF65-F5344CB8AC3E}">
        <p14:creationId xmlns:p14="http://schemas.microsoft.com/office/powerpoint/2010/main" val="3572775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4" name="Google Shape;1363;p89">
            <a:extLst>
              <a:ext uri="{FF2B5EF4-FFF2-40B4-BE49-F238E27FC236}">
                <a16:creationId xmlns:a16="http://schemas.microsoft.com/office/drawing/2014/main" id="{C9F7F149-AB39-4CB5-846C-6709B54E8711}"/>
              </a:ext>
            </a:extLst>
          </p:cNvPr>
          <p:cNvSpPr/>
          <p:nvPr/>
        </p:nvSpPr>
        <p:spPr>
          <a:xfrm>
            <a:off x="6880123" y="1289565"/>
            <a:ext cx="10958051" cy="7347159"/>
          </a:xfrm>
          <a:prstGeom prst="rect">
            <a:avLst/>
          </a:prstGeom>
          <a:solidFill>
            <a:srgbClr val="262626">
              <a:alpha val="69804"/>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99" name="Google Shape;399;p3"/>
          <p:cNvSpPr txBox="1"/>
          <p:nvPr/>
        </p:nvSpPr>
        <p:spPr>
          <a:xfrm>
            <a:off x="7415233" y="1650236"/>
            <a:ext cx="9889067" cy="698648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1부: Machine Learning in NLP</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err="1">
                <a:ln>
                  <a:noFill/>
                </a:ln>
                <a:solidFill>
                  <a:srgbClr val="76B900"/>
                </a:solidFill>
                <a:effectLst/>
                <a:uLnTx/>
                <a:uFillTx/>
                <a:latin typeface="Arial"/>
                <a:ea typeface="Arial"/>
                <a:cs typeface="Arial"/>
                <a:sym typeface="Arial"/>
              </a:rPr>
              <a:t>강의</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NLP란</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무엇일까요</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ko-KR" altLang="en-US" sz="3200" b="0" i="0" u="none" strike="noStrike" kern="0" cap="none" spc="0" normalizeH="0" baseline="0" noProof="0" dirty="0">
                <a:ln>
                  <a:noFill/>
                </a:ln>
                <a:solidFill>
                  <a:srgbClr val="FFFFFF"/>
                </a:solidFill>
                <a:effectLst/>
                <a:uLnTx/>
                <a:uFillTx/>
                <a:latin typeface="Arial"/>
                <a:ea typeface="Arial"/>
                <a:cs typeface="Arial"/>
                <a:sym typeface="Arial"/>
              </a:rPr>
              <a:t>문제 정형화</a:t>
            </a:r>
            <a:endParaRPr kumimoji="0" lang="en-US" altLang="ko-KR" sz="3200" b="0" i="0" u="none" strike="noStrike" kern="0" cap="none" spc="0" normalizeH="0" baseline="0" noProof="0" dirty="0">
              <a:ln>
                <a:noFill/>
              </a:ln>
              <a:solidFill>
                <a:srgbClr val="FFFFFF"/>
              </a:solidFill>
              <a:effectLst/>
              <a:uLnTx/>
              <a:uFillTx/>
              <a:latin typeface="Arial"/>
              <a:ea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텍스트</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표현</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차원</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축소</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bg1"/>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임베딩</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accent2">
                  <a:lumMod val="40000"/>
                  <a:lumOff val="60000"/>
                </a:schemeClr>
              </a:buClr>
              <a:buSzPts val="3200"/>
              <a:buFont typeface="Arial"/>
              <a:buChar char="•"/>
              <a:tabLst/>
              <a:defRPr/>
            </a:pPr>
            <a:r>
              <a:rPr kumimoji="0" lang="en-US" sz="3200" b="0" i="0" u="none" strike="noStrike" kern="0" cap="none" spc="0" normalizeH="0" baseline="0" noProof="0" dirty="0">
                <a:ln>
                  <a:noFill/>
                </a:ln>
                <a:solidFill>
                  <a:schemeClr val="accent2">
                    <a:lumMod val="40000"/>
                    <a:lumOff val="60000"/>
                  </a:schemeClr>
                </a:solidFill>
                <a:effectLst/>
                <a:uLnTx/>
                <a:uFillTx/>
                <a:latin typeface="Arial"/>
                <a:ea typeface="Arial"/>
                <a:cs typeface="Arial"/>
                <a:sym typeface="Arial"/>
              </a:rPr>
              <a:t>RNN</a:t>
            </a:r>
            <a:endParaRPr kumimoji="0" sz="1400" b="0" i="0" u="none" strike="noStrike" kern="0" cap="none" spc="0" normalizeH="0" baseline="0" noProof="0" dirty="0">
              <a:ln>
                <a:noFill/>
              </a:ln>
              <a:solidFill>
                <a:schemeClr val="accent2">
                  <a:lumMod val="40000"/>
                  <a:lumOff val="60000"/>
                </a:schemeClr>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“Attention is All You Need”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a:ln>
                  <a:noFill/>
                </a:ln>
                <a:solidFill>
                  <a:srgbClr val="76B900"/>
                </a:solidFill>
                <a:effectLst/>
                <a:uLnTx/>
                <a:uFillTx/>
                <a:latin typeface="Arial"/>
                <a:ea typeface="Arial"/>
                <a:cs typeface="Arial"/>
                <a:sym typeface="Arial"/>
              </a:rPr>
              <a:t>랩</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트랜스포머 아키텍쳐</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rPr>
              <a:t>모델</a:t>
            </a:r>
            <a:endParaRPr kumimoji="0" lang="en-US" altLang="ko-KR"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사전훈련</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761970" marR="0" lvl="1" indent="0" algn="l" defTabSz="914400" rtl="0" eaLnBrk="1" fontAlgn="auto" latinLnBrk="0" hangingPunct="1">
              <a:lnSpc>
                <a:spcPct val="100000"/>
              </a:lnSpc>
              <a:spcBef>
                <a:spcPts val="0"/>
              </a:spcBef>
              <a:spcAft>
                <a:spcPts val="0"/>
              </a:spcAft>
              <a:buClr>
                <a:srgbClr val="FFFFFF"/>
              </a:buClr>
              <a:buSzPts val="3200"/>
              <a:buFont typeface="Arial"/>
              <a:buNone/>
              <a:tabLst/>
              <a:defRPr/>
            </a:pPr>
            <a:endParaRPr kumimoji="0" sz="32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2396853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58"/>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b="1" dirty="0"/>
              <a:t>RNN(RECURRENT NEURAL NETWORK)</a:t>
            </a:r>
            <a:endParaRPr dirty="0"/>
          </a:p>
        </p:txBody>
      </p:sp>
      <p:grpSp>
        <p:nvGrpSpPr>
          <p:cNvPr id="1065" name="Google Shape;1065;p58"/>
          <p:cNvGrpSpPr/>
          <p:nvPr/>
        </p:nvGrpSpPr>
        <p:grpSpPr>
          <a:xfrm>
            <a:off x="4840861" y="4123728"/>
            <a:ext cx="8606237" cy="4615876"/>
            <a:chOff x="2939693" y="2604092"/>
            <a:chExt cx="5163742" cy="2769526"/>
          </a:xfrm>
        </p:grpSpPr>
        <p:sp>
          <p:nvSpPr>
            <p:cNvPr id="1066" name="Google Shape;1066;p58"/>
            <p:cNvSpPr/>
            <p:nvPr/>
          </p:nvSpPr>
          <p:spPr>
            <a:xfrm>
              <a:off x="2939693" y="3468102"/>
              <a:ext cx="336061" cy="351692"/>
            </a:xfrm>
            <a:prstGeom prst="ellipse">
              <a:avLst/>
            </a:prstGeom>
            <a:solidFill>
              <a:schemeClr val="accent1"/>
            </a:solidFill>
            <a:ln w="25400" cap="flat" cmpd="sng">
              <a:solidFill>
                <a:srgbClr val="0061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000">
                <a:solidFill>
                  <a:srgbClr val="000000"/>
                </a:solidFill>
                <a:latin typeface="Trebuchet MS"/>
                <a:ea typeface="Trebuchet MS"/>
                <a:cs typeface="Trebuchet MS"/>
                <a:sym typeface="Trebuchet MS"/>
              </a:endParaRPr>
            </a:p>
          </p:txBody>
        </p:sp>
        <p:cxnSp>
          <p:nvCxnSpPr>
            <p:cNvPr id="1067" name="Google Shape;1067;p58"/>
            <p:cNvCxnSpPr>
              <a:endCxn id="1066" idx="4"/>
            </p:cNvCxnSpPr>
            <p:nvPr/>
          </p:nvCxnSpPr>
          <p:spPr>
            <a:xfrm rot="10800000">
              <a:off x="3107723" y="3819794"/>
              <a:ext cx="0" cy="406500"/>
            </a:xfrm>
            <a:prstGeom prst="straightConnector1">
              <a:avLst/>
            </a:prstGeom>
            <a:noFill/>
            <a:ln w="25400" cap="flat" cmpd="sng">
              <a:solidFill>
                <a:schemeClr val="dk1"/>
              </a:solidFill>
              <a:prstDash val="solid"/>
              <a:round/>
              <a:headEnd type="none" w="sm" len="sm"/>
              <a:tailEnd type="triangle" w="med" len="med"/>
            </a:ln>
          </p:spPr>
        </p:cxnSp>
        <p:cxnSp>
          <p:nvCxnSpPr>
            <p:cNvPr id="1068" name="Google Shape;1068;p58"/>
            <p:cNvCxnSpPr>
              <a:stCxn id="1066" idx="0"/>
            </p:cNvCxnSpPr>
            <p:nvPr/>
          </p:nvCxnSpPr>
          <p:spPr>
            <a:xfrm rot="10800000">
              <a:off x="3107723" y="3002202"/>
              <a:ext cx="0" cy="465900"/>
            </a:xfrm>
            <a:prstGeom prst="straightConnector1">
              <a:avLst/>
            </a:prstGeom>
            <a:noFill/>
            <a:ln w="25400" cap="flat" cmpd="sng">
              <a:solidFill>
                <a:schemeClr val="dk1"/>
              </a:solidFill>
              <a:prstDash val="solid"/>
              <a:round/>
              <a:headEnd type="none" w="sm" len="sm"/>
              <a:tailEnd type="triangle" w="med" len="med"/>
            </a:ln>
          </p:spPr>
        </p:cxnSp>
        <p:cxnSp>
          <p:nvCxnSpPr>
            <p:cNvPr id="1069" name="Google Shape;1069;p58"/>
            <p:cNvCxnSpPr>
              <a:stCxn id="1066" idx="7"/>
              <a:endCxn id="1066" idx="5"/>
            </p:cNvCxnSpPr>
            <p:nvPr/>
          </p:nvCxnSpPr>
          <p:spPr>
            <a:xfrm rot="-5400000" flipH="1">
              <a:off x="3102339" y="3643806"/>
              <a:ext cx="248700" cy="300"/>
            </a:xfrm>
            <a:prstGeom prst="curvedConnector5">
              <a:avLst>
                <a:gd name="adj1" fmla="val -548788"/>
                <a:gd name="adj2" fmla="val -7998592"/>
                <a:gd name="adj3" fmla="val -424925"/>
              </a:avLst>
            </a:prstGeom>
            <a:noFill/>
            <a:ln w="25400" cap="flat" cmpd="sng">
              <a:solidFill>
                <a:schemeClr val="dk1"/>
              </a:solidFill>
              <a:prstDash val="solid"/>
              <a:round/>
              <a:headEnd type="none" w="sm" len="sm"/>
              <a:tailEnd type="triangle" w="med" len="med"/>
            </a:ln>
          </p:spPr>
        </p:cxnSp>
        <p:cxnSp>
          <p:nvCxnSpPr>
            <p:cNvPr id="1070" name="Google Shape;1070;p58"/>
            <p:cNvCxnSpPr/>
            <p:nvPr/>
          </p:nvCxnSpPr>
          <p:spPr>
            <a:xfrm>
              <a:off x="3845661" y="3629346"/>
              <a:ext cx="426759" cy="0"/>
            </a:xfrm>
            <a:prstGeom prst="straightConnector1">
              <a:avLst/>
            </a:prstGeom>
            <a:noFill/>
            <a:ln w="31750" cap="flat" cmpd="sng">
              <a:solidFill>
                <a:srgbClr val="888888"/>
              </a:solidFill>
              <a:prstDash val="solid"/>
              <a:round/>
              <a:headEnd type="none" w="sm" len="sm"/>
              <a:tailEnd type="triangle" w="med" len="med"/>
            </a:ln>
          </p:spPr>
        </p:cxnSp>
        <p:sp>
          <p:nvSpPr>
            <p:cNvPr id="1071" name="Google Shape;1071;p58"/>
            <p:cNvSpPr/>
            <p:nvPr/>
          </p:nvSpPr>
          <p:spPr>
            <a:xfrm>
              <a:off x="4586065" y="3468102"/>
              <a:ext cx="336061" cy="351692"/>
            </a:xfrm>
            <a:prstGeom prst="ellipse">
              <a:avLst/>
            </a:prstGeom>
            <a:solidFill>
              <a:schemeClr val="accent1"/>
            </a:solidFill>
            <a:ln w="25400" cap="flat" cmpd="sng">
              <a:solidFill>
                <a:srgbClr val="0061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000">
                <a:solidFill>
                  <a:srgbClr val="000000"/>
                </a:solidFill>
                <a:latin typeface="Trebuchet MS"/>
                <a:ea typeface="Trebuchet MS"/>
                <a:cs typeface="Trebuchet MS"/>
                <a:sym typeface="Trebuchet MS"/>
              </a:endParaRPr>
            </a:p>
          </p:txBody>
        </p:sp>
        <p:cxnSp>
          <p:nvCxnSpPr>
            <p:cNvPr id="1072" name="Google Shape;1072;p58"/>
            <p:cNvCxnSpPr>
              <a:endCxn id="1071" idx="4"/>
            </p:cNvCxnSpPr>
            <p:nvPr/>
          </p:nvCxnSpPr>
          <p:spPr>
            <a:xfrm rot="10800000">
              <a:off x="4754095" y="3819794"/>
              <a:ext cx="0" cy="406500"/>
            </a:xfrm>
            <a:prstGeom prst="straightConnector1">
              <a:avLst/>
            </a:prstGeom>
            <a:noFill/>
            <a:ln w="25400" cap="flat" cmpd="sng">
              <a:solidFill>
                <a:schemeClr val="dk1"/>
              </a:solidFill>
              <a:prstDash val="solid"/>
              <a:round/>
              <a:headEnd type="none" w="sm" len="sm"/>
              <a:tailEnd type="triangle" w="med" len="med"/>
            </a:ln>
          </p:spPr>
        </p:cxnSp>
        <p:cxnSp>
          <p:nvCxnSpPr>
            <p:cNvPr id="1073" name="Google Shape;1073;p58"/>
            <p:cNvCxnSpPr>
              <a:stCxn id="1071" idx="0"/>
            </p:cNvCxnSpPr>
            <p:nvPr/>
          </p:nvCxnSpPr>
          <p:spPr>
            <a:xfrm rot="10800000">
              <a:off x="4754095" y="3002202"/>
              <a:ext cx="0" cy="465900"/>
            </a:xfrm>
            <a:prstGeom prst="straightConnector1">
              <a:avLst/>
            </a:prstGeom>
            <a:noFill/>
            <a:ln w="25400" cap="flat" cmpd="sng">
              <a:solidFill>
                <a:schemeClr val="dk1"/>
              </a:solidFill>
              <a:prstDash val="solid"/>
              <a:round/>
              <a:headEnd type="none" w="sm" len="sm"/>
              <a:tailEnd type="triangle" w="med" len="med"/>
            </a:ln>
          </p:spPr>
        </p:cxnSp>
        <p:cxnSp>
          <p:nvCxnSpPr>
            <p:cNvPr id="1074" name="Google Shape;1074;p58"/>
            <p:cNvCxnSpPr>
              <a:stCxn id="1071" idx="7"/>
              <a:endCxn id="1075" idx="3"/>
            </p:cNvCxnSpPr>
            <p:nvPr/>
          </p:nvCxnSpPr>
          <p:spPr>
            <a:xfrm rot="-5400000" flipH="1">
              <a:off x="5086061" y="3306456"/>
              <a:ext cx="243600" cy="669900"/>
            </a:xfrm>
            <a:prstGeom prst="curvedConnector5">
              <a:avLst>
                <a:gd name="adj1" fmla="val -580847"/>
                <a:gd name="adj2" fmla="val -255674"/>
                <a:gd name="adj3" fmla="val -408253"/>
              </a:avLst>
            </a:prstGeom>
            <a:noFill/>
            <a:ln w="25400" cap="flat" cmpd="sng">
              <a:solidFill>
                <a:schemeClr val="dk1"/>
              </a:solidFill>
              <a:prstDash val="solid"/>
              <a:round/>
              <a:headEnd type="none" w="sm" len="sm"/>
              <a:tailEnd type="triangle" w="med" len="med"/>
            </a:ln>
          </p:spPr>
        </p:cxnSp>
        <p:sp>
          <p:nvSpPr>
            <p:cNvPr id="1076" name="Google Shape;1076;p58"/>
            <p:cNvSpPr txBox="1"/>
            <p:nvPr/>
          </p:nvSpPr>
          <p:spPr>
            <a:xfrm>
              <a:off x="4586065" y="4208554"/>
              <a:ext cx="405111"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x</a:t>
              </a:r>
              <a:r>
                <a:rPr lang="en-US" sz="3000" baseline="-25000">
                  <a:solidFill>
                    <a:srgbClr val="000000"/>
                  </a:solidFill>
                  <a:latin typeface="Arial"/>
                  <a:ea typeface="Arial"/>
                  <a:cs typeface="Arial"/>
                  <a:sym typeface="Arial"/>
                </a:rPr>
                <a:t>t-1</a:t>
              </a:r>
              <a:endParaRPr sz="3000">
                <a:solidFill>
                  <a:srgbClr val="000000"/>
                </a:solidFill>
                <a:latin typeface="Arial"/>
                <a:ea typeface="Arial"/>
                <a:cs typeface="Arial"/>
                <a:sym typeface="Arial"/>
              </a:endParaRPr>
            </a:p>
          </p:txBody>
        </p:sp>
        <p:sp>
          <p:nvSpPr>
            <p:cNvPr id="1077" name="Google Shape;1077;p58"/>
            <p:cNvSpPr txBox="1"/>
            <p:nvPr/>
          </p:nvSpPr>
          <p:spPr>
            <a:xfrm>
              <a:off x="2956890" y="4208554"/>
              <a:ext cx="226216"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x</a:t>
              </a:r>
              <a:endParaRPr/>
            </a:p>
          </p:txBody>
        </p:sp>
        <p:sp>
          <p:nvSpPr>
            <p:cNvPr id="1078" name="Google Shape;1078;p58"/>
            <p:cNvSpPr txBox="1"/>
            <p:nvPr/>
          </p:nvSpPr>
          <p:spPr>
            <a:xfrm>
              <a:off x="2970862" y="2630113"/>
              <a:ext cx="226216"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y</a:t>
              </a:r>
              <a:endParaRPr/>
            </a:p>
          </p:txBody>
        </p:sp>
        <p:sp>
          <p:nvSpPr>
            <p:cNvPr id="1079" name="Google Shape;1079;p58"/>
            <p:cNvSpPr txBox="1"/>
            <p:nvPr/>
          </p:nvSpPr>
          <p:spPr>
            <a:xfrm>
              <a:off x="4586065" y="2618694"/>
              <a:ext cx="405111"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y</a:t>
              </a:r>
              <a:r>
                <a:rPr lang="en-US" sz="3000" baseline="-25000">
                  <a:solidFill>
                    <a:srgbClr val="000000"/>
                  </a:solidFill>
                  <a:latin typeface="Arial"/>
                  <a:ea typeface="Arial"/>
                  <a:cs typeface="Arial"/>
                  <a:sym typeface="Arial"/>
                </a:rPr>
                <a:t>t-1</a:t>
              </a:r>
              <a:endParaRPr sz="3000">
                <a:solidFill>
                  <a:srgbClr val="000000"/>
                </a:solidFill>
                <a:latin typeface="Arial"/>
                <a:ea typeface="Arial"/>
                <a:cs typeface="Arial"/>
                <a:sym typeface="Arial"/>
              </a:endParaRPr>
            </a:p>
          </p:txBody>
        </p:sp>
        <p:sp>
          <p:nvSpPr>
            <p:cNvPr id="1075" name="Google Shape;1075;p58"/>
            <p:cNvSpPr/>
            <p:nvPr/>
          </p:nvSpPr>
          <p:spPr>
            <a:xfrm>
              <a:off x="5493687" y="3463053"/>
              <a:ext cx="336061" cy="351692"/>
            </a:xfrm>
            <a:prstGeom prst="ellipse">
              <a:avLst/>
            </a:prstGeom>
            <a:solidFill>
              <a:schemeClr val="accent1"/>
            </a:solidFill>
            <a:ln w="25400" cap="flat" cmpd="sng">
              <a:solidFill>
                <a:srgbClr val="0061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000">
                <a:solidFill>
                  <a:srgbClr val="000000"/>
                </a:solidFill>
                <a:latin typeface="Trebuchet MS"/>
                <a:ea typeface="Trebuchet MS"/>
                <a:cs typeface="Trebuchet MS"/>
                <a:sym typeface="Trebuchet MS"/>
              </a:endParaRPr>
            </a:p>
          </p:txBody>
        </p:sp>
        <p:cxnSp>
          <p:nvCxnSpPr>
            <p:cNvPr id="1080" name="Google Shape;1080;p58"/>
            <p:cNvCxnSpPr>
              <a:endCxn id="1075" idx="4"/>
            </p:cNvCxnSpPr>
            <p:nvPr/>
          </p:nvCxnSpPr>
          <p:spPr>
            <a:xfrm rot="10800000">
              <a:off x="5661718" y="3814745"/>
              <a:ext cx="0" cy="406500"/>
            </a:xfrm>
            <a:prstGeom prst="straightConnector1">
              <a:avLst/>
            </a:prstGeom>
            <a:noFill/>
            <a:ln w="25400" cap="flat" cmpd="sng">
              <a:solidFill>
                <a:schemeClr val="dk1"/>
              </a:solidFill>
              <a:prstDash val="solid"/>
              <a:round/>
              <a:headEnd type="none" w="sm" len="sm"/>
              <a:tailEnd type="triangle" w="med" len="med"/>
            </a:ln>
          </p:spPr>
        </p:cxnSp>
        <p:cxnSp>
          <p:nvCxnSpPr>
            <p:cNvPr id="1081" name="Google Shape;1081;p58"/>
            <p:cNvCxnSpPr>
              <a:stCxn id="1075" idx="0"/>
            </p:cNvCxnSpPr>
            <p:nvPr/>
          </p:nvCxnSpPr>
          <p:spPr>
            <a:xfrm rot="10800000">
              <a:off x="5661718" y="2997153"/>
              <a:ext cx="0" cy="465900"/>
            </a:xfrm>
            <a:prstGeom prst="straightConnector1">
              <a:avLst/>
            </a:prstGeom>
            <a:noFill/>
            <a:ln w="25400" cap="flat" cmpd="sng">
              <a:solidFill>
                <a:schemeClr val="dk1"/>
              </a:solidFill>
              <a:prstDash val="solid"/>
              <a:round/>
              <a:headEnd type="none" w="sm" len="sm"/>
              <a:tailEnd type="triangle" w="med" len="med"/>
            </a:ln>
          </p:spPr>
        </p:cxnSp>
        <p:cxnSp>
          <p:nvCxnSpPr>
            <p:cNvPr id="1082" name="Google Shape;1082;p58"/>
            <p:cNvCxnSpPr>
              <a:stCxn id="1075" idx="7"/>
              <a:endCxn id="1083" idx="3"/>
            </p:cNvCxnSpPr>
            <p:nvPr/>
          </p:nvCxnSpPr>
          <p:spPr>
            <a:xfrm rot="-5400000" flipH="1">
              <a:off x="5992333" y="3302757"/>
              <a:ext cx="239100" cy="662700"/>
            </a:xfrm>
            <a:prstGeom prst="curvedConnector5">
              <a:avLst>
                <a:gd name="adj1" fmla="val -590943"/>
                <a:gd name="adj2" fmla="val -313662"/>
                <a:gd name="adj3" fmla="val -416228"/>
              </a:avLst>
            </a:prstGeom>
            <a:noFill/>
            <a:ln w="25400" cap="flat" cmpd="sng">
              <a:solidFill>
                <a:schemeClr val="dk1"/>
              </a:solidFill>
              <a:prstDash val="solid"/>
              <a:round/>
              <a:headEnd type="none" w="sm" len="sm"/>
              <a:tailEnd type="triangle" w="med" len="med"/>
            </a:ln>
          </p:spPr>
        </p:cxnSp>
        <p:sp>
          <p:nvSpPr>
            <p:cNvPr id="1084" name="Google Shape;1084;p58"/>
            <p:cNvSpPr txBox="1"/>
            <p:nvPr/>
          </p:nvSpPr>
          <p:spPr>
            <a:xfrm>
              <a:off x="5493687" y="4203505"/>
              <a:ext cx="268535"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x</a:t>
              </a:r>
              <a:r>
                <a:rPr lang="en-US" sz="3000" baseline="-25000">
                  <a:solidFill>
                    <a:srgbClr val="000000"/>
                  </a:solidFill>
                  <a:latin typeface="Arial"/>
                  <a:ea typeface="Arial"/>
                  <a:cs typeface="Arial"/>
                  <a:sym typeface="Arial"/>
                </a:rPr>
                <a:t>t</a:t>
              </a:r>
              <a:endParaRPr sz="3000">
                <a:solidFill>
                  <a:srgbClr val="000000"/>
                </a:solidFill>
                <a:latin typeface="Arial"/>
                <a:ea typeface="Arial"/>
                <a:cs typeface="Arial"/>
                <a:sym typeface="Arial"/>
              </a:endParaRPr>
            </a:p>
          </p:txBody>
        </p:sp>
        <p:sp>
          <p:nvSpPr>
            <p:cNvPr id="1085" name="Google Shape;1085;p58"/>
            <p:cNvSpPr txBox="1"/>
            <p:nvPr/>
          </p:nvSpPr>
          <p:spPr>
            <a:xfrm>
              <a:off x="5493687" y="2613645"/>
              <a:ext cx="268535"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y</a:t>
              </a:r>
              <a:r>
                <a:rPr lang="en-US" sz="3000" baseline="-25000">
                  <a:solidFill>
                    <a:srgbClr val="000000"/>
                  </a:solidFill>
                  <a:latin typeface="Arial"/>
                  <a:ea typeface="Arial"/>
                  <a:cs typeface="Arial"/>
                  <a:sym typeface="Arial"/>
                </a:rPr>
                <a:t>t</a:t>
              </a:r>
              <a:endParaRPr sz="3000">
                <a:solidFill>
                  <a:srgbClr val="000000"/>
                </a:solidFill>
                <a:latin typeface="Arial"/>
                <a:ea typeface="Arial"/>
                <a:cs typeface="Arial"/>
                <a:sym typeface="Arial"/>
              </a:endParaRPr>
            </a:p>
          </p:txBody>
        </p:sp>
        <p:sp>
          <p:nvSpPr>
            <p:cNvPr id="1083" name="Google Shape;1083;p58"/>
            <p:cNvSpPr/>
            <p:nvPr/>
          </p:nvSpPr>
          <p:spPr>
            <a:xfrm>
              <a:off x="6393899" y="3453500"/>
              <a:ext cx="336061" cy="351692"/>
            </a:xfrm>
            <a:prstGeom prst="ellipse">
              <a:avLst/>
            </a:prstGeom>
            <a:solidFill>
              <a:schemeClr val="accent1"/>
            </a:solidFill>
            <a:ln w="25400" cap="flat" cmpd="sng">
              <a:solidFill>
                <a:srgbClr val="0061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000">
                <a:solidFill>
                  <a:srgbClr val="000000"/>
                </a:solidFill>
                <a:latin typeface="Trebuchet MS"/>
                <a:ea typeface="Trebuchet MS"/>
                <a:cs typeface="Trebuchet MS"/>
                <a:sym typeface="Trebuchet MS"/>
              </a:endParaRPr>
            </a:p>
          </p:txBody>
        </p:sp>
        <p:cxnSp>
          <p:nvCxnSpPr>
            <p:cNvPr id="1086" name="Google Shape;1086;p58"/>
            <p:cNvCxnSpPr>
              <a:endCxn id="1083" idx="4"/>
            </p:cNvCxnSpPr>
            <p:nvPr/>
          </p:nvCxnSpPr>
          <p:spPr>
            <a:xfrm rot="10800000">
              <a:off x="6561929" y="3805192"/>
              <a:ext cx="0" cy="406500"/>
            </a:xfrm>
            <a:prstGeom prst="straightConnector1">
              <a:avLst/>
            </a:prstGeom>
            <a:noFill/>
            <a:ln w="25400" cap="flat" cmpd="sng">
              <a:solidFill>
                <a:schemeClr val="dk1"/>
              </a:solidFill>
              <a:prstDash val="solid"/>
              <a:round/>
              <a:headEnd type="none" w="sm" len="sm"/>
              <a:tailEnd type="triangle" w="med" len="med"/>
            </a:ln>
          </p:spPr>
        </p:cxnSp>
        <p:cxnSp>
          <p:nvCxnSpPr>
            <p:cNvPr id="1087" name="Google Shape;1087;p58"/>
            <p:cNvCxnSpPr>
              <a:stCxn id="1083" idx="0"/>
            </p:cNvCxnSpPr>
            <p:nvPr/>
          </p:nvCxnSpPr>
          <p:spPr>
            <a:xfrm rot="10800000">
              <a:off x="6561929" y="2987600"/>
              <a:ext cx="0" cy="465900"/>
            </a:xfrm>
            <a:prstGeom prst="straightConnector1">
              <a:avLst/>
            </a:prstGeom>
            <a:noFill/>
            <a:ln w="25400" cap="flat" cmpd="sng">
              <a:solidFill>
                <a:schemeClr val="dk1"/>
              </a:solidFill>
              <a:prstDash val="solid"/>
              <a:round/>
              <a:headEnd type="none" w="sm" len="sm"/>
              <a:tailEnd type="triangle" w="med" len="med"/>
            </a:ln>
          </p:spPr>
        </p:cxnSp>
        <p:cxnSp>
          <p:nvCxnSpPr>
            <p:cNvPr id="1088" name="Google Shape;1088;p58"/>
            <p:cNvCxnSpPr>
              <a:stCxn id="1083" idx="7"/>
              <a:endCxn id="1089" idx="3"/>
            </p:cNvCxnSpPr>
            <p:nvPr/>
          </p:nvCxnSpPr>
          <p:spPr>
            <a:xfrm rot="-5400000" flipH="1">
              <a:off x="6889845" y="3295904"/>
              <a:ext cx="258300" cy="676500"/>
            </a:xfrm>
            <a:prstGeom prst="curvedConnector5">
              <a:avLst>
                <a:gd name="adj1" fmla="val -545741"/>
                <a:gd name="adj2" fmla="val -359784"/>
                <a:gd name="adj3" fmla="val -379514"/>
              </a:avLst>
            </a:prstGeom>
            <a:noFill/>
            <a:ln w="25400" cap="flat" cmpd="sng">
              <a:solidFill>
                <a:schemeClr val="dk1"/>
              </a:solidFill>
              <a:prstDash val="solid"/>
              <a:round/>
              <a:headEnd type="none" w="sm" len="sm"/>
              <a:tailEnd type="triangle" w="med" len="med"/>
            </a:ln>
          </p:spPr>
        </p:cxnSp>
        <p:sp>
          <p:nvSpPr>
            <p:cNvPr id="1090" name="Google Shape;1090;p58"/>
            <p:cNvSpPr txBox="1"/>
            <p:nvPr/>
          </p:nvSpPr>
          <p:spPr>
            <a:xfrm>
              <a:off x="6393899" y="4193952"/>
              <a:ext cx="443583"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x</a:t>
              </a:r>
              <a:r>
                <a:rPr lang="en-US" sz="3000" baseline="-25000">
                  <a:solidFill>
                    <a:srgbClr val="000000"/>
                  </a:solidFill>
                  <a:latin typeface="Arial"/>
                  <a:ea typeface="Arial"/>
                  <a:cs typeface="Arial"/>
                  <a:sym typeface="Arial"/>
                </a:rPr>
                <a:t>t+1</a:t>
              </a:r>
              <a:endParaRPr sz="3000">
                <a:solidFill>
                  <a:srgbClr val="000000"/>
                </a:solidFill>
                <a:latin typeface="Arial"/>
                <a:ea typeface="Arial"/>
                <a:cs typeface="Arial"/>
                <a:sym typeface="Arial"/>
              </a:endParaRPr>
            </a:p>
          </p:txBody>
        </p:sp>
        <p:sp>
          <p:nvSpPr>
            <p:cNvPr id="1091" name="Google Shape;1091;p58"/>
            <p:cNvSpPr txBox="1"/>
            <p:nvPr/>
          </p:nvSpPr>
          <p:spPr>
            <a:xfrm>
              <a:off x="6393899" y="2604092"/>
              <a:ext cx="443583"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y</a:t>
              </a:r>
              <a:r>
                <a:rPr lang="en-US" sz="3000" baseline="-25000">
                  <a:solidFill>
                    <a:srgbClr val="000000"/>
                  </a:solidFill>
                  <a:latin typeface="Arial"/>
                  <a:ea typeface="Arial"/>
                  <a:cs typeface="Arial"/>
                  <a:sym typeface="Arial"/>
                </a:rPr>
                <a:t>t+1</a:t>
              </a:r>
              <a:endParaRPr sz="3000">
                <a:solidFill>
                  <a:srgbClr val="000000"/>
                </a:solidFill>
                <a:latin typeface="Arial"/>
                <a:ea typeface="Arial"/>
                <a:cs typeface="Arial"/>
                <a:sym typeface="Arial"/>
              </a:endParaRPr>
            </a:p>
          </p:txBody>
        </p:sp>
        <p:sp>
          <p:nvSpPr>
            <p:cNvPr id="1089" name="Google Shape;1089;p58"/>
            <p:cNvSpPr/>
            <p:nvPr/>
          </p:nvSpPr>
          <p:spPr>
            <a:xfrm>
              <a:off x="7308089" y="3463053"/>
              <a:ext cx="336061" cy="351692"/>
            </a:xfrm>
            <a:prstGeom prst="ellipse">
              <a:avLst/>
            </a:prstGeom>
            <a:solidFill>
              <a:schemeClr val="accent1"/>
            </a:solidFill>
            <a:ln w="25400" cap="flat" cmpd="sng">
              <a:solidFill>
                <a:srgbClr val="0061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3000">
                <a:solidFill>
                  <a:srgbClr val="000000"/>
                </a:solidFill>
                <a:latin typeface="Trebuchet MS"/>
                <a:ea typeface="Trebuchet MS"/>
                <a:cs typeface="Trebuchet MS"/>
                <a:sym typeface="Trebuchet MS"/>
              </a:endParaRPr>
            </a:p>
          </p:txBody>
        </p:sp>
        <p:cxnSp>
          <p:nvCxnSpPr>
            <p:cNvPr id="1092" name="Google Shape;1092;p58"/>
            <p:cNvCxnSpPr>
              <a:endCxn id="1089" idx="4"/>
            </p:cNvCxnSpPr>
            <p:nvPr/>
          </p:nvCxnSpPr>
          <p:spPr>
            <a:xfrm rot="10800000">
              <a:off x="7476120" y="3814745"/>
              <a:ext cx="0" cy="406500"/>
            </a:xfrm>
            <a:prstGeom prst="straightConnector1">
              <a:avLst/>
            </a:prstGeom>
            <a:noFill/>
            <a:ln w="25400" cap="flat" cmpd="sng">
              <a:solidFill>
                <a:schemeClr val="dk1"/>
              </a:solidFill>
              <a:prstDash val="solid"/>
              <a:round/>
              <a:headEnd type="none" w="sm" len="sm"/>
              <a:tailEnd type="triangle" w="med" len="med"/>
            </a:ln>
          </p:spPr>
        </p:cxnSp>
        <p:cxnSp>
          <p:nvCxnSpPr>
            <p:cNvPr id="1093" name="Google Shape;1093;p58"/>
            <p:cNvCxnSpPr>
              <a:stCxn id="1089" idx="0"/>
            </p:cNvCxnSpPr>
            <p:nvPr/>
          </p:nvCxnSpPr>
          <p:spPr>
            <a:xfrm rot="10800000">
              <a:off x="7476120" y="2997153"/>
              <a:ext cx="0" cy="465900"/>
            </a:xfrm>
            <a:prstGeom prst="straightConnector1">
              <a:avLst/>
            </a:prstGeom>
            <a:noFill/>
            <a:ln w="25400" cap="flat" cmpd="sng">
              <a:solidFill>
                <a:schemeClr val="dk1"/>
              </a:solidFill>
              <a:prstDash val="solid"/>
              <a:round/>
              <a:headEnd type="none" w="sm" len="sm"/>
              <a:tailEnd type="triangle" w="med" len="med"/>
            </a:ln>
          </p:spPr>
        </p:cxnSp>
        <p:cxnSp>
          <p:nvCxnSpPr>
            <p:cNvPr id="1094" name="Google Shape;1094;p58"/>
            <p:cNvCxnSpPr>
              <a:stCxn id="1089" idx="7"/>
            </p:cNvCxnSpPr>
            <p:nvPr/>
          </p:nvCxnSpPr>
          <p:spPr>
            <a:xfrm rot="-5400000" flipH="1">
              <a:off x="7664085" y="3445407"/>
              <a:ext cx="370200" cy="508500"/>
            </a:xfrm>
            <a:prstGeom prst="curvedConnector4">
              <a:avLst>
                <a:gd name="adj1" fmla="val -381694"/>
                <a:gd name="adj2" fmla="val -557586"/>
              </a:avLst>
            </a:prstGeom>
            <a:noFill/>
            <a:ln w="25400" cap="flat" cmpd="sng">
              <a:solidFill>
                <a:schemeClr val="dk1"/>
              </a:solidFill>
              <a:prstDash val="solid"/>
              <a:round/>
              <a:headEnd type="none" w="sm" len="sm"/>
              <a:tailEnd type="triangle" w="med" len="med"/>
            </a:ln>
          </p:spPr>
        </p:cxnSp>
        <p:sp>
          <p:nvSpPr>
            <p:cNvPr id="1095" name="Google Shape;1095;p58"/>
            <p:cNvSpPr txBox="1"/>
            <p:nvPr/>
          </p:nvSpPr>
          <p:spPr>
            <a:xfrm>
              <a:off x="7308089" y="4203505"/>
              <a:ext cx="443583"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x</a:t>
              </a:r>
              <a:r>
                <a:rPr lang="en-US" sz="3000" baseline="-25000">
                  <a:solidFill>
                    <a:srgbClr val="000000"/>
                  </a:solidFill>
                  <a:latin typeface="Arial"/>
                  <a:ea typeface="Arial"/>
                  <a:cs typeface="Arial"/>
                  <a:sym typeface="Arial"/>
                </a:rPr>
                <a:t>t+2</a:t>
              </a:r>
              <a:endParaRPr sz="3000">
                <a:solidFill>
                  <a:srgbClr val="000000"/>
                </a:solidFill>
                <a:latin typeface="Arial"/>
                <a:ea typeface="Arial"/>
                <a:cs typeface="Arial"/>
                <a:sym typeface="Arial"/>
              </a:endParaRPr>
            </a:p>
          </p:txBody>
        </p:sp>
        <p:sp>
          <p:nvSpPr>
            <p:cNvPr id="1096" name="Google Shape;1096;p58"/>
            <p:cNvSpPr txBox="1"/>
            <p:nvPr/>
          </p:nvSpPr>
          <p:spPr>
            <a:xfrm>
              <a:off x="7308089" y="2613645"/>
              <a:ext cx="443583"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y</a:t>
              </a:r>
              <a:r>
                <a:rPr lang="en-US" sz="3000" baseline="-25000">
                  <a:solidFill>
                    <a:srgbClr val="000000"/>
                  </a:solidFill>
                  <a:latin typeface="Arial"/>
                  <a:ea typeface="Arial"/>
                  <a:cs typeface="Arial"/>
                  <a:sym typeface="Arial"/>
                </a:rPr>
                <a:t>t+2</a:t>
              </a:r>
              <a:endParaRPr sz="3000">
                <a:solidFill>
                  <a:srgbClr val="000000"/>
                </a:solidFill>
                <a:latin typeface="Arial"/>
                <a:ea typeface="Arial"/>
                <a:cs typeface="Arial"/>
                <a:sym typeface="Arial"/>
              </a:endParaRPr>
            </a:p>
          </p:txBody>
        </p:sp>
        <p:cxnSp>
          <p:nvCxnSpPr>
            <p:cNvPr id="1097" name="Google Shape;1097;p58"/>
            <p:cNvCxnSpPr/>
            <p:nvPr/>
          </p:nvCxnSpPr>
          <p:spPr>
            <a:xfrm>
              <a:off x="4662718" y="5008967"/>
              <a:ext cx="2932216" cy="0"/>
            </a:xfrm>
            <a:prstGeom prst="straightConnector1">
              <a:avLst/>
            </a:prstGeom>
            <a:noFill/>
            <a:ln w="31750" cap="flat" cmpd="sng">
              <a:solidFill>
                <a:srgbClr val="002060"/>
              </a:solidFill>
              <a:prstDash val="solid"/>
              <a:round/>
              <a:headEnd type="none" w="sm" len="sm"/>
              <a:tailEnd type="triangle" w="med" len="med"/>
            </a:ln>
          </p:spPr>
        </p:cxnSp>
        <p:sp>
          <p:nvSpPr>
            <p:cNvPr id="1098" name="Google Shape;1098;p58"/>
            <p:cNvSpPr txBox="1"/>
            <p:nvPr/>
          </p:nvSpPr>
          <p:spPr>
            <a:xfrm>
              <a:off x="5384872" y="5041219"/>
              <a:ext cx="1826423"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시간에 맞춰 전개</a:t>
              </a:r>
              <a:endParaRPr/>
            </a:p>
          </p:txBody>
        </p:sp>
        <p:sp>
          <p:nvSpPr>
            <p:cNvPr id="1099" name="Google Shape;1099;p58"/>
            <p:cNvSpPr txBox="1"/>
            <p:nvPr/>
          </p:nvSpPr>
          <p:spPr>
            <a:xfrm>
              <a:off x="3277915" y="3035812"/>
              <a:ext cx="226216"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s</a:t>
              </a:r>
              <a:endParaRPr/>
            </a:p>
          </p:txBody>
        </p:sp>
        <p:sp>
          <p:nvSpPr>
            <p:cNvPr id="1100" name="Google Shape;1100;p58"/>
            <p:cNvSpPr txBox="1"/>
            <p:nvPr/>
          </p:nvSpPr>
          <p:spPr>
            <a:xfrm>
              <a:off x="4847492" y="2933947"/>
              <a:ext cx="405111"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s</a:t>
              </a:r>
              <a:r>
                <a:rPr lang="en-US" sz="3000" baseline="-25000">
                  <a:solidFill>
                    <a:srgbClr val="000000"/>
                  </a:solidFill>
                  <a:latin typeface="Arial"/>
                  <a:ea typeface="Arial"/>
                  <a:cs typeface="Arial"/>
                  <a:sym typeface="Arial"/>
                </a:rPr>
                <a:t>t-1</a:t>
              </a:r>
              <a:endParaRPr sz="3000">
                <a:solidFill>
                  <a:srgbClr val="000000"/>
                </a:solidFill>
                <a:latin typeface="Arial"/>
                <a:ea typeface="Arial"/>
                <a:cs typeface="Arial"/>
                <a:sym typeface="Arial"/>
              </a:endParaRPr>
            </a:p>
          </p:txBody>
        </p:sp>
        <p:sp>
          <p:nvSpPr>
            <p:cNvPr id="1101" name="Google Shape;1101;p58"/>
            <p:cNvSpPr txBox="1"/>
            <p:nvPr/>
          </p:nvSpPr>
          <p:spPr>
            <a:xfrm>
              <a:off x="5779589" y="2922383"/>
              <a:ext cx="268535"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s</a:t>
              </a:r>
              <a:r>
                <a:rPr lang="en-US" sz="3000" baseline="-25000">
                  <a:solidFill>
                    <a:srgbClr val="000000"/>
                  </a:solidFill>
                  <a:latin typeface="Arial"/>
                  <a:ea typeface="Arial"/>
                  <a:cs typeface="Arial"/>
                  <a:sym typeface="Arial"/>
                </a:rPr>
                <a:t>t</a:t>
              </a:r>
              <a:endParaRPr sz="3000">
                <a:solidFill>
                  <a:srgbClr val="000000"/>
                </a:solidFill>
                <a:latin typeface="Arial"/>
                <a:ea typeface="Arial"/>
                <a:cs typeface="Arial"/>
                <a:sym typeface="Arial"/>
              </a:endParaRPr>
            </a:p>
          </p:txBody>
        </p:sp>
        <p:sp>
          <p:nvSpPr>
            <p:cNvPr id="1102" name="Google Shape;1102;p58"/>
            <p:cNvSpPr txBox="1"/>
            <p:nvPr/>
          </p:nvSpPr>
          <p:spPr>
            <a:xfrm>
              <a:off x="6675725" y="2925627"/>
              <a:ext cx="443583"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s</a:t>
              </a:r>
              <a:r>
                <a:rPr lang="en-US" sz="3000" baseline="-25000">
                  <a:solidFill>
                    <a:srgbClr val="000000"/>
                  </a:solidFill>
                  <a:latin typeface="Arial"/>
                  <a:ea typeface="Arial"/>
                  <a:cs typeface="Arial"/>
                  <a:sym typeface="Arial"/>
                </a:rPr>
                <a:t>t+1</a:t>
              </a:r>
              <a:endParaRPr sz="3000">
                <a:solidFill>
                  <a:srgbClr val="000000"/>
                </a:solidFill>
                <a:latin typeface="Arial"/>
                <a:ea typeface="Arial"/>
                <a:cs typeface="Arial"/>
                <a:sym typeface="Arial"/>
              </a:endParaRPr>
            </a:p>
          </p:txBody>
        </p:sp>
        <p:sp>
          <p:nvSpPr>
            <p:cNvPr id="1103" name="Google Shape;1103;p58"/>
            <p:cNvSpPr txBox="1"/>
            <p:nvPr/>
          </p:nvSpPr>
          <p:spPr>
            <a:xfrm>
              <a:off x="7551911" y="2919138"/>
              <a:ext cx="443583" cy="332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rgbClr val="000000"/>
                  </a:solidFill>
                  <a:latin typeface="Arial"/>
                  <a:ea typeface="Arial"/>
                  <a:cs typeface="Arial"/>
                  <a:sym typeface="Arial"/>
                </a:rPr>
                <a:t>s</a:t>
              </a:r>
              <a:r>
                <a:rPr lang="en-US" sz="3000" baseline="-25000">
                  <a:solidFill>
                    <a:srgbClr val="000000"/>
                  </a:solidFill>
                  <a:latin typeface="Arial"/>
                  <a:ea typeface="Arial"/>
                  <a:cs typeface="Arial"/>
                  <a:sym typeface="Arial"/>
                </a:rPr>
                <a:t>t+2</a:t>
              </a:r>
              <a:endParaRPr sz="3000">
                <a:solidFill>
                  <a:srgbClr val="000000"/>
                </a:solidFill>
                <a:latin typeface="Arial"/>
                <a:ea typeface="Arial"/>
                <a:cs typeface="Arial"/>
                <a:sym typeface="Arial"/>
              </a:endParaRPr>
            </a:p>
          </p:txBody>
        </p:sp>
      </p:grpSp>
      <p:sp>
        <p:nvSpPr>
          <p:cNvPr id="1104" name="Google Shape;1104;p58"/>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기본 원칙</a:t>
            </a:r>
            <a:endParaRPr sz="4000" b="0">
              <a:solidFill>
                <a:srgbClr val="76B900"/>
              </a:solidFill>
              <a:latin typeface="Trebuchet MS"/>
              <a:ea typeface="Trebuchet MS"/>
              <a:cs typeface="Trebuchet MS"/>
              <a:sym typeface="Trebuchet MS"/>
            </a:endParaRPr>
          </a:p>
        </p:txBody>
      </p:sp>
    </p:spTree>
    <p:extLst>
      <p:ext uri="{BB962C8B-B14F-4D97-AF65-F5344CB8AC3E}">
        <p14:creationId xmlns:p14="http://schemas.microsoft.com/office/powerpoint/2010/main" val="25472740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59"/>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b="1"/>
              <a:t>LSTM(LONG SHORT TERM MEMORY) 셀</a:t>
            </a:r>
            <a:endParaRPr/>
          </a:p>
        </p:txBody>
      </p:sp>
      <p:pic>
        <p:nvPicPr>
          <p:cNvPr id="1111" name="Google Shape;1111;p59" descr="A close up of a map  Description generated with very high confidence"/>
          <p:cNvPicPr preferRelativeResize="0"/>
          <p:nvPr/>
        </p:nvPicPr>
        <p:blipFill rotWithShape="1">
          <a:blip r:embed="rId3">
            <a:alphaModFix/>
          </a:blip>
          <a:srcRect/>
          <a:stretch/>
        </p:blipFill>
        <p:spPr>
          <a:xfrm>
            <a:off x="234637" y="3536366"/>
            <a:ext cx="10160972" cy="5331168"/>
          </a:xfrm>
          <a:prstGeom prst="rect">
            <a:avLst/>
          </a:prstGeom>
          <a:noFill/>
          <a:ln>
            <a:noFill/>
          </a:ln>
        </p:spPr>
      </p:pic>
      <p:pic>
        <p:nvPicPr>
          <p:cNvPr id="1112" name="Google Shape;1112;p59" descr="A screenshot of a cell phone  Description generated with very high confidence"/>
          <p:cNvPicPr preferRelativeResize="0"/>
          <p:nvPr/>
        </p:nvPicPr>
        <p:blipFill rotWithShape="1">
          <a:blip r:embed="rId4">
            <a:alphaModFix/>
          </a:blip>
          <a:srcRect/>
          <a:stretch/>
        </p:blipFill>
        <p:spPr>
          <a:xfrm>
            <a:off x="10395609" y="4233277"/>
            <a:ext cx="7061812" cy="3937342"/>
          </a:xfrm>
          <a:prstGeom prst="rect">
            <a:avLst/>
          </a:prstGeom>
          <a:noFill/>
          <a:ln>
            <a:noFill/>
          </a:ln>
        </p:spPr>
      </p:pic>
      <p:sp>
        <p:nvSpPr>
          <p:cNvPr id="1113" name="Google Shape;1113;p59"/>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안정성 문제 해결</a:t>
            </a:r>
            <a:endParaRPr sz="4000" b="0">
              <a:solidFill>
                <a:srgbClr val="76B900"/>
              </a:solidFill>
              <a:latin typeface="Trebuchet MS"/>
              <a:ea typeface="Trebuchet MS"/>
              <a:cs typeface="Trebuchet MS"/>
              <a:sym typeface="Trebuchet MS"/>
            </a:endParaRPr>
          </a:p>
        </p:txBody>
      </p:sp>
    </p:spTree>
    <p:extLst>
      <p:ext uri="{BB962C8B-B14F-4D97-AF65-F5344CB8AC3E}">
        <p14:creationId xmlns:p14="http://schemas.microsoft.com/office/powerpoint/2010/main" val="6549540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latin typeface="Trebuchet MS"/>
              </a:rPr>
              <a:t>CNNs</a:t>
            </a:r>
            <a:endParaRPr lang="en-US" dirty="0">
              <a:latin typeface="Trebuchet MS"/>
            </a:endParaRPr>
          </a:p>
        </p:txBody>
      </p:sp>
    </p:spTree>
    <p:extLst>
      <p:ext uri="{BB962C8B-B14F-4D97-AF65-F5344CB8AC3E}">
        <p14:creationId xmlns:p14="http://schemas.microsoft.com/office/powerpoint/2010/main" val="83486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61"/>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b="1"/>
              <a:t>CNN(CONVOLUTIONAL NEURAL NETWORK)</a:t>
            </a:r>
            <a:endParaRPr/>
          </a:p>
        </p:txBody>
      </p:sp>
      <p:sp>
        <p:nvSpPr>
          <p:cNvPr id="1126" name="Google Shape;1126;p61"/>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defTabSz="914400" rtl="0" eaLnBrk="1" fontAlgn="auto" latinLnBrk="0" hangingPunct="1">
              <a:lnSpc>
                <a:spcPct val="90000"/>
              </a:lnSpc>
              <a:spcBef>
                <a:spcPts val="0"/>
              </a:spcBef>
              <a:spcAft>
                <a:spcPts val="0"/>
              </a:spcAft>
              <a:buClr>
                <a:srgbClr val="B3B3B3"/>
              </a:buClr>
              <a:buSzPts val="4000"/>
              <a:buFont typeface="Trebuchet MS"/>
              <a:buNone/>
              <a:tabLst/>
              <a:defRPr/>
            </a:pPr>
            <a:r>
              <a:rPr kumimoji="0" lang="en-US" sz="4000" b="0" i="0" u="none" strike="noStrike" kern="0" cap="none" spc="0" normalizeH="0" baseline="0" noProof="0">
                <a:ln>
                  <a:noFill/>
                </a:ln>
                <a:solidFill>
                  <a:srgbClr val="76B900"/>
                </a:solidFill>
                <a:effectLst/>
                <a:uLnTx/>
                <a:uFillTx/>
                <a:latin typeface="Trebuchet MS"/>
                <a:ea typeface="Trebuchet MS"/>
                <a:cs typeface="Trebuchet MS"/>
                <a:sym typeface="Trebuchet MS"/>
              </a:rPr>
              <a:t>기본 원칙</a:t>
            </a:r>
            <a:endParaRPr kumimoji="0" sz="4000" b="0" i="0" u="none" strike="noStrike" kern="0" cap="none" spc="0" normalizeH="0" baseline="0" noProof="0">
              <a:ln>
                <a:noFill/>
              </a:ln>
              <a:solidFill>
                <a:srgbClr val="76B900"/>
              </a:solidFill>
              <a:effectLst/>
              <a:uLnTx/>
              <a:uFillTx/>
              <a:latin typeface="Trebuchet MS"/>
              <a:ea typeface="Trebuchet MS"/>
              <a:cs typeface="Trebuchet MS"/>
              <a:sym typeface="Trebuchet MS"/>
            </a:endParaRPr>
          </a:p>
        </p:txBody>
      </p:sp>
      <p:pic>
        <p:nvPicPr>
          <p:cNvPr id="1127" name="Google Shape;1127;p61" descr="enter image description here"/>
          <p:cNvPicPr preferRelativeResize="0"/>
          <p:nvPr/>
        </p:nvPicPr>
        <p:blipFill rotWithShape="1">
          <a:blip r:embed="rId3">
            <a:alphaModFix/>
          </a:blip>
          <a:srcRect/>
          <a:stretch/>
        </p:blipFill>
        <p:spPr>
          <a:xfrm>
            <a:off x="4135438" y="3710523"/>
            <a:ext cx="10017125" cy="5048250"/>
          </a:xfrm>
          <a:prstGeom prst="rect">
            <a:avLst/>
          </a:prstGeom>
          <a:noFill/>
          <a:ln>
            <a:noFill/>
          </a:ln>
        </p:spPr>
      </p:pic>
      <p:sp>
        <p:nvSpPr>
          <p:cNvPr id="1128" name="Google Shape;1128;p61"/>
          <p:cNvSpPr txBox="1"/>
          <p:nvPr/>
        </p:nvSpPr>
        <p:spPr>
          <a:xfrm>
            <a:off x="1" y="9568856"/>
            <a:ext cx="14211976" cy="6564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33" b="0" i="0" u="none" strike="noStrike" kern="0" cap="none" spc="0" normalizeH="0" baseline="0" noProof="0">
                <a:ln>
                  <a:noFill/>
                </a:ln>
                <a:solidFill>
                  <a:srgbClr val="222222"/>
                </a:solidFill>
                <a:effectLst/>
                <a:uLnTx/>
                <a:uFillTx/>
                <a:latin typeface="Arial"/>
                <a:ea typeface="Arial"/>
                <a:cs typeface="Arial"/>
                <a:sym typeface="Arial"/>
              </a:rPr>
              <a:t>Severyn, Aliaksei, Alessandro Moschitti. "Unitn: Twitter 감정 분류를 위한 딥 CNN(Convolutional Neural Network) 트레이닝." </a:t>
            </a:r>
            <a:r>
              <a:rPr kumimoji="0" lang="en-US" sz="1833" b="0" i="1" u="none" strike="noStrike" kern="0" cap="none" spc="0" normalizeH="0" baseline="0" noProof="0">
                <a:ln>
                  <a:noFill/>
                </a:ln>
                <a:solidFill>
                  <a:srgbClr val="222222"/>
                </a:solidFill>
                <a:effectLst/>
                <a:uLnTx/>
                <a:uFillTx/>
                <a:latin typeface="Arial"/>
                <a:ea typeface="Arial"/>
                <a:cs typeface="Arial"/>
                <a:sym typeface="Arial"/>
              </a:rPr>
              <a:t>제 9차 국제 의미 평가 워크숍(SemEval 2015년)의 의사록</a:t>
            </a:r>
            <a:r>
              <a:rPr kumimoji="0" lang="en-US" sz="1833" b="0" i="0" u="none" strike="noStrike" kern="0" cap="none" spc="0" normalizeH="0" baseline="0" noProof="0">
                <a:ln>
                  <a:noFill/>
                </a:ln>
                <a:solidFill>
                  <a:srgbClr val="222222"/>
                </a:solidFill>
                <a:effectLst/>
                <a:uLnTx/>
                <a:uFillTx/>
                <a:latin typeface="Arial"/>
                <a:ea typeface="Arial"/>
                <a:cs typeface="Arial"/>
                <a:sym typeface="Arial"/>
              </a:rPr>
              <a:t>. 2015년.</a:t>
            </a:r>
            <a:endParaRPr kumimoji="0" sz="1833" b="0" i="0" u="none" strike="noStrike" kern="0" cap="none" spc="0" normalizeH="0" baseline="0" noProof="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9701364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62"/>
          <p:cNvSpPr txBox="1">
            <a:spLocks noGrp="1"/>
          </p:cNvSpPr>
          <p:nvPr>
            <p:ph type="title"/>
          </p:nvPr>
        </p:nvSpPr>
        <p:spPr>
          <a:xfrm>
            <a:off x="8290560" y="7040881"/>
            <a:ext cx="8961120" cy="228989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latin typeface="Trebuchet MS"/>
                <a:ea typeface="Trebuchet MS"/>
                <a:cs typeface="Trebuchet MS"/>
                <a:sym typeface="Trebuchet MS"/>
              </a:rPr>
              <a:t>어텐션</a:t>
            </a:r>
            <a:endParaRPr>
              <a:latin typeface="Trebuchet MS"/>
              <a:ea typeface="Trebuchet MS"/>
              <a:cs typeface="Trebuchet MS"/>
              <a:sym typeface="Trebuchet MS"/>
            </a:endParaRPr>
          </a:p>
        </p:txBody>
      </p:sp>
    </p:spTree>
    <p:extLst>
      <p:ext uri="{BB962C8B-B14F-4D97-AF65-F5344CB8AC3E}">
        <p14:creationId xmlns:p14="http://schemas.microsoft.com/office/powerpoint/2010/main" val="292855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39"/>
        <p:cNvGrpSpPr/>
        <p:nvPr/>
      </p:nvGrpSpPr>
      <p:grpSpPr>
        <a:xfrm>
          <a:off x="0" y="0"/>
          <a:ext cx="0" cy="0"/>
          <a:chOff x="0" y="0"/>
          <a:chExt cx="0" cy="0"/>
        </a:xfrm>
      </p:grpSpPr>
      <p:sp>
        <p:nvSpPr>
          <p:cNvPr id="1140" name="Google Shape;1140;p63"/>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b="1"/>
              <a:t>긴 시퀀스는 어떨까요?</a:t>
            </a:r>
            <a:endParaRPr/>
          </a:p>
        </p:txBody>
      </p:sp>
      <p:sp>
        <p:nvSpPr>
          <p:cNvPr id="1141" name="Google Shape;1141;p63"/>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SQuAD를 통해 보여진 문제</a:t>
            </a:r>
            <a:endParaRPr sz="4000" b="0">
              <a:solidFill>
                <a:srgbClr val="76B900"/>
              </a:solidFill>
              <a:latin typeface="Trebuchet MS"/>
              <a:ea typeface="Trebuchet MS"/>
              <a:cs typeface="Trebuchet MS"/>
              <a:sym typeface="Trebuchet MS"/>
            </a:endParaRPr>
          </a:p>
        </p:txBody>
      </p:sp>
      <p:sp>
        <p:nvSpPr>
          <p:cNvPr id="1142" name="Google Shape;1142;p63"/>
          <p:cNvSpPr txBox="1"/>
          <p:nvPr/>
        </p:nvSpPr>
        <p:spPr>
          <a:xfrm>
            <a:off x="-35123" y="9850983"/>
            <a:ext cx="14211976"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어텐션 메커니즘이 질문 답변 성능에 미치는 영향</a:t>
            </a:r>
            <a:endParaRPr sz="1833">
              <a:solidFill>
                <a:schemeClr val="lt1"/>
              </a:solidFill>
              <a:latin typeface="Arial"/>
              <a:ea typeface="Arial"/>
              <a:cs typeface="Arial"/>
              <a:sym typeface="Arial"/>
            </a:endParaRPr>
          </a:p>
        </p:txBody>
      </p:sp>
      <p:pic>
        <p:nvPicPr>
          <p:cNvPr id="1143" name="Google Shape;1143;p63"/>
          <p:cNvPicPr preferRelativeResize="0"/>
          <p:nvPr/>
        </p:nvPicPr>
        <p:blipFill rotWithShape="1">
          <a:blip r:embed="rId3">
            <a:alphaModFix/>
          </a:blip>
          <a:srcRect/>
          <a:stretch/>
        </p:blipFill>
        <p:spPr>
          <a:xfrm>
            <a:off x="3513419" y="2839890"/>
            <a:ext cx="11261162" cy="3424860"/>
          </a:xfrm>
          <a:prstGeom prst="rect">
            <a:avLst/>
          </a:prstGeom>
          <a:noFill/>
          <a:ln>
            <a:noFill/>
          </a:ln>
        </p:spPr>
      </p:pic>
      <p:pic>
        <p:nvPicPr>
          <p:cNvPr id="1144" name="Google Shape;1144;p63"/>
          <p:cNvPicPr preferRelativeResize="0"/>
          <p:nvPr/>
        </p:nvPicPr>
        <p:blipFill rotWithShape="1">
          <a:blip r:embed="rId4">
            <a:alphaModFix/>
          </a:blip>
          <a:srcRect/>
          <a:stretch/>
        </p:blipFill>
        <p:spPr>
          <a:xfrm>
            <a:off x="4903337" y="6279098"/>
            <a:ext cx="8481327" cy="3391267"/>
          </a:xfrm>
          <a:prstGeom prst="rect">
            <a:avLst/>
          </a:prstGeom>
          <a:noFill/>
          <a:ln>
            <a:noFill/>
          </a:ln>
        </p:spPr>
      </p:pic>
    </p:spTree>
    <p:extLst>
      <p:ext uri="{BB962C8B-B14F-4D97-AF65-F5344CB8AC3E}">
        <p14:creationId xmlns:p14="http://schemas.microsoft.com/office/powerpoint/2010/main" val="26726720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64"/>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b="1"/>
              <a:t>긴 시퀀스는 어떨까요?</a:t>
            </a:r>
            <a:endParaRPr/>
          </a:p>
        </p:txBody>
      </p:sp>
      <p:sp>
        <p:nvSpPr>
          <p:cNvPr id="1151" name="Google Shape;1151;p64"/>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문제</a:t>
            </a:r>
            <a:endParaRPr sz="4000" b="0">
              <a:solidFill>
                <a:srgbClr val="76B900"/>
              </a:solidFill>
              <a:latin typeface="Trebuchet MS"/>
              <a:ea typeface="Trebuchet MS"/>
              <a:cs typeface="Trebuchet MS"/>
              <a:sym typeface="Trebuchet MS"/>
            </a:endParaRPr>
          </a:p>
        </p:txBody>
      </p:sp>
      <p:sp>
        <p:nvSpPr>
          <p:cNvPr id="1152" name="Google Shape;1152;p64"/>
          <p:cNvSpPr txBox="1"/>
          <p:nvPr/>
        </p:nvSpPr>
        <p:spPr>
          <a:xfrm>
            <a:off x="-35122" y="9850984"/>
            <a:ext cx="16375288"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Bahdanau, D., Cho, K., 및 Bengio, Y. (2014). Neural machine translation by jointly learning to align and translate. </a:t>
            </a:r>
            <a:r>
              <a:rPr lang="en-US" sz="1833" i="1">
                <a:solidFill>
                  <a:srgbClr val="222222"/>
                </a:solidFill>
                <a:latin typeface="Arial"/>
                <a:ea typeface="Arial"/>
                <a:cs typeface="Arial"/>
                <a:sym typeface="Arial"/>
              </a:rPr>
              <a:t>arXiv preprint arXiv:1409.0473</a:t>
            </a:r>
            <a:r>
              <a:rPr lang="en-US" sz="1833">
                <a:solidFill>
                  <a:srgbClr val="222222"/>
                </a:solidFill>
                <a:latin typeface="Arial"/>
                <a:ea typeface="Arial"/>
                <a:cs typeface="Arial"/>
                <a:sym typeface="Arial"/>
              </a:rPr>
              <a:t>.</a:t>
            </a:r>
            <a:endParaRPr sz="1833">
              <a:solidFill>
                <a:schemeClr val="lt1"/>
              </a:solidFill>
              <a:latin typeface="Arial"/>
              <a:ea typeface="Arial"/>
              <a:cs typeface="Arial"/>
              <a:sym typeface="Arial"/>
            </a:endParaRPr>
          </a:p>
        </p:txBody>
      </p:sp>
      <p:pic>
        <p:nvPicPr>
          <p:cNvPr id="1153" name="Google Shape;1153;p64"/>
          <p:cNvPicPr preferRelativeResize="0"/>
          <p:nvPr/>
        </p:nvPicPr>
        <p:blipFill rotWithShape="1">
          <a:blip r:embed="rId3">
            <a:alphaModFix/>
          </a:blip>
          <a:srcRect/>
          <a:stretch/>
        </p:blipFill>
        <p:spPr>
          <a:xfrm>
            <a:off x="2794000" y="2901604"/>
            <a:ext cx="12700000" cy="6810375"/>
          </a:xfrm>
          <a:prstGeom prst="rect">
            <a:avLst/>
          </a:prstGeom>
          <a:noFill/>
          <a:ln>
            <a:noFill/>
          </a:ln>
        </p:spPr>
      </p:pic>
      <p:sp>
        <p:nvSpPr>
          <p:cNvPr id="2" name="TextBox 1">
            <a:extLst>
              <a:ext uri="{FF2B5EF4-FFF2-40B4-BE49-F238E27FC236}">
                <a16:creationId xmlns:a16="http://schemas.microsoft.com/office/drawing/2014/main" id="{F4006293-A26C-45FC-B9D8-26517DA5834D}"/>
              </a:ext>
            </a:extLst>
          </p:cNvPr>
          <p:cNvSpPr txBox="1"/>
          <p:nvPr/>
        </p:nvSpPr>
        <p:spPr>
          <a:xfrm>
            <a:off x="150607" y="9088984"/>
            <a:ext cx="5022529" cy="830997"/>
          </a:xfrm>
          <a:prstGeom prst="rect">
            <a:avLst/>
          </a:prstGeom>
          <a:noFill/>
        </p:spPr>
        <p:txBody>
          <a:bodyPr wrap="none" rtlCol="0">
            <a:spAutoFit/>
          </a:bodyPr>
          <a:lstStyle/>
          <a:p>
            <a:r>
              <a:rPr lang="en-US" altLang="ko-KR" sz="2400" i="1" dirty="0"/>
              <a:t>BLUE score: </a:t>
            </a:r>
            <a:r>
              <a:rPr lang="ko-KR" altLang="en-US" sz="2400" i="1" dirty="0"/>
              <a:t>번역 결과 평가 </a:t>
            </a:r>
            <a:r>
              <a:rPr lang="en-US" altLang="ko-KR" sz="2400" i="1" dirty="0"/>
              <a:t>Metric,</a:t>
            </a:r>
          </a:p>
          <a:p>
            <a:r>
              <a:rPr lang="en-US" altLang="ko-KR" sz="2400" i="1" dirty="0"/>
              <a:t>“</a:t>
            </a:r>
            <a:r>
              <a:rPr lang="ko-KR" altLang="en-US" sz="2400" i="1" dirty="0"/>
              <a:t>높을</a:t>
            </a:r>
            <a:r>
              <a:rPr lang="en-US" altLang="ko-KR" sz="2400" i="1" dirty="0"/>
              <a:t> </a:t>
            </a:r>
            <a:r>
              <a:rPr lang="ko-KR" altLang="en-US" sz="2400" i="1" dirty="0"/>
              <a:t>수록</a:t>
            </a:r>
            <a:r>
              <a:rPr lang="en-US" altLang="ko-KR" sz="2400" i="1" dirty="0"/>
              <a:t>”</a:t>
            </a:r>
            <a:r>
              <a:rPr lang="ko-KR" altLang="en-US" sz="2400" i="1" dirty="0"/>
              <a:t> 좋은 모델</a:t>
            </a:r>
            <a:endParaRPr lang="en-US" altLang="ko-KR" sz="2400" i="1" dirty="0"/>
          </a:p>
        </p:txBody>
      </p:sp>
    </p:spTree>
    <p:extLst>
      <p:ext uri="{BB962C8B-B14F-4D97-AF65-F5344CB8AC3E}">
        <p14:creationId xmlns:p14="http://schemas.microsoft.com/office/powerpoint/2010/main" val="32256079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p65"/>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ATTENTION</a:t>
            </a:r>
            <a:endParaRPr b="1"/>
          </a:p>
        </p:txBody>
      </p:sp>
      <p:sp>
        <p:nvSpPr>
          <p:cNvPr id="1160" name="Google Shape;1160;p65"/>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메커니즘</a:t>
            </a:r>
            <a:endParaRPr sz="4000" b="0">
              <a:solidFill>
                <a:srgbClr val="76B900"/>
              </a:solidFill>
              <a:latin typeface="Trebuchet MS"/>
              <a:ea typeface="Trebuchet MS"/>
              <a:cs typeface="Trebuchet MS"/>
              <a:sym typeface="Trebuchet MS"/>
            </a:endParaRPr>
          </a:p>
        </p:txBody>
      </p:sp>
      <p:sp>
        <p:nvSpPr>
          <p:cNvPr id="1161" name="Google Shape;1161;p65"/>
          <p:cNvSpPr txBox="1"/>
          <p:nvPr/>
        </p:nvSpPr>
        <p:spPr>
          <a:xfrm>
            <a:off x="-35122" y="9850984"/>
            <a:ext cx="16375288"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Bahdanau, D., Cho, K., 및 Bengio, Y. (2014). Neural machine translation by jointly learning to align and translate. </a:t>
            </a:r>
            <a:r>
              <a:rPr lang="en-US" sz="1833" i="1">
                <a:solidFill>
                  <a:srgbClr val="222222"/>
                </a:solidFill>
                <a:latin typeface="Arial"/>
                <a:ea typeface="Arial"/>
                <a:cs typeface="Arial"/>
                <a:sym typeface="Arial"/>
              </a:rPr>
              <a:t>arXiv preprint arXiv:1409.0473</a:t>
            </a:r>
            <a:r>
              <a:rPr lang="en-US" sz="1833">
                <a:solidFill>
                  <a:srgbClr val="222222"/>
                </a:solidFill>
                <a:latin typeface="Arial"/>
                <a:ea typeface="Arial"/>
                <a:cs typeface="Arial"/>
                <a:sym typeface="Arial"/>
              </a:rPr>
              <a:t>.</a:t>
            </a:r>
            <a:endParaRPr sz="1833">
              <a:solidFill>
                <a:schemeClr val="lt1"/>
              </a:solidFill>
              <a:latin typeface="Arial"/>
              <a:ea typeface="Arial"/>
              <a:cs typeface="Arial"/>
              <a:sym typeface="Arial"/>
            </a:endParaRPr>
          </a:p>
        </p:txBody>
      </p:sp>
      <p:pic>
        <p:nvPicPr>
          <p:cNvPr id="1162" name="Google Shape;1162;p65" descr="Attention? Attention!"/>
          <p:cNvPicPr preferRelativeResize="0"/>
          <p:nvPr/>
        </p:nvPicPr>
        <p:blipFill rotWithShape="1">
          <a:blip r:embed="rId3">
            <a:alphaModFix/>
          </a:blip>
          <a:srcRect/>
          <a:stretch/>
        </p:blipFill>
        <p:spPr>
          <a:xfrm>
            <a:off x="3268935" y="3617505"/>
            <a:ext cx="11750130" cy="5538473"/>
          </a:xfrm>
          <a:prstGeom prst="rect">
            <a:avLst/>
          </a:prstGeom>
          <a:noFill/>
          <a:ln>
            <a:noFill/>
          </a:ln>
        </p:spPr>
      </p:pic>
    </p:spTree>
    <p:extLst>
      <p:ext uri="{BB962C8B-B14F-4D97-AF65-F5344CB8AC3E}">
        <p14:creationId xmlns:p14="http://schemas.microsoft.com/office/powerpoint/2010/main" val="5028218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p66"/>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ATTENTION</a:t>
            </a:r>
            <a:endParaRPr b="1"/>
          </a:p>
        </p:txBody>
      </p:sp>
      <p:sp>
        <p:nvSpPr>
          <p:cNvPr id="1169" name="Google Shape;1169;p66"/>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메커니즘</a:t>
            </a:r>
            <a:endParaRPr sz="4000" b="0">
              <a:solidFill>
                <a:srgbClr val="76B900"/>
              </a:solidFill>
              <a:latin typeface="Trebuchet MS"/>
              <a:ea typeface="Trebuchet MS"/>
              <a:cs typeface="Trebuchet MS"/>
              <a:sym typeface="Trebuchet MS"/>
            </a:endParaRPr>
          </a:p>
        </p:txBody>
      </p:sp>
      <p:sp>
        <p:nvSpPr>
          <p:cNvPr id="1170" name="Google Shape;1170;p66"/>
          <p:cNvSpPr txBox="1"/>
          <p:nvPr/>
        </p:nvSpPr>
        <p:spPr>
          <a:xfrm>
            <a:off x="-35122" y="9850984"/>
            <a:ext cx="16375288"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Bahdanau, D., Cho, K., 및 Bengio, Y. (2014). Neural machine translation by jointly learning to align and translate. </a:t>
            </a:r>
            <a:r>
              <a:rPr lang="en-US" sz="1833" i="1">
                <a:solidFill>
                  <a:srgbClr val="222222"/>
                </a:solidFill>
                <a:latin typeface="Arial"/>
                <a:ea typeface="Arial"/>
                <a:cs typeface="Arial"/>
                <a:sym typeface="Arial"/>
              </a:rPr>
              <a:t>arXiv preprint arXiv:1409.0473</a:t>
            </a:r>
            <a:r>
              <a:rPr lang="en-US" sz="1833">
                <a:solidFill>
                  <a:srgbClr val="222222"/>
                </a:solidFill>
                <a:latin typeface="Arial"/>
                <a:ea typeface="Arial"/>
                <a:cs typeface="Arial"/>
                <a:sym typeface="Arial"/>
              </a:rPr>
              <a:t>.</a:t>
            </a:r>
            <a:endParaRPr sz="1833">
              <a:solidFill>
                <a:schemeClr val="lt1"/>
              </a:solidFill>
              <a:latin typeface="Arial"/>
              <a:ea typeface="Arial"/>
              <a:cs typeface="Arial"/>
              <a:sym typeface="Arial"/>
            </a:endParaRPr>
          </a:p>
        </p:txBody>
      </p:sp>
      <p:pic>
        <p:nvPicPr>
          <p:cNvPr id="1171" name="Google Shape;1171;p66"/>
          <p:cNvPicPr preferRelativeResize="0"/>
          <p:nvPr/>
        </p:nvPicPr>
        <p:blipFill rotWithShape="1">
          <a:blip r:embed="rId3">
            <a:alphaModFix/>
          </a:blip>
          <a:srcRect/>
          <a:stretch/>
        </p:blipFill>
        <p:spPr>
          <a:xfrm>
            <a:off x="-35123" y="2916966"/>
            <a:ext cx="9445270" cy="4748615"/>
          </a:xfrm>
          <a:prstGeom prst="rect">
            <a:avLst/>
          </a:prstGeom>
          <a:noFill/>
          <a:ln>
            <a:noFill/>
          </a:ln>
        </p:spPr>
      </p:pic>
      <p:pic>
        <p:nvPicPr>
          <p:cNvPr id="1172" name="Google Shape;1172;p66"/>
          <p:cNvPicPr preferRelativeResize="0"/>
          <p:nvPr/>
        </p:nvPicPr>
        <p:blipFill rotWithShape="1">
          <a:blip r:embed="rId4">
            <a:alphaModFix/>
          </a:blip>
          <a:srcRect/>
          <a:stretch/>
        </p:blipFill>
        <p:spPr>
          <a:xfrm>
            <a:off x="8912068" y="2916965"/>
            <a:ext cx="9445270" cy="4857790"/>
          </a:xfrm>
          <a:prstGeom prst="rect">
            <a:avLst/>
          </a:prstGeom>
          <a:noFill/>
          <a:ln>
            <a:noFill/>
          </a:ln>
        </p:spPr>
      </p:pic>
      <p:pic>
        <p:nvPicPr>
          <p:cNvPr id="1173" name="Google Shape;1173;p66"/>
          <p:cNvPicPr preferRelativeResize="0"/>
          <p:nvPr/>
        </p:nvPicPr>
        <p:blipFill rotWithShape="1">
          <a:blip r:embed="rId5">
            <a:alphaModFix/>
          </a:blip>
          <a:srcRect b="-49756"/>
          <a:stretch/>
        </p:blipFill>
        <p:spPr>
          <a:xfrm>
            <a:off x="4687512" y="7926658"/>
            <a:ext cx="9445270" cy="2509025"/>
          </a:xfrm>
          <a:prstGeom prst="rect">
            <a:avLst/>
          </a:prstGeom>
          <a:noFill/>
          <a:ln>
            <a:noFill/>
          </a:ln>
        </p:spPr>
      </p:pic>
    </p:spTree>
    <p:extLst>
      <p:ext uri="{BB962C8B-B14F-4D97-AF65-F5344CB8AC3E}">
        <p14:creationId xmlns:p14="http://schemas.microsoft.com/office/powerpoint/2010/main" val="22220838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1"/>
            <a:ext cx="15773400" cy="1988345"/>
          </a:xfrm>
        </p:spPr>
        <p:txBody>
          <a:bodyPr/>
          <a:lstStyle/>
          <a:p>
            <a:pPr algn="ctr"/>
            <a:r>
              <a:rPr lang="en-US" dirty="0"/>
              <a:t>attention</a:t>
            </a:r>
            <a:endParaRPr lang="en-US" b="1" dirty="0"/>
          </a:p>
        </p:txBody>
      </p:sp>
      <p:sp>
        <p:nvSpPr>
          <p:cNvPr id="58" name="Text Placeholder 3">
            <a:extLst>
              <a:ext uri="{FF2B5EF4-FFF2-40B4-BE49-F238E27FC236}">
                <a16:creationId xmlns:a16="http://schemas.microsoft.com/office/drawing/2014/main" id="{FBEF4454-41CB-426E-A254-524E6C271994}"/>
              </a:ext>
            </a:extLst>
          </p:cNvPr>
          <p:cNvSpPr txBox="1">
            <a:spLocks/>
          </p:cNvSpPr>
          <p:nvPr/>
        </p:nvSpPr>
        <p:spPr bwMode="auto">
          <a:xfrm>
            <a:off x="830580" y="2099222"/>
            <a:ext cx="16626840" cy="875772"/>
          </a:xfrm>
          <a:prstGeom prst="rect">
            <a:avLst/>
          </a:prstGeom>
          <a:noFill/>
          <a:ln w="9525">
            <a:noFill/>
            <a:miter lim="800000"/>
            <a:headEnd/>
            <a:tailEnd/>
          </a:ln>
        </p:spPr>
        <p:txBody>
          <a:bodyPr vert="horz" wrap="square" lIns="152400" tIns="76200" rIns="152400" bIns="76200" numCol="1" anchor="t" anchorCtr="0" compatLnSpc="1">
            <a:prstTxWarp prst="textNoShape">
              <a:avLst/>
            </a:prstTxWarp>
          </a:bodyPr>
          <a:lstStyle>
            <a:lvl1pPr marL="0" indent="0" algn="ctr" rtl="0" fontAlgn="base">
              <a:lnSpc>
                <a:spcPct val="90000"/>
              </a:lnSpc>
              <a:spcBef>
                <a:spcPts val="900"/>
              </a:spcBef>
              <a:spcAft>
                <a:spcPts val="900"/>
              </a:spcAft>
              <a:buClr>
                <a:schemeClr val="bg2"/>
              </a:buClr>
              <a:buSzPct val="100000"/>
              <a:buFontTx/>
              <a:buNone/>
              <a:defRPr sz="2400" b="0">
                <a:solidFill>
                  <a:schemeClr val="tx2"/>
                </a:solidFill>
                <a:latin typeface="Trebuchet MS" panose="020B0603020202020204" pitchFamily="34" charset="0"/>
                <a:ea typeface="+mn-ea"/>
                <a:cs typeface="+mn-cs"/>
              </a:defRPr>
            </a:lvl1pPr>
            <a:lvl2pPr marL="571500"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2pPr>
            <a:lvl3pPr marL="1089025"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3pPr>
            <a:lvl4pPr marL="1546225" indent="0" algn="ctr" rtl="0" fontAlgn="base">
              <a:spcBef>
                <a:spcPct val="20000"/>
              </a:spcBef>
              <a:spcAft>
                <a:spcPct val="0"/>
              </a:spcAft>
              <a:buFontTx/>
              <a:buNone/>
              <a:defRPr sz="2800">
                <a:solidFill>
                  <a:schemeClr val="tx2"/>
                </a:solidFill>
                <a:latin typeface="Trebuchet MS" panose="020B0603020202020204" pitchFamily="34" charset="0"/>
              </a:defRPr>
            </a:lvl4pPr>
            <a:lvl5pPr marL="1889125" indent="0" algn="ctr" rtl="0" fontAlgn="base">
              <a:spcBef>
                <a:spcPct val="20000"/>
              </a:spcBef>
              <a:spcAft>
                <a:spcPct val="0"/>
              </a:spcAft>
              <a:buFontTx/>
              <a:buNone/>
              <a:defRPr sz="2800">
                <a:solidFill>
                  <a:schemeClr val="tx2"/>
                </a:solidFill>
                <a:latin typeface="Trebuchet MS" panose="020B0603020202020204" pitchFamily="34" charset="0"/>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marL="0" marR="0" lvl="0" indent="0" algn="ctr" defTabSz="1524030" rtl="0" eaLnBrk="1" fontAlgn="base" latinLnBrk="0" hangingPunct="1">
              <a:lnSpc>
                <a:spcPct val="90000"/>
              </a:lnSpc>
              <a:spcBef>
                <a:spcPts val="1500"/>
              </a:spcBef>
              <a:spcAft>
                <a:spcPts val="1500"/>
              </a:spcAft>
              <a:buClr>
                <a:srgbClr val="B3B3B3"/>
              </a:buClr>
              <a:buSzPct val="100000"/>
              <a:buFontTx/>
              <a:buNone/>
              <a:tabLst/>
              <a:defRPr/>
            </a:pPr>
            <a:r>
              <a:rPr kumimoji="0" lang="ko-KR" alt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rPr>
              <a:t>예제</a:t>
            </a:r>
            <a:endParaRPr kumimoji="0" 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endParaRPr>
          </a:p>
        </p:txBody>
      </p:sp>
      <p:sp>
        <p:nvSpPr>
          <p:cNvPr id="51" name="TextBox 50">
            <a:extLst>
              <a:ext uri="{FF2B5EF4-FFF2-40B4-BE49-F238E27FC236}">
                <a16:creationId xmlns:a16="http://schemas.microsoft.com/office/drawing/2014/main" id="{1EC1DF1D-52AB-42D5-93BE-DD90A766B95A}"/>
              </a:ext>
            </a:extLst>
          </p:cNvPr>
          <p:cNvSpPr txBox="1"/>
          <p:nvPr/>
        </p:nvSpPr>
        <p:spPr>
          <a:xfrm>
            <a:off x="1" y="9568856"/>
            <a:ext cx="16375288" cy="656462"/>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Wu, Y., Schuster, M., Chen, Z., Le, Q. V., </a:t>
            </a:r>
            <a:r>
              <a:rPr kumimoji="0" lang="en-US" sz="1833"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Norouzi</a:t>
            </a: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M., </a:t>
            </a:r>
            <a:r>
              <a:rPr kumimoji="0" lang="en-US" sz="1833"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Macherey</a:t>
            </a: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W., ... &amp; </a:t>
            </a:r>
            <a:r>
              <a:rPr kumimoji="0" lang="en-US" sz="1833"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Klingner</a:t>
            </a: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J. (2016). Google's neural machine translation system: Bridging the gap between human and machine translation. </a:t>
            </a:r>
            <a:r>
              <a:rPr kumimoji="0" lang="en-US" sz="1833" b="0" i="1"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arXiv</a:t>
            </a:r>
            <a:r>
              <a:rPr kumimoji="0" lang="en-US" sz="1833" b="0" i="1" u="none" strike="noStrike" kern="1200" cap="none" spc="0" normalizeH="0" baseline="0" noProof="0" dirty="0">
                <a:ln>
                  <a:noFill/>
                </a:ln>
                <a:solidFill>
                  <a:srgbClr val="222222"/>
                </a:solidFill>
                <a:effectLst/>
                <a:uLnTx/>
                <a:uFillTx/>
                <a:latin typeface="Arial" panose="020B0604020202020204" pitchFamily="34" charset="0"/>
                <a:ea typeface="+mn-ea"/>
                <a:cs typeface="+mn-cs"/>
              </a:rPr>
              <a:t> preprint arXiv:1609.08144</a:t>
            </a: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pic>
        <p:nvPicPr>
          <p:cNvPr id="3" name="Picture 2">
            <a:extLst>
              <a:ext uri="{FF2B5EF4-FFF2-40B4-BE49-F238E27FC236}">
                <a16:creationId xmlns:a16="http://schemas.microsoft.com/office/drawing/2014/main" id="{400C3F5B-D0BF-4AAF-A40A-51160DF1915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78110" y="3287327"/>
            <a:ext cx="10731780" cy="5570003"/>
          </a:xfrm>
          <a:prstGeom prst="rect">
            <a:avLst/>
          </a:prstGeom>
        </p:spPr>
      </p:pic>
    </p:spTree>
    <p:extLst>
      <p:ext uri="{BB962C8B-B14F-4D97-AF65-F5344CB8AC3E}">
        <p14:creationId xmlns:p14="http://schemas.microsoft.com/office/powerpoint/2010/main" val="15858202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1"/>
            <a:ext cx="15773400" cy="1988345"/>
          </a:xfrm>
        </p:spPr>
        <p:txBody>
          <a:bodyPr/>
          <a:lstStyle/>
          <a:p>
            <a:pPr algn="ctr"/>
            <a:r>
              <a:rPr lang="en-US" dirty="0"/>
              <a:t>attention</a:t>
            </a:r>
            <a:endParaRPr lang="en-US" b="1" dirty="0"/>
          </a:p>
        </p:txBody>
      </p:sp>
      <p:sp>
        <p:nvSpPr>
          <p:cNvPr id="58" name="Text Placeholder 3">
            <a:extLst>
              <a:ext uri="{FF2B5EF4-FFF2-40B4-BE49-F238E27FC236}">
                <a16:creationId xmlns:a16="http://schemas.microsoft.com/office/drawing/2014/main" id="{FBEF4454-41CB-426E-A254-524E6C271994}"/>
              </a:ext>
            </a:extLst>
          </p:cNvPr>
          <p:cNvSpPr txBox="1">
            <a:spLocks/>
          </p:cNvSpPr>
          <p:nvPr/>
        </p:nvSpPr>
        <p:spPr bwMode="auto">
          <a:xfrm>
            <a:off x="830580" y="2099222"/>
            <a:ext cx="16626840" cy="875772"/>
          </a:xfrm>
          <a:prstGeom prst="rect">
            <a:avLst/>
          </a:prstGeom>
          <a:noFill/>
          <a:ln w="9525">
            <a:noFill/>
            <a:miter lim="800000"/>
            <a:headEnd/>
            <a:tailEnd/>
          </a:ln>
        </p:spPr>
        <p:txBody>
          <a:bodyPr vert="horz" wrap="square" lIns="152400" tIns="76200" rIns="152400" bIns="76200" numCol="1" anchor="t" anchorCtr="0" compatLnSpc="1">
            <a:prstTxWarp prst="textNoShape">
              <a:avLst/>
            </a:prstTxWarp>
          </a:bodyPr>
          <a:lstStyle>
            <a:lvl1pPr marL="0" indent="0" algn="ctr" rtl="0" fontAlgn="base">
              <a:lnSpc>
                <a:spcPct val="90000"/>
              </a:lnSpc>
              <a:spcBef>
                <a:spcPts val="900"/>
              </a:spcBef>
              <a:spcAft>
                <a:spcPts val="900"/>
              </a:spcAft>
              <a:buClr>
                <a:schemeClr val="bg2"/>
              </a:buClr>
              <a:buSzPct val="100000"/>
              <a:buFontTx/>
              <a:buNone/>
              <a:defRPr sz="2400" b="0">
                <a:solidFill>
                  <a:schemeClr val="tx2"/>
                </a:solidFill>
                <a:latin typeface="Trebuchet MS" panose="020B0603020202020204" pitchFamily="34" charset="0"/>
                <a:ea typeface="+mn-ea"/>
                <a:cs typeface="+mn-cs"/>
              </a:defRPr>
            </a:lvl1pPr>
            <a:lvl2pPr marL="571500"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2pPr>
            <a:lvl3pPr marL="1089025"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3pPr>
            <a:lvl4pPr marL="1546225" indent="0" algn="ctr" rtl="0" fontAlgn="base">
              <a:spcBef>
                <a:spcPct val="20000"/>
              </a:spcBef>
              <a:spcAft>
                <a:spcPct val="0"/>
              </a:spcAft>
              <a:buFontTx/>
              <a:buNone/>
              <a:defRPr sz="2800">
                <a:solidFill>
                  <a:schemeClr val="tx2"/>
                </a:solidFill>
                <a:latin typeface="Trebuchet MS" panose="020B0603020202020204" pitchFamily="34" charset="0"/>
              </a:defRPr>
            </a:lvl4pPr>
            <a:lvl5pPr marL="1889125" indent="0" algn="ctr" rtl="0" fontAlgn="base">
              <a:spcBef>
                <a:spcPct val="20000"/>
              </a:spcBef>
              <a:spcAft>
                <a:spcPct val="0"/>
              </a:spcAft>
              <a:buFontTx/>
              <a:buNone/>
              <a:defRPr sz="2800">
                <a:solidFill>
                  <a:schemeClr val="tx2"/>
                </a:solidFill>
                <a:latin typeface="Trebuchet MS" panose="020B0603020202020204" pitchFamily="34" charset="0"/>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marL="0" marR="0" lvl="0" indent="0" algn="ctr" defTabSz="1524030" rtl="0" eaLnBrk="1" fontAlgn="base" latinLnBrk="0" hangingPunct="1">
              <a:lnSpc>
                <a:spcPct val="90000"/>
              </a:lnSpc>
              <a:spcBef>
                <a:spcPts val="1500"/>
              </a:spcBef>
              <a:spcAft>
                <a:spcPts val="1500"/>
              </a:spcAft>
              <a:buClr>
                <a:srgbClr val="B3B3B3"/>
              </a:buClr>
              <a:buSzPct val="100000"/>
              <a:buFontTx/>
              <a:buNone/>
              <a:tabLst/>
              <a:defRPr/>
            </a:pPr>
            <a:r>
              <a:rPr kumimoji="0" lang="ko-KR" alt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rPr>
              <a:t>예제</a:t>
            </a:r>
            <a:endParaRPr kumimoji="0" 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endParaRPr>
          </a:p>
        </p:txBody>
      </p:sp>
      <p:sp>
        <p:nvSpPr>
          <p:cNvPr id="51" name="TextBox 50">
            <a:extLst>
              <a:ext uri="{FF2B5EF4-FFF2-40B4-BE49-F238E27FC236}">
                <a16:creationId xmlns:a16="http://schemas.microsoft.com/office/drawing/2014/main" id="{1EC1DF1D-52AB-42D5-93BE-DD90A766B95A}"/>
              </a:ext>
            </a:extLst>
          </p:cNvPr>
          <p:cNvSpPr txBox="1"/>
          <p:nvPr/>
        </p:nvSpPr>
        <p:spPr>
          <a:xfrm>
            <a:off x="1" y="9568855"/>
            <a:ext cx="16375288" cy="656462"/>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00" b="0" i="0" dirty="0">
                <a:solidFill>
                  <a:srgbClr val="222222"/>
                </a:solidFill>
                <a:effectLst/>
                <a:latin typeface="Arial" panose="020B0604020202020204" pitchFamily="34" charset="0"/>
              </a:rPr>
              <a:t>Gehring, J., Auli, M., </a:t>
            </a:r>
            <a:r>
              <a:rPr lang="en-US" sz="1800" b="0" i="0" dirty="0" err="1">
                <a:solidFill>
                  <a:srgbClr val="222222"/>
                </a:solidFill>
                <a:effectLst/>
                <a:latin typeface="Arial" panose="020B0604020202020204" pitchFamily="34" charset="0"/>
              </a:rPr>
              <a:t>Grangier</a:t>
            </a:r>
            <a:r>
              <a:rPr lang="en-US" sz="1800" b="0" i="0" dirty="0">
                <a:solidFill>
                  <a:srgbClr val="222222"/>
                </a:solidFill>
                <a:effectLst/>
                <a:latin typeface="Arial" panose="020B0604020202020204" pitchFamily="34" charset="0"/>
              </a:rPr>
              <a:t>, D., </a:t>
            </a:r>
            <a:r>
              <a:rPr lang="en-US" sz="1800" b="0" i="0" dirty="0" err="1">
                <a:solidFill>
                  <a:srgbClr val="222222"/>
                </a:solidFill>
                <a:effectLst/>
                <a:latin typeface="Arial" panose="020B0604020202020204" pitchFamily="34" charset="0"/>
              </a:rPr>
              <a:t>Yarats</a:t>
            </a:r>
            <a:r>
              <a:rPr lang="en-US" sz="1800" b="0" i="0" dirty="0">
                <a:solidFill>
                  <a:srgbClr val="222222"/>
                </a:solidFill>
                <a:effectLst/>
                <a:latin typeface="Arial" panose="020B0604020202020204" pitchFamily="34" charset="0"/>
              </a:rPr>
              <a:t>, D., &amp; Dauphin, Y. N. (2017, July). Convolutional sequence to sequence learning. In </a:t>
            </a:r>
            <a:r>
              <a:rPr lang="en-US" sz="1800" b="0" i="1" dirty="0">
                <a:solidFill>
                  <a:srgbClr val="222222"/>
                </a:solidFill>
                <a:effectLst/>
                <a:latin typeface="Arial" panose="020B0604020202020204" pitchFamily="34" charset="0"/>
              </a:rPr>
              <a:t>International conference on machine learning</a:t>
            </a:r>
            <a:r>
              <a:rPr lang="en-US" sz="1800" b="0" i="0" dirty="0">
                <a:solidFill>
                  <a:srgbClr val="222222"/>
                </a:solidFill>
                <a:effectLst/>
                <a:latin typeface="Arial" panose="020B0604020202020204" pitchFamily="34" charset="0"/>
              </a:rPr>
              <a:t> (pp. 1243-1252). PMLR.</a:t>
            </a:r>
            <a:endParaRPr lang="en-US" sz="1800" dirty="0"/>
          </a:p>
        </p:txBody>
      </p:sp>
      <p:pic>
        <p:nvPicPr>
          <p:cNvPr id="11266" name="Picture 2" descr="confused about the gif on readme · Issue #35 · pytorch/fairseq ...">
            <a:extLst>
              <a:ext uri="{FF2B5EF4-FFF2-40B4-BE49-F238E27FC236}">
                <a16:creationId xmlns:a16="http://schemas.microsoft.com/office/drawing/2014/main" id="{0488EED2-EAA3-41AF-99B9-9DDEF5E40D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484561" y="3085870"/>
            <a:ext cx="5318878" cy="6121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3972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4" name="Google Shape;1363;p89">
            <a:extLst>
              <a:ext uri="{FF2B5EF4-FFF2-40B4-BE49-F238E27FC236}">
                <a16:creationId xmlns:a16="http://schemas.microsoft.com/office/drawing/2014/main" id="{C9F7F149-AB39-4CB5-846C-6709B54E8711}"/>
              </a:ext>
            </a:extLst>
          </p:cNvPr>
          <p:cNvSpPr/>
          <p:nvPr/>
        </p:nvSpPr>
        <p:spPr>
          <a:xfrm>
            <a:off x="6880123" y="1289605"/>
            <a:ext cx="10958051" cy="7347159"/>
          </a:xfrm>
          <a:prstGeom prst="rect">
            <a:avLst/>
          </a:prstGeom>
          <a:solidFill>
            <a:srgbClr val="262626">
              <a:alpha val="69804"/>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99" name="Google Shape;399;p3"/>
          <p:cNvSpPr txBox="1"/>
          <p:nvPr/>
        </p:nvSpPr>
        <p:spPr>
          <a:xfrm>
            <a:off x="7415233" y="1650236"/>
            <a:ext cx="9889067" cy="698648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1부: Machine Learning in NLP</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err="1">
                <a:ln>
                  <a:noFill/>
                </a:ln>
                <a:solidFill>
                  <a:srgbClr val="76B900"/>
                </a:solidFill>
                <a:effectLst/>
                <a:uLnTx/>
                <a:uFillTx/>
                <a:latin typeface="Arial"/>
                <a:ea typeface="Arial"/>
                <a:cs typeface="Arial"/>
                <a:sym typeface="Arial"/>
              </a:rPr>
              <a:t>강의</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NLP란</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무엇일까요</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ko-KR" altLang="en-US" sz="3200" b="0" i="0" u="none" strike="noStrike" kern="0" cap="none" spc="0" normalizeH="0" baseline="0" noProof="0" dirty="0">
                <a:ln>
                  <a:noFill/>
                </a:ln>
                <a:solidFill>
                  <a:srgbClr val="FFFFFF"/>
                </a:solidFill>
                <a:effectLst/>
                <a:uLnTx/>
                <a:uFillTx/>
                <a:latin typeface="Arial"/>
                <a:ea typeface="Arial"/>
                <a:cs typeface="Arial"/>
                <a:sym typeface="Arial"/>
              </a:rPr>
              <a:t>문제 정형화</a:t>
            </a:r>
            <a:endParaRPr kumimoji="0" lang="en-US" altLang="ko-KR" sz="3200" b="0" i="0" u="none" strike="noStrike" kern="0" cap="none" spc="0" normalizeH="0" baseline="0" noProof="0" dirty="0">
              <a:ln>
                <a:noFill/>
              </a:ln>
              <a:solidFill>
                <a:srgbClr val="FFFFFF"/>
              </a:solidFill>
              <a:effectLst/>
              <a:uLnTx/>
              <a:uFillTx/>
              <a:latin typeface="Arial"/>
              <a:ea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텍스트</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표현</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차원</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축소</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임베딩</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bg1"/>
              </a:buClr>
              <a:buSzPts val="3200"/>
              <a:buFont typeface="Arial"/>
              <a:buChar char="•"/>
              <a:tabLst/>
              <a:defRPr/>
            </a:pPr>
            <a:r>
              <a:rPr kumimoji="0" lang="en-US" sz="3200" b="0" i="0" u="none" strike="noStrike" kern="0" cap="none" spc="0" normalizeH="0" baseline="0" noProof="0" dirty="0">
                <a:ln>
                  <a:noFill/>
                </a:ln>
                <a:solidFill>
                  <a:schemeClr val="bg1"/>
                </a:solidFill>
                <a:effectLst/>
                <a:uLnTx/>
                <a:uFillTx/>
                <a:latin typeface="Arial"/>
                <a:ea typeface="Arial"/>
                <a:cs typeface="Arial"/>
                <a:sym typeface="Arial"/>
              </a:rPr>
              <a:t>RNN</a:t>
            </a:r>
            <a:endParaRPr kumimoji="0" sz="1400" b="0" i="0" u="none" strike="noStrike" kern="0" cap="none" spc="0" normalizeH="0" baseline="0" noProof="0" dirty="0">
              <a:ln>
                <a:noFill/>
              </a:ln>
              <a:solidFill>
                <a:schemeClr val="bg1"/>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chemeClr val="accent2">
                  <a:lumMod val="40000"/>
                  <a:lumOff val="60000"/>
                </a:schemeClr>
              </a:buClr>
              <a:buSzPts val="3200"/>
              <a:buFont typeface="Arial"/>
              <a:buChar char="•"/>
              <a:tabLst/>
              <a:defRPr/>
            </a:pPr>
            <a:r>
              <a:rPr kumimoji="0" lang="en-US" sz="3200" b="0" i="0" u="none" strike="noStrike" kern="0" cap="none" spc="0" normalizeH="0" baseline="0" noProof="0" dirty="0">
                <a:ln>
                  <a:noFill/>
                </a:ln>
                <a:solidFill>
                  <a:schemeClr val="accent2">
                    <a:lumMod val="40000"/>
                    <a:lumOff val="60000"/>
                  </a:schemeClr>
                </a:solidFill>
                <a:effectLst/>
                <a:uLnTx/>
                <a:uFillTx/>
                <a:latin typeface="Arial"/>
                <a:ea typeface="Arial"/>
                <a:cs typeface="Arial"/>
                <a:sym typeface="Arial"/>
              </a:rPr>
              <a:t>“Attention is All You Need”</a:t>
            </a:r>
            <a:endParaRPr kumimoji="0" sz="1400" b="0" i="0" u="none" strike="noStrike" kern="0" cap="none" spc="0" normalizeH="0" baseline="0" noProof="0" dirty="0">
              <a:ln>
                <a:noFill/>
              </a:ln>
              <a:solidFill>
                <a:schemeClr val="accent2">
                  <a:lumMod val="40000"/>
                  <a:lumOff val="60000"/>
                </a:schemeClr>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a:ln>
                  <a:noFill/>
                </a:ln>
                <a:solidFill>
                  <a:srgbClr val="76B900"/>
                </a:solidFill>
                <a:effectLst/>
                <a:uLnTx/>
                <a:uFillTx/>
                <a:latin typeface="Arial"/>
                <a:ea typeface="Arial"/>
                <a:cs typeface="Arial"/>
                <a:sym typeface="Arial"/>
              </a:rPr>
              <a:t>랩</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트랜스포머 아키텍쳐</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rPr>
              <a:t>모델</a:t>
            </a:r>
            <a:endParaRPr kumimoji="0" lang="en-US" altLang="ko-KR" sz="3200" b="0" i="0" u="none" strike="noStrike" kern="1200" cap="none" spc="0" normalizeH="0" baseline="0" noProof="0" dirty="0">
              <a:ln>
                <a:noFill/>
              </a:ln>
              <a:solidFill>
                <a:srgbClr val="FFFFFF"/>
              </a:solidFill>
              <a:effectLst/>
              <a:uLnTx/>
              <a:uFillTx/>
              <a:latin typeface="Trebuchet MS"/>
              <a:ea typeface="맑은 고딕" panose="020B0503020000020004" pitchFamily="50" charset="-127"/>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rgbClr val="FFFFFF"/>
                </a:solidFill>
                <a:effectLst/>
                <a:uLnTx/>
                <a:uFillTx/>
                <a:latin typeface="Trebuchet MS"/>
                <a:cs typeface="Arial"/>
                <a:sym typeface="Arial"/>
              </a:rPr>
              <a:t>사전훈련</a:t>
            </a:r>
            <a:endParaRPr kumimoji="0" lang="en-US" sz="3200" b="0" i="0" u="none" strike="noStrike" kern="1200" cap="none" spc="0" normalizeH="0" baseline="0" noProof="0" dirty="0">
              <a:ln>
                <a:noFill/>
              </a:ln>
              <a:solidFill>
                <a:srgbClr val="FFFFFF"/>
              </a:solidFill>
              <a:effectLst/>
              <a:uLnTx/>
              <a:uFillTx/>
              <a:latin typeface="Trebuchet MS"/>
              <a:ea typeface="+mn-ea"/>
              <a:cs typeface="Arial"/>
              <a:sym typeface="Arial"/>
            </a:endParaRPr>
          </a:p>
          <a:p>
            <a:pPr marL="761970" marR="0" lvl="1" indent="0" algn="l" defTabSz="914400" rtl="0" eaLnBrk="1" fontAlgn="auto" latinLnBrk="0" hangingPunct="1">
              <a:lnSpc>
                <a:spcPct val="100000"/>
              </a:lnSpc>
              <a:spcBef>
                <a:spcPts val="0"/>
              </a:spcBef>
              <a:spcAft>
                <a:spcPts val="0"/>
              </a:spcAft>
              <a:buClr>
                <a:srgbClr val="FFFFFF"/>
              </a:buClr>
              <a:buSzPts val="3200"/>
              <a:buFont typeface="Arial"/>
              <a:buNone/>
              <a:tabLst/>
              <a:defRPr/>
            </a:pPr>
            <a:endParaRPr kumimoji="0" sz="32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058003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sp>
        <p:nvSpPr>
          <p:cNvPr id="1204" name="Google Shape;1204;p70"/>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ATTENTION IS ALL YOU NEED</a:t>
            </a:r>
            <a:endParaRPr b="1"/>
          </a:p>
        </p:txBody>
      </p:sp>
      <p:sp>
        <p:nvSpPr>
          <p:cNvPr id="1205" name="Google Shape;1205;p70"/>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모델 구조</a:t>
            </a:r>
            <a:endParaRPr sz="4000" b="0">
              <a:solidFill>
                <a:srgbClr val="76B900"/>
              </a:solidFill>
              <a:latin typeface="Trebuchet MS"/>
              <a:ea typeface="Trebuchet MS"/>
              <a:cs typeface="Trebuchet MS"/>
              <a:sym typeface="Trebuchet MS"/>
            </a:endParaRPr>
          </a:p>
        </p:txBody>
      </p:sp>
      <p:sp>
        <p:nvSpPr>
          <p:cNvPr id="1206" name="Google Shape;1206;p70"/>
          <p:cNvSpPr txBox="1"/>
          <p:nvPr/>
        </p:nvSpPr>
        <p:spPr>
          <a:xfrm>
            <a:off x="1" y="9568856"/>
            <a:ext cx="16375288" cy="6564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Vaswani, A., Shazeer, N., Parmar, N., Uszkoreit, J., Jones, L., Gomez, A. N., ... 및 Polosukhin, I. (2017). Attention is all you need. In </a:t>
            </a:r>
            <a:r>
              <a:rPr lang="en-US" sz="1833" i="1">
                <a:solidFill>
                  <a:srgbClr val="222222"/>
                </a:solidFill>
                <a:latin typeface="Arial"/>
                <a:ea typeface="Arial"/>
                <a:cs typeface="Arial"/>
                <a:sym typeface="Arial"/>
              </a:rPr>
              <a:t>Advances in neural information processing systems</a:t>
            </a:r>
            <a:r>
              <a:rPr lang="en-US" sz="1833">
                <a:solidFill>
                  <a:srgbClr val="222222"/>
                </a:solidFill>
                <a:latin typeface="Arial"/>
                <a:ea typeface="Arial"/>
                <a:cs typeface="Arial"/>
                <a:sym typeface="Arial"/>
              </a:rPr>
              <a:t> (pp. 5998-6008).</a:t>
            </a:r>
            <a:endParaRPr sz="1833">
              <a:solidFill>
                <a:schemeClr val="lt1"/>
              </a:solidFill>
              <a:latin typeface="Arial"/>
              <a:ea typeface="Arial"/>
              <a:cs typeface="Arial"/>
              <a:sym typeface="Arial"/>
            </a:endParaRPr>
          </a:p>
        </p:txBody>
      </p:sp>
      <p:pic>
        <p:nvPicPr>
          <p:cNvPr id="1207" name="Google Shape;1207;p70"/>
          <p:cNvPicPr preferRelativeResize="0"/>
          <p:nvPr/>
        </p:nvPicPr>
        <p:blipFill rotWithShape="1">
          <a:blip r:embed="rId3">
            <a:alphaModFix/>
          </a:blip>
          <a:srcRect/>
          <a:stretch/>
        </p:blipFill>
        <p:spPr>
          <a:xfrm>
            <a:off x="6530811" y="2776806"/>
            <a:ext cx="5226378" cy="6633188"/>
          </a:xfrm>
          <a:prstGeom prst="rect">
            <a:avLst/>
          </a:prstGeom>
          <a:noFill/>
          <a:ln>
            <a:noFill/>
          </a:ln>
        </p:spPr>
      </p:pic>
    </p:spTree>
    <p:extLst>
      <p:ext uri="{BB962C8B-B14F-4D97-AF65-F5344CB8AC3E}">
        <p14:creationId xmlns:p14="http://schemas.microsoft.com/office/powerpoint/2010/main" val="21452926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71"/>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dirty="0"/>
              <a:t>ATTENTION IS ALL YOU NEED</a:t>
            </a:r>
            <a:endParaRPr b="1" dirty="0"/>
          </a:p>
        </p:txBody>
      </p:sp>
      <p:sp>
        <p:nvSpPr>
          <p:cNvPr id="1214" name="Google Shape;1214;p71"/>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모델 구조</a:t>
            </a:r>
            <a:endParaRPr sz="4000" b="0">
              <a:solidFill>
                <a:srgbClr val="76B900"/>
              </a:solidFill>
              <a:latin typeface="Trebuchet MS"/>
              <a:ea typeface="Trebuchet MS"/>
              <a:cs typeface="Trebuchet MS"/>
              <a:sym typeface="Trebuchet MS"/>
            </a:endParaRPr>
          </a:p>
        </p:txBody>
      </p:sp>
      <p:sp>
        <p:nvSpPr>
          <p:cNvPr id="1215" name="Google Shape;1215;p71"/>
          <p:cNvSpPr txBox="1"/>
          <p:nvPr/>
        </p:nvSpPr>
        <p:spPr>
          <a:xfrm>
            <a:off x="1" y="9568856"/>
            <a:ext cx="16375288" cy="6564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Vaswani, A., Shazeer, N., Parmar, N., Uszkoreit, J., Jones, L., Gomez, A. N., ... 및 Polosukhin, I. (2017). Attention is all you need. In </a:t>
            </a:r>
            <a:r>
              <a:rPr lang="en-US" sz="1833" i="1">
                <a:solidFill>
                  <a:srgbClr val="222222"/>
                </a:solidFill>
                <a:latin typeface="Arial"/>
                <a:ea typeface="Arial"/>
                <a:cs typeface="Arial"/>
                <a:sym typeface="Arial"/>
              </a:rPr>
              <a:t>Advances in neural information processing systems</a:t>
            </a:r>
            <a:r>
              <a:rPr lang="en-US" sz="1833">
                <a:solidFill>
                  <a:srgbClr val="222222"/>
                </a:solidFill>
                <a:latin typeface="Arial"/>
                <a:ea typeface="Arial"/>
                <a:cs typeface="Arial"/>
                <a:sym typeface="Arial"/>
              </a:rPr>
              <a:t> (pp. 5998-6008).</a:t>
            </a:r>
            <a:endParaRPr sz="1833">
              <a:solidFill>
                <a:schemeClr val="lt1"/>
              </a:solidFill>
              <a:latin typeface="Arial"/>
              <a:ea typeface="Arial"/>
              <a:cs typeface="Arial"/>
              <a:sym typeface="Arial"/>
            </a:endParaRPr>
          </a:p>
        </p:txBody>
      </p:sp>
      <p:pic>
        <p:nvPicPr>
          <p:cNvPr id="1216" name="Google Shape;1216;p71"/>
          <p:cNvPicPr preferRelativeResize="0"/>
          <p:nvPr/>
        </p:nvPicPr>
        <p:blipFill rotWithShape="1">
          <a:blip r:embed="rId3">
            <a:alphaModFix/>
          </a:blip>
          <a:srcRect/>
          <a:stretch/>
        </p:blipFill>
        <p:spPr>
          <a:xfrm>
            <a:off x="1725903" y="3749328"/>
            <a:ext cx="4804907" cy="5045190"/>
          </a:xfrm>
          <a:prstGeom prst="rect">
            <a:avLst/>
          </a:prstGeom>
          <a:noFill/>
          <a:ln>
            <a:noFill/>
          </a:ln>
        </p:spPr>
      </p:pic>
      <p:pic>
        <p:nvPicPr>
          <p:cNvPr id="1217" name="Google Shape;1217;p71"/>
          <p:cNvPicPr preferRelativeResize="0"/>
          <p:nvPr/>
        </p:nvPicPr>
        <p:blipFill rotWithShape="1">
          <a:blip r:embed="rId4">
            <a:alphaModFix/>
          </a:blip>
          <a:srcRect/>
          <a:stretch/>
        </p:blipFill>
        <p:spPr>
          <a:xfrm>
            <a:off x="6530811" y="2750648"/>
            <a:ext cx="5226378" cy="6633188"/>
          </a:xfrm>
          <a:prstGeom prst="rect">
            <a:avLst/>
          </a:prstGeom>
          <a:noFill/>
          <a:ln>
            <a:noFill/>
          </a:ln>
        </p:spPr>
      </p:pic>
      <p:pic>
        <p:nvPicPr>
          <p:cNvPr id="1218" name="Google Shape;1218;p71"/>
          <p:cNvPicPr preferRelativeResize="0"/>
          <p:nvPr/>
        </p:nvPicPr>
        <p:blipFill rotWithShape="1">
          <a:blip r:embed="rId5">
            <a:alphaModFix/>
          </a:blip>
          <a:srcRect r="-2298" b="-510"/>
          <a:stretch/>
        </p:blipFill>
        <p:spPr>
          <a:xfrm>
            <a:off x="12648588" y="3749328"/>
            <a:ext cx="4546708" cy="5045190"/>
          </a:xfrm>
          <a:prstGeom prst="rect">
            <a:avLst/>
          </a:prstGeom>
          <a:noFill/>
          <a:ln>
            <a:noFill/>
          </a:ln>
        </p:spPr>
      </p:pic>
    </p:spTree>
    <p:extLst>
      <p:ext uri="{BB962C8B-B14F-4D97-AF65-F5344CB8AC3E}">
        <p14:creationId xmlns:p14="http://schemas.microsoft.com/office/powerpoint/2010/main" val="11310010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ko-KR" altLang="en-US" dirty="0">
                <a:latin typeface="Trebuchet MS"/>
              </a:rPr>
              <a:t>논문은 그 자체로 </a:t>
            </a:r>
            <a:br>
              <a:rPr lang="en-US" altLang="ko-KR" dirty="0">
                <a:latin typeface="Trebuchet MS"/>
              </a:rPr>
            </a:br>
            <a:r>
              <a:rPr lang="ko-KR" altLang="en-US" dirty="0">
                <a:latin typeface="Trebuchet MS"/>
              </a:rPr>
              <a:t>획기적인 접근이었나요</a:t>
            </a:r>
            <a:r>
              <a:rPr lang="en-US" altLang="ko-KR" dirty="0">
                <a:latin typeface="Trebuchet MS"/>
              </a:rPr>
              <a:t>?</a:t>
            </a:r>
            <a:endParaRPr lang="en-US" dirty="0">
              <a:latin typeface="Trebuchet MS"/>
            </a:endParaRPr>
          </a:p>
        </p:txBody>
      </p:sp>
    </p:spTree>
    <p:extLst>
      <p:ext uri="{BB962C8B-B14F-4D97-AF65-F5344CB8AC3E}">
        <p14:creationId xmlns:p14="http://schemas.microsoft.com/office/powerpoint/2010/main" val="314957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23"/>
        <p:cNvGrpSpPr/>
        <p:nvPr/>
      </p:nvGrpSpPr>
      <p:grpSpPr>
        <a:xfrm>
          <a:off x="0" y="0"/>
          <a:ext cx="0" cy="0"/>
          <a:chOff x="0" y="0"/>
          <a:chExt cx="0" cy="0"/>
        </a:xfrm>
      </p:grpSpPr>
      <p:sp>
        <p:nvSpPr>
          <p:cNvPr id="1224" name="Google Shape;1224;p72"/>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ATTENTION IS ALL YOU NEED</a:t>
            </a:r>
            <a:endParaRPr b="1"/>
          </a:p>
        </p:txBody>
      </p:sp>
      <p:sp>
        <p:nvSpPr>
          <p:cNvPr id="1225" name="Google Shape;1225;p72"/>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성능 자체로는 획기적이라고 할 수 없음</a:t>
            </a:r>
            <a:endParaRPr sz="4000" b="0">
              <a:solidFill>
                <a:srgbClr val="76B900"/>
              </a:solidFill>
              <a:latin typeface="Trebuchet MS"/>
              <a:ea typeface="Trebuchet MS"/>
              <a:cs typeface="Trebuchet MS"/>
              <a:sym typeface="Trebuchet MS"/>
            </a:endParaRPr>
          </a:p>
        </p:txBody>
      </p:sp>
      <p:sp>
        <p:nvSpPr>
          <p:cNvPr id="1226" name="Google Shape;1226;p72"/>
          <p:cNvSpPr txBox="1"/>
          <p:nvPr/>
        </p:nvSpPr>
        <p:spPr>
          <a:xfrm>
            <a:off x="1" y="9568856"/>
            <a:ext cx="16375288" cy="6564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Vaswani, A., Shazeer, N., Parmar, N., Uszkoreit, J., Jones, L., Gomez, A. N., ... 및 Polosukhin, I. (2017). Attention is all you need. In </a:t>
            </a:r>
            <a:r>
              <a:rPr lang="en-US" sz="1833" i="1">
                <a:solidFill>
                  <a:srgbClr val="222222"/>
                </a:solidFill>
                <a:latin typeface="Arial"/>
                <a:ea typeface="Arial"/>
                <a:cs typeface="Arial"/>
                <a:sym typeface="Arial"/>
              </a:rPr>
              <a:t>Advances in neural information processing systems</a:t>
            </a:r>
            <a:r>
              <a:rPr lang="en-US" sz="1833">
                <a:solidFill>
                  <a:srgbClr val="222222"/>
                </a:solidFill>
                <a:latin typeface="Arial"/>
                <a:ea typeface="Arial"/>
                <a:cs typeface="Arial"/>
                <a:sym typeface="Arial"/>
              </a:rPr>
              <a:t> (pp. 5998-6008).</a:t>
            </a:r>
            <a:endParaRPr sz="1833">
              <a:solidFill>
                <a:schemeClr val="lt1"/>
              </a:solidFill>
              <a:latin typeface="Arial"/>
              <a:ea typeface="Arial"/>
              <a:cs typeface="Arial"/>
              <a:sym typeface="Arial"/>
            </a:endParaRPr>
          </a:p>
        </p:txBody>
      </p:sp>
      <p:pic>
        <p:nvPicPr>
          <p:cNvPr id="1227" name="Google Shape;1227;p72"/>
          <p:cNvPicPr preferRelativeResize="0"/>
          <p:nvPr/>
        </p:nvPicPr>
        <p:blipFill rotWithShape="1">
          <a:blip r:embed="rId3">
            <a:alphaModFix/>
          </a:blip>
          <a:srcRect/>
          <a:stretch/>
        </p:blipFill>
        <p:spPr>
          <a:xfrm>
            <a:off x="4753314" y="4180906"/>
            <a:ext cx="8781373" cy="4182038"/>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sp>
        <p:nvSpPr>
          <p:cNvPr id="1233" name="Google Shape;1233;p73"/>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ATTENTION IS ALL YOU NEED</a:t>
            </a:r>
            <a:endParaRPr b="1"/>
          </a:p>
        </p:txBody>
      </p:sp>
      <p:sp>
        <p:nvSpPr>
          <p:cNvPr id="1234" name="Google Shape;1234;p73"/>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그러나…</a:t>
            </a:r>
            <a:endParaRPr sz="4000" b="0">
              <a:solidFill>
                <a:srgbClr val="76B900"/>
              </a:solidFill>
              <a:latin typeface="Trebuchet MS"/>
              <a:ea typeface="Trebuchet MS"/>
              <a:cs typeface="Trebuchet MS"/>
              <a:sym typeface="Trebuchet MS"/>
            </a:endParaRPr>
          </a:p>
        </p:txBody>
      </p:sp>
      <p:sp>
        <p:nvSpPr>
          <p:cNvPr id="1235" name="Google Shape;1235;p73"/>
          <p:cNvSpPr txBox="1"/>
          <p:nvPr/>
        </p:nvSpPr>
        <p:spPr>
          <a:xfrm>
            <a:off x="1" y="9568856"/>
            <a:ext cx="16375288" cy="6564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Vaswani, A., Shazeer, N., Parmar, N., Uszkoreit, J., Jones, L., Gomez, A. N., ... 및 Polosukhin, I. (2017). Attention is all you need. In </a:t>
            </a:r>
            <a:r>
              <a:rPr lang="en-US" sz="1833" i="1">
                <a:solidFill>
                  <a:srgbClr val="222222"/>
                </a:solidFill>
                <a:latin typeface="Arial"/>
                <a:ea typeface="Arial"/>
                <a:cs typeface="Arial"/>
                <a:sym typeface="Arial"/>
              </a:rPr>
              <a:t>Advances in neural information processing systems</a:t>
            </a:r>
            <a:r>
              <a:rPr lang="en-US" sz="1833">
                <a:solidFill>
                  <a:srgbClr val="222222"/>
                </a:solidFill>
                <a:latin typeface="Arial"/>
                <a:ea typeface="Arial"/>
                <a:cs typeface="Arial"/>
                <a:sym typeface="Arial"/>
              </a:rPr>
              <a:t> (pp. 5998-6008).</a:t>
            </a:r>
            <a:endParaRPr sz="1833">
              <a:solidFill>
                <a:schemeClr val="lt1"/>
              </a:solidFill>
              <a:latin typeface="Arial"/>
              <a:ea typeface="Arial"/>
              <a:cs typeface="Arial"/>
              <a:sym typeface="Arial"/>
            </a:endParaRPr>
          </a:p>
        </p:txBody>
      </p:sp>
      <p:sp>
        <p:nvSpPr>
          <p:cNvPr id="1236" name="Google Shape;1236;p73"/>
          <p:cNvSpPr txBox="1"/>
          <p:nvPr/>
        </p:nvSpPr>
        <p:spPr>
          <a:xfrm>
            <a:off x="1983906" y="4592779"/>
            <a:ext cx="14320188"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i="1">
                <a:solidFill>
                  <a:schemeClr val="dk2"/>
                </a:solidFill>
                <a:latin typeface="Arial"/>
                <a:ea typeface="Arial"/>
                <a:cs typeface="Arial"/>
                <a:sym typeface="Arial"/>
              </a:rPr>
              <a:t>" … 트랜스포머는 순환 또는 합성곱 레이어 기반 아키텍처보다 훨씬 더 빠르게 트레이닝할 수 있습니다."</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ko-KR" altLang="en-US" dirty="0">
                <a:latin typeface="Trebuchet MS"/>
              </a:rPr>
              <a:t>뉴럴 임베딩</a:t>
            </a:r>
            <a:endParaRPr lang="en-US" dirty="0">
              <a:latin typeface="Trebuchet MS"/>
            </a:endParaRPr>
          </a:p>
        </p:txBody>
      </p:sp>
    </p:spTree>
    <p:extLst>
      <p:ext uri="{BB962C8B-B14F-4D97-AF65-F5344CB8AC3E}">
        <p14:creationId xmlns:p14="http://schemas.microsoft.com/office/powerpoint/2010/main" val="1928893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247"/>
        <p:cNvGrpSpPr/>
        <p:nvPr/>
      </p:nvGrpSpPr>
      <p:grpSpPr>
        <a:xfrm>
          <a:off x="0" y="0"/>
          <a:ext cx="0" cy="0"/>
          <a:chOff x="0" y="0"/>
          <a:chExt cx="0" cy="0"/>
        </a:xfrm>
      </p:grpSpPr>
      <p:sp>
        <p:nvSpPr>
          <p:cNvPr id="1248" name="Google Shape;1248;p75"/>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b="1"/>
              <a:t>피처 재사용</a:t>
            </a:r>
            <a:endParaRPr/>
          </a:p>
        </p:txBody>
      </p:sp>
      <p:pic>
        <p:nvPicPr>
          <p:cNvPr id="1249" name="Google Shape;1249;p75"/>
          <p:cNvPicPr preferRelativeResize="0">
            <a:picLocks noGrp="1"/>
          </p:cNvPicPr>
          <p:nvPr>
            <p:ph type="body" idx="1"/>
          </p:nvPr>
        </p:nvPicPr>
        <p:blipFill rotWithShape="1">
          <a:blip r:embed="rId3">
            <a:alphaModFix/>
          </a:blip>
          <a:srcRect/>
          <a:stretch/>
        </p:blipFill>
        <p:spPr>
          <a:xfrm>
            <a:off x="4039587" y="3368147"/>
            <a:ext cx="10208827" cy="6199187"/>
          </a:xfrm>
          <a:prstGeom prst="rect">
            <a:avLst/>
          </a:prstGeom>
          <a:noFill/>
          <a:ln>
            <a:noFill/>
          </a:ln>
        </p:spPr>
      </p:pic>
      <p:sp>
        <p:nvSpPr>
          <p:cNvPr id="4" name="Text Placeholder 3">
            <a:extLst>
              <a:ext uri="{FF2B5EF4-FFF2-40B4-BE49-F238E27FC236}">
                <a16:creationId xmlns:a16="http://schemas.microsoft.com/office/drawing/2014/main" id="{C5450B90-1AFF-4E9E-8A08-361E57573D62}"/>
              </a:ext>
            </a:extLst>
          </p:cNvPr>
          <p:cNvSpPr txBox="1">
            <a:spLocks/>
          </p:cNvSpPr>
          <p:nvPr/>
        </p:nvSpPr>
        <p:spPr bwMode="auto">
          <a:xfrm>
            <a:off x="830580" y="2099222"/>
            <a:ext cx="16626840" cy="875772"/>
          </a:xfrm>
          <a:prstGeom prst="rect">
            <a:avLst/>
          </a:prstGeom>
          <a:noFill/>
          <a:ln w="9525">
            <a:noFill/>
            <a:miter lim="800000"/>
            <a:headEnd/>
            <a:tailEnd/>
          </a:ln>
        </p:spPr>
        <p:txBody>
          <a:bodyPr vert="horz" wrap="square" lIns="152400" tIns="76200" rIns="152400" bIns="76200" numCol="1" anchor="t" anchorCtr="0" compatLnSpc="1">
            <a:prstTxWarp prst="textNoShape">
              <a:avLst/>
            </a:prstTxWarp>
          </a:bodyPr>
          <a:lstStyle>
            <a:lvl1pPr marL="0" indent="0" algn="ctr" rtl="0" fontAlgn="base">
              <a:lnSpc>
                <a:spcPct val="90000"/>
              </a:lnSpc>
              <a:spcBef>
                <a:spcPts val="900"/>
              </a:spcBef>
              <a:spcAft>
                <a:spcPts val="900"/>
              </a:spcAft>
              <a:buClr>
                <a:schemeClr val="bg2"/>
              </a:buClr>
              <a:buSzPct val="100000"/>
              <a:buFontTx/>
              <a:buNone/>
              <a:defRPr sz="2400" b="0">
                <a:solidFill>
                  <a:schemeClr val="tx2"/>
                </a:solidFill>
                <a:latin typeface="Trebuchet MS" panose="020B0603020202020204" pitchFamily="34" charset="0"/>
                <a:ea typeface="+mn-ea"/>
                <a:cs typeface="+mn-cs"/>
              </a:defRPr>
            </a:lvl1pPr>
            <a:lvl2pPr marL="571500"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2pPr>
            <a:lvl3pPr marL="1089025"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3pPr>
            <a:lvl4pPr marL="1546225" indent="0" algn="ctr" rtl="0" fontAlgn="base">
              <a:spcBef>
                <a:spcPct val="20000"/>
              </a:spcBef>
              <a:spcAft>
                <a:spcPct val="0"/>
              </a:spcAft>
              <a:buFontTx/>
              <a:buNone/>
              <a:defRPr sz="2800">
                <a:solidFill>
                  <a:schemeClr val="tx2"/>
                </a:solidFill>
                <a:latin typeface="Trebuchet MS" panose="020B0603020202020204" pitchFamily="34" charset="0"/>
              </a:defRPr>
            </a:lvl4pPr>
            <a:lvl5pPr marL="1889125" indent="0" algn="ctr" rtl="0" fontAlgn="base">
              <a:spcBef>
                <a:spcPct val="20000"/>
              </a:spcBef>
              <a:spcAft>
                <a:spcPct val="0"/>
              </a:spcAft>
              <a:buFontTx/>
              <a:buNone/>
              <a:defRPr sz="2800">
                <a:solidFill>
                  <a:schemeClr val="tx2"/>
                </a:solidFill>
                <a:latin typeface="Trebuchet MS" panose="020B0603020202020204" pitchFamily="34" charset="0"/>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marL="0" marR="0" lvl="0" indent="0" algn="ctr" defTabSz="1524030" rtl="0" eaLnBrk="1" fontAlgn="base" latinLnBrk="0" hangingPunct="1">
              <a:lnSpc>
                <a:spcPct val="90000"/>
              </a:lnSpc>
              <a:spcBef>
                <a:spcPts val="1500"/>
              </a:spcBef>
              <a:spcAft>
                <a:spcPts val="1500"/>
              </a:spcAft>
              <a:buClr>
                <a:srgbClr val="B3B3B3"/>
              </a:buClr>
              <a:buSzPct val="100000"/>
              <a:buFontTx/>
              <a:buNone/>
              <a:tabLst/>
              <a:defRPr/>
            </a:pPr>
            <a:r>
              <a:rPr kumimoji="0" lang="ko-KR" alt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rPr>
              <a:t>기회</a:t>
            </a:r>
            <a:endParaRPr kumimoji="0" 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latin typeface="Trebuchet MS"/>
              </a:rPr>
              <a:t>NLP </a:t>
            </a:r>
            <a:r>
              <a:rPr lang="ko-KR" altLang="en-US" dirty="0">
                <a:latin typeface="Trebuchet MS"/>
              </a:rPr>
              <a:t>임베딩을 재사용하는 것은 어려웠음</a:t>
            </a:r>
            <a:endParaRPr lang="en-US" dirty="0">
              <a:latin typeface="Trebuchet MS"/>
            </a:endParaRPr>
          </a:p>
        </p:txBody>
      </p:sp>
    </p:spTree>
    <p:extLst>
      <p:ext uri="{BB962C8B-B14F-4D97-AF65-F5344CB8AC3E}">
        <p14:creationId xmlns:p14="http://schemas.microsoft.com/office/powerpoint/2010/main" val="3198124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1261" name="Google Shape;1261;p77"/>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준지도 시퀀스 학습</a:t>
            </a:r>
            <a:endParaRPr b="1"/>
          </a:p>
        </p:txBody>
      </p:sp>
      <p:sp>
        <p:nvSpPr>
          <p:cNvPr id="1262" name="Google Shape;1262;p77"/>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더 복잡한 representation</a:t>
            </a:r>
            <a:endParaRPr sz="4000" b="0">
              <a:solidFill>
                <a:srgbClr val="76B900"/>
              </a:solidFill>
              <a:latin typeface="Trebuchet MS"/>
              <a:ea typeface="Trebuchet MS"/>
              <a:cs typeface="Trebuchet MS"/>
              <a:sym typeface="Trebuchet MS"/>
            </a:endParaRPr>
          </a:p>
        </p:txBody>
      </p:sp>
      <p:pic>
        <p:nvPicPr>
          <p:cNvPr id="1263" name="Google Shape;1263;p77"/>
          <p:cNvPicPr preferRelativeResize="0"/>
          <p:nvPr/>
        </p:nvPicPr>
        <p:blipFill rotWithShape="1">
          <a:blip r:embed="rId3">
            <a:alphaModFix/>
          </a:blip>
          <a:srcRect/>
          <a:stretch/>
        </p:blipFill>
        <p:spPr>
          <a:xfrm>
            <a:off x="4207908" y="4200963"/>
            <a:ext cx="9872185" cy="4424050"/>
          </a:xfrm>
          <a:prstGeom prst="rect">
            <a:avLst/>
          </a:prstGeom>
          <a:noFill/>
          <a:ln>
            <a:noFill/>
          </a:ln>
        </p:spPr>
      </p:pic>
      <p:sp>
        <p:nvSpPr>
          <p:cNvPr id="1264" name="Google Shape;1264;p77"/>
          <p:cNvSpPr txBox="1"/>
          <p:nvPr/>
        </p:nvSpPr>
        <p:spPr>
          <a:xfrm>
            <a:off x="-81161" y="9850984"/>
            <a:ext cx="15754013"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Dai, A. M., 및 Le, Q. V. (2015). Semi-supervised sequence learning. In </a:t>
            </a:r>
            <a:r>
              <a:rPr lang="en-US" sz="1833" i="1">
                <a:solidFill>
                  <a:srgbClr val="222222"/>
                </a:solidFill>
                <a:latin typeface="Arial"/>
                <a:ea typeface="Arial"/>
                <a:cs typeface="Arial"/>
                <a:sym typeface="Arial"/>
              </a:rPr>
              <a:t>Advances in neural information processing systems</a:t>
            </a:r>
            <a:r>
              <a:rPr lang="en-US" sz="1833">
                <a:solidFill>
                  <a:srgbClr val="222222"/>
                </a:solidFill>
                <a:latin typeface="Arial"/>
                <a:ea typeface="Arial"/>
                <a:cs typeface="Arial"/>
                <a:sym typeface="Arial"/>
              </a:rPr>
              <a:t> (pp. 3079-3087).</a:t>
            </a:r>
            <a:endParaRPr sz="1833">
              <a:solidFill>
                <a:schemeClr val="lt1"/>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269"/>
        <p:cNvGrpSpPr/>
        <p:nvPr/>
      </p:nvGrpSpPr>
      <p:grpSpPr>
        <a:xfrm>
          <a:off x="0" y="0"/>
          <a:ext cx="0" cy="0"/>
          <a:chOff x="0" y="0"/>
          <a:chExt cx="0" cy="0"/>
        </a:xfrm>
      </p:grpSpPr>
      <p:sp>
        <p:nvSpPr>
          <p:cNvPr id="1270" name="Google Shape;1270;p78"/>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dirty="0" err="1"/>
              <a:t>준지도</a:t>
            </a:r>
            <a:r>
              <a:rPr lang="en-US" dirty="0"/>
              <a:t> </a:t>
            </a:r>
            <a:r>
              <a:rPr lang="en-US" dirty="0" err="1"/>
              <a:t>시퀀스</a:t>
            </a:r>
            <a:r>
              <a:rPr lang="en-US" dirty="0"/>
              <a:t> </a:t>
            </a:r>
            <a:r>
              <a:rPr lang="en-US" dirty="0" err="1"/>
              <a:t>학습</a:t>
            </a:r>
            <a:endParaRPr b="1" dirty="0"/>
          </a:p>
        </p:txBody>
      </p:sp>
      <p:sp>
        <p:nvSpPr>
          <p:cNvPr id="1271" name="Google Shape;1271;p78"/>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dirty="0">
                <a:solidFill>
                  <a:srgbClr val="76B900"/>
                </a:solidFill>
                <a:latin typeface="Trebuchet MS"/>
                <a:ea typeface="Trebuchet MS"/>
                <a:cs typeface="Trebuchet MS"/>
                <a:sym typeface="Trebuchet MS"/>
              </a:rPr>
              <a:t>더 </a:t>
            </a:r>
            <a:r>
              <a:rPr lang="en-US" sz="4000" b="0" dirty="0" err="1">
                <a:solidFill>
                  <a:srgbClr val="76B900"/>
                </a:solidFill>
                <a:latin typeface="Trebuchet MS"/>
                <a:ea typeface="Trebuchet MS"/>
                <a:cs typeface="Trebuchet MS"/>
                <a:sym typeface="Trebuchet MS"/>
              </a:rPr>
              <a:t>복잡한</a:t>
            </a:r>
            <a:r>
              <a:rPr lang="en-US" sz="4000" b="0" dirty="0">
                <a:solidFill>
                  <a:srgbClr val="76B900"/>
                </a:solidFill>
                <a:latin typeface="Trebuchet MS"/>
                <a:ea typeface="Trebuchet MS"/>
                <a:cs typeface="Trebuchet MS"/>
                <a:sym typeface="Trebuchet MS"/>
              </a:rPr>
              <a:t> representation</a:t>
            </a:r>
            <a:endParaRPr sz="4000" b="0" dirty="0">
              <a:solidFill>
                <a:srgbClr val="76B900"/>
              </a:solidFill>
              <a:latin typeface="Trebuchet MS"/>
              <a:ea typeface="Trebuchet MS"/>
              <a:cs typeface="Trebuchet MS"/>
              <a:sym typeface="Trebuchet MS"/>
            </a:endParaRPr>
          </a:p>
        </p:txBody>
      </p:sp>
      <p:sp>
        <p:nvSpPr>
          <p:cNvPr id="1272" name="Google Shape;1272;p78"/>
          <p:cNvSpPr txBox="1"/>
          <p:nvPr/>
        </p:nvSpPr>
        <p:spPr>
          <a:xfrm>
            <a:off x="-81161" y="9850984"/>
            <a:ext cx="15754013"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Dai, A. M., 및 Le, Q. V. (2015). Semi-supervised sequence learning. In </a:t>
            </a:r>
            <a:r>
              <a:rPr lang="en-US" sz="1833" i="1">
                <a:solidFill>
                  <a:srgbClr val="222222"/>
                </a:solidFill>
                <a:latin typeface="Arial"/>
                <a:ea typeface="Arial"/>
                <a:cs typeface="Arial"/>
                <a:sym typeface="Arial"/>
              </a:rPr>
              <a:t>Advances in neural information processing systems</a:t>
            </a:r>
            <a:r>
              <a:rPr lang="en-US" sz="1833">
                <a:solidFill>
                  <a:srgbClr val="222222"/>
                </a:solidFill>
                <a:latin typeface="Arial"/>
                <a:ea typeface="Arial"/>
                <a:cs typeface="Arial"/>
                <a:sym typeface="Arial"/>
              </a:rPr>
              <a:t> (pp. 3079-3087).</a:t>
            </a:r>
            <a:endParaRPr sz="1833">
              <a:solidFill>
                <a:schemeClr val="lt1"/>
              </a:solidFill>
              <a:latin typeface="Arial"/>
              <a:ea typeface="Arial"/>
              <a:cs typeface="Arial"/>
              <a:sym typeface="Arial"/>
            </a:endParaRPr>
          </a:p>
        </p:txBody>
      </p:sp>
      <p:pic>
        <p:nvPicPr>
          <p:cNvPr id="1273" name="Google Shape;1273;p78"/>
          <p:cNvPicPr preferRelativeResize="0"/>
          <p:nvPr/>
        </p:nvPicPr>
        <p:blipFill rotWithShape="1">
          <a:blip r:embed="rId3">
            <a:alphaModFix/>
          </a:blip>
          <a:srcRect/>
          <a:stretch/>
        </p:blipFill>
        <p:spPr>
          <a:xfrm>
            <a:off x="3355689" y="4422879"/>
            <a:ext cx="11576623" cy="3416712"/>
          </a:xfrm>
          <a:prstGeom prst="rect">
            <a:avLst/>
          </a:prstGeom>
          <a:noFill/>
          <a:ln>
            <a:noFill/>
          </a:ln>
        </p:spPr>
      </p:pic>
    </p:spTree>
    <p:extLst>
      <p:ext uri="{BB962C8B-B14F-4D97-AF65-F5344CB8AC3E}">
        <p14:creationId xmlns:p14="http://schemas.microsoft.com/office/powerpoint/2010/main" val="13143723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79"/>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준지도 시퀀스 학습</a:t>
            </a:r>
            <a:endParaRPr b="1"/>
          </a:p>
        </p:txBody>
      </p:sp>
      <p:sp>
        <p:nvSpPr>
          <p:cNvPr id="1280" name="Google Shape;1280;p79"/>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더 복잡한 representation</a:t>
            </a:r>
            <a:endParaRPr sz="4000" b="0">
              <a:solidFill>
                <a:srgbClr val="76B900"/>
              </a:solidFill>
              <a:latin typeface="Trebuchet MS"/>
              <a:ea typeface="Trebuchet MS"/>
              <a:cs typeface="Trebuchet MS"/>
              <a:sym typeface="Trebuchet MS"/>
            </a:endParaRPr>
          </a:p>
        </p:txBody>
      </p:sp>
      <p:sp>
        <p:nvSpPr>
          <p:cNvPr id="1281" name="Google Shape;1281;p79"/>
          <p:cNvSpPr txBox="1"/>
          <p:nvPr/>
        </p:nvSpPr>
        <p:spPr>
          <a:xfrm>
            <a:off x="-81161" y="9850984"/>
            <a:ext cx="15754013"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Dai, A. M., 및 Le, Q. V. (2015). Semi-supervised sequence learning. In </a:t>
            </a:r>
            <a:r>
              <a:rPr lang="en-US" sz="1833" i="1">
                <a:solidFill>
                  <a:srgbClr val="222222"/>
                </a:solidFill>
                <a:latin typeface="Arial"/>
                <a:ea typeface="Arial"/>
                <a:cs typeface="Arial"/>
                <a:sym typeface="Arial"/>
              </a:rPr>
              <a:t>Advances in neural information processing systems</a:t>
            </a:r>
            <a:r>
              <a:rPr lang="en-US" sz="1833">
                <a:solidFill>
                  <a:srgbClr val="222222"/>
                </a:solidFill>
                <a:latin typeface="Arial"/>
                <a:ea typeface="Arial"/>
                <a:cs typeface="Arial"/>
                <a:sym typeface="Arial"/>
              </a:rPr>
              <a:t> (pp. 3079-3087).</a:t>
            </a:r>
            <a:endParaRPr sz="1833">
              <a:solidFill>
                <a:schemeClr val="lt1"/>
              </a:solidFill>
              <a:latin typeface="Arial"/>
              <a:ea typeface="Arial"/>
              <a:cs typeface="Arial"/>
              <a:sym typeface="Arial"/>
            </a:endParaRPr>
          </a:p>
        </p:txBody>
      </p:sp>
      <p:pic>
        <p:nvPicPr>
          <p:cNvPr id="1282" name="Google Shape;1282;p79"/>
          <p:cNvPicPr preferRelativeResize="0"/>
          <p:nvPr/>
        </p:nvPicPr>
        <p:blipFill rotWithShape="1">
          <a:blip r:embed="rId3">
            <a:alphaModFix/>
          </a:blip>
          <a:srcRect/>
          <a:stretch/>
        </p:blipFill>
        <p:spPr>
          <a:xfrm>
            <a:off x="4004364" y="3474890"/>
            <a:ext cx="10279273" cy="5546027"/>
          </a:xfrm>
          <a:prstGeom prst="rect">
            <a:avLst/>
          </a:prstGeom>
          <a:noFill/>
          <a:ln>
            <a:noFill/>
          </a:ln>
        </p:spPr>
      </p:pic>
    </p:spTree>
    <p:extLst>
      <p:ext uri="{BB962C8B-B14F-4D97-AF65-F5344CB8AC3E}">
        <p14:creationId xmlns:p14="http://schemas.microsoft.com/office/powerpoint/2010/main" val="32021552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sp>
        <p:nvSpPr>
          <p:cNvPr id="1288" name="Google Shape;1288;p80"/>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ELMO</a:t>
            </a:r>
            <a:endParaRPr b="1"/>
          </a:p>
        </p:txBody>
      </p:sp>
      <p:sp>
        <p:nvSpPr>
          <p:cNvPr id="1289" name="Google Shape;1289;p80"/>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언어 모델(Language model)의 임베딩</a:t>
            </a:r>
            <a:endParaRPr sz="4000" b="0">
              <a:solidFill>
                <a:srgbClr val="76B900"/>
              </a:solidFill>
              <a:latin typeface="Trebuchet MS"/>
              <a:ea typeface="Trebuchet MS"/>
              <a:cs typeface="Trebuchet MS"/>
              <a:sym typeface="Trebuchet MS"/>
            </a:endParaRPr>
          </a:p>
        </p:txBody>
      </p:sp>
      <p:sp>
        <p:nvSpPr>
          <p:cNvPr id="1290" name="Google Shape;1290;p80"/>
          <p:cNvSpPr txBox="1"/>
          <p:nvPr/>
        </p:nvSpPr>
        <p:spPr>
          <a:xfrm>
            <a:off x="-90178" y="9640997"/>
            <a:ext cx="17891220" cy="6564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Peters, M. E., Neumann, M., Iyyer, M., Gardner, M., Clark, C., Lee, K., 및 Zettlemoyer, L. (2018). Deep contextualized word representations. arXiv preprint arXiv:1802.05365.</a:t>
            </a:r>
            <a:endParaRPr sz="1833">
              <a:solidFill>
                <a:schemeClr val="lt1"/>
              </a:solidFill>
              <a:latin typeface="Arial"/>
              <a:ea typeface="Arial"/>
              <a:cs typeface="Arial"/>
              <a:sym typeface="Arial"/>
            </a:endParaRPr>
          </a:p>
        </p:txBody>
      </p:sp>
      <p:pic>
        <p:nvPicPr>
          <p:cNvPr id="1291" name="Google Shape;1291;p80" descr="A Review of Pre-training General Language Representations ..."/>
          <p:cNvPicPr preferRelativeResize="0"/>
          <p:nvPr/>
        </p:nvPicPr>
        <p:blipFill rotWithShape="1">
          <a:blip r:embed="rId3">
            <a:alphaModFix/>
          </a:blip>
          <a:srcRect/>
          <a:stretch/>
        </p:blipFill>
        <p:spPr>
          <a:xfrm>
            <a:off x="3429000" y="3463224"/>
            <a:ext cx="11430000" cy="5191125"/>
          </a:xfrm>
          <a:prstGeom prst="rect">
            <a:avLst/>
          </a:prstGeom>
          <a:noFill/>
          <a:ln>
            <a:noFill/>
          </a:ln>
        </p:spPr>
      </p:pic>
    </p:spTree>
    <p:extLst>
      <p:ext uri="{BB962C8B-B14F-4D97-AF65-F5344CB8AC3E}">
        <p14:creationId xmlns:p14="http://schemas.microsoft.com/office/powerpoint/2010/main" val="26884999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296"/>
        <p:cNvGrpSpPr/>
        <p:nvPr/>
      </p:nvGrpSpPr>
      <p:grpSpPr>
        <a:xfrm>
          <a:off x="0" y="0"/>
          <a:ext cx="0" cy="0"/>
          <a:chOff x="0" y="0"/>
          <a:chExt cx="0" cy="0"/>
        </a:xfrm>
      </p:grpSpPr>
      <p:sp>
        <p:nvSpPr>
          <p:cNvPr id="1297" name="Google Shape;1297;p81"/>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ELMO</a:t>
            </a:r>
            <a:endParaRPr b="1"/>
          </a:p>
        </p:txBody>
      </p:sp>
      <p:sp>
        <p:nvSpPr>
          <p:cNvPr id="1298" name="Google Shape;1298;p81"/>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언어 모델의 임베딩</a:t>
            </a:r>
            <a:endParaRPr sz="4000" b="0">
              <a:solidFill>
                <a:srgbClr val="76B900"/>
              </a:solidFill>
              <a:latin typeface="Trebuchet MS"/>
              <a:ea typeface="Trebuchet MS"/>
              <a:cs typeface="Trebuchet MS"/>
              <a:sym typeface="Trebuchet MS"/>
            </a:endParaRPr>
          </a:p>
        </p:txBody>
      </p:sp>
      <p:sp>
        <p:nvSpPr>
          <p:cNvPr id="1299" name="Google Shape;1299;p81"/>
          <p:cNvSpPr txBox="1"/>
          <p:nvPr/>
        </p:nvSpPr>
        <p:spPr>
          <a:xfrm>
            <a:off x="-90178" y="9640997"/>
            <a:ext cx="17891220" cy="6564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Peters, M. E., Neumann, M., Iyyer, M., Gardner, M., Clark, C., Lee, K., 및 Zettlemoyer, L. (2018). Deep contextualized word representations. arXiv preprint arXiv:1802.05365.</a:t>
            </a:r>
            <a:endParaRPr sz="1833">
              <a:solidFill>
                <a:schemeClr val="lt1"/>
              </a:solidFill>
              <a:latin typeface="Arial"/>
              <a:ea typeface="Arial"/>
              <a:cs typeface="Arial"/>
              <a:sym typeface="Arial"/>
            </a:endParaRPr>
          </a:p>
        </p:txBody>
      </p:sp>
      <p:pic>
        <p:nvPicPr>
          <p:cNvPr id="1300" name="Google Shape;1300;p81"/>
          <p:cNvPicPr preferRelativeResize="0"/>
          <p:nvPr/>
        </p:nvPicPr>
        <p:blipFill rotWithShape="1">
          <a:blip r:embed="rId3">
            <a:alphaModFix/>
          </a:blip>
          <a:srcRect/>
          <a:stretch/>
        </p:blipFill>
        <p:spPr>
          <a:xfrm>
            <a:off x="3846148" y="3777035"/>
            <a:ext cx="10595705" cy="4644693"/>
          </a:xfrm>
          <a:prstGeom prst="rect">
            <a:avLst/>
          </a:prstGeom>
          <a:noFill/>
          <a:ln>
            <a:noFill/>
          </a:ln>
        </p:spPr>
      </p:pic>
    </p:spTree>
    <p:extLst>
      <p:ext uri="{BB962C8B-B14F-4D97-AF65-F5344CB8AC3E}">
        <p14:creationId xmlns:p14="http://schemas.microsoft.com/office/powerpoint/2010/main" val="10605821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sp>
        <p:nvSpPr>
          <p:cNvPr id="1306" name="Google Shape;1306;p82"/>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t>ULM-FIT</a:t>
            </a:r>
            <a:endParaRPr b="1"/>
          </a:p>
        </p:txBody>
      </p:sp>
      <p:sp>
        <p:nvSpPr>
          <p:cNvPr id="1307" name="Google Shape;1307;p82"/>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텍스트 분류를 위한 보편 언어 모델 파인튜닝</a:t>
            </a:r>
            <a:endParaRPr/>
          </a:p>
        </p:txBody>
      </p:sp>
      <p:sp>
        <p:nvSpPr>
          <p:cNvPr id="1308" name="Google Shape;1308;p82"/>
          <p:cNvSpPr txBox="1"/>
          <p:nvPr/>
        </p:nvSpPr>
        <p:spPr>
          <a:xfrm>
            <a:off x="-81161" y="9850984"/>
            <a:ext cx="15754013" cy="374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Howard, J., 및 Ruder, S. (2018). Universal language model fine-tuning for text classification. arXiv preprint arXiv:1801.06146.</a:t>
            </a:r>
            <a:endParaRPr sz="1833">
              <a:solidFill>
                <a:schemeClr val="lt1"/>
              </a:solidFill>
              <a:latin typeface="Arial"/>
              <a:ea typeface="Arial"/>
              <a:cs typeface="Arial"/>
              <a:sym typeface="Arial"/>
            </a:endParaRPr>
          </a:p>
        </p:txBody>
      </p:sp>
      <p:pic>
        <p:nvPicPr>
          <p:cNvPr id="1309" name="Google Shape;1309;p82"/>
          <p:cNvPicPr preferRelativeResize="0"/>
          <p:nvPr/>
        </p:nvPicPr>
        <p:blipFill rotWithShape="1">
          <a:blip r:embed="rId3">
            <a:alphaModFix/>
          </a:blip>
          <a:srcRect/>
          <a:stretch/>
        </p:blipFill>
        <p:spPr>
          <a:xfrm>
            <a:off x="3294499" y="2974993"/>
            <a:ext cx="11699003" cy="6875990"/>
          </a:xfrm>
          <a:prstGeom prst="rect">
            <a:avLst/>
          </a:prstGeom>
          <a:noFill/>
          <a:ln>
            <a:noFill/>
          </a:ln>
        </p:spPr>
      </p:pic>
    </p:spTree>
    <p:extLst>
      <p:ext uri="{BB962C8B-B14F-4D97-AF65-F5344CB8AC3E}">
        <p14:creationId xmlns:p14="http://schemas.microsoft.com/office/powerpoint/2010/main" val="2866418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1"/>
            <a:ext cx="15773400" cy="1988345"/>
          </a:xfrm>
        </p:spPr>
        <p:txBody>
          <a:bodyPr/>
          <a:lstStyle/>
          <a:p>
            <a:pPr algn="ctr"/>
            <a:r>
              <a:rPr lang="en-US" b="1" dirty="0"/>
              <a:t>NLP </a:t>
            </a:r>
            <a:r>
              <a:rPr lang="ko-KR" altLang="en-US" b="1" dirty="0"/>
              <a:t>전이 학습</a:t>
            </a:r>
            <a:endParaRPr lang="en-US" b="1" dirty="0"/>
          </a:p>
        </p:txBody>
      </p:sp>
      <p:sp>
        <p:nvSpPr>
          <p:cNvPr id="58" name="Text Placeholder 3">
            <a:extLst>
              <a:ext uri="{FF2B5EF4-FFF2-40B4-BE49-F238E27FC236}">
                <a16:creationId xmlns:a16="http://schemas.microsoft.com/office/drawing/2014/main" id="{FBEF4454-41CB-426E-A254-524E6C271994}"/>
              </a:ext>
            </a:extLst>
          </p:cNvPr>
          <p:cNvSpPr txBox="1">
            <a:spLocks/>
          </p:cNvSpPr>
          <p:nvPr/>
        </p:nvSpPr>
        <p:spPr bwMode="auto">
          <a:xfrm>
            <a:off x="830580" y="2099222"/>
            <a:ext cx="16626840" cy="875772"/>
          </a:xfrm>
          <a:prstGeom prst="rect">
            <a:avLst/>
          </a:prstGeom>
          <a:noFill/>
          <a:ln w="9525">
            <a:noFill/>
            <a:miter lim="800000"/>
            <a:headEnd/>
            <a:tailEnd/>
          </a:ln>
        </p:spPr>
        <p:txBody>
          <a:bodyPr vert="horz" wrap="square" lIns="152400" tIns="76200" rIns="152400" bIns="76200" numCol="1" anchor="t" anchorCtr="0" compatLnSpc="1">
            <a:prstTxWarp prst="textNoShape">
              <a:avLst/>
            </a:prstTxWarp>
          </a:bodyPr>
          <a:lstStyle>
            <a:lvl1pPr marL="0" indent="0" algn="ctr" rtl="0" fontAlgn="base">
              <a:lnSpc>
                <a:spcPct val="90000"/>
              </a:lnSpc>
              <a:spcBef>
                <a:spcPts val="900"/>
              </a:spcBef>
              <a:spcAft>
                <a:spcPts val="900"/>
              </a:spcAft>
              <a:buClr>
                <a:schemeClr val="bg2"/>
              </a:buClr>
              <a:buSzPct val="100000"/>
              <a:buFontTx/>
              <a:buNone/>
              <a:defRPr sz="2400" b="0">
                <a:solidFill>
                  <a:schemeClr val="tx2"/>
                </a:solidFill>
                <a:latin typeface="Trebuchet MS" panose="020B0603020202020204" pitchFamily="34" charset="0"/>
                <a:ea typeface="+mn-ea"/>
                <a:cs typeface="+mn-cs"/>
              </a:defRPr>
            </a:lvl1pPr>
            <a:lvl2pPr marL="571500"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2pPr>
            <a:lvl3pPr marL="1089025"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3pPr>
            <a:lvl4pPr marL="1546225" indent="0" algn="ctr" rtl="0" fontAlgn="base">
              <a:spcBef>
                <a:spcPct val="20000"/>
              </a:spcBef>
              <a:spcAft>
                <a:spcPct val="0"/>
              </a:spcAft>
              <a:buFontTx/>
              <a:buNone/>
              <a:defRPr sz="2800">
                <a:solidFill>
                  <a:schemeClr val="tx2"/>
                </a:solidFill>
                <a:latin typeface="Trebuchet MS" panose="020B0603020202020204" pitchFamily="34" charset="0"/>
              </a:defRPr>
            </a:lvl4pPr>
            <a:lvl5pPr marL="1889125" indent="0" algn="ctr" rtl="0" fontAlgn="base">
              <a:spcBef>
                <a:spcPct val="20000"/>
              </a:spcBef>
              <a:spcAft>
                <a:spcPct val="0"/>
              </a:spcAft>
              <a:buFontTx/>
              <a:buNone/>
              <a:defRPr sz="2800">
                <a:solidFill>
                  <a:schemeClr val="tx2"/>
                </a:solidFill>
                <a:latin typeface="Trebuchet MS" panose="020B0603020202020204" pitchFamily="34" charset="0"/>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marL="0" marR="0" lvl="0" indent="0" algn="ctr" defTabSz="1524030" rtl="0" eaLnBrk="1" fontAlgn="base" latinLnBrk="0" hangingPunct="1">
              <a:lnSpc>
                <a:spcPct val="90000"/>
              </a:lnSpc>
              <a:spcBef>
                <a:spcPts val="1500"/>
              </a:spcBef>
              <a:spcAft>
                <a:spcPts val="1500"/>
              </a:spcAft>
              <a:buClr>
                <a:srgbClr val="B3B3B3"/>
              </a:buClr>
              <a:buSzPct val="100000"/>
              <a:buFontTx/>
              <a:buNone/>
              <a:tabLst/>
              <a:defRPr/>
            </a:pPr>
            <a:r>
              <a:rPr kumimoji="0" lang="ko-KR" alt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rPr>
              <a:t>사용하기에 결코 간단하지 않으며 보편적으로 적용할 수 없음</a:t>
            </a:r>
            <a:endParaRPr kumimoji="0" 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endParaRPr>
          </a:p>
        </p:txBody>
      </p:sp>
      <p:sp>
        <p:nvSpPr>
          <p:cNvPr id="7" name="TextBox 6">
            <a:extLst>
              <a:ext uri="{FF2B5EF4-FFF2-40B4-BE49-F238E27FC236}">
                <a16:creationId xmlns:a16="http://schemas.microsoft.com/office/drawing/2014/main" id="{D993D896-561A-48FF-A1A1-EDF5F71A44FD}"/>
              </a:ext>
            </a:extLst>
          </p:cNvPr>
          <p:cNvSpPr txBox="1"/>
          <p:nvPr/>
        </p:nvSpPr>
        <p:spPr>
          <a:xfrm>
            <a:off x="2344614" y="4160784"/>
            <a:ext cx="15754012" cy="374398"/>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Howard, J., &amp; Ruder, S. (2018). Universal language model fine-tuning for text classification. </a:t>
            </a:r>
            <a:r>
              <a:rPr kumimoji="0" lang="en-US" sz="1833"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arXiv</a:t>
            </a: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preprint arXiv:1801.06146.</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4" name="TextBox 3">
            <a:extLst>
              <a:ext uri="{FF2B5EF4-FFF2-40B4-BE49-F238E27FC236}">
                <a16:creationId xmlns:a16="http://schemas.microsoft.com/office/drawing/2014/main" id="{00A95B60-336F-4BBD-ACA1-588EC410E354}"/>
              </a:ext>
            </a:extLst>
          </p:cNvPr>
          <p:cNvSpPr txBox="1"/>
          <p:nvPr/>
        </p:nvSpPr>
        <p:spPr>
          <a:xfrm>
            <a:off x="1364453" y="4815269"/>
            <a:ext cx="17891220" cy="656462"/>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761970" rtl="0" eaLnBrk="1" fontAlgn="base" latinLnBrk="0" hangingPunct="1">
              <a:lnSpc>
                <a:spcPct val="100000"/>
              </a:lnSpc>
              <a:spcBef>
                <a:spcPct val="0"/>
              </a:spcBef>
              <a:spcAft>
                <a:spcPct val="0"/>
              </a:spcAft>
              <a:buClrTx/>
              <a:buSzTx/>
              <a:buFontTx/>
              <a:buNone/>
              <a:tabLst/>
              <a:defRPr/>
            </a:pP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Peters, M. E., Neumann, M., </a:t>
            </a:r>
            <a:r>
              <a:rPr kumimoji="0" lang="en-US" sz="1833"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Iyyer</a:t>
            </a: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M., Gardner, M., Clark, C., Lee, K., &amp; </a:t>
            </a:r>
            <a:r>
              <a:rPr kumimoji="0" lang="en-US" sz="1833"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Zettlemoyer</a:t>
            </a: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L. (2018). Deep contextualized word representations. </a:t>
            </a:r>
            <a:r>
              <a:rPr kumimoji="0" lang="en-US" sz="1833" b="0" i="0" u="none" strike="noStrike" kern="1200" cap="none" spc="0" normalizeH="0" baseline="0" noProof="0" dirty="0" err="1">
                <a:ln>
                  <a:noFill/>
                </a:ln>
                <a:solidFill>
                  <a:srgbClr val="222222"/>
                </a:solidFill>
                <a:effectLst/>
                <a:uLnTx/>
                <a:uFillTx/>
                <a:latin typeface="Arial" panose="020B0604020202020204" pitchFamily="34" charset="0"/>
                <a:ea typeface="+mn-ea"/>
                <a:cs typeface="+mn-cs"/>
              </a:rPr>
              <a:t>arXiv</a:t>
            </a:r>
            <a:r>
              <a:rPr kumimoji="0" lang="en-US" sz="1833"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 preprint arXiv:1802.05365.</a:t>
            </a:r>
            <a:endParaRPr kumimoji="0" lang="en-US" sz="1833"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3" name="Oval 2">
            <a:extLst>
              <a:ext uri="{FF2B5EF4-FFF2-40B4-BE49-F238E27FC236}">
                <a16:creationId xmlns:a16="http://schemas.microsoft.com/office/drawing/2014/main" id="{2E12BAB7-BB1E-41CB-9E12-3E18CEC66CCC}"/>
              </a:ext>
            </a:extLst>
          </p:cNvPr>
          <p:cNvSpPr/>
          <p:nvPr/>
        </p:nvSpPr>
        <p:spPr>
          <a:xfrm>
            <a:off x="3623802" y="7223062"/>
            <a:ext cx="1406826" cy="140682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Trebuchet MS"/>
                <a:ea typeface="+mn-ea"/>
                <a:cs typeface="+mn-cs"/>
              </a:rPr>
              <a:t>1957</a:t>
            </a:r>
            <a:endParaRPr kumimoji="0" lang="en-US" sz="18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9" name="Oval 8">
            <a:extLst>
              <a:ext uri="{FF2B5EF4-FFF2-40B4-BE49-F238E27FC236}">
                <a16:creationId xmlns:a16="http://schemas.microsoft.com/office/drawing/2014/main" id="{2476A5F9-408F-46CB-B51F-5BF56D88A90F}"/>
              </a:ext>
            </a:extLst>
          </p:cNvPr>
          <p:cNvSpPr/>
          <p:nvPr/>
        </p:nvSpPr>
        <p:spPr>
          <a:xfrm>
            <a:off x="5934759" y="7223062"/>
            <a:ext cx="1406826" cy="140682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Trebuchet MS"/>
                <a:ea typeface="+mn-ea"/>
                <a:cs typeface="+mn-cs"/>
              </a:rPr>
              <a:t>1988</a:t>
            </a:r>
            <a:endParaRPr kumimoji="0" lang="en-US" sz="18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1" name="Oval 10">
            <a:extLst>
              <a:ext uri="{FF2B5EF4-FFF2-40B4-BE49-F238E27FC236}">
                <a16:creationId xmlns:a16="http://schemas.microsoft.com/office/drawing/2014/main" id="{4BC20F51-F5E2-4A9C-A51D-A0D172EA065A}"/>
              </a:ext>
            </a:extLst>
          </p:cNvPr>
          <p:cNvSpPr/>
          <p:nvPr/>
        </p:nvSpPr>
        <p:spPr>
          <a:xfrm>
            <a:off x="8245716" y="7223061"/>
            <a:ext cx="1406826" cy="140682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Trebuchet MS"/>
                <a:ea typeface="+mn-ea"/>
                <a:cs typeface="+mn-cs"/>
              </a:rPr>
              <a:t>2010</a:t>
            </a:r>
            <a:endParaRPr kumimoji="0" lang="en-US" sz="18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2" name="Oval 11">
            <a:extLst>
              <a:ext uri="{FF2B5EF4-FFF2-40B4-BE49-F238E27FC236}">
                <a16:creationId xmlns:a16="http://schemas.microsoft.com/office/drawing/2014/main" id="{BF2D96EB-2415-445A-A9B8-699CDA2B72C4}"/>
              </a:ext>
            </a:extLst>
          </p:cNvPr>
          <p:cNvSpPr/>
          <p:nvPr/>
        </p:nvSpPr>
        <p:spPr>
          <a:xfrm>
            <a:off x="10556673" y="7223061"/>
            <a:ext cx="1406826" cy="140682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Trebuchet MS"/>
                <a:ea typeface="+mn-ea"/>
                <a:cs typeface="+mn-cs"/>
              </a:rPr>
              <a:t>2013/</a:t>
            </a:r>
          </a:p>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Trebuchet MS"/>
                <a:ea typeface="+mn-ea"/>
                <a:cs typeface="+mn-cs"/>
              </a:rPr>
              <a:t>2014</a:t>
            </a:r>
            <a:endParaRPr kumimoji="0" lang="en-US" sz="18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13" name="Oval 12">
            <a:extLst>
              <a:ext uri="{FF2B5EF4-FFF2-40B4-BE49-F238E27FC236}">
                <a16:creationId xmlns:a16="http://schemas.microsoft.com/office/drawing/2014/main" id="{BC1086A9-9E1F-4058-A07C-AA3FCD76701D}"/>
              </a:ext>
            </a:extLst>
          </p:cNvPr>
          <p:cNvSpPr/>
          <p:nvPr/>
        </p:nvSpPr>
        <p:spPr>
          <a:xfrm>
            <a:off x="12867630" y="7223061"/>
            <a:ext cx="1406826" cy="140682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Trebuchet MS"/>
                <a:ea typeface="+mn-ea"/>
                <a:cs typeface="+mn-cs"/>
              </a:rPr>
              <a:t>2018</a:t>
            </a:r>
            <a:endParaRPr kumimoji="0" lang="en-US" sz="1800" b="0" i="0" u="none" strike="noStrike" kern="1200" cap="none" spc="0" normalizeH="0" baseline="0" noProof="0" dirty="0">
              <a:ln>
                <a:noFill/>
              </a:ln>
              <a:solidFill>
                <a:srgbClr val="FFFFFF"/>
              </a:solidFill>
              <a:effectLst/>
              <a:uLnTx/>
              <a:uFillTx/>
              <a:latin typeface="Trebuchet MS"/>
              <a:ea typeface="+mn-ea"/>
              <a:cs typeface="+mn-cs"/>
            </a:endParaRPr>
          </a:p>
        </p:txBody>
      </p:sp>
      <p:sp>
        <p:nvSpPr>
          <p:cNvPr id="5" name="Arrow: Right 4">
            <a:extLst>
              <a:ext uri="{FF2B5EF4-FFF2-40B4-BE49-F238E27FC236}">
                <a16:creationId xmlns:a16="http://schemas.microsoft.com/office/drawing/2014/main" id="{BE0834C4-7944-41C2-90FF-2103170F9D2B}"/>
              </a:ext>
            </a:extLst>
          </p:cNvPr>
          <p:cNvSpPr/>
          <p:nvPr/>
        </p:nvSpPr>
        <p:spPr>
          <a:xfrm>
            <a:off x="5266228" y="7728451"/>
            <a:ext cx="448463" cy="396045"/>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 name="Arrow: Right 13">
            <a:extLst>
              <a:ext uri="{FF2B5EF4-FFF2-40B4-BE49-F238E27FC236}">
                <a16:creationId xmlns:a16="http://schemas.microsoft.com/office/drawing/2014/main" id="{E2879E61-20B2-4FEE-A3B6-23653248BACC}"/>
              </a:ext>
            </a:extLst>
          </p:cNvPr>
          <p:cNvSpPr/>
          <p:nvPr/>
        </p:nvSpPr>
        <p:spPr>
          <a:xfrm>
            <a:off x="7561653" y="7735589"/>
            <a:ext cx="448463" cy="396045"/>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5" name="Arrow: Right 14">
            <a:extLst>
              <a:ext uri="{FF2B5EF4-FFF2-40B4-BE49-F238E27FC236}">
                <a16:creationId xmlns:a16="http://schemas.microsoft.com/office/drawing/2014/main" id="{CA230772-7BB7-4E43-938F-81E2E3835D54}"/>
              </a:ext>
            </a:extLst>
          </p:cNvPr>
          <p:cNvSpPr/>
          <p:nvPr/>
        </p:nvSpPr>
        <p:spPr>
          <a:xfrm>
            <a:off x="9888142" y="7740361"/>
            <a:ext cx="448463" cy="396045"/>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6" name="Arrow: Right 15">
            <a:extLst>
              <a:ext uri="{FF2B5EF4-FFF2-40B4-BE49-F238E27FC236}">
                <a16:creationId xmlns:a16="http://schemas.microsoft.com/office/drawing/2014/main" id="{5AA749F4-D7FA-4C5F-A774-ECC231A5F803}"/>
              </a:ext>
            </a:extLst>
          </p:cNvPr>
          <p:cNvSpPr/>
          <p:nvPr/>
        </p:nvSpPr>
        <p:spPr>
          <a:xfrm>
            <a:off x="12183567" y="7740361"/>
            <a:ext cx="448463" cy="396045"/>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6" name="TextBox 5">
            <a:extLst>
              <a:ext uri="{FF2B5EF4-FFF2-40B4-BE49-F238E27FC236}">
                <a16:creationId xmlns:a16="http://schemas.microsoft.com/office/drawing/2014/main" id="{0FCA96A3-D951-4652-8D85-6430095BBA8E}"/>
              </a:ext>
            </a:extLst>
          </p:cNvPr>
          <p:cNvSpPr txBox="1"/>
          <p:nvPr/>
        </p:nvSpPr>
        <p:spPr>
          <a:xfrm>
            <a:off x="3579254" y="8737047"/>
            <a:ext cx="1495922" cy="5355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Distributional </a:t>
            </a:r>
          </a:p>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Hypothesis</a:t>
            </a:r>
            <a:endParaRPr kumimoji="0" lang="en-US" sz="1600" b="0" i="0" u="none" strike="noStrike" kern="1200" cap="none" spc="0" normalizeH="0" baseline="0" noProof="0" dirty="0" err="1">
              <a:ln>
                <a:noFill/>
              </a:ln>
              <a:solidFill>
                <a:srgbClr val="000000"/>
              </a:solidFill>
              <a:effectLst/>
              <a:uLnTx/>
              <a:uFillTx/>
              <a:latin typeface="Trebuchet MS" panose="020B0603020202020204" pitchFamily="34" charset="0"/>
              <a:ea typeface="+mn-ea"/>
              <a:cs typeface="+mn-cs"/>
            </a:endParaRPr>
          </a:p>
        </p:txBody>
      </p:sp>
      <p:sp>
        <p:nvSpPr>
          <p:cNvPr id="18" name="TextBox 17">
            <a:extLst>
              <a:ext uri="{FF2B5EF4-FFF2-40B4-BE49-F238E27FC236}">
                <a16:creationId xmlns:a16="http://schemas.microsoft.com/office/drawing/2014/main" id="{3FD17D27-A91A-49C5-BFAB-3AA5B5C34BF3}"/>
              </a:ext>
            </a:extLst>
          </p:cNvPr>
          <p:cNvSpPr txBox="1"/>
          <p:nvPr/>
        </p:nvSpPr>
        <p:spPr>
          <a:xfrm>
            <a:off x="6141947" y="8847845"/>
            <a:ext cx="992451" cy="313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LSA / LSI</a:t>
            </a:r>
            <a:endParaRPr kumimoji="0" lang="en-US" sz="1600" b="0" i="0" u="none" strike="noStrike" kern="1200" cap="none" spc="0" normalizeH="0" baseline="0" noProof="0" dirty="0" err="1">
              <a:ln>
                <a:noFill/>
              </a:ln>
              <a:solidFill>
                <a:srgbClr val="000000"/>
              </a:solidFill>
              <a:effectLst/>
              <a:uLnTx/>
              <a:uFillTx/>
              <a:latin typeface="Trebuchet MS" panose="020B0603020202020204" pitchFamily="34" charset="0"/>
              <a:ea typeface="+mn-ea"/>
              <a:cs typeface="+mn-cs"/>
            </a:endParaRPr>
          </a:p>
        </p:txBody>
      </p:sp>
      <p:sp>
        <p:nvSpPr>
          <p:cNvPr id="19" name="TextBox 18">
            <a:extLst>
              <a:ext uri="{FF2B5EF4-FFF2-40B4-BE49-F238E27FC236}">
                <a16:creationId xmlns:a16="http://schemas.microsoft.com/office/drawing/2014/main" id="{6FB74186-81AE-489C-B1F4-A0D3E059B97D}"/>
              </a:ext>
            </a:extLst>
          </p:cNvPr>
          <p:cNvSpPr txBox="1"/>
          <p:nvPr/>
        </p:nvSpPr>
        <p:spPr>
          <a:xfrm>
            <a:off x="7715465" y="8732480"/>
            <a:ext cx="2467342" cy="5355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The use of unsupervised </a:t>
            </a:r>
          </a:p>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embeddings</a:t>
            </a:r>
            <a:endParaRPr kumimoji="0" lang="en-US" sz="1600" b="0" i="0" u="none" strike="noStrike" kern="1200" cap="none" spc="0" normalizeH="0" baseline="0" noProof="0" dirty="0" err="1">
              <a:ln>
                <a:noFill/>
              </a:ln>
              <a:solidFill>
                <a:srgbClr val="000000"/>
              </a:solidFill>
              <a:effectLst/>
              <a:uLnTx/>
              <a:uFillTx/>
              <a:latin typeface="Trebuchet MS" panose="020B0603020202020204" pitchFamily="34" charset="0"/>
              <a:ea typeface="+mn-ea"/>
              <a:cs typeface="+mn-cs"/>
            </a:endParaRPr>
          </a:p>
        </p:txBody>
      </p:sp>
      <p:sp>
        <p:nvSpPr>
          <p:cNvPr id="20" name="TextBox 19">
            <a:extLst>
              <a:ext uri="{FF2B5EF4-FFF2-40B4-BE49-F238E27FC236}">
                <a16:creationId xmlns:a16="http://schemas.microsoft.com/office/drawing/2014/main" id="{A625DC33-2677-482D-8CDF-FF84DAB1C90C}"/>
              </a:ext>
            </a:extLst>
          </p:cNvPr>
          <p:cNvSpPr txBox="1"/>
          <p:nvPr/>
        </p:nvSpPr>
        <p:spPr>
          <a:xfrm>
            <a:off x="10539696" y="8838224"/>
            <a:ext cx="1451038" cy="313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Success of NN</a:t>
            </a:r>
            <a:endParaRPr kumimoji="0" lang="en-US" sz="1600" b="0" i="0" u="none" strike="noStrike" kern="1200" cap="none" spc="0" normalizeH="0" baseline="0" noProof="0" dirty="0" err="1">
              <a:ln>
                <a:noFill/>
              </a:ln>
              <a:solidFill>
                <a:srgbClr val="000000"/>
              </a:solidFill>
              <a:effectLst/>
              <a:uLnTx/>
              <a:uFillTx/>
              <a:latin typeface="Trebuchet MS" panose="020B0603020202020204" pitchFamily="34" charset="0"/>
              <a:ea typeface="+mn-ea"/>
              <a:cs typeface="+mn-cs"/>
            </a:endParaRPr>
          </a:p>
        </p:txBody>
      </p:sp>
      <p:sp>
        <p:nvSpPr>
          <p:cNvPr id="21" name="TextBox 20">
            <a:extLst>
              <a:ext uri="{FF2B5EF4-FFF2-40B4-BE49-F238E27FC236}">
                <a16:creationId xmlns:a16="http://schemas.microsoft.com/office/drawing/2014/main" id="{524A8BD7-91C5-4D3A-841D-9957BFE999B5}"/>
              </a:ext>
            </a:extLst>
          </p:cNvPr>
          <p:cNvSpPr txBox="1"/>
          <p:nvPr/>
        </p:nvSpPr>
        <p:spPr>
          <a:xfrm>
            <a:off x="12657171" y="8722643"/>
            <a:ext cx="1827744" cy="5355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First successes in </a:t>
            </a:r>
          </a:p>
          <a:p>
            <a:pPr marL="0" marR="0" lvl="0" indent="0" algn="ctr" defTabSz="761970" rtl="0" eaLnBrk="1" fontAlgn="base" latinLnBrk="0" hangingPunct="1">
              <a:lnSpc>
                <a:spcPct val="9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transfer learning</a:t>
            </a:r>
            <a:endParaRPr kumimoji="0" lang="en-US" sz="1600" b="0" i="0" u="none" strike="noStrike" kern="1200" cap="none" spc="0" normalizeH="0" baseline="0" noProof="0" dirty="0" err="1">
              <a:ln>
                <a:noFill/>
              </a:ln>
              <a:solidFill>
                <a:srgbClr val="000000"/>
              </a:solidFill>
              <a:effectLst/>
              <a:uLnTx/>
              <a:uFillTx/>
              <a:latin typeface="Trebuchet MS" panose="020B0603020202020204" pitchFamily="34" charset="0"/>
              <a:ea typeface="+mn-ea"/>
              <a:cs typeface="+mn-cs"/>
            </a:endParaRPr>
          </a:p>
        </p:txBody>
      </p:sp>
      <p:sp>
        <p:nvSpPr>
          <p:cNvPr id="17" name="Arrow: Right 16">
            <a:extLst>
              <a:ext uri="{FF2B5EF4-FFF2-40B4-BE49-F238E27FC236}">
                <a16:creationId xmlns:a16="http://schemas.microsoft.com/office/drawing/2014/main" id="{B9F5D421-40D7-4719-92B1-AA81313C3B64}"/>
              </a:ext>
            </a:extLst>
          </p:cNvPr>
          <p:cNvSpPr/>
          <p:nvPr/>
        </p:nvSpPr>
        <p:spPr>
          <a:xfrm rot="3830664">
            <a:off x="4770023" y="3571068"/>
            <a:ext cx="669783" cy="37439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28903747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ko-KR" altLang="en-US" dirty="0">
                <a:latin typeface="Trebuchet MS"/>
              </a:rPr>
              <a:t>새로운 </a:t>
            </a:r>
            <a:r>
              <a:rPr lang="en-US" altLang="ko-KR" dirty="0">
                <a:latin typeface="Trebuchet MS"/>
              </a:rPr>
              <a:t>NLP </a:t>
            </a:r>
            <a:r>
              <a:rPr lang="ko-KR" altLang="en-US" dirty="0">
                <a:latin typeface="Trebuchet MS"/>
              </a:rPr>
              <a:t>모델의 기반을 생성하였습니다 </a:t>
            </a:r>
            <a:r>
              <a:rPr lang="en-US" altLang="ko-KR" dirty="0">
                <a:latin typeface="Trebuchet MS"/>
              </a:rPr>
              <a:t>.</a:t>
            </a:r>
            <a:br>
              <a:rPr lang="en-GB" dirty="0">
                <a:latin typeface="Trebuchet MS"/>
              </a:rPr>
            </a:br>
            <a:r>
              <a:rPr lang="en-GB" sz="4667" dirty="0">
                <a:latin typeface="Trebuchet MS"/>
              </a:rPr>
              <a:t>(</a:t>
            </a:r>
            <a:r>
              <a:rPr lang="ko-KR" altLang="en-US" sz="4667" dirty="0">
                <a:latin typeface="Trebuchet MS"/>
              </a:rPr>
              <a:t>다음 클래스에서 다룸</a:t>
            </a:r>
            <a:r>
              <a:rPr lang="en-GB" sz="4667" dirty="0">
                <a:latin typeface="Trebuchet MS"/>
              </a:rPr>
              <a:t>)</a:t>
            </a:r>
            <a:endParaRPr lang="en-US" dirty="0">
              <a:latin typeface="Trebuchet MS"/>
            </a:endParaRPr>
          </a:p>
        </p:txBody>
      </p:sp>
    </p:spTree>
    <p:extLst>
      <p:ext uri="{BB962C8B-B14F-4D97-AF65-F5344CB8AC3E}">
        <p14:creationId xmlns:p14="http://schemas.microsoft.com/office/powerpoint/2010/main" val="309785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ko-KR" altLang="en-US" dirty="0">
                <a:latin typeface="Trebuchet MS"/>
              </a:rPr>
              <a:t>실습</a:t>
            </a:r>
            <a:endParaRPr lang="en-US" dirty="0">
              <a:latin typeface="Trebuchet MS"/>
            </a:endParaRPr>
          </a:p>
        </p:txBody>
      </p:sp>
    </p:spTree>
    <p:extLst>
      <p:ext uri="{BB962C8B-B14F-4D97-AF65-F5344CB8AC3E}">
        <p14:creationId xmlns:p14="http://schemas.microsoft.com/office/powerpoint/2010/main" val="3780397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337"/>
        <p:cNvGrpSpPr/>
        <p:nvPr/>
      </p:nvGrpSpPr>
      <p:grpSpPr>
        <a:xfrm>
          <a:off x="0" y="0"/>
          <a:ext cx="0" cy="0"/>
          <a:chOff x="0" y="0"/>
          <a:chExt cx="0" cy="0"/>
        </a:xfrm>
      </p:grpSpPr>
      <p:sp>
        <p:nvSpPr>
          <p:cNvPr id="1338" name="Google Shape;1338;p86"/>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dirty="0"/>
              <a:t>ATTENTION IS ALL YOU NEED</a:t>
            </a:r>
            <a:endParaRPr b="1" dirty="0"/>
          </a:p>
        </p:txBody>
      </p:sp>
      <p:sp>
        <p:nvSpPr>
          <p:cNvPr id="1339" name="Google Shape;1339;p86"/>
          <p:cNvSpPr txBox="1"/>
          <p:nvPr/>
        </p:nvSpPr>
        <p:spPr>
          <a:xfrm>
            <a:off x="830580" y="2099222"/>
            <a:ext cx="16626841" cy="875772"/>
          </a:xfrm>
          <a:prstGeom prst="rect">
            <a:avLst/>
          </a:prstGeom>
          <a:noFill/>
          <a:ln>
            <a:noFill/>
          </a:ln>
        </p:spPr>
        <p:txBody>
          <a:bodyPr spcFirstLastPara="1" wrap="square" lIns="152400" tIns="76200" rIns="152400" bIns="76200" anchor="t" anchorCtr="0">
            <a:noAutofit/>
          </a:bodyPr>
          <a:lstStyle/>
          <a:p>
            <a:pPr marL="0" marR="0" lvl="0" indent="0" algn="ctr" rtl="0">
              <a:lnSpc>
                <a:spcPct val="90000"/>
              </a:lnSpc>
              <a:spcBef>
                <a:spcPts val="0"/>
              </a:spcBef>
              <a:spcAft>
                <a:spcPts val="0"/>
              </a:spcAft>
              <a:buClr>
                <a:srgbClr val="B3B3B3"/>
              </a:buClr>
              <a:buSzPts val="4000"/>
              <a:buFont typeface="Trebuchet MS"/>
              <a:buNone/>
            </a:pPr>
            <a:r>
              <a:rPr lang="en-US" sz="4000" b="0">
                <a:solidFill>
                  <a:srgbClr val="76B900"/>
                </a:solidFill>
                <a:latin typeface="Trebuchet MS"/>
                <a:ea typeface="Trebuchet MS"/>
                <a:cs typeface="Trebuchet MS"/>
                <a:sym typeface="Trebuchet MS"/>
              </a:rPr>
              <a:t>Transformer 설계 심층 분석</a:t>
            </a:r>
            <a:endParaRPr sz="4000" b="0">
              <a:solidFill>
                <a:srgbClr val="76B900"/>
              </a:solidFill>
              <a:latin typeface="Trebuchet MS"/>
              <a:ea typeface="Trebuchet MS"/>
              <a:cs typeface="Trebuchet MS"/>
              <a:sym typeface="Trebuchet MS"/>
            </a:endParaRPr>
          </a:p>
        </p:txBody>
      </p:sp>
      <p:sp>
        <p:nvSpPr>
          <p:cNvPr id="1340" name="Google Shape;1340;p86"/>
          <p:cNvSpPr txBox="1"/>
          <p:nvPr/>
        </p:nvSpPr>
        <p:spPr>
          <a:xfrm>
            <a:off x="1" y="9568856"/>
            <a:ext cx="16375288" cy="6564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33">
                <a:solidFill>
                  <a:srgbClr val="222222"/>
                </a:solidFill>
                <a:latin typeface="Arial"/>
                <a:ea typeface="Arial"/>
                <a:cs typeface="Arial"/>
                <a:sym typeface="Arial"/>
              </a:rPr>
              <a:t>Vaswani, A., Shazeer, N., Parmar, N., Uszkoreit, J., Jones, L., Gomez, A. N., ... 및 Polosukhin, I. (2017). Attention is all you need. In </a:t>
            </a:r>
            <a:r>
              <a:rPr lang="en-US" sz="1833" i="1">
                <a:solidFill>
                  <a:srgbClr val="222222"/>
                </a:solidFill>
                <a:latin typeface="Arial"/>
                <a:ea typeface="Arial"/>
                <a:cs typeface="Arial"/>
                <a:sym typeface="Arial"/>
              </a:rPr>
              <a:t>Advances in neural information processing systems</a:t>
            </a:r>
            <a:r>
              <a:rPr lang="en-US" sz="1833">
                <a:solidFill>
                  <a:srgbClr val="222222"/>
                </a:solidFill>
                <a:latin typeface="Arial"/>
                <a:ea typeface="Arial"/>
                <a:cs typeface="Arial"/>
                <a:sym typeface="Arial"/>
              </a:rPr>
              <a:t> (pp. 5998-6008).</a:t>
            </a:r>
            <a:endParaRPr sz="1833">
              <a:solidFill>
                <a:schemeClr val="lt1"/>
              </a:solidFill>
              <a:latin typeface="Arial"/>
              <a:ea typeface="Arial"/>
              <a:cs typeface="Arial"/>
              <a:sym typeface="Arial"/>
            </a:endParaRPr>
          </a:p>
        </p:txBody>
      </p:sp>
      <p:pic>
        <p:nvPicPr>
          <p:cNvPr id="1341" name="Google Shape;1341;p86"/>
          <p:cNvPicPr preferRelativeResize="0"/>
          <p:nvPr/>
        </p:nvPicPr>
        <p:blipFill rotWithShape="1">
          <a:blip r:embed="rId3">
            <a:alphaModFix/>
          </a:blip>
          <a:srcRect/>
          <a:stretch/>
        </p:blipFill>
        <p:spPr>
          <a:xfrm>
            <a:off x="1725903" y="3749328"/>
            <a:ext cx="4804907" cy="5045190"/>
          </a:xfrm>
          <a:prstGeom prst="rect">
            <a:avLst/>
          </a:prstGeom>
          <a:noFill/>
          <a:ln>
            <a:noFill/>
          </a:ln>
        </p:spPr>
      </p:pic>
      <p:pic>
        <p:nvPicPr>
          <p:cNvPr id="1342" name="Google Shape;1342;p86"/>
          <p:cNvPicPr preferRelativeResize="0"/>
          <p:nvPr/>
        </p:nvPicPr>
        <p:blipFill rotWithShape="1">
          <a:blip r:embed="rId4">
            <a:alphaModFix/>
          </a:blip>
          <a:srcRect/>
          <a:stretch/>
        </p:blipFill>
        <p:spPr>
          <a:xfrm>
            <a:off x="6530811" y="2750648"/>
            <a:ext cx="5226378" cy="6633188"/>
          </a:xfrm>
          <a:prstGeom prst="rect">
            <a:avLst/>
          </a:prstGeom>
          <a:noFill/>
          <a:ln>
            <a:noFill/>
          </a:ln>
        </p:spPr>
      </p:pic>
      <p:pic>
        <p:nvPicPr>
          <p:cNvPr id="1343" name="Google Shape;1343;p86"/>
          <p:cNvPicPr preferRelativeResize="0"/>
          <p:nvPr/>
        </p:nvPicPr>
        <p:blipFill rotWithShape="1">
          <a:blip r:embed="rId5">
            <a:alphaModFix/>
          </a:blip>
          <a:srcRect r="-2298" b="-510"/>
          <a:stretch/>
        </p:blipFill>
        <p:spPr>
          <a:xfrm>
            <a:off x="12648588" y="3749328"/>
            <a:ext cx="4546708" cy="5045190"/>
          </a:xfrm>
          <a:prstGeom prst="rect">
            <a:avLst/>
          </a:prstGeom>
          <a:noFill/>
          <a:ln>
            <a:noFill/>
          </a:ln>
        </p:spPr>
      </p:pic>
    </p:spTree>
    <p:extLst>
      <p:ext uri="{BB962C8B-B14F-4D97-AF65-F5344CB8AC3E}">
        <p14:creationId xmlns:p14="http://schemas.microsoft.com/office/powerpoint/2010/main" val="23500624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52886-5621-41BF-98FE-A0023E2879D4}"/>
              </a:ext>
            </a:extLst>
          </p:cNvPr>
          <p:cNvSpPr>
            <a:spLocks noGrp="1"/>
          </p:cNvSpPr>
          <p:nvPr>
            <p:ph type="title"/>
          </p:nvPr>
        </p:nvSpPr>
        <p:spPr/>
        <p:txBody>
          <a:bodyPr/>
          <a:lstStyle/>
          <a:p>
            <a:r>
              <a:rPr lang="en-GB" dirty="0"/>
              <a:t>Bert</a:t>
            </a:r>
            <a:endParaRPr lang="en-US" dirty="0"/>
          </a:p>
        </p:txBody>
      </p:sp>
      <p:pic>
        <p:nvPicPr>
          <p:cNvPr id="7" name="Content Placeholder 6" descr="Diagram&#10;&#10;Description automatically generated">
            <a:extLst>
              <a:ext uri="{FF2B5EF4-FFF2-40B4-BE49-F238E27FC236}">
                <a16:creationId xmlns:a16="http://schemas.microsoft.com/office/drawing/2014/main" id="{F7694AB3-7F10-44CB-9829-C85DE3BB785C}"/>
              </a:ext>
            </a:extLst>
          </p:cNvPr>
          <p:cNvPicPr>
            <a:picLocks noGrp="1" noChangeAspect="1"/>
          </p:cNvPicPr>
          <p:nvPr>
            <p:ph idx="1"/>
          </p:nvPr>
        </p:nvPicPr>
        <p:blipFill>
          <a:blip r:embed="rId2"/>
          <a:stretch>
            <a:fillRect/>
          </a:stretch>
        </p:blipFill>
        <p:spPr>
          <a:xfrm>
            <a:off x="6333206" y="3336925"/>
            <a:ext cx="5639051" cy="6224588"/>
          </a:xfrm>
        </p:spPr>
      </p:pic>
      <p:sp>
        <p:nvSpPr>
          <p:cNvPr id="4" name="Slide Number Placeholder 3">
            <a:extLst>
              <a:ext uri="{FF2B5EF4-FFF2-40B4-BE49-F238E27FC236}">
                <a16:creationId xmlns:a16="http://schemas.microsoft.com/office/drawing/2014/main" id="{892A3F20-FFC1-4CAE-8784-52EB580FB36E}"/>
              </a:ext>
            </a:extLst>
          </p:cNvPr>
          <p:cNvSpPr>
            <a:spLocks noGrp="1"/>
          </p:cNvSpPr>
          <p:nvPr>
            <p:ph type="sldNum" sz="quarter" idx="12"/>
          </p:nvPr>
        </p:nvSpPr>
        <p:spPr/>
        <p:txBody>
          <a:bodyPr/>
          <a:lstStyle/>
          <a:p>
            <a:pPr marL="0" marR="0" lvl="0" indent="0" algn="l" defTabSz="761970" rtl="0" eaLnBrk="1" fontAlgn="base" latinLnBrk="0" hangingPunct="1">
              <a:lnSpc>
                <a:spcPct val="100000"/>
              </a:lnSpc>
              <a:spcBef>
                <a:spcPct val="0"/>
              </a:spcBef>
              <a:spcAft>
                <a:spcPct val="0"/>
              </a:spcAft>
              <a:buClrTx/>
              <a:buSzTx/>
              <a:buFontTx/>
              <a:buNone/>
              <a:tabLst/>
              <a:defRPr/>
            </a:pPr>
            <a:fld id="{465D9BD7-5D9B-4048-BB53-4B228B0E9A57}" type="slidenum">
              <a:rPr kumimoji="0" lang="en-US" sz="1800" b="0" i="0" u="none" strike="noStrike" kern="1200" cap="none" spc="0" normalizeH="0" baseline="0" noProof="0" smtClean="0">
                <a:ln>
                  <a:noFill/>
                </a:ln>
                <a:solidFill>
                  <a:srgbClr val="FFFFFF"/>
                </a:solidFill>
                <a:effectLst/>
                <a:uLnTx/>
                <a:uFillTx/>
                <a:latin typeface="Arial" charset="0"/>
                <a:ea typeface="MS PGothic" pitchFamily="34" charset="-128"/>
                <a:cs typeface="+mn-cs"/>
              </a:rPr>
              <a:pPr marL="0" marR="0" lvl="0" indent="0" algn="l" defTabSz="761970" rtl="0" eaLnBrk="1" fontAlgn="base" latinLnBrk="0" hangingPunct="1">
                <a:lnSpc>
                  <a:spcPct val="100000"/>
                </a:lnSpc>
                <a:spcBef>
                  <a:spcPct val="0"/>
                </a:spcBef>
                <a:spcAft>
                  <a:spcPct val="0"/>
                </a:spcAft>
                <a:buClrTx/>
                <a:buSzTx/>
                <a:buFontTx/>
                <a:buNone/>
                <a:tabLst/>
                <a:defRPr/>
              </a:pPr>
              <a:t>83</a:t>
            </a:fld>
            <a:endParaRPr kumimoji="0" lang="en-US" sz="1800" b="0" i="0" u="none" strike="noStrike" kern="1200" cap="none" spc="0" normalizeH="0" baseline="0" noProof="0">
              <a:ln>
                <a:noFill/>
              </a:ln>
              <a:solidFill>
                <a:srgbClr val="FFFFFF"/>
              </a:solidFill>
              <a:effectLst/>
              <a:uLnTx/>
              <a:uFillTx/>
              <a:latin typeface="Arial" charset="0"/>
              <a:ea typeface="MS PGothic" pitchFamily="34" charset="-128"/>
              <a:cs typeface="+mn-cs"/>
            </a:endParaRPr>
          </a:p>
        </p:txBody>
      </p:sp>
      <p:sp>
        <p:nvSpPr>
          <p:cNvPr id="5" name="Text Placeholder 3">
            <a:extLst>
              <a:ext uri="{FF2B5EF4-FFF2-40B4-BE49-F238E27FC236}">
                <a16:creationId xmlns:a16="http://schemas.microsoft.com/office/drawing/2014/main" id="{F705B885-A910-4114-8F99-C5430E50DA43}"/>
              </a:ext>
            </a:extLst>
          </p:cNvPr>
          <p:cNvSpPr txBox="1">
            <a:spLocks/>
          </p:cNvSpPr>
          <p:nvPr/>
        </p:nvSpPr>
        <p:spPr bwMode="auto">
          <a:xfrm>
            <a:off x="830580" y="2099222"/>
            <a:ext cx="16626840" cy="875772"/>
          </a:xfrm>
          <a:prstGeom prst="rect">
            <a:avLst/>
          </a:prstGeom>
          <a:noFill/>
          <a:ln w="9525">
            <a:noFill/>
            <a:miter lim="800000"/>
            <a:headEnd/>
            <a:tailEnd/>
          </a:ln>
        </p:spPr>
        <p:txBody>
          <a:bodyPr vert="horz" wrap="square" lIns="152400" tIns="76200" rIns="152400" bIns="76200" numCol="1" anchor="t" anchorCtr="0" compatLnSpc="1">
            <a:prstTxWarp prst="textNoShape">
              <a:avLst/>
            </a:prstTxWarp>
          </a:bodyPr>
          <a:lstStyle>
            <a:lvl1pPr marL="0" indent="0" algn="ctr" rtl="0" fontAlgn="base">
              <a:lnSpc>
                <a:spcPct val="90000"/>
              </a:lnSpc>
              <a:spcBef>
                <a:spcPts val="900"/>
              </a:spcBef>
              <a:spcAft>
                <a:spcPts val="900"/>
              </a:spcAft>
              <a:buClr>
                <a:schemeClr val="bg2"/>
              </a:buClr>
              <a:buSzPct val="100000"/>
              <a:buFontTx/>
              <a:buNone/>
              <a:defRPr sz="2400" b="0">
                <a:solidFill>
                  <a:schemeClr val="tx2"/>
                </a:solidFill>
                <a:latin typeface="Trebuchet MS" panose="020B0603020202020204" pitchFamily="34" charset="0"/>
                <a:ea typeface="+mn-ea"/>
                <a:cs typeface="+mn-cs"/>
              </a:defRPr>
            </a:lvl1pPr>
            <a:lvl2pPr marL="571500"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2pPr>
            <a:lvl3pPr marL="1089025" indent="0" algn="ctr" rtl="0" fontAlgn="base">
              <a:lnSpc>
                <a:spcPct val="90000"/>
              </a:lnSpc>
              <a:spcBef>
                <a:spcPts val="900"/>
              </a:spcBef>
              <a:spcAft>
                <a:spcPts val="900"/>
              </a:spcAft>
              <a:buClr>
                <a:schemeClr val="bg2"/>
              </a:buClr>
              <a:buSzPct val="100000"/>
              <a:buFontTx/>
              <a:buNone/>
              <a:defRPr sz="2800" b="0">
                <a:solidFill>
                  <a:schemeClr val="tx2"/>
                </a:solidFill>
                <a:latin typeface="Trebuchet MS" panose="020B0603020202020204" pitchFamily="34" charset="0"/>
              </a:defRPr>
            </a:lvl3pPr>
            <a:lvl4pPr marL="1546225" indent="0" algn="ctr" rtl="0" fontAlgn="base">
              <a:spcBef>
                <a:spcPct val="20000"/>
              </a:spcBef>
              <a:spcAft>
                <a:spcPct val="0"/>
              </a:spcAft>
              <a:buFontTx/>
              <a:buNone/>
              <a:defRPr sz="2800">
                <a:solidFill>
                  <a:schemeClr val="tx2"/>
                </a:solidFill>
                <a:latin typeface="Trebuchet MS" panose="020B0603020202020204" pitchFamily="34" charset="0"/>
              </a:defRPr>
            </a:lvl4pPr>
            <a:lvl5pPr marL="1889125" indent="0" algn="ctr" rtl="0" fontAlgn="base">
              <a:spcBef>
                <a:spcPct val="20000"/>
              </a:spcBef>
              <a:spcAft>
                <a:spcPct val="0"/>
              </a:spcAft>
              <a:buFontTx/>
              <a:buNone/>
              <a:defRPr sz="2800">
                <a:solidFill>
                  <a:schemeClr val="tx2"/>
                </a:solidFill>
                <a:latin typeface="Trebuchet MS" panose="020B0603020202020204" pitchFamily="34" charset="0"/>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marL="0" marR="0" lvl="0" indent="0" algn="ctr" defTabSz="1524030" rtl="0" eaLnBrk="1" fontAlgn="base" latinLnBrk="0" hangingPunct="1">
              <a:lnSpc>
                <a:spcPct val="90000"/>
              </a:lnSpc>
              <a:spcBef>
                <a:spcPts val="1500"/>
              </a:spcBef>
              <a:spcAft>
                <a:spcPts val="1500"/>
              </a:spcAft>
              <a:buClr>
                <a:srgbClr val="B3B3B3"/>
              </a:buClr>
              <a:buSzPct val="100000"/>
              <a:buFontTx/>
              <a:buNone/>
              <a:tabLst/>
              <a:defRPr/>
            </a:pPr>
            <a:r>
              <a:rPr kumimoji="0" lang="ko-KR" alt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rPr>
              <a:t>트랜스포머와 사전학습과의 연관성</a:t>
            </a:r>
            <a:endParaRPr kumimoji="0" lang="en-US" sz="4000" b="0" i="0" u="none" strike="noStrike" kern="0" cap="none" spc="0" normalizeH="0" baseline="0" noProof="0" dirty="0">
              <a:ln>
                <a:noFill/>
              </a:ln>
              <a:solidFill>
                <a:srgbClr val="76B900"/>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14749000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348"/>
        <p:cNvGrpSpPr/>
        <p:nvPr/>
      </p:nvGrpSpPr>
      <p:grpSpPr>
        <a:xfrm>
          <a:off x="0" y="0"/>
          <a:ext cx="0" cy="0"/>
          <a:chOff x="0" y="0"/>
          <a:chExt cx="0" cy="0"/>
        </a:xfrm>
      </p:grpSpPr>
      <p:sp>
        <p:nvSpPr>
          <p:cNvPr id="1349" name="Google Shape;1349;p87"/>
          <p:cNvSpPr txBox="1">
            <a:spLocks noGrp="1"/>
          </p:cNvSpPr>
          <p:nvPr>
            <p:ph type="title"/>
          </p:nvPr>
        </p:nvSpPr>
        <p:spPr>
          <a:xfrm>
            <a:off x="8290560" y="7040881"/>
            <a:ext cx="8961120" cy="228989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latin typeface="Trebuchet MS"/>
                <a:ea typeface="Trebuchet MS"/>
                <a:cs typeface="Trebuchet MS"/>
                <a:sym typeface="Trebuchet MS"/>
              </a:rPr>
              <a:t>다음 수업에서 다룰 내용…</a:t>
            </a:r>
            <a:endParaRPr>
              <a:latin typeface="Trebuchet MS"/>
              <a:ea typeface="Trebuchet MS"/>
              <a:cs typeface="Trebuchet MS"/>
              <a:sym typeface="Trebuchet MS"/>
            </a:endParaRPr>
          </a:p>
        </p:txBody>
      </p:sp>
    </p:spTree>
    <p:extLst>
      <p:ext uri="{BB962C8B-B14F-4D97-AF65-F5344CB8AC3E}">
        <p14:creationId xmlns:p14="http://schemas.microsoft.com/office/powerpoint/2010/main" val="209010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sp>
        <p:nvSpPr>
          <p:cNvPr id="1355" name="Google Shape;1355;p88"/>
          <p:cNvSpPr txBox="1">
            <a:spLocks noGrp="1"/>
          </p:cNvSpPr>
          <p:nvPr>
            <p:ph type="title"/>
          </p:nvPr>
        </p:nvSpPr>
        <p:spPr>
          <a:xfrm>
            <a:off x="1257300" y="1"/>
            <a:ext cx="15773400" cy="198834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b="1" dirty="0" err="1"/>
              <a:t>자기지도</a:t>
            </a:r>
            <a:r>
              <a:rPr lang="en-US" dirty="0"/>
              <a:t>, </a:t>
            </a:r>
            <a:r>
              <a:rPr lang="en-US" b="1" dirty="0"/>
              <a:t>BERT 및 </a:t>
            </a:r>
            <a:r>
              <a:rPr lang="en-US" b="1" dirty="0" err="1"/>
              <a:t>최신</a:t>
            </a:r>
            <a:r>
              <a:rPr lang="en-US" b="1" dirty="0"/>
              <a:t> </a:t>
            </a:r>
            <a:r>
              <a:rPr lang="en-US" b="1" dirty="0" err="1"/>
              <a:t>모델</a:t>
            </a:r>
            <a:endParaRPr b="1" dirty="0"/>
          </a:p>
        </p:txBody>
      </p:sp>
      <p:sp>
        <p:nvSpPr>
          <p:cNvPr id="1356" name="Google Shape;1356;p88"/>
          <p:cNvSpPr txBox="1"/>
          <p:nvPr/>
        </p:nvSpPr>
        <p:spPr>
          <a:xfrm>
            <a:off x="492369" y="2099222"/>
            <a:ext cx="17303262" cy="875772"/>
          </a:xfrm>
          <a:prstGeom prst="rect">
            <a:avLst/>
          </a:prstGeom>
          <a:noFill/>
          <a:ln>
            <a:noFill/>
          </a:ln>
        </p:spPr>
        <p:txBody>
          <a:bodyPr spcFirstLastPara="1" wrap="square" lIns="152400" tIns="76200" rIns="152400" bIns="76200" anchor="t" anchorCtr="0">
            <a:noAutofit/>
          </a:bodyPr>
          <a:lstStyle/>
          <a:p>
            <a:pPr marL="0" marR="0" lvl="0" indent="0" algn="ctr" defTabSz="914400" rtl="0" eaLnBrk="1" fontAlgn="auto" latinLnBrk="0" hangingPunct="1">
              <a:lnSpc>
                <a:spcPct val="90000"/>
              </a:lnSpc>
              <a:spcBef>
                <a:spcPts val="0"/>
              </a:spcBef>
              <a:spcAft>
                <a:spcPts val="0"/>
              </a:spcAft>
              <a:buClr>
                <a:srgbClr val="B3B3B3"/>
              </a:buClr>
              <a:buSzPts val="4000"/>
              <a:buFont typeface="Trebuchet MS"/>
              <a:buNone/>
              <a:tabLst/>
              <a:defRPr/>
            </a:pPr>
            <a:r>
              <a:rPr kumimoji="0" lang="en-US" sz="4000" b="0" i="0" u="none" strike="noStrike" kern="0" cap="none" spc="0" normalizeH="0" baseline="0" noProof="0">
                <a:ln>
                  <a:noFill/>
                </a:ln>
                <a:solidFill>
                  <a:srgbClr val="76B900"/>
                </a:solidFill>
                <a:effectLst/>
                <a:uLnTx/>
                <a:uFillTx/>
                <a:latin typeface="Trebuchet MS"/>
                <a:ea typeface="Trebuchet MS"/>
                <a:cs typeface="Trebuchet MS"/>
                <a:sym typeface="Trebuchet MS"/>
              </a:rPr>
              <a:t>모델이 잘 작동하기 시작한 이유는 무엇입니까? 앞으로는 어떻게 될까요?</a:t>
            </a:r>
            <a:endParaRPr kumimoji="0" sz="4000" b="0" i="0" u="none" strike="noStrike" kern="0" cap="none" spc="0" normalizeH="0" baseline="0" noProof="0">
              <a:ln>
                <a:noFill/>
              </a:ln>
              <a:solidFill>
                <a:srgbClr val="76B900"/>
              </a:solidFill>
              <a:effectLst/>
              <a:uLnTx/>
              <a:uFillTx/>
              <a:latin typeface="Trebuchet MS"/>
              <a:ea typeface="Trebuchet MS"/>
              <a:cs typeface="Trebuchet MS"/>
              <a:sym typeface="Trebuchet MS"/>
            </a:endParaRPr>
          </a:p>
        </p:txBody>
      </p:sp>
      <p:sp>
        <p:nvSpPr>
          <p:cNvPr id="1357" name="Google Shape;1357;p88"/>
          <p:cNvSpPr txBox="1"/>
          <p:nvPr/>
        </p:nvSpPr>
        <p:spPr>
          <a:xfrm>
            <a:off x="8768738" y="5174278"/>
            <a:ext cx="750525" cy="1754326"/>
          </a:xfrm>
          <a:prstGeom prst="rect">
            <a:avLst/>
          </a:prstGeom>
          <a:noFill/>
          <a:ln>
            <a:noFill/>
          </a:ln>
        </p:spPr>
        <p:txBody>
          <a:bodyPr spcFirstLastPara="1" wrap="square" lIns="91425" tIns="45700" rIns="91425" bIns="4570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2000" b="0" i="0" u="none" strike="noStrike" kern="0" cap="none" spc="0" normalizeH="0" baseline="0" noProof="0">
                <a:ln>
                  <a:noFill/>
                </a:ln>
                <a:solidFill>
                  <a:srgbClr val="000000"/>
                </a:solidFill>
                <a:effectLst/>
                <a:uLnTx/>
                <a:uFillTx/>
                <a:latin typeface="Arial"/>
                <a:ea typeface="Arial"/>
                <a:cs typeface="Arial"/>
                <a:sym typeface="Arial"/>
              </a:rPr>
              <a:t>?</a:t>
            </a:r>
            <a:endParaRPr kumimoji="0" sz="120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2167656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4" name="Google Shape;1363;p89">
            <a:extLst>
              <a:ext uri="{FF2B5EF4-FFF2-40B4-BE49-F238E27FC236}">
                <a16:creationId xmlns:a16="http://schemas.microsoft.com/office/drawing/2014/main" id="{C9F7F149-AB39-4CB5-846C-6709B54E8711}"/>
              </a:ext>
            </a:extLst>
          </p:cNvPr>
          <p:cNvSpPr/>
          <p:nvPr/>
        </p:nvSpPr>
        <p:spPr>
          <a:xfrm>
            <a:off x="6880123" y="1289605"/>
            <a:ext cx="10958051" cy="7347159"/>
          </a:xfrm>
          <a:prstGeom prst="rect">
            <a:avLst/>
          </a:prstGeom>
          <a:solidFill>
            <a:srgbClr val="262626">
              <a:alpha val="69804"/>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99" name="Google Shape;399;p3"/>
          <p:cNvSpPr txBox="1"/>
          <p:nvPr/>
        </p:nvSpPr>
        <p:spPr>
          <a:xfrm>
            <a:off x="7415233" y="1650236"/>
            <a:ext cx="9889067" cy="698648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1부: Machine Learning in NLP</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err="1">
                <a:ln>
                  <a:noFill/>
                </a:ln>
                <a:solidFill>
                  <a:srgbClr val="76B900"/>
                </a:solidFill>
                <a:effectLst/>
                <a:uLnTx/>
                <a:uFillTx/>
                <a:latin typeface="Arial"/>
                <a:ea typeface="Arial"/>
                <a:cs typeface="Arial"/>
                <a:sym typeface="Arial"/>
              </a:rPr>
              <a:t>강의</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NLP란</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무엇일까요</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ko-KR" altLang="en-US" sz="3200" b="0" i="0" u="none" strike="noStrike" kern="0" cap="none" spc="0" normalizeH="0" baseline="0" noProof="0" dirty="0">
                <a:ln>
                  <a:noFill/>
                </a:ln>
                <a:solidFill>
                  <a:srgbClr val="FFFFFF"/>
                </a:solidFill>
                <a:effectLst/>
                <a:uLnTx/>
                <a:uFillTx/>
                <a:latin typeface="Arial"/>
                <a:ea typeface="Arial"/>
                <a:cs typeface="Arial"/>
                <a:sym typeface="Arial"/>
              </a:rPr>
              <a:t>문제 정형화</a:t>
            </a:r>
            <a:endParaRPr kumimoji="0" lang="en-US" altLang="ko-KR" sz="3200" b="0" i="0" u="none" strike="noStrike" kern="0" cap="none" spc="0" normalizeH="0" baseline="0" noProof="0" dirty="0">
              <a:ln>
                <a:noFill/>
              </a:ln>
              <a:solidFill>
                <a:srgbClr val="FFFFFF"/>
              </a:solidFill>
              <a:effectLst/>
              <a:uLnTx/>
              <a:uFillTx/>
              <a:latin typeface="Arial"/>
              <a:ea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텍스트</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표현</a:t>
            </a:r>
            <a:endParaRPr kumimoji="0" sz="1400" b="0" i="0" u="none" strike="noStrike" kern="0" cap="none" spc="0" normalizeH="0" baseline="0" noProof="0" dirty="0">
              <a:ln>
                <a:noFill/>
              </a:ln>
              <a:solidFill>
                <a:srgbClr val="FFFFFF"/>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차원</a:t>
            </a: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축소</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err="1">
                <a:ln>
                  <a:noFill/>
                </a:ln>
                <a:solidFill>
                  <a:srgbClr val="FFFFFF"/>
                </a:solidFill>
                <a:effectLst/>
                <a:uLnTx/>
                <a:uFillTx/>
                <a:latin typeface="Arial"/>
                <a:ea typeface="Arial"/>
                <a:cs typeface="Arial"/>
                <a:sym typeface="Arial"/>
              </a:rPr>
              <a:t>임베딩</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RNN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914400" rtl="0" eaLnBrk="1" fontAlgn="auto" latinLnBrk="0" hangingPunct="1">
              <a:lnSpc>
                <a:spcPct val="100000"/>
              </a:lnSpc>
              <a:spcBef>
                <a:spcPts val="0"/>
              </a:spcBef>
              <a:spcAft>
                <a:spcPts val="0"/>
              </a:spcAft>
              <a:buClr>
                <a:srgbClr val="FFFFFF"/>
              </a:buClr>
              <a:buSzPts val="3200"/>
              <a:buFont typeface="Arial"/>
              <a:buChar char="•"/>
              <a:tabLst/>
              <a:defRPr/>
            </a:pPr>
            <a:r>
              <a:rPr kumimoji="0" lang="en-US" sz="3200" b="0" i="0" u="none" strike="noStrike" kern="0" cap="none" spc="0" normalizeH="0" baseline="0" noProof="0" dirty="0">
                <a:ln>
                  <a:noFill/>
                </a:ln>
                <a:solidFill>
                  <a:srgbClr val="FFFFFF"/>
                </a:solidFill>
                <a:effectLst/>
                <a:uLnTx/>
                <a:uFillTx/>
                <a:latin typeface="Arial"/>
                <a:ea typeface="Arial"/>
                <a:cs typeface="Arial"/>
                <a:sym typeface="Arial"/>
              </a:rPr>
              <a:t>“Attention is All You Need”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571500" marR="0" lvl="0" indent="-571500" algn="l" defTabSz="914400" rtl="0" eaLnBrk="1" fontAlgn="auto" latinLnBrk="0" hangingPunct="1">
              <a:lnSpc>
                <a:spcPct val="100000"/>
              </a:lnSpc>
              <a:spcBef>
                <a:spcPts val="0"/>
              </a:spcBef>
              <a:spcAft>
                <a:spcPts val="0"/>
              </a:spcAft>
              <a:buClr>
                <a:srgbClr val="76B900"/>
              </a:buClr>
              <a:buSzPts val="3200"/>
              <a:buFont typeface="Arial"/>
              <a:buChar char="•"/>
              <a:tabLst/>
              <a:defRPr/>
            </a:pPr>
            <a:r>
              <a:rPr kumimoji="0" lang="en-US" sz="3200" b="0" i="0" u="none" strike="noStrike" kern="0" cap="none" spc="0" normalizeH="0" baseline="0" noProof="0" dirty="0">
                <a:ln>
                  <a:noFill/>
                </a:ln>
                <a:solidFill>
                  <a:srgbClr val="76B900"/>
                </a:solidFill>
                <a:effectLst/>
                <a:uLnTx/>
                <a:uFillTx/>
                <a:latin typeface="Arial"/>
                <a:ea typeface="Arial"/>
                <a:cs typeface="Arial"/>
                <a:sym typeface="Arial"/>
              </a:rPr>
              <a:t>랩</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ko-KR" altLang="en-US" sz="3200" b="0" i="0" u="none" strike="noStrike" kern="1200" cap="none" spc="0" normalizeH="0" baseline="0" noProof="0" dirty="0">
                <a:ln>
                  <a:noFill/>
                </a:ln>
                <a:solidFill>
                  <a:schemeClr val="accent2">
                    <a:lumMod val="40000"/>
                    <a:lumOff val="60000"/>
                  </a:schemeClr>
                </a:solidFill>
                <a:effectLst/>
                <a:uLnTx/>
                <a:uFillTx/>
                <a:latin typeface="Trebuchet MS"/>
                <a:cs typeface="Arial"/>
                <a:sym typeface="Arial"/>
              </a:rPr>
              <a:t>트랜스포머 아키텍쳐</a:t>
            </a:r>
            <a:endParaRPr kumimoji="0" lang="en-US" sz="3200" b="0" i="0" u="none" strike="noStrike" kern="1200" cap="none" spc="0" normalizeH="0" baseline="0" noProof="0" dirty="0">
              <a:ln>
                <a:noFill/>
              </a:ln>
              <a:solidFill>
                <a:schemeClr val="accent2">
                  <a:lumMod val="40000"/>
                  <a:lumOff val="60000"/>
                </a:schemeClr>
              </a:solidFill>
              <a:effectLst/>
              <a:uLnTx/>
              <a:uFillTx/>
              <a:latin typeface="Trebuchet MS"/>
              <a:ea typeface="+mn-ea"/>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chemeClr val="accent2">
                    <a:lumMod val="40000"/>
                    <a:lumOff val="60000"/>
                  </a:schemeClr>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chemeClr val="accent2">
                    <a:lumMod val="40000"/>
                    <a:lumOff val="60000"/>
                  </a:schemeClr>
                </a:solidFill>
                <a:effectLst/>
                <a:uLnTx/>
                <a:uFillTx/>
                <a:latin typeface="Trebuchet MS"/>
                <a:ea typeface="맑은 고딕" panose="020B0503020000020004" pitchFamily="50" charset="-127"/>
                <a:cs typeface="Arial"/>
                <a:sym typeface="Arial"/>
              </a:rPr>
              <a:t>모델</a:t>
            </a:r>
            <a:endParaRPr kumimoji="0" lang="en-US" altLang="ko-KR" sz="3200" b="0" i="0" u="none" strike="noStrike" kern="1200" cap="none" spc="0" normalizeH="0" baseline="0" noProof="0" dirty="0">
              <a:ln>
                <a:noFill/>
              </a:ln>
              <a:solidFill>
                <a:schemeClr val="accent2">
                  <a:lumMod val="40000"/>
                  <a:lumOff val="60000"/>
                </a:schemeClr>
              </a:solidFill>
              <a:effectLst/>
              <a:uLnTx/>
              <a:uFillTx/>
              <a:latin typeface="Trebuchet MS"/>
              <a:ea typeface="맑은 고딕" panose="020B0503020000020004" pitchFamily="50" charset="-127"/>
              <a:cs typeface="Arial"/>
              <a:sym typeface="Arial"/>
            </a:endParaRPr>
          </a:p>
          <a:p>
            <a:pPr marL="1333470" marR="0" lvl="1" indent="-571500" algn="l" defTabSz="76197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chemeClr val="accent2">
                    <a:lumMod val="40000"/>
                    <a:lumOff val="60000"/>
                  </a:schemeClr>
                </a:solidFill>
                <a:effectLst/>
                <a:uLnTx/>
                <a:uFillTx/>
                <a:latin typeface="Trebuchet MS"/>
                <a:ea typeface="+mn-ea"/>
                <a:cs typeface="Arial"/>
                <a:sym typeface="Arial"/>
              </a:rPr>
              <a:t>BERT </a:t>
            </a:r>
            <a:r>
              <a:rPr kumimoji="0" lang="ko-KR" altLang="en-US" sz="3200" b="0" i="0" u="none" strike="noStrike" kern="1200" cap="none" spc="0" normalizeH="0" baseline="0" noProof="0" dirty="0">
                <a:ln>
                  <a:noFill/>
                </a:ln>
                <a:solidFill>
                  <a:schemeClr val="accent2">
                    <a:lumMod val="40000"/>
                    <a:lumOff val="60000"/>
                  </a:schemeClr>
                </a:solidFill>
                <a:effectLst/>
                <a:uLnTx/>
                <a:uFillTx/>
                <a:latin typeface="Trebuchet MS"/>
                <a:cs typeface="Arial"/>
                <a:sym typeface="Arial"/>
              </a:rPr>
              <a:t>사전훈련</a:t>
            </a:r>
            <a:endParaRPr kumimoji="0" lang="en-US" sz="3200" b="0" i="0" u="none" strike="noStrike" kern="1200" cap="none" spc="0" normalizeH="0" baseline="0" noProof="0" dirty="0">
              <a:ln>
                <a:noFill/>
              </a:ln>
              <a:solidFill>
                <a:schemeClr val="accent2">
                  <a:lumMod val="40000"/>
                  <a:lumOff val="60000"/>
                </a:schemeClr>
              </a:solidFill>
              <a:effectLst/>
              <a:uLnTx/>
              <a:uFillTx/>
              <a:latin typeface="Trebuchet MS"/>
              <a:ea typeface="+mn-ea"/>
              <a:cs typeface="Arial"/>
              <a:sym typeface="Arial"/>
            </a:endParaRPr>
          </a:p>
          <a:p>
            <a:pPr marL="761970" marR="0" lvl="1" indent="0" algn="l" defTabSz="914400" rtl="0" eaLnBrk="1" fontAlgn="auto" latinLnBrk="0" hangingPunct="1">
              <a:lnSpc>
                <a:spcPct val="100000"/>
              </a:lnSpc>
              <a:spcBef>
                <a:spcPts val="0"/>
              </a:spcBef>
              <a:spcAft>
                <a:spcPts val="0"/>
              </a:spcAft>
              <a:buClr>
                <a:srgbClr val="FFFFFF"/>
              </a:buClr>
              <a:buSzPts val="3200"/>
              <a:buFont typeface="Arial"/>
              <a:buNone/>
              <a:tabLst/>
              <a:defRPr/>
            </a:pPr>
            <a:endParaRPr kumimoji="0" sz="32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334648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0619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600" dirty="0" err="1"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orp_PPT_Template_LIGHT_NEW.pptx" id="{17E32700-DCD5-4248-AC7B-20BE646209B8}" vid="{8F3B7850-B8CA-4B46-BDF2-5559B4A46F81}"/>
    </a:ext>
  </a:extLst>
</a:theme>
</file>

<file path=ppt/theme/theme3.xml><?xml version="1.0" encoding="utf-8"?>
<a:theme xmlns:a="http://schemas.openxmlformats.org/drawingml/2006/main" name="2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otalTime>0</TotalTime>
  <Words>4307</Words>
  <Application>Microsoft Office PowerPoint</Application>
  <PresentationFormat>Custom</PresentationFormat>
  <Paragraphs>635</Paragraphs>
  <Slides>87</Slides>
  <Notes>84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87</vt:i4>
      </vt:variant>
    </vt:vector>
  </HeadingPairs>
  <TitlesOfParts>
    <vt:vector size="96" baseType="lpstr">
      <vt:lpstr>Arial</vt:lpstr>
      <vt:lpstr>Courier New</vt:lpstr>
      <vt:lpstr>noto</vt:lpstr>
      <vt:lpstr>Noto Sans Symbols</vt:lpstr>
      <vt:lpstr>Trebuchet MS</vt:lpstr>
      <vt:lpstr>Wingdings</vt:lpstr>
      <vt:lpstr>Title &amp; Bullet</vt:lpstr>
      <vt:lpstr>1_Title &amp; Bullet</vt:lpstr>
      <vt:lpstr>2_Title &amp; Bullet</vt:lpstr>
      <vt:lpstr>MACHINE LEARNING IN NLP</vt:lpstr>
      <vt:lpstr>PowerPoint Presentation</vt:lpstr>
      <vt:lpstr>PowerPoint Presentation</vt:lpstr>
      <vt:lpstr>수많은 애플리케이션의 기반</vt:lpstr>
      <vt:lpstr>PowerPoint Presentation</vt:lpstr>
      <vt:lpstr>오늘날 가능한 애플리케이션의 예</vt:lpstr>
      <vt:lpstr>PowerPoint Presentation</vt:lpstr>
      <vt:lpstr>PowerPoint Presentation</vt:lpstr>
      <vt:lpstr>PowerPoint Presentation</vt:lpstr>
      <vt:lpstr>문제 정형화</vt:lpstr>
      <vt:lpstr>머신 러닝</vt:lpstr>
      <vt:lpstr>머신 러닝</vt:lpstr>
      <vt:lpstr>머신 러닝</vt:lpstr>
      <vt:lpstr>머신러닝</vt:lpstr>
      <vt:lpstr>머신 러닝</vt:lpstr>
      <vt:lpstr>PowerPoint Presentation</vt:lpstr>
      <vt:lpstr>텍스트 표현</vt:lpstr>
      <vt:lpstr>The Bag of words</vt:lpstr>
      <vt:lpstr>분산된 단어 표현  (Distributed Word Representation)</vt:lpstr>
      <vt:lpstr>분포 가설 (Distributed hypothesis)</vt:lpstr>
      <vt:lpstr>동시 발생 패턴 (Co-occurrence pattern)</vt:lpstr>
      <vt:lpstr>동시 발생 패턴 (Co-occurrence pattern)</vt:lpstr>
      <vt:lpstr>PowerPoint Presentation</vt:lpstr>
      <vt:lpstr>차원 축소 (Dimensionality reduction)</vt:lpstr>
      <vt:lpstr>LSA/LSI</vt:lpstr>
      <vt:lpstr>LSA/LSI</vt:lpstr>
      <vt:lpstr>LSA/LSI</vt:lpstr>
      <vt:lpstr>LSA/LSI</vt:lpstr>
      <vt:lpstr>LSA/LSI</vt:lpstr>
      <vt:lpstr>LSA/LSI</vt:lpstr>
      <vt:lpstr>LSA/LSI</vt:lpstr>
      <vt:lpstr>우리는 더 많은 프로그레스를 만들었나요?</vt:lpstr>
      <vt:lpstr>2010년 기준</vt:lpstr>
      <vt:lpstr>PowerPoint Presentation</vt:lpstr>
      <vt:lpstr>왜 뉴럴 네트워크와 동일하게 접근하지 않았나요?</vt:lpstr>
      <vt:lpstr>Status as of 2010</vt:lpstr>
      <vt:lpstr>Word2Vec</vt:lpstr>
      <vt:lpstr>Word2Vec</vt:lpstr>
      <vt:lpstr>Glove</vt:lpstr>
      <vt:lpstr>Glove</vt:lpstr>
      <vt:lpstr>Glove</vt:lpstr>
      <vt:lpstr>Glove</vt:lpstr>
      <vt:lpstr>Glove</vt:lpstr>
      <vt:lpstr>Using the embeddings</vt:lpstr>
      <vt:lpstr>NLP 접근법</vt:lpstr>
      <vt:lpstr>NLP 접근법</vt:lpstr>
      <vt:lpstr>고전적인 접근법</vt:lpstr>
      <vt:lpstr>고전적인 접근법</vt:lpstr>
      <vt:lpstr>피처 엔지니어링 방법은 어떨까요?</vt:lpstr>
      <vt:lpstr>Deep Representation Learning</vt:lpstr>
      <vt:lpstr>Deep Representation Learning</vt:lpstr>
      <vt:lpstr>PowerPoint Presentation</vt:lpstr>
      <vt:lpstr>RNN(RECURRENT NEURAL NETWORK)</vt:lpstr>
      <vt:lpstr>LSTM(LONG SHORT TERM MEMORY) 셀</vt:lpstr>
      <vt:lpstr>CNNs</vt:lpstr>
      <vt:lpstr>CNN(CONVOLUTIONAL NEURAL NETWORK)</vt:lpstr>
      <vt:lpstr>어텐션</vt:lpstr>
      <vt:lpstr>긴 시퀀스는 어떨까요?</vt:lpstr>
      <vt:lpstr>긴 시퀀스는 어떨까요?</vt:lpstr>
      <vt:lpstr>ATTENTION</vt:lpstr>
      <vt:lpstr>ATTENTION</vt:lpstr>
      <vt:lpstr>attention</vt:lpstr>
      <vt:lpstr>attention</vt:lpstr>
      <vt:lpstr>PowerPoint Presentation</vt:lpstr>
      <vt:lpstr>ATTENTION IS ALL YOU NEED</vt:lpstr>
      <vt:lpstr>ATTENTION IS ALL YOU NEED</vt:lpstr>
      <vt:lpstr>논문은 그 자체로  획기적인 접근이었나요?</vt:lpstr>
      <vt:lpstr>ATTENTION IS ALL YOU NEED</vt:lpstr>
      <vt:lpstr>ATTENTION IS ALL YOU NEED</vt:lpstr>
      <vt:lpstr>뉴럴 임베딩</vt:lpstr>
      <vt:lpstr>피처 재사용</vt:lpstr>
      <vt:lpstr>NLP 임베딩을 재사용하는 것은 어려웠음</vt:lpstr>
      <vt:lpstr>준지도 시퀀스 학습</vt:lpstr>
      <vt:lpstr>준지도 시퀀스 학습</vt:lpstr>
      <vt:lpstr>준지도 시퀀스 학습</vt:lpstr>
      <vt:lpstr>ELMO</vt:lpstr>
      <vt:lpstr>ELMO</vt:lpstr>
      <vt:lpstr>ULM-FIT</vt:lpstr>
      <vt:lpstr>NLP 전이 학습</vt:lpstr>
      <vt:lpstr>새로운 NLP 모델의 기반을 생성하였습니다 . (다음 클래스에서 다룸)</vt:lpstr>
      <vt:lpstr>실습</vt:lpstr>
      <vt:lpstr>ATTENTION IS ALL YOU NEED</vt:lpstr>
      <vt:lpstr>Bert</vt:lpstr>
      <vt:lpstr>다음 수업에서 다룰 내용…</vt:lpstr>
      <vt:lpstr>자기지도, BERT 및 최신 모델</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2021-11-07T23:30:53Z</dcterms:created>
  <dcterms:modified xsi:type="dcterms:W3CDTF">2023-12-19T18:45:38Z</dcterms:modified>
</cp:coreProperties>
</file>