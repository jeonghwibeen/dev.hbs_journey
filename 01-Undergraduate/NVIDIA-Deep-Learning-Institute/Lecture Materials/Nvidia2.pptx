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6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7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6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7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32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33.xml" ContentType="application/vnd.openxmlformats-officedocument.presentationml.notesSlide+xml"/>
  <Override PartName="/ppt/diagrams/data7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39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notesSlides/notesSlide40.xml" ContentType="application/vnd.openxmlformats-officedocument.presentationml.notesSlid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41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42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4.xml" ContentType="application/vnd.openxmlformats-officedocument.drawingml.diagramData+xml"/>
  <Override PartName="/ppt/diagrams/data6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94" r:id="rId4"/>
    <p:sldMasterId id="2147483982" r:id="rId5"/>
    <p:sldMasterId id="2147483996" r:id="rId6"/>
    <p:sldMasterId id="2147484014" r:id="rId7"/>
    <p:sldMasterId id="2147484027" r:id="rId8"/>
    <p:sldMasterId id="2147484047" r:id="rId9"/>
    <p:sldMasterId id="2147484059" r:id="rId10"/>
    <p:sldMasterId id="2147484073" r:id="rId11"/>
  </p:sldMasterIdLst>
  <p:notesMasterIdLst>
    <p:notesMasterId r:id="rId66"/>
  </p:notesMasterIdLst>
  <p:handoutMasterIdLst>
    <p:handoutMasterId r:id="rId67"/>
  </p:handoutMasterIdLst>
  <p:sldIdLst>
    <p:sldId id="754" r:id="rId12"/>
    <p:sldId id="1166" r:id="rId13"/>
    <p:sldId id="1167" r:id="rId14"/>
    <p:sldId id="1078" r:id="rId15"/>
    <p:sldId id="1116" r:id="rId16"/>
    <p:sldId id="1117" r:id="rId17"/>
    <p:sldId id="1074" r:id="rId18"/>
    <p:sldId id="1094" r:id="rId19"/>
    <p:sldId id="1092" r:id="rId20"/>
    <p:sldId id="1155" r:id="rId21"/>
    <p:sldId id="1119" r:id="rId22"/>
    <p:sldId id="1120" r:id="rId23"/>
    <p:sldId id="1156" r:id="rId24"/>
    <p:sldId id="1123" r:id="rId25"/>
    <p:sldId id="1153" r:id="rId26"/>
    <p:sldId id="1157" r:id="rId27"/>
    <p:sldId id="1158" r:id="rId28"/>
    <p:sldId id="1159" r:id="rId29"/>
    <p:sldId id="1154" r:id="rId30"/>
    <p:sldId id="1151" r:id="rId31"/>
    <p:sldId id="1095" r:id="rId32"/>
    <p:sldId id="1130" r:id="rId33"/>
    <p:sldId id="1131" r:id="rId34"/>
    <p:sldId id="1132" r:id="rId35"/>
    <p:sldId id="1133" r:id="rId36"/>
    <p:sldId id="1134" r:id="rId37"/>
    <p:sldId id="1169" r:id="rId38"/>
    <p:sldId id="1136" r:id="rId39"/>
    <p:sldId id="1164" r:id="rId40"/>
    <p:sldId id="1160" r:id="rId41"/>
    <p:sldId id="1161" r:id="rId42"/>
    <p:sldId id="1162" r:id="rId43"/>
    <p:sldId id="1163" r:id="rId44"/>
    <p:sldId id="1140" r:id="rId45"/>
    <p:sldId id="1141" r:id="rId46"/>
    <p:sldId id="1143" r:id="rId47"/>
    <p:sldId id="1144" r:id="rId48"/>
    <p:sldId id="1146" r:id="rId49"/>
    <p:sldId id="1147" r:id="rId50"/>
    <p:sldId id="1148" r:id="rId51"/>
    <p:sldId id="1149" r:id="rId52"/>
    <p:sldId id="1165" r:id="rId53"/>
    <p:sldId id="1150" r:id="rId54"/>
    <p:sldId id="1112" r:id="rId55"/>
    <p:sldId id="1114" r:id="rId56"/>
    <p:sldId id="1152" r:id="rId57"/>
    <p:sldId id="1121" r:id="rId58"/>
    <p:sldId id="1124" r:id="rId59"/>
    <p:sldId id="1125" r:id="rId60"/>
    <p:sldId id="1126" r:id="rId61"/>
    <p:sldId id="1127" r:id="rId62"/>
    <p:sldId id="1128" r:id="rId63"/>
    <p:sldId id="1129" r:id="rId64"/>
    <p:sldId id="1168" r:id="rId65"/>
  </p:sldIdLst>
  <p:sldSz cx="10972800" cy="6172200"/>
  <p:notesSz cx="7010400" cy="9296400"/>
  <p:embeddedFontLst>
    <p:embeddedFont>
      <p:font typeface="Questrial" panose="020B0600000101010101" charset="-127"/>
      <p:regular r:id="rId68"/>
    </p:embeddedFont>
    <p:embeddedFont>
      <p:font typeface="Cambria Math" panose="02040503050406030204" pitchFamily="18" charset="0"/>
      <p:regular r:id="rId69"/>
    </p:embeddedFont>
    <p:embeddedFont>
      <p:font typeface="Century Gothic" panose="020B0502020202020204" pitchFamily="34" charset="0"/>
      <p:regular r:id="rId70"/>
      <p:bold r:id="rId71"/>
      <p:italic r:id="rId72"/>
      <p:boldItalic r:id="rId73"/>
    </p:embeddedFont>
    <p:embeddedFont>
      <p:font typeface="Gill Sans MT" panose="020B0502020104020203" pitchFamily="34" charset="0"/>
      <p:regular r:id="rId74"/>
    </p:embeddedFont>
    <p:embeddedFont>
      <p:font typeface="Trebuchet MS" panose="020B0603020202020204" pitchFamily="34" charset="0"/>
      <p:regular r:id="rId75"/>
      <p:bold r:id="rId76"/>
      <p:italic r:id="rId77"/>
      <p:boldItalic r:id="rId78"/>
    </p:embeddedFont>
    <p:embeddedFont>
      <p:font typeface="Wingdings 3" panose="05040102010807070707" pitchFamily="18" charset="2"/>
      <p:regular r:id="rId79"/>
    </p:embeddedFont>
  </p:embeddedFont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16">
          <p15:clr>
            <a:srgbClr val="A4A3A4"/>
          </p15:clr>
        </p15:guide>
        <p15:guide id="2" orient="horz" pos="3050">
          <p15:clr>
            <a:srgbClr val="A4A3A4"/>
          </p15:clr>
        </p15:guide>
        <p15:guide id="3" orient="horz" pos="3189">
          <p15:clr>
            <a:srgbClr val="A4A3A4"/>
          </p15:clr>
        </p15:guide>
        <p15:guide id="4" pos="5455">
          <p15:clr>
            <a:srgbClr val="A4A3A4"/>
          </p15:clr>
        </p15:guide>
        <p15:guide id="5" orient="horz" pos="975">
          <p15:clr>
            <a:srgbClr val="A4A3A4"/>
          </p15:clr>
        </p15:guide>
        <p15:guide id="6" pos="345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yd Case" initials="LC" lastIdx="17" clrIdx="0">
    <p:extLst>
      <p:ext uri="{19B8F6BF-5375-455C-9EA6-DF929625EA0E}">
        <p15:presenceInfo xmlns:p15="http://schemas.microsoft.com/office/powerpoint/2012/main" userId="Loyd Cas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3638D"/>
    <a:srgbClr val="D8E219"/>
    <a:srgbClr val="E7FFBE"/>
    <a:srgbClr val="76B900"/>
    <a:srgbClr val="99FF66"/>
    <a:srgbClr val="E26D32"/>
    <a:srgbClr val="5A5A5A"/>
    <a:srgbClr val="4E7A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0382" autoAdjust="0"/>
  </p:normalViewPr>
  <p:slideViewPr>
    <p:cSldViewPr snapToGrid="0">
      <p:cViewPr varScale="1">
        <p:scale>
          <a:sx n="87" d="100"/>
          <a:sy n="87" d="100"/>
        </p:scale>
        <p:origin x="1806" y="78"/>
      </p:cViewPr>
      <p:guideLst>
        <p:guide orient="horz" pos="1316"/>
        <p:guide orient="horz" pos="3050"/>
        <p:guide orient="horz" pos="3189"/>
        <p:guide pos="5455"/>
        <p:guide orient="horz" pos="975"/>
        <p:guide pos="345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63" Type="http://schemas.openxmlformats.org/officeDocument/2006/relationships/slide" Target="slides/slide52.xml"/><Relationship Id="rId68" Type="http://schemas.openxmlformats.org/officeDocument/2006/relationships/font" Target="fonts/font1.fntdata"/><Relationship Id="rId76" Type="http://schemas.openxmlformats.org/officeDocument/2006/relationships/font" Target="fonts/font9.fntdata"/><Relationship Id="rId8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71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66" Type="http://schemas.openxmlformats.org/officeDocument/2006/relationships/notesMaster" Target="notesMasters/notesMaster1.xml"/><Relationship Id="rId74" Type="http://schemas.openxmlformats.org/officeDocument/2006/relationships/font" Target="fonts/font7.fntdata"/><Relationship Id="rId79" Type="http://schemas.openxmlformats.org/officeDocument/2006/relationships/font" Target="fonts/font12.fntdata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0.xml"/><Relationship Id="rId82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openxmlformats.org/officeDocument/2006/relationships/slide" Target="slides/slide49.xml"/><Relationship Id="rId65" Type="http://schemas.openxmlformats.org/officeDocument/2006/relationships/slide" Target="slides/slide54.xml"/><Relationship Id="rId73" Type="http://schemas.openxmlformats.org/officeDocument/2006/relationships/font" Target="fonts/font6.fntdata"/><Relationship Id="rId78" Type="http://schemas.openxmlformats.org/officeDocument/2006/relationships/font" Target="fonts/font11.fntdata"/><Relationship Id="rId8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56" Type="http://schemas.openxmlformats.org/officeDocument/2006/relationships/slide" Target="slides/slide45.xml"/><Relationship Id="rId64" Type="http://schemas.openxmlformats.org/officeDocument/2006/relationships/slide" Target="slides/slide53.xml"/><Relationship Id="rId69" Type="http://schemas.openxmlformats.org/officeDocument/2006/relationships/font" Target="fonts/font2.fntdata"/><Relationship Id="rId77" Type="http://schemas.openxmlformats.org/officeDocument/2006/relationships/font" Target="fonts/font10.fntdata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0.xml"/><Relationship Id="rId72" Type="http://schemas.openxmlformats.org/officeDocument/2006/relationships/font" Target="fonts/font5.fntdata"/><Relationship Id="rId80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59" Type="http://schemas.openxmlformats.org/officeDocument/2006/relationships/slide" Target="slides/slide4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slide" Target="slides/slide43.xml"/><Relationship Id="rId62" Type="http://schemas.openxmlformats.org/officeDocument/2006/relationships/slide" Target="slides/slide51.xml"/><Relationship Id="rId70" Type="http://schemas.openxmlformats.org/officeDocument/2006/relationships/font" Target="fonts/font3.fntdata"/><Relationship Id="rId75" Type="http://schemas.openxmlformats.org/officeDocument/2006/relationships/font" Target="fonts/font8.fntdata"/><Relationship Id="rId83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slide" Target="slides/slide4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66675">
                <a:solidFill>
                  <a:schemeClr val="tx2">
                    <a:lumMod val="75000"/>
                  </a:schemeClr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00D-407D-9EA0-D6ED3CA6C9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3789816"/>
        <c:axId val="723793752"/>
      </c:scatterChart>
      <c:valAx>
        <c:axId val="723789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93752"/>
        <c:crosses val="autoZero"/>
        <c:crossBetween val="midCat"/>
      </c:valAx>
      <c:valAx>
        <c:axId val="723793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</a:t>
                </a:r>
              </a:p>
            </c:rich>
          </c:tx>
          <c:layout>
            <c:manualLayout>
              <c:xMode val="edge"/>
              <c:yMode val="edge"/>
              <c:x val="0"/>
              <c:y val="0.341501880516963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89816"/>
        <c:crosses val="autoZero"/>
        <c:crossBetween val="midCat"/>
      </c:valAx>
      <c:spPr>
        <a:solidFill>
          <a:schemeClr val="tx1">
            <a:lumMod val="95000"/>
          </a:schemeClr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/>
      </a:solidFill>
    </a:ln>
    <a:effectLst/>
  </c:spPr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66675">
                <a:solidFill>
                  <a:schemeClr val="tx2">
                    <a:lumMod val="75000"/>
                  </a:schemeClr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00D-407D-9EA0-D6ED3CA6C9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3789816"/>
        <c:axId val="723793752"/>
      </c:scatterChart>
      <c:valAx>
        <c:axId val="723789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93752"/>
        <c:crosses val="autoZero"/>
        <c:crossBetween val="midCat"/>
      </c:valAx>
      <c:valAx>
        <c:axId val="723793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</a:t>
                </a:r>
              </a:p>
            </c:rich>
          </c:tx>
          <c:layout>
            <c:manualLayout>
              <c:xMode val="edge"/>
              <c:yMode val="edge"/>
              <c:x val="0"/>
              <c:y val="0.341501880516963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89816"/>
        <c:crosses val="autoZero"/>
        <c:crossBetween val="midCat"/>
      </c:valAx>
      <c:spPr>
        <a:solidFill>
          <a:schemeClr val="tx1">
            <a:lumMod val="95000"/>
          </a:schemeClr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/>
      </a:solidFill>
    </a:ln>
    <a:effectLst/>
  </c:spPr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66675">
                <a:solidFill>
                  <a:schemeClr val="tx2">
                    <a:lumMod val="75000"/>
                  </a:schemeClr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00D-407D-9EA0-D6ED3CA6C9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3789816"/>
        <c:axId val="723793752"/>
      </c:scatterChart>
      <c:valAx>
        <c:axId val="723789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93752"/>
        <c:crosses val="autoZero"/>
        <c:crossBetween val="midCat"/>
      </c:valAx>
      <c:valAx>
        <c:axId val="723793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</a:t>
                </a:r>
              </a:p>
            </c:rich>
          </c:tx>
          <c:layout>
            <c:manualLayout>
              <c:xMode val="edge"/>
              <c:yMode val="edge"/>
              <c:x val="0"/>
              <c:y val="0.341501880516963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89816"/>
        <c:crosses val="autoZero"/>
        <c:crossBetween val="midCat"/>
      </c:valAx>
      <c:spPr>
        <a:solidFill>
          <a:schemeClr val="tx1">
            <a:lumMod val="95000"/>
          </a:schemeClr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/>
      </a:solidFill>
    </a:ln>
    <a:effectLst/>
  </c:spPr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66675">
                <a:solidFill>
                  <a:schemeClr val="tx2">
                    <a:lumMod val="75000"/>
                  </a:schemeClr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335-46B5-8428-AA8AA966FE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3789816"/>
        <c:axId val="723793752"/>
      </c:scatterChart>
      <c:valAx>
        <c:axId val="723789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93752"/>
        <c:crosses val="autoZero"/>
        <c:crossBetween val="midCat"/>
      </c:valAx>
      <c:valAx>
        <c:axId val="723793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</a:t>
                </a:r>
              </a:p>
            </c:rich>
          </c:tx>
          <c:layout>
            <c:manualLayout>
              <c:xMode val="edge"/>
              <c:yMode val="edge"/>
              <c:x val="0"/>
              <c:y val="0.341501880516963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89816"/>
        <c:crosses val="autoZero"/>
        <c:crossBetween val="midCat"/>
      </c:valAx>
      <c:spPr>
        <a:solidFill>
          <a:schemeClr val="tx1">
            <a:lumMod val="95000"/>
          </a:schemeClr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/>
      </a:solidFill>
    </a:ln>
    <a:effectLst/>
  </c:spPr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66675">
                <a:solidFill>
                  <a:schemeClr val="tx2">
                    <a:lumMod val="75000"/>
                  </a:schemeClr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00D-407D-9EA0-D6ED3CA6C9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3789816"/>
        <c:axId val="723793752"/>
      </c:scatterChart>
      <c:valAx>
        <c:axId val="723789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93752"/>
        <c:crosses val="autoZero"/>
        <c:crossBetween val="midCat"/>
      </c:valAx>
      <c:valAx>
        <c:axId val="723793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</a:t>
                </a:r>
              </a:p>
            </c:rich>
          </c:tx>
          <c:layout>
            <c:manualLayout>
              <c:xMode val="edge"/>
              <c:yMode val="edge"/>
              <c:x val="0"/>
              <c:y val="0.341501880516963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89816"/>
        <c:crosses val="autoZero"/>
        <c:crossBetween val="midCat"/>
      </c:valAx>
      <c:spPr>
        <a:solidFill>
          <a:schemeClr val="tx1">
            <a:lumMod val="95000"/>
          </a:schemeClr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/>
      </a:solidFill>
    </a:ln>
    <a:effectLst/>
  </c:spPr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66675">
                <a:solidFill>
                  <a:schemeClr val="tx2">
                    <a:lumMod val="75000"/>
                  </a:schemeClr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6E9-4D04-A09A-92A3EBEC1B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3789816"/>
        <c:axId val="723793752"/>
      </c:scatterChart>
      <c:valAx>
        <c:axId val="723789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93752"/>
        <c:crosses val="autoZero"/>
        <c:crossBetween val="midCat"/>
      </c:valAx>
      <c:valAx>
        <c:axId val="723793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</a:t>
                </a:r>
              </a:p>
            </c:rich>
          </c:tx>
          <c:layout>
            <c:manualLayout>
              <c:xMode val="edge"/>
              <c:yMode val="edge"/>
              <c:x val="0"/>
              <c:y val="0.341501880516963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89816"/>
        <c:crosses val="autoZero"/>
        <c:crossBetween val="midCat"/>
      </c:valAx>
      <c:spPr>
        <a:solidFill>
          <a:schemeClr val="tx1">
            <a:lumMod val="95000"/>
          </a:schemeClr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/>
      </a:solidFill>
    </a:ln>
    <a:effectLst/>
  </c:spPr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66675">
                <a:solidFill>
                  <a:schemeClr val="tx2">
                    <a:lumMod val="75000"/>
                  </a:schemeClr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6E9-4D04-A09A-92A3EBEC1B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3789816"/>
        <c:axId val="723793752"/>
      </c:scatterChart>
      <c:valAx>
        <c:axId val="723789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93752"/>
        <c:crosses val="autoZero"/>
        <c:crossBetween val="midCat"/>
      </c:valAx>
      <c:valAx>
        <c:axId val="723793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</a:t>
                </a:r>
              </a:p>
            </c:rich>
          </c:tx>
          <c:layout>
            <c:manualLayout>
              <c:xMode val="edge"/>
              <c:yMode val="edge"/>
              <c:x val="0"/>
              <c:y val="0.341501880516963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89816"/>
        <c:crosses val="autoZero"/>
        <c:crossBetween val="midCat"/>
      </c:valAx>
      <c:spPr>
        <a:solidFill>
          <a:schemeClr val="tx1">
            <a:lumMod val="95000"/>
          </a:schemeClr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/>
      </a:solidFill>
    </a:ln>
    <a:effectLst/>
  </c:spPr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66675">
                <a:solidFill>
                  <a:schemeClr val="tx2">
                    <a:lumMod val="75000"/>
                  </a:schemeClr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6E9-4D04-A09A-92A3EBEC1B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3789816"/>
        <c:axId val="723793752"/>
      </c:scatterChart>
      <c:valAx>
        <c:axId val="723789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93752"/>
        <c:crosses val="autoZero"/>
        <c:crossBetween val="midCat"/>
      </c:valAx>
      <c:valAx>
        <c:axId val="723793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</a:t>
                </a:r>
              </a:p>
            </c:rich>
          </c:tx>
          <c:layout>
            <c:manualLayout>
              <c:xMode val="edge"/>
              <c:yMode val="edge"/>
              <c:x val="0"/>
              <c:y val="0.341501880516963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3789816"/>
        <c:crosses val="autoZero"/>
        <c:crossBetween val="midCat"/>
      </c:valAx>
      <c:spPr>
        <a:solidFill>
          <a:schemeClr val="tx1">
            <a:lumMod val="95000"/>
          </a:schemeClr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/>
      </a:solidFill>
    </a:ln>
    <a:effectLst/>
  </c:spPr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746062992125984E-2"/>
          <c:y val="0.103046875"/>
          <c:w val="0.92162893700787396"/>
          <c:h val="0.74941621555118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-10</c:v>
                </c:pt>
                <c:pt idx="1">
                  <c:v>-5</c:v>
                </c:pt>
                <c:pt idx="2">
                  <c:v>0</c:v>
                </c:pt>
                <c:pt idx="3">
                  <c:v>5</c:v>
                </c:pt>
                <c:pt idx="4">
                  <c:v>10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-10</c:v>
                </c:pt>
                <c:pt idx="1">
                  <c:v>-5</c:v>
                </c:pt>
                <c:pt idx="2">
                  <c:v>0</c:v>
                </c:pt>
                <c:pt idx="3">
                  <c:v>5</c:v>
                </c:pt>
                <c:pt idx="4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73-41AD-AB01-9489807E62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00987800"/>
        <c:axId val="800984520"/>
      </c:lineChart>
      <c:catAx>
        <c:axId val="8009878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0984520"/>
        <c:crosses val="autoZero"/>
        <c:auto val="1"/>
        <c:lblAlgn val="ctr"/>
        <c:lblOffset val="100"/>
        <c:noMultiLvlLbl val="0"/>
      </c:catAx>
      <c:valAx>
        <c:axId val="800984520"/>
        <c:scaling>
          <c:orientation val="minMax"/>
          <c:max val="10"/>
          <c:min val="-10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0987800"/>
        <c:crosses val="autoZero"/>
        <c:crossBetween val="midCat"/>
        <c:majorUnit val="5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1">
        <a:lumMod val="95000"/>
      </a:schemeClr>
    </a:solidFill>
    <a:ln>
      <a:solidFill>
        <a:schemeClr val="bg1"/>
      </a:solidFill>
    </a:ln>
    <a:effectLst/>
  </c:spPr>
  <c:txPr>
    <a:bodyPr/>
    <a:lstStyle/>
    <a:p>
      <a:pPr>
        <a:defRPr sz="16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581922045361094"/>
          <c:y val="6.970411656207573E-2"/>
          <c:w val="0.92162893700787396"/>
          <c:h val="0.74941621555118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-10</c:v>
                </c:pt>
                <c:pt idx="1">
                  <c:v>-5</c:v>
                </c:pt>
                <c:pt idx="2">
                  <c:v>0</c:v>
                </c:pt>
                <c:pt idx="3">
                  <c:v>5</c:v>
                </c:pt>
                <c:pt idx="4">
                  <c:v>10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4F-421F-A18D-589E743CDB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00987800"/>
        <c:axId val="800984520"/>
      </c:lineChart>
      <c:catAx>
        <c:axId val="8009878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0984520"/>
        <c:crosses val="autoZero"/>
        <c:auto val="1"/>
        <c:lblAlgn val="ctr"/>
        <c:lblOffset val="100"/>
        <c:noMultiLvlLbl val="0"/>
      </c:catAx>
      <c:valAx>
        <c:axId val="800984520"/>
        <c:scaling>
          <c:orientation val="minMax"/>
          <c:max val="10"/>
          <c:min val="-10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0987800"/>
        <c:crosses val="autoZero"/>
        <c:crossBetween val="midCat"/>
        <c:majorUnit val="5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1">
        <a:lumMod val="95000"/>
      </a:schemeClr>
    </a:solidFill>
    <a:ln>
      <a:solidFill>
        <a:schemeClr val="bg1"/>
      </a:solidFill>
    </a:ln>
    <a:effectLst/>
  </c:spPr>
  <c:txPr>
    <a:bodyPr/>
    <a:lstStyle/>
    <a:p>
      <a:pPr>
        <a:defRPr sz="16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581922045361094"/>
          <c:y val="6.970411656207573E-2"/>
          <c:w val="0.92162893700787396"/>
          <c:h val="0.74941621555118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Sheet1!$A$2:$A$18</c:f>
              <c:numCache>
                <c:formatCode>General</c:formatCode>
                <c:ptCount val="17"/>
                <c:pt idx="0">
                  <c:v>-10</c:v>
                </c:pt>
                <c:pt idx="1">
                  <c:v>-8.75</c:v>
                </c:pt>
                <c:pt idx="2">
                  <c:v>-7.5</c:v>
                </c:pt>
                <c:pt idx="3">
                  <c:v>-6.25</c:v>
                </c:pt>
                <c:pt idx="4">
                  <c:v>-5</c:v>
                </c:pt>
                <c:pt idx="5">
                  <c:v>-3.75</c:v>
                </c:pt>
                <c:pt idx="6">
                  <c:v>-2.5</c:v>
                </c:pt>
                <c:pt idx="7">
                  <c:v>-1.25</c:v>
                </c:pt>
                <c:pt idx="8">
                  <c:v>0</c:v>
                </c:pt>
                <c:pt idx="9">
                  <c:v>1.25</c:v>
                </c:pt>
                <c:pt idx="10">
                  <c:v>2.5</c:v>
                </c:pt>
                <c:pt idx="11">
                  <c:v>3.75</c:v>
                </c:pt>
                <c:pt idx="12">
                  <c:v>5</c:v>
                </c:pt>
                <c:pt idx="13">
                  <c:v>6.25</c:v>
                </c:pt>
                <c:pt idx="14">
                  <c:v>7.5</c:v>
                </c:pt>
                <c:pt idx="15">
                  <c:v>8.75</c:v>
                </c:pt>
                <c:pt idx="16">
                  <c:v>10</c:v>
                </c:pt>
              </c:numCache>
            </c:num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4.5397868702434395E-5</c:v>
                </c:pt>
                <c:pt idx="1">
                  <c:v>1.5843621910252592E-4</c:v>
                </c:pt>
                <c:pt idx="2">
                  <c:v>5.5277863692359955E-4</c:v>
                </c:pt>
                <c:pt idx="3">
                  <c:v>1.9267346633274757E-3</c:v>
                </c:pt>
                <c:pt idx="4">
                  <c:v>6.6928509242848554E-3</c:v>
                </c:pt>
                <c:pt idx="5">
                  <c:v>2.2977369910025615E-2</c:v>
                </c:pt>
                <c:pt idx="6">
                  <c:v>7.5858180021243546E-2</c:v>
                </c:pt>
                <c:pt idx="7">
                  <c:v>0.22270013882530884</c:v>
                </c:pt>
                <c:pt idx="8">
                  <c:v>0.5</c:v>
                </c:pt>
                <c:pt idx="9">
                  <c:v>0.77729986117469108</c:v>
                </c:pt>
                <c:pt idx="10">
                  <c:v>0.92414181997875655</c:v>
                </c:pt>
                <c:pt idx="11">
                  <c:v>0.97702263008997436</c:v>
                </c:pt>
                <c:pt idx="12">
                  <c:v>0.99330714907571527</c:v>
                </c:pt>
                <c:pt idx="13">
                  <c:v>0.99807326533667251</c:v>
                </c:pt>
                <c:pt idx="14">
                  <c:v>0.9994472213630764</c:v>
                </c:pt>
                <c:pt idx="15">
                  <c:v>0.9998415637808975</c:v>
                </c:pt>
                <c:pt idx="16">
                  <c:v>0.99995460213129761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53-4A49-AA3D-7CDA02DB7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00987800"/>
        <c:axId val="800984520"/>
      </c:lineChart>
      <c:catAx>
        <c:axId val="8009878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0984520"/>
        <c:crosses val="autoZero"/>
        <c:auto val="1"/>
        <c:lblAlgn val="ctr"/>
        <c:lblOffset val="100"/>
        <c:tickMarkSkip val="4"/>
        <c:noMultiLvlLbl val="0"/>
      </c:catAx>
      <c:valAx>
        <c:axId val="800984520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0987800"/>
        <c:crosses val="autoZero"/>
        <c:crossBetween val="midCat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1">
        <a:lumMod val="95000"/>
      </a:schemeClr>
    </a:solidFill>
    <a:ln>
      <a:solidFill>
        <a:schemeClr val="bg1"/>
      </a:solidFill>
    </a:ln>
    <a:effectLst/>
  </c:spPr>
  <c:txPr>
    <a:bodyPr/>
    <a:lstStyle/>
    <a:p>
      <a:pPr>
        <a:defRPr sz="16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037739124303808"/>
          <c:y val="8.4977610935169312E-2"/>
          <c:w val="0.92162893700787396"/>
          <c:h val="0.74941621555118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-10</c:v>
                </c:pt>
                <c:pt idx="1">
                  <c:v>-9.5</c:v>
                </c:pt>
                <c:pt idx="2">
                  <c:v>-9</c:v>
                </c:pt>
                <c:pt idx="3">
                  <c:v>-8.5</c:v>
                </c:pt>
                <c:pt idx="4">
                  <c:v>-8</c:v>
                </c:pt>
                <c:pt idx="5">
                  <c:v>-7.5</c:v>
                </c:pt>
                <c:pt idx="6">
                  <c:v>-7</c:v>
                </c:pt>
                <c:pt idx="7">
                  <c:v>-6.5</c:v>
                </c:pt>
                <c:pt idx="8">
                  <c:v>-6</c:v>
                </c:pt>
                <c:pt idx="9">
                  <c:v>-5.5</c:v>
                </c:pt>
                <c:pt idx="10">
                  <c:v>-5</c:v>
                </c:pt>
                <c:pt idx="11">
                  <c:v>-4.5</c:v>
                </c:pt>
                <c:pt idx="12">
                  <c:v>-4</c:v>
                </c:pt>
                <c:pt idx="13">
                  <c:v>-3.5</c:v>
                </c:pt>
                <c:pt idx="14">
                  <c:v>-3</c:v>
                </c:pt>
                <c:pt idx="15">
                  <c:v>-2.5</c:v>
                </c:pt>
                <c:pt idx="16">
                  <c:v>-2</c:v>
                </c:pt>
                <c:pt idx="17">
                  <c:v>-1.5</c:v>
                </c:pt>
                <c:pt idx="18">
                  <c:v>-1</c:v>
                </c:pt>
                <c:pt idx="19">
                  <c:v>-0.5</c:v>
                </c:pt>
                <c:pt idx="20">
                  <c:v>0</c:v>
                </c:pt>
                <c:pt idx="21">
                  <c:v>0.5</c:v>
                </c:pt>
                <c:pt idx="22">
                  <c:v>1</c:v>
                </c:pt>
                <c:pt idx="23">
                  <c:v>1.5</c:v>
                </c:pt>
                <c:pt idx="24">
                  <c:v>2</c:v>
                </c:pt>
                <c:pt idx="25">
                  <c:v>2.5</c:v>
                </c:pt>
                <c:pt idx="26">
                  <c:v>3</c:v>
                </c:pt>
                <c:pt idx="27">
                  <c:v>3.5</c:v>
                </c:pt>
                <c:pt idx="28">
                  <c:v>4</c:v>
                </c:pt>
                <c:pt idx="29">
                  <c:v>4.5</c:v>
                </c:pt>
                <c:pt idx="30">
                  <c:v>5</c:v>
                </c:pt>
                <c:pt idx="31">
                  <c:v>5.5</c:v>
                </c:pt>
                <c:pt idx="32">
                  <c:v>6</c:v>
                </c:pt>
                <c:pt idx="33">
                  <c:v>6.5</c:v>
                </c:pt>
                <c:pt idx="34">
                  <c:v>7</c:v>
                </c:pt>
                <c:pt idx="35">
                  <c:v>7.5</c:v>
                </c:pt>
                <c:pt idx="36">
                  <c:v>8</c:v>
                </c:pt>
                <c:pt idx="37">
                  <c:v>8.5</c:v>
                </c:pt>
                <c:pt idx="38">
                  <c:v>9</c:v>
                </c:pt>
                <c:pt idx="39">
                  <c:v>9.5</c:v>
                </c:pt>
                <c:pt idx="40">
                  <c:v>10</c:v>
                </c:pt>
              </c:numCache>
            </c:num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0.54402111088936977</c:v>
                </c:pt>
                <c:pt idx="1">
                  <c:v>7.5151120461809301E-2</c:v>
                </c:pt>
                <c:pt idx="2">
                  <c:v>-0.41211848524175659</c:v>
                </c:pt>
                <c:pt idx="3">
                  <c:v>-0.79848711262349026</c:v>
                </c:pt>
                <c:pt idx="4">
                  <c:v>-0.98935824662338179</c:v>
                </c:pt>
                <c:pt idx="5">
                  <c:v>-0.9379999767747389</c:v>
                </c:pt>
                <c:pt idx="6">
                  <c:v>-0.65698659871878906</c:v>
                </c:pt>
                <c:pt idx="7">
                  <c:v>-0.21511998808781552</c:v>
                </c:pt>
                <c:pt idx="8">
                  <c:v>0.27941549819892586</c:v>
                </c:pt>
                <c:pt idx="9">
                  <c:v>0.70554032557039192</c:v>
                </c:pt>
                <c:pt idx="10">
                  <c:v>0.95892427466313845</c:v>
                </c:pt>
                <c:pt idx="11">
                  <c:v>0.97753011766509701</c:v>
                </c:pt>
                <c:pt idx="12">
                  <c:v>0.7568024953079282</c:v>
                </c:pt>
                <c:pt idx="13">
                  <c:v>0.35078322768961984</c:v>
                </c:pt>
                <c:pt idx="14">
                  <c:v>-0.14112000805986721</c:v>
                </c:pt>
                <c:pt idx="15">
                  <c:v>-0.59847214410395655</c:v>
                </c:pt>
                <c:pt idx="16">
                  <c:v>-0.90929742682568171</c:v>
                </c:pt>
                <c:pt idx="17">
                  <c:v>-0.99749498660405445</c:v>
                </c:pt>
                <c:pt idx="18">
                  <c:v>-0.8414709848078965</c:v>
                </c:pt>
                <c:pt idx="19">
                  <c:v>-0.47942553860420301</c:v>
                </c:pt>
                <c:pt idx="20">
                  <c:v>0</c:v>
                </c:pt>
                <c:pt idx="21">
                  <c:v>0.47942553860420301</c:v>
                </c:pt>
                <c:pt idx="22">
                  <c:v>0.8414709848078965</c:v>
                </c:pt>
                <c:pt idx="23">
                  <c:v>0.99749498660405445</c:v>
                </c:pt>
                <c:pt idx="24">
                  <c:v>0.90929742682568171</c:v>
                </c:pt>
                <c:pt idx="25">
                  <c:v>0.59847214410395655</c:v>
                </c:pt>
                <c:pt idx="26">
                  <c:v>0.14112000805986721</c:v>
                </c:pt>
                <c:pt idx="27">
                  <c:v>-0.35078322768961984</c:v>
                </c:pt>
                <c:pt idx="28">
                  <c:v>-0.7568024953079282</c:v>
                </c:pt>
                <c:pt idx="29">
                  <c:v>-0.97753011766509701</c:v>
                </c:pt>
                <c:pt idx="30">
                  <c:v>-0.95892427466313845</c:v>
                </c:pt>
                <c:pt idx="31">
                  <c:v>-0.70554032557039192</c:v>
                </c:pt>
                <c:pt idx="32">
                  <c:v>-0.27941549819892586</c:v>
                </c:pt>
                <c:pt idx="33">
                  <c:v>0.21511998808781552</c:v>
                </c:pt>
                <c:pt idx="34">
                  <c:v>0.65698659871878906</c:v>
                </c:pt>
                <c:pt idx="35">
                  <c:v>0.9379999767747389</c:v>
                </c:pt>
                <c:pt idx="36">
                  <c:v>0.98935824662338179</c:v>
                </c:pt>
                <c:pt idx="37">
                  <c:v>0.79848711262349026</c:v>
                </c:pt>
                <c:pt idx="38">
                  <c:v>0.41211848524175659</c:v>
                </c:pt>
                <c:pt idx="39">
                  <c:v>-7.5151120461809301E-2</c:v>
                </c:pt>
                <c:pt idx="40">
                  <c:v>-0.54402111088936977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BA-42A3-9CE1-1C6D2B6EBA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00987800"/>
        <c:axId val="800984520"/>
      </c:lineChart>
      <c:catAx>
        <c:axId val="8009878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0984520"/>
        <c:crosses val="autoZero"/>
        <c:auto val="1"/>
        <c:lblAlgn val="ctr"/>
        <c:lblOffset val="100"/>
        <c:tickMarkSkip val="4"/>
        <c:noMultiLvlLbl val="0"/>
      </c:catAx>
      <c:valAx>
        <c:axId val="800984520"/>
        <c:scaling>
          <c:orientation val="minMax"/>
          <c:max val="2"/>
          <c:min val="-2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0987800"/>
        <c:crosses val="autoZero"/>
        <c:crossBetween val="midCat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1">
        <a:lumMod val="95000"/>
      </a:schemeClr>
    </a:solidFill>
    <a:ln>
      <a:solidFill>
        <a:schemeClr val="bg1"/>
      </a:solidFill>
    </a:ln>
    <a:effectLst/>
  </c:spPr>
  <c:txPr>
    <a:bodyPr/>
    <a:lstStyle/>
    <a:p>
      <a:pPr>
        <a:defRPr sz="16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581922045361094"/>
          <c:y val="6.970411656207573E-2"/>
          <c:w val="0.92162893700787396"/>
          <c:h val="0.74941621555118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-10</c:v>
                </c:pt>
                <c:pt idx="1">
                  <c:v>-9.5</c:v>
                </c:pt>
                <c:pt idx="2">
                  <c:v>-9</c:v>
                </c:pt>
                <c:pt idx="3">
                  <c:v>-8.5</c:v>
                </c:pt>
                <c:pt idx="4">
                  <c:v>-8</c:v>
                </c:pt>
                <c:pt idx="5">
                  <c:v>-7.5</c:v>
                </c:pt>
                <c:pt idx="6">
                  <c:v>-7</c:v>
                </c:pt>
                <c:pt idx="7">
                  <c:v>-6.5</c:v>
                </c:pt>
                <c:pt idx="8">
                  <c:v>-6</c:v>
                </c:pt>
                <c:pt idx="9">
                  <c:v>-5.5</c:v>
                </c:pt>
                <c:pt idx="10">
                  <c:v>-5</c:v>
                </c:pt>
                <c:pt idx="11">
                  <c:v>-4.5</c:v>
                </c:pt>
                <c:pt idx="12">
                  <c:v>-4</c:v>
                </c:pt>
                <c:pt idx="13">
                  <c:v>-3.5</c:v>
                </c:pt>
                <c:pt idx="14">
                  <c:v>-3</c:v>
                </c:pt>
                <c:pt idx="15">
                  <c:v>-2.5</c:v>
                </c:pt>
                <c:pt idx="16">
                  <c:v>-2</c:v>
                </c:pt>
                <c:pt idx="17">
                  <c:v>-1.5</c:v>
                </c:pt>
                <c:pt idx="18">
                  <c:v>-1</c:v>
                </c:pt>
                <c:pt idx="19">
                  <c:v>-0.5</c:v>
                </c:pt>
                <c:pt idx="20">
                  <c:v>0</c:v>
                </c:pt>
                <c:pt idx="21">
                  <c:v>0.5</c:v>
                </c:pt>
                <c:pt idx="22">
                  <c:v>1</c:v>
                </c:pt>
                <c:pt idx="23">
                  <c:v>1.5</c:v>
                </c:pt>
                <c:pt idx="24">
                  <c:v>2</c:v>
                </c:pt>
                <c:pt idx="25">
                  <c:v>2.5</c:v>
                </c:pt>
                <c:pt idx="26">
                  <c:v>3</c:v>
                </c:pt>
                <c:pt idx="27">
                  <c:v>3.5</c:v>
                </c:pt>
                <c:pt idx="28">
                  <c:v>4</c:v>
                </c:pt>
                <c:pt idx="29">
                  <c:v>4.5</c:v>
                </c:pt>
                <c:pt idx="30">
                  <c:v>5</c:v>
                </c:pt>
                <c:pt idx="31">
                  <c:v>5.5</c:v>
                </c:pt>
                <c:pt idx="32">
                  <c:v>6</c:v>
                </c:pt>
                <c:pt idx="33">
                  <c:v>6.5</c:v>
                </c:pt>
                <c:pt idx="34">
                  <c:v>7</c:v>
                </c:pt>
                <c:pt idx="35">
                  <c:v>7.5</c:v>
                </c:pt>
                <c:pt idx="36">
                  <c:v>8</c:v>
                </c:pt>
                <c:pt idx="37">
                  <c:v>8.5</c:v>
                </c:pt>
                <c:pt idx="38">
                  <c:v>9</c:v>
                </c:pt>
                <c:pt idx="39">
                  <c:v>9.5</c:v>
                </c:pt>
                <c:pt idx="40">
                  <c:v>10</c:v>
                </c:pt>
              </c:numCache>
            </c:num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0.7568024953079282</c:v>
                </c:pt>
                <c:pt idx="1">
                  <c:v>0.57156131874234373</c:v>
                </c:pt>
                <c:pt idx="2">
                  <c:v>0.35078322768961984</c:v>
                </c:pt>
                <c:pt idx="3">
                  <c:v>0.10819513453010837</c:v>
                </c:pt>
                <c:pt idx="4">
                  <c:v>-0.14112000805986721</c:v>
                </c:pt>
                <c:pt idx="5">
                  <c:v>-0.38166099205233167</c:v>
                </c:pt>
                <c:pt idx="6">
                  <c:v>-0.59847214410395655</c:v>
                </c:pt>
                <c:pt idx="7">
                  <c:v>-0.7780731968879212</c:v>
                </c:pt>
                <c:pt idx="8">
                  <c:v>-0.90929742682568171</c:v>
                </c:pt>
                <c:pt idx="9">
                  <c:v>-0.98398594687393692</c:v>
                </c:pt>
                <c:pt idx="10">
                  <c:v>-0.99749498660405445</c:v>
                </c:pt>
                <c:pt idx="11">
                  <c:v>-0.9489846193555862</c:v>
                </c:pt>
                <c:pt idx="12">
                  <c:v>-0.8414709848078965</c:v>
                </c:pt>
                <c:pt idx="13">
                  <c:v>-0.68163876002333412</c:v>
                </c:pt>
                <c:pt idx="14">
                  <c:v>-0.47942553860420301</c:v>
                </c:pt>
                <c:pt idx="15">
                  <c:v>-0.24740395925452294</c:v>
                </c:pt>
                <c:pt idx="16">
                  <c:v>0</c:v>
                </c:pt>
                <c:pt idx="17">
                  <c:v>0.24740395925452294</c:v>
                </c:pt>
                <c:pt idx="18">
                  <c:v>0.47942553860420301</c:v>
                </c:pt>
                <c:pt idx="19">
                  <c:v>0.68163876002333412</c:v>
                </c:pt>
                <c:pt idx="20">
                  <c:v>0.8414709848078965</c:v>
                </c:pt>
                <c:pt idx="21">
                  <c:v>0.9489846193555862</c:v>
                </c:pt>
                <c:pt idx="22">
                  <c:v>0.99749498660405445</c:v>
                </c:pt>
                <c:pt idx="23">
                  <c:v>0.98398594687393692</c:v>
                </c:pt>
                <c:pt idx="24">
                  <c:v>0.90929742682568171</c:v>
                </c:pt>
                <c:pt idx="25">
                  <c:v>0.7780731968879212</c:v>
                </c:pt>
                <c:pt idx="26">
                  <c:v>0.59847214410395655</c:v>
                </c:pt>
                <c:pt idx="27">
                  <c:v>0.38166099205233167</c:v>
                </c:pt>
                <c:pt idx="28">
                  <c:v>0.14112000805986721</c:v>
                </c:pt>
                <c:pt idx="29">
                  <c:v>-0.10819513453010837</c:v>
                </c:pt>
                <c:pt idx="30">
                  <c:v>-0.35078322768961984</c:v>
                </c:pt>
                <c:pt idx="31">
                  <c:v>-0.57156131874234373</c:v>
                </c:pt>
                <c:pt idx="32">
                  <c:v>-0.7568024953079282</c:v>
                </c:pt>
                <c:pt idx="33">
                  <c:v>-0.8949893582285835</c:v>
                </c:pt>
                <c:pt idx="34">
                  <c:v>-0.97753011766509701</c:v>
                </c:pt>
                <c:pt idx="35">
                  <c:v>-0.99929278897537799</c:v>
                </c:pt>
                <c:pt idx="36">
                  <c:v>-0.95892427466313845</c:v>
                </c:pt>
                <c:pt idx="37">
                  <c:v>-0.85893449342659201</c:v>
                </c:pt>
                <c:pt idx="38">
                  <c:v>-0.70554032557039192</c:v>
                </c:pt>
                <c:pt idx="39">
                  <c:v>-0.50827907749925838</c:v>
                </c:pt>
                <c:pt idx="40">
                  <c:v>-0.27941549819892586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BB-4383-B5AE-ADF23A2A8A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00987800"/>
        <c:axId val="800984520"/>
      </c:lineChart>
      <c:catAx>
        <c:axId val="8009878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0984520"/>
        <c:crosses val="autoZero"/>
        <c:auto val="1"/>
        <c:lblAlgn val="ctr"/>
        <c:lblOffset val="100"/>
        <c:tickMarkSkip val="4"/>
        <c:noMultiLvlLbl val="0"/>
      </c:catAx>
      <c:valAx>
        <c:axId val="800984520"/>
        <c:scaling>
          <c:orientation val="minMax"/>
          <c:max val="2"/>
          <c:min val="-2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0987800"/>
        <c:crosses val="autoZero"/>
        <c:crossBetween val="midCat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1">
        <a:lumMod val="95000"/>
      </a:schemeClr>
    </a:solidFill>
    <a:ln>
      <a:solidFill>
        <a:schemeClr val="bg1"/>
      </a:solidFill>
    </a:ln>
    <a:effectLst/>
  </c:spPr>
  <c:txPr>
    <a:bodyPr/>
    <a:lstStyle/>
    <a:p>
      <a:pPr>
        <a:defRPr sz="16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581922045361094"/>
          <c:y val="6.970411656207573E-2"/>
          <c:w val="0.92162893700787396"/>
          <c:h val="0.74941621555118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-10</c:v>
                </c:pt>
                <c:pt idx="1">
                  <c:v>-9.5</c:v>
                </c:pt>
                <c:pt idx="2">
                  <c:v>-9</c:v>
                </c:pt>
                <c:pt idx="3">
                  <c:v>-8.5</c:v>
                </c:pt>
                <c:pt idx="4">
                  <c:v>-8</c:v>
                </c:pt>
                <c:pt idx="5">
                  <c:v>-7.5</c:v>
                </c:pt>
                <c:pt idx="6">
                  <c:v>-7</c:v>
                </c:pt>
                <c:pt idx="7">
                  <c:v>-6.5</c:v>
                </c:pt>
                <c:pt idx="8">
                  <c:v>-6</c:v>
                </c:pt>
                <c:pt idx="9">
                  <c:v>-5.5</c:v>
                </c:pt>
                <c:pt idx="10">
                  <c:v>-5</c:v>
                </c:pt>
                <c:pt idx="11">
                  <c:v>-4.5</c:v>
                </c:pt>
                <c:pt idx="12">
                  <c:v>-4</c:v>
                </c:pt>
                <c:pt idx="13">
                  <c:v>-3.5</c:v>
                </c:pt>
                <c:pt idx="14">
                  <c:v>-3</c:v>
                </c:pt>
                <c:pt idx="15">
                  <c:v>-2.5</c:v>
                </c:pt>
                <c:pt idx="16">
                  <c:v>-2</c:v>
                </c:pt>
                <c:pt idx="17">
                  <c:v>-1.5</c:v>
                </c:pt>
                <c:pt idx="18">
                  <c:v>-1</c:v>
                </c:pt>
                <c:pt idx="19">
                  <c:v>-0.5</c:v>
                </c:pt>
                <c:pt idx="20">
                  <c:v>0</c:v>
                </c:pt>
                <c:pt idx="21">
                  <c:v>0.5</c:v>
                </c:pt>
                <c:pt idx="22">
                  <c:v>1</c:v>
                </c:pt>
                <c:pt idx="23">
                  <c:v>1.5</c:v>
                </c:pt>
                <c:pt idx="24">
                  <c:v>2</c:v>
                </c:pt>
                <c:pt idx="25">
                  <c:v>2.5</c:v>
                </c:pt>
                <c:pt idx="26">
                  <c:v>3</c:v>
                </c:pt>
                <c:pt idx="27">
                  <c:v>3.5</c:v>
                </c:pt>
                <c:pt idx="28">
                  <c:v>4</c:v>
                </c:pt>
                <c:pt idx="29">
                  <c:v>4.5</c:v>
                </c:pt>
                <c:pt idx="30">
                  <c:v>5</c:v>
                </c:pt>
                <c:pt idx="31">
                  <c:v>5.5</c:v>
                </c:pt>
                <c:pt idx="32">
                  <c:v>6</c:v>
                </c:pt>
                <c:pt idx="33">
                  <c:v>6.5</c:v>
                </c:pt>
                <c:pt idx="34">
                  <c:v>7</c:v>
                </c:pt>
                <c:pt idx="35">
                  <c:v>7.5</c:v>
                </c:pt>
                <c:pt idx="36">
                  <c:v>8</c:v>
                </c:pt>
                <c:pt idx="37">
                  <c:v>8.5</c:v>
                </c:pt>
                <c:pt idx="38">
                  <c:v>9</c:v>
                </c:pt>
                <c:pt idx="39">
                  <c:v>9.5</c:v>
                </c:pt>
                <c:pt idx="40">
                  <c:v>10</c:v>
                </c:pt>
              </c:numCache>
            </c:num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1.2008236061972979</c:v>
                </c:pt>
                <c:pt idx="1">
                  <c:v>0.54671243920415302</c:v>
                </c:pt>
                <c:pt idx="2">
                  <c:v>-0.16133525755213676</c:v>
                </c:pt>
                <c:pt idx="3">
                  <c:v>-0.79029197809338181</c:v>
                </c:pt>
                <c:pt idx="4">
                  <c:v>-1.2304782546832491</c:v>
                </c:pt>
                <c:pt idx="5">
                  <c:v>-1.4196609688270707</c:v>
                </c:pt>
                <c:pt idx="6">
                  <c:v>-1.3554587428227456</c:v>
                </c:pt>
                <c:pt idx="7">
                  <c:v>-1.0931931849757368</c:v>
                </c:pt>
                <c:pt idx="8">
                  <c:v>-0.72988192862675583</c:v>
                </c:pt>
                <c:pt idx="9">
                  <c:v>-0.37844562130354498</c:v>
                </c:pt>
                <c:pt idx="10">
                  <c:v>-0.138570711940916</c:v>
                </c:pt>
                <c:pt idx="11">
                  <c:v>-7.1454501690489197E-2</c:v>
                </c:pt>
                <c:pt idx="12">
                  <c:v>-0.18466848949996831</c:v>
                </c:pt>
                <c:pt idx="13">
                  <c:v>-0.43085553233371432</c:v>
                </c:pt>
                <c:pt idx="14">
                  <c:v>-0.72054554666407022</c:v>
                </c:pt>
                <c:pt idx="15">
                  <c:v>-0.94587610335847949</c:v>
                </c:pt>
                <c:pt idx="16">
                  <c:v>-1.0092974268256818</c:v>
                </c:pt>
                <c:pt idx="17">
                  <c:v>-0.85009102734953146</c:v>
                </c:pt>
                <c:pt idx="18">
                  <c:v>-0.46204544620369348</c:v>
                </c:pt>
                <c:pt idx="19">
                  <c:v>0.10221322141913111</c:v>
                </c:pt>
                <c:pt idx="20">
                  <c:v>0.74147098480789653</c:v>
                </c:pt>
                <c:pt idx="21">
                  <c:v>1.3284101579597891</c:v>
                </c:pt>
                <c:pt idx="22">
                  <c:v>1.7389659714119508</c:v>
                </c:pt>
                <c:pt idx="23">
                  <c:v>1.8814809334779912</c:v>
                </c:pt>
                <c:pt idx="24">
                  <c:v>1.7185948536513633</c:v>
                </c:pt>
                <c:pt idx="25">
                  <c:v>1.2765453409918777</c:v>
                </c:pt>
                <c:pt idx="26">
                  <c:v>0.63959215216382381</c:v>
                </c:pt>
                <c:pt idx="27">
                  <c:v>-6.9122235637288171E-2</c:v>
                </c:pt>
                <c:pt idx="28">
                  <c:v>-0.71568248724806094</c:v>
                </c:pt>
                <c:pt idx="29">
                  <c:v>-1.1857252521952055</c:v>
                </c:pt>
                <c:pt idx="30">
                  <c:v>-1.4097075023527583</c:v>
                </c:pt>
                <c:pt idx="31">
                  <c:v>-1.3771016443127357</c:v>
                </c:pt>
                <c:pt idx="32">
                  <c:v>-1.1362179935068542</c:v>
                </c:pt>
                <c:pt idx="33">
                  <c:v>-0.77986937014076796</c:v>
                </c:pt>
                <c:pt idx="34">
                  <c:v>-0.42054351894630793</c:v>
                </c:pt>
                <c:pt idx="35">
                  <c:v>-0.1612928122006391</c:v>
                </c:pt>
                <c:pt idx="36">
                  <c:v>-6.9566028039756672E-2</c:v>
                </c:pt>
                <c:pt idx="37">
                  <c:v>-0.16044738080310175</c:v>
                </c:pt>
                <c:pt idx="38">
                  <c:v>-0.39342184032863536</c:v>
                </c:pt>
                <c:pt idx="39">
                  <c:v>-0.68343019796106763</c:v>
                </c:pt>
                <c:pt idx="40">
                  <c:v>-0.92343660908829561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86-4B00-8F72-D3481D27A1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00987800"/>
        <c:axId val="800984520"/>
      </c:lineChart>
      <c:catAx>
        <c:axId val="8009878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0984520"/>
        <c:crosses val="autoZero"/>
        <c:auto val="1"/>
        <c:lblAlgn val="ctr"/>
        <c:lblOffset val="100"/>
        <c:tickMarkSkip val="4"/>
        <c:noMultiLvlLbl val="0"/>
      </c:catAx>
      <c:valAx>
        <c:axId val="800984520"/>
        <c:scaling>
          <c:orientation val="minMax"/>
          <c:max val="2"/>
          <c:min val="-2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0987800"/>
        <c:crosses val="autoZero"/>
        <c:crossBetween val="midCat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1">
        <a:lumMod val="95000"/>
      </a:schemeClr>
    </a:solidFill>
    <a:ln>
      <a:solidFill>
        <a:schemeClr val="bg1"/>
      </a:solidFill>
    </a:ln>
    <a:effectLst/>
  </c:spPr>
  <c:txPr>
    <a:bodyPr/>
    <a:lstStyle/>
    <a:p>
      <a:pPr>
        <a:defRPr sz="16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5715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57150">
                <a:solidFill>
                  <a:schemeClr val="accent1"/>
                </a:solidFill>
              </a:ln>
              <a:effectLst/>
            </c:spPr>
          </c:marker>
          <c:trendline>
            <c:spPr>
              <a:ln w="57150" cap="rnd">
                <a:solidFill>
                  <a:srgbClr val="83BA24"/>
                </a:solidFill>
                <a:prstDash val="solid"/>
              </a:ln>
              <a:effectLst/>
            </c:spPr>
            <c:trendlineType val="poly"/>
            <c:order val="6"/>
            <c:dispRSqr val="0"/>
            <c:dispEq val="0"/>
          </c:trendline>
          <c:xVal>
            <c:numRef>
              <c:f>Sheet1!$A$2:$A$11</c:f>
              <c:numCache>
                <c:formatCode>General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0.55000000000000004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0.2</c:v>
                </c:pt>
                <c:pt idx="1">
                  <c:v>0.1</c:v>
                </c:pt>
                <c:pt idx="2">
                  <c:v>0.2</c:v>
                </c:pt>
                <c:pt idx="3">
                  <c:v>0.5</c:v>
                </c:pt>
                <c:pt idx="4">
                  <c:v>0.3</c:v>
                </c:pt>
                <c:pt idx="5">
                  <c:v>0.7</c:v>
                </c:pt>
                <c:pt idx="6">
                  <c:v>0.5</c:v>
                </c:pt>
                <c:pt idx="7">
                  <c:v>0.8</c:v>
                </c:pt>
                <c:pt idx="8">
                  <c:v>0.7</c:v>
                </c:pt>
                <c:pt idx="9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CB9-4B1A-94DC-7BC70270B9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65979152"/>
        <c:axId val="965974560"/>
      </c:scatterChart>
      <c:valAx>
        <c:axId val="965979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2">
                  <a:lumMod val="20000"/>
                  <a:lumOff val="8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5974560"/>
        <c:crosses val="autoZero"/>
        <c:crossBetween val="midCat"/>
      </c:valAx>
      <c:valAx>
        <c:axId val="965974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20000"/>
                  <a:lumOff val="8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5979152"/>
        <c:crosses val="autoZero"/>
        <c:crossBetween val="midCat"/>
      </c:valAx>
      <c:spPr>
        <a:solidFill>
          <a:schemeClr val="tx1"/>
        </a:solidFill>
        <a:ln>
          <a:solidFill>
            <a:schemeClr val="bg2">
              <a:lumMod val="20000"/>
              <a:lumOff val="80000"/>
            </a:schemeClr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1">
        <a:lumMod val="95000"/>
      </a:schemeClr>
    </a:solidFill>
    <a:ln>
      <a:solidFill>
        <a:schemeClr val="bg2">
          <a:lumMod val="40000"/>
          <a:lumOff val="60000"/>
        </a:schemeClr>
      </a:solidFill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5715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57150">
                <a:solidFill>
                  <a:schemeClr val="accent1"/>
                </a:solidFill>
              </a:ln>
              <a:effectLst/>
            </c:spPr>
          </c:marker>
          <c:trendline>
            <c:spPr>
              <a:ln w="57150" cap="rnd">
                <a:solidFill>
                  <a:srgbClr val="83BA24"/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Sheet1!$A$2:$A$11</c:f>
              <c:numCache>
                <c:formatCode>General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0.55000000000000004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0.2</c:v>
                </c:pt>
                <c:pt idx="1">
                  <c:v>0.1</c:v>
                </c:pt>
                <c:pt idx="2">
                  <c:v>0.2</c:v>
                </c:pt>
                <c:pt idx="3">
                  <c:v>0.5</c:v>
                </c:pt>
                <c:pt idx="4">
                  <c:v>0.3</c:v>
                </c:pt>
                <c:pt idx="5">
                  <c:v>0.7</c:v>
                </c:pt>
                <c:pt idx="6">
                  <c:v>0.5</c:v>
                </c:pt>
                <c:pt idx="7">
                  <c:v>0.8</c:v>
                </c:pt>
                <c:pt idx="8">
                  <c:v>0.7</c:v>
                </c:pt>
                <c:pt idx="9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19F-4960-A482-E2DC400C8A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65979152"/>
        <c:axId val="965974560"/>
      </c:scatterChart>
      <c:valAx>
        <c:axId val="965979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2">
                  <a:lumMod val="20000"/>
                  <a:lumOff val="8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5974560"/>
        <c:crosses val="autoZero"/>
        <c:crossBetween val="midCat"/>
      </c:valAx>
      <c:valAx>
        <c:axId val="965974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20000"/>
                  <a:lumOff val="8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5979152"/>
        <c:crosses val="autoZero"/>
        <c:crossBetween val="midCat"/>
      </c:valAx>
      <c:spPr>
        <a:solidFill>
          <a:schemeClr val="tx1"/>
        </a:solidFill>
        <a:ln>
          <a:solidFill>
            <a:schemeClr val="bg2">
              <a:lumMod val="20000"/>
              <a:lumOff val="80000"/>
            </a:schemeClr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1">
        <a:lumMod val="95000"/>
      </a:schemeClr>
    </a:solidFill>
    <a:ln>
      <a:solidFill>
        <a:schemeClr val="bg2">
          <a:lumMod val="40000"/>
          <a:lumOff val="60000"/>
        </a:schemeClr>
      </a:solidFill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5715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57150">
                <a:solidFill>
                  <a:schemeClr val="accent1"/>
                </a:solidFill>
              </a:ln>
              <a:effectLst/>
            </c:spPr>
          </c:marker>
          <c:trendline>
            <c:spPr>
              <a:ln w="57150" cap="rnd">
                <a:solidFill>
                  <a:srgbClr val="83BA24"/>
                </a:solidFill>
                <a:prstDash val="solid"/>
              </a:ln>
              <a:effectLst/>
            </c:spPr>
            <c:trendlineType val="poly"/>
            <c:order val="6"/>
            <c:dispRSqr val="0"/>
            <c:dispEq val="0"/>
          </c:trendline>
          <c:xVal>
            <c:numRef>
              <c:f>Sheet1!$A$2:$A$11</c:f>
              <c:numCache>
                <c:formatCode>General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0.55000000000000004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0.2</c:v>
                </c:pt>
                <c:pt idx="1">
                  <c:v>0.1</c:v>
                </c:pt>
                <c:pt idx="2">
                  <c:v>0.2</c:v>
                </c:pt>
                <c:pt idx="3">
                  <c:v>0.5</c:v>
                </c:pt>
                <c:pt idx="4">
                  <c:v>0.3</c:v>
                </c:pt>
                <c:pt idx="5">
                  <c:v>0.7</c:v>
                </c:pt>
                <c:pt idx="6">
                  <c:v>0.5</c:v>
                </c:pt>
                <c:pt idx="7">
                  <c:v>0.8</c:v>
                </c:pt>
                <c:pt idx="8">
                  <c:v>0.7</c:v>
                </c:pt>
                <c:pt idx="9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374-4AB1-AD7B-C92E9DADD4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Y-Values</c:v>
                </c:pt>
              </c:strCache>
            </c:strRef>
          </c:tx>
          <c:spPr>
            <a:ln w="57150" cap="rnd">
              <a:noFill/>
              <a:round/>
            </a:ln>
            <a:effectLst/>
          </c:spPr>
          <c:marker>
            <c:symbol val="circle"/>
            <c:size val="9"/>
            <c:spPr>
              <a:solidFill>
                <a:schemeClr val="accent3"/>
              </a:solidFill>
              <a:ln w="57150">
                <a:noFill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0.55000000000000004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0.15</c:v>
                </c:pt>
                <c:pt idx="2">
                  <c:v>0.4</c:v>
                </c:pt>
                <c:pt idx="3">
                  <c:v>0.3</c:v>
                </c:pt>
                <c:pt idx="4">
                  <c:v>0.6</c:v>
                </c:pt>
                <c:pt idx="5">
                  <c:v>0.5</c:v>
                </c:pt>
                <c:pt idx="6">
                  <c:v>0.6</c:v>
                </c:pt>
                <c:pt idx="7">
                  <c:v>0.6</c:v>
                </c:pt>
                <c:pt idx="8">
                  <c:v>0.75</c:v>
                </c:pt>
                <c:pt idx="9">
                  <c:v>0.85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374-4AB1-AD7B-C92E9DADD4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65979152"/>
        <c:axId val="965974560"/>
      </c:scatterChart>
      <c:valAx>
        <c:axId val="965979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2">
                  <a:lumMod val="20000"/>
                  <a:lumOff val="8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5974560"/>
        <c:crosses val="autoZero"/>
        <c:crossBetween val="midCat"/>
      </c:valAx>
      <c:valAx>
        <c:axId val="965974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20000"/>
                  <a:lumOff val="8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5979152"/>
        <c:crosses val="autoZero"/>
        <c:crossBetween val="midCat"/>
      </c:valAx>
      <c:spPr>
        <a:solidFill>
          <a:schemeClr val="tx1"/>
        </a:solidFill>
        <a:ln>
          <a:solidFill>
            <a:schemeClr val="bg2">
              <a:lumMod val="20000"/>
              <a:lumOff val="80000"/>
            </a:schemeClr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1">
        <a:lumMod val="95000"/>
      </a:schemeClr>
    </a:solidFill>
    <a:ln>
      <a:solidFill>
        <a:schemeClr val="bg2">
          <a:lumMod val="40000"/>
          <a:lumOff val="60000"/>
        </a:schemeClr>
      </a:solidFill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5715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57150">
                <a:solidFill>
                  <a:schemeClr val="accent1"/>
                </a:solidFill>
              </a:ln>
              <a:effectLst/>
            </c:spPr>
          </c:marker>
          <c:trendline>
            <c:spPr>
              <a:ln w="57150" cap="rnd">
                <a:solidFill>
                  <a:srgbClr val="83BA24"/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Sheet1!$A$2:$A$11</c:f>
              <c:numCache>
                <c:formatCode>General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0.55000000000000004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0.2</c:v>
                </c:pt>
                <c:pt idx="1">
                  <c:v>0.1</c:v>
                </c:pt>
                <c:pt idx="2">
                  <c:v>0.2</c:v>
                </c:pt>
                <c:pt idx="3">
                  <c:v>0.5</c:v>
                </c:pt>
                <c:pt idx="4">
                  <c:v>0.3</c:v>
                </c:pt>
                <c:pt idx="5">
                  <c:v>0.7</c:v>
                </c:pt>
                <c:pt idx="6">
                  <c:v>0.5</c:v>
                </c:pt>
                <c:pt idx="7">
                  <c:v>0.8</c:v>
                </c:pt>
                <c:pt idx="8">
                  <c:v>0.7</c:v>
                </c:pt>
                <c:pt idx="9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F94-4224-975C-24F8491D77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Y-Values</c:v>
                </c:pt>
              </c:strCache>
            </c:strRef>
          </c:tx>
          <c:spPr>
            <a:ln w="57150" cap="rnd">
              <a:noFill/>
              <a:round/>
            </a:ln>
            <a:effectLst/>
          </c:spPr>
          <c:marker>
            <c:symbol val="circle"/>
            <c:size val="9"/>
            <c:spPr>
              <a:solidFill>
                <a:schemeClr val="accent3"/>
              </a:solidFill>
              <a:ln w="57150">
                <a:noFill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0.55000000000000004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0.15</c:v>
                </c:pt>
                <c:pt idx="2">
                  <c:v>0.4</c:v>
                </c:pt>
                <c:pt idx="3">
                  <c:v>0.3</c:v>
                </c:pt>
                <c:pt idx="4">
                  <c:v>0.6</c:v>
                </c:pt>
                <c:pt idx="5">
                  <c:v>0.5</c:v>
                </c:pt>
                <c:pt idx="6">
                  <c:v>0.6</c:v>
                </c:pt>
                <c:pt idx="7">
                  <c:v>0.6</c:v>
                </c:pt>
                <c:pt idx="8">
                  <c:v>0.75</c:v>
                </c:pt>
                <c:pt idx="9">
                  <c:v>0.85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F94-4224-975C-24F8491D77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65979152"/>
        <c:axId val="965974560"/>
      </c:scatterChart>
      <c:valAx>
        <c:axId val="965979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2">
                  <a:lumMod val="20000"/>
                  <a:lumOff val="8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5974560"/>
        <c:crosses val="autoZero"/>
        <c:crossBetween val="midCat"/>
      </c:valAx>
      <c:valAx>
        <c:axId val="965974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20000"/>
                  <a:lumOff val="8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5979152"/>
        <c:crosses val="autoZero"/>
        <c:crossBetween val="midCat"/>
      </c:valAx>
      <c:spPr>
        <a:solidFill>
          <a:schemeClr val="tx1"/>
        </a:solidFill>
        <a:ln>
          <a:solidFill>
            <a:schemeClr val="bg2">
              <a:lumMod val="20000"/>
              <a:lumOff val="80000"/>
            </a:schemeClr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1">
        <a:lumMod val="95000"/>
      </a:schemeClr>
    </a:solidFill>
    <a:ln>
      <a:solidFill>
        <a:schemeClr val="bg2">
          <a:lumMod val="40000"/>
          <a:lumOff val="60000"/>
        </a:schemeClr>
      </a:solidFill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에포크</a:t>
            </a:r>
            <a:r>
              <a:rPr lang="en-US" dirty="0"/>
              <a:t>(Epoch) 당 MSE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610492653935499"/>
          <c:y val="0.14956991377249751"/>
          <c:w val="0.80017859836485961"/>
          <c:h val="0.4424379963171826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MSE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51.2</c:v>
                </c:pt>
                <c:pt idx="1">
                  <c:v>25.6</c:v>
                </c:pt>
                <c:pt idx="2">
                  <c:v>12.8</c:v>
                </c:pt>
                <c:pt idx="3">
                  <c:v>6.4</c:v>
                </c:pt>
                <c:pt idx="4">
                  <c:v>3.2</c:v>
                </c:pt>
                <c:pt idx="5">
                  <c:v>1.6</c:v>
                </c:pt>
                <c:pt idx="6">
                  <c:v>0.8</c:v>
                </c:pt>
                <c:pt idx="7">
                  <c:v>0.4</c:v>
                </c:pt>
                <c:pt idx="8">
                  <c:v>0.2</c:v>
                </c:pt>
                <c:pt idx="9">
                  <c:v>0.1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566-409F-AD13-05B39CCAF5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MSE - Expected</c:v>
                </c:pt>
              </c:strCache>
            </c:strRef>
          </c:tx>
          <c:spPr>
            <a:ln w="28575" cap="rnd">
              <a:solidFill>
                <a:schemeClr val="tx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55</c:v>
                </c:pt>
                <c:pt idx="1">
                  <c:v>30</c:v>
                </c:pt>
                <c:pt idx="2">
                  <c:v>18</c:v>
                </c:pt>
                <c:pt idx="3">
                  <c:v>10</c:v>
                </c:pt>
                <c:pt idx="4">
                  <c:v>5</c:v>
                </c:pt>
                <c:pt idx="5">
                  <c:v>3</c:v>
                </c:pt>
                <c:pt idx="6">
                  <c:v>2</c:v>
                </c:pt>
                <c:pt idx="7">
                  <c:v>1.5</c:v>
                </c:pt>
                <c:pt idx="8">
                  <c:v>1</c:v>
                </c:pt>
                <c:pt idx="9">
                  <c:v>0.75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566-409F-AD13-05B39CCAF5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Validation MSE - Overfitting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55</c:v>
                </c:pt>
                <c:pt idx="1">
                  <c:v>30</c:v>
                </c:pt>
                <c:pt idx="2">
                  <c:v>18</c:v>
                </c:pt>
                <c:pt idx="3">
                  <c:v>10</c:v>
                </c:pt>
                <c:pt idx="4">
                  <c:v>7</c:v>
                </c:pt>
                <c:pt idx="5">
                  <c:v>10</c:v>
                </c:pt>
                <c:pt idx="6">
                  <c:v>15</c:v>
                </c:pt>
                <c:pt idx="7">
                  <c:v>20</c:v>
                </c:pt>
                <c:pt idx="8">
                  <c:v>30</c:v>
                </c:pt>
                <c:pt idx="9">
                  <c:v>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1566-409F-AD13-05B39CCAF5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67265352"/>
        <c:axId val="967265680"/>
      </c:lineChart>
      <c:catAx>
        <c:axId val="9672653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에포크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265680"/>
        <c:crosses val="autoZero"/>
        <c:auto val="1"/>
        <c:lblAlgn val="ctr"/>
        <c:lblOffset val="100"/>
        <c:noMultiLvlLbl val="0"/>
      </c:catAx>
      <c:valAx>
        <c:axId val="967265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MSE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265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1"/>
      </a:solidFill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Y-Red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0.5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0.5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C23-40EF-B9D9-EA79FC1337A5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Y-Blue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5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2.5</c:v>
                </c:pt>
              </c:numCache>
            </c:numRef>
          </c:xVal>
          <c:y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2.5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C23-40EF-B9D9-EA79FC1337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70488680"/>
        <c:axId val="870489008"/>
      </c:scatterChart>
      <c:valAx>
        <c:axId val="8704886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0489008"/>
        <c:crosses val="autoZero"/>
        <c:crossBetween val="midCat"/>
      </c:valAx>
      <c:valAx>
        <c:axId val="870489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0488680"/>
        <c:crosses val="autoZero"/>
        <c:crossBetween val="midCat"/>
        <c:majorUnit val="1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1">
        <a:lumMod val="95000"/>
      </a:schemeClr>
    </a:solidFill>
    <a:ln>
      <a:solidFill>
        <a:schemeClr val="bg1"/>
      </a:solidFill>
    </a:ln>
    <a:effectLst/>
  </c:spPr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Y-Red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0.5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0.5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A73-47A4-AB00-7DCE4819E4F2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Y-Blue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5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2.5</c:v>
                </c:pt>
              </c:numCache>
            </c:numRef>
          </c:xVal>
          <c:y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2.5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A73-47A4-AB00-7DCE4819E4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70488680"/>
        <c:axId val="870489008"/>
      </c:scatterChart>
      <c:valAx>
        <c:axId val="8704886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0489008"/>
        <c:crosses val="autoZero"/>
        <c:crossBetween val="midCat"/>
      </c:valAx>
      <c:valAx>
        <c:axId val="870489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0488680"/>
        <c:crosses val="autoZero"/>
        <c:crossBetween val="midCat"/>
        <c:majorUnit val="1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1">
        <a:lumMod val="95000"/>
      </a:schemeClr>
    </a:solidFill>
    <a:ln>
      <a:solidFill>
        <a:schemeClr val="bg1"/>
      </a:solidFill>
    </a:ln>
    <a:effectLst/>
  </c:spPr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 err="1"/>
              <a:t>크로스</a:t>
            </a:r>
            <a:r>
              <a:rPr lang="en-US" sz="1800" dirty="0"/>
              <a:t> </a:t>
            </a:r>
            <a:r>
              <a:rPr lang="en-US" sz="1800" dirty="0" err="1"/>
              <a:t>엔트로피</a:t>
            </a:r>
            <a:r>
              <a:rPr lang="en-US" sz="1800" dirty="0"/>
              <a:t> </a:t>
            </a:r>
          </a:p>
          <a:p>
            <a:pPr>
              <a:defRPr sz="1800"/>
            </a:pPr>
            <a:r>
              <a:rPr lang="en-US" sz="1800" dirty="0"/>
              <a:t>(</a:t>
            </a:r>
            <a:r>
              <a:rPr lang="en-US" sz="1800" b="1" i="0" u="none" strike="noStrike" cap="all" baseline="0" dirty="0">
                <a:effectLst/>
              </a:rPr>
              <a:t>Cross Entropy)</a:t>
            </a:r>
            <a:endParaRPr lang="en-US" sz="1800" dirty="0"/>
          </a:p>
          <a:p>
            <a:pPr>
              <a:defRPr sz="1800"/>
            </a:pPr>
            <a:r>
              <a:rPr lang="en-US" sz="1800" dirty="0"/>
              <a:t> </a:t>
            </a:r>
            <a:r>
              <a:rPr lang="en-US" sz="1800" dirty="0" err="1"/>
              <a:t>파란색</a:t>
            </a:r>
            <a:r>
              <a:rPr lang="en-US" sz="1800" dirty="0"/>
              <a:t> 점 </a:t>
            </a:r>
            <a:r>
              <a:rPr lang="en-US" sz="1800" dirty="0" err="1"/>
              <a:t>예측</a:t>
            </a:r>
            <a:endParaRPr lang="en-US" sz="1800" dirty="0"/>
          </a:p>
        </c:rich>
      </c:tx>
      <c:layout>
        <c:manualLayout>
          <c:xMode val="edge"/>
          <c:yMode val="edge"/>
          <c:x val="0.25715913849248873"/>
          <c:y val="2.57290053679754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if True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Sheet1!$A$2:$A$28</c:f>
              <c:numCache>
                <c:formatCode>General</c:formatCode>
                <c:ptCount val="27"/>
                <c:pt idx="0">
                  <c:v>1.0000000000000001E-5</c:v>
                </c:pt>
                <c:pt idx="1">
                  <c:v>1E-4</c:v>
                </c:pt>
                <c:pt idx="2">
                  <c:v>1E-3</c:v>
                </c:pt>
                <c:pt idx="3">
                  <c:v>0.01</c:v>
                </c:pt>
                <c:pt idx="4">
                  <c:v>0.05</c:v>
                </c:pt>
                <c:pt idx="5">
                  <c:v>0.1</c:v>
                </c:pt>
                <c:pt idx="6">
                  <c:v>0.15</c:v>
                </c:pt>
                <c:pt idx="7">
                  <c:v>0.2</c:v>
                </c:pt>
                <c:pt idx="8">
                  <c:v>0.25</c:v>
                </c:pt>
                <c:pt idx="9">
                  <c:v>0.3</c:v>
                </c:pt>
                <c:pt idx="10">
                  <c:v>0.35</c:v>
                </c:pt>
                <c:pt idx="11">
                  <c:v>0.4</c:v>
                </c:pt>
                <c:pt idx="12">
                  <c:v>0.45</c:v>
                </c:pt>
                <c:pt idx="13">
                  <c:v>0.5</c:v>
                </c:pt>
                <c:pt idx="14">
                  <c:v>0.55000000000000004</c:v>
                </c:pt>
                <c:pt idx="15">
                  <c:v>0.6</c:v>
                </c:pt>
                <c:pt idx="16">
                  <c:v>0.65</c:v>
                </c:pt>
                <c:pt idx="17">
                  <c:v>0.7</c:v>
                </c:pt>
                <c:pt idx="18">
                  <c:v>0.75</c:v>
                </c:pt>
                <c:pt idx="19">
                  <c:v>0.8</c:v>
                </c:pt>
                <c:pt idx="20">
                  <c:v>0.85</c:v>
                </c:pt>
                <c:pt idx="21">
                  <c:v>0.9</c:v>
                </c:pt>
                <c:pt idx="22">
                  <c:v>0.95</c:v>
                </c:pt>
                <c:pt idx="23">
                  <c:v>0.99</c:v>
                </c:pt>
                <c:pt idx="24">
                  <c:v>0.999</c:v>
                </c:pt>
                <c:pt idx="25">
                  <c:v>0.99990000000000001</c:v>
                </c:pt>
                <c:pt idx="26">
                  <c:v>0.99999000000000005</c:v>
                </c:pt>
              </c:numCache>
            </c:num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1.3010299956639813</c:v>
                </c:pt>
                <c:pt idx="5">
                  <c:v>1</c:v>
                </c:pt>
                <c:pt idx="6">
                  <c:v>0.82390874094431876</c:v>
                </c:pt>
                <c:pt idx="7">
                  <c:v>0.69897000433601875</c:v>
                </c:pt>
                <c:pt idx="8">
                  <c:v>0.6020599913279624</c:v>
                </c:pt>
                <c:pt idx="9">
                  <c:v>0.52287874528033762</c:v>
                </c:pt>
                <c:pt idx="10">
                  <c:v>0.45593195564972439</c:v>
                </c:pt>
                <c:pt idx="11">
                  <c:v>0.3979400086720376</c:v>
                </c:pt>
                <c:pt idx="12">
                  <c:v>0.34678748622465633</c:v>
                </c:pt>
                <c:pt idx="13">
                  <c:v>0.3010299956639812</c:v>
                </c:pt>
                <c:pt idx="14">
                  <c:v>0.25963731050575611</c:v>
                </c:pt>
                <c:pt idx="15">
                  <c:v>0.22184874961635639</c:v>
                </c:pt>
                <c:pt idx="16">
                  <c:v>0.18708664335714442</c:v>
                </c:pt>
                <c:pt idx="17">
                  <c:v>0.15490195998574319</c:v>
                </c:pt>
                <c:pt idx="18">
                  <c:v>0.12493873660829995</c:v>
                </c:pt>
                <c:pt idx="19">
                  <c:v>9.6910013008056392E-2</c:v>
                </c:pt>
                <c:pt idx="20">
                  <c:v>7.0581074285707285E-2</c:v>
                </c:pt>
                <c:pt idx="21">
                  <c:v>4.5757490560675115E-2</c:v>
                </c:pt>
                <c:pt idx="22">
                  <c:v>2.2276394711152253E-2</c:v>
                </c:pt>
                <c:pt idx="23">
                  <c:v>4.3648054024500883E-3</c:v>
                </c:pt>
                <c:pt idx="24">
                  <c:v>4.3451177401769168E-4</c:v>
                </c:pt>
                <c:pt idx="25">
                  <c:v>4.3431619807505604E-5</c:v>
                </c:pt>
                <c:pt idx="26">
                  <c:v>4.3429665338816141E-6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88F-4D08-8751-08966BAE86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 if False</c:v>
                </c:pt>
              </c:strCache>
            </c:strRef>
          </c:tx>
          <c:spPr>
            <a:ln w="539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Sheet1!$A$2:$A$28</c:f>
              <c:numCache>
                <c:formatCode>General</c:formatCode>
                <c:ptCount val="27"/>
                <c:pt idx="0">
                  <c:v>1.0000000000000001E-5</c:v>
                </c:pt>
                <c:pt idx="1">
                  <c:v>1E-4</c:v>
                </c:pt>
                <c:pt idx="2">
                  <c:v>1E-3</c:v>
                </c:pt>
                <c:pt idx="3">
                  <c:v>0.01</c:v>
                </c:pt>
                <c:pt idx="4">
                  <c:v>0.05</c:v>
                </c:pt>
                <c:pt idx="5">
                  <c:v>0.1</c:v>
                </c:pt>
                <c:pt idx="6">
                  <c:v>0.15</c:v>
                </c:pt>
                <c:pt idx="7">
                  <c:v>0.2</c:v>
                </c:pt>
                <c:pt idx="8">
                  <c:v>0.25</c:v>
                </c:pt>
                <c:pt idx="9">
                  <c:v>0.3</c:v>
                </c:pt>
                <c:pt idx="10">
                  <c:v>0.35</c:v>
                </c:pt>
                <c:pt idx="11">
                  <c:v>0.4</c:v>
                </c:pt>
                <c:pt idx="12">
                  <c:v>0.45</c:v>
                </c:pt>
                <c:pt idx="13">
                  <c:v>0.5</c:v>
                </c:pt>
                <c:pt idx="14">
                  <c:v>0.55000000000000004</c:v>
                </c:pt>
                <c:pt idx="15">
                  <c:v>0.6</c:v>
                </c:pt>
                <c:pt idx="16">
                  <c:v>0.65</c:v>
                </c:pt>
                <c:pt idx="17">
                  <c:v>0.7</c:v>
                </c:pt>
                <c:pt idx="18">
                  <c:v>0.75</c:v>
                </c:pt>
                <c:pt idx="19">
                  <c:v>0.8</c:v>
                </c:pt>
                <c:pt idx="20">
                  <c:v>0.85</c:v>
                </c:pt>
                <c:pt idx="21">
                  <c:v>0.9</c:v>
                </c:pt>
                <c:pt idx="22">
                  <c:v>0.95</c:v>
                </c:pt>
                <c:pt idx="23">
                  <c:v>0.99</c:v>
                </c:pt>
                <c:pt idx="24">
                  <c:v>0.999</c:v>
                </c:pt>
                <c:pt idx="25">
                  <c:v>0.99990000000000001</c:v>
                </c:pt>
                <c:pt idx="26">
                  <c:v>0.99999000000000005</c:v>
                </c:pt>
              </c:numCache>
            </c:num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4.3429665338816141E-6</c:v>
                </c:pt>
                <c:pt idx="1">
                  <c:v>4.3431619807505604E-5</c:v>
                </c:pt>
                <c:pt idx="2">
                  <c:v>4.3451177401769168E-4</c:v>
                </c:pt>
                <c:pt idx="3">
                  <c:v>4.3648054024500883E-3</c:v>
                </c:pt>
                <c:pt idx="4">
                  <c:v>2.2276394711152253E-2</c:v>
                </c:pt>
                <c:pt idx="5">
                  <c:v>4.5757490560675115E-2</c:v>
                </c:pt>
                <c:pt idx="6">
                  <c:v>7.0581074285707285E-2</c:v>
                </c:pt>
                <c:pt idx="7">
                  <c:v>9.6910013008056392E-2</c:v>
                </c:pt>
                <c:pt idx="8">
                  <c:v>0.12493873660829995</c:v>
                </c:pt>
                <c:pt idx="9">
                  <c:v>0.15490195998574319</c:v>
                </c:pt>
                <c:pt idx="10">
                  <c:v>0.18708664335714442</c:v>
                </c:pt>
                <c:pt idx="11">
                  <c:v>0.22184874961635639</c:v>
                </c:pt>
                <c:pt idx="12">
                  <c:v>0.25963731050575611</c:v>
                </c:pt>
                <c:pt idx="13">
                  <c:v>0.3010299956639812</c:v>
                </c:pt>
                <c:pt idx="14">
                  <c:v>0.34678748622465638</c:v>
                </c:pt>
                <c:pt idx="15">
                  <c:v>0.3979400086720376</c:v>
                </c:pt>
                <c:pt idx="16">
                  <c:v>0.45593195564972439</c:v>
                </c:pt>
                <c:pt idx="17">
                  <c:v>0.52287874528033751</c:v>
                </c:pt>
                <c:pt idx="18">
                  <c:v>0.6020599913279624</c:v>
                </c:pt>
                <c:pt idx="19">
                  <c:v>0.69897000433601886</c:v>
                </c:pt>
                <c:pt idx="20">
                  <c:v>0.82390874094431865</c:v>
                </c:pt>
                <c:pt idx="21">
                  <c:v>1</c:v>
                </c:pt>
                <c:pt idx="22">
                  <c:v>1.3010299956639808</c:v>
                </c:pt>
                <c:pt idx="23">
                  <c:v>1.9999999999999996</c:v>
                </c:pt>
                <c:pt idx="24">
                  <c:v>2.9999999999999996</c:v>
                </c:pt>
                <c:pt idx="25">
                  <c:v>4.000000000000048</c:v>
                </c:pt>
                <c:pt idx="26">
                  <c:v>5.0000000000019762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88F-4D08-8751-08966BAE8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67256824"/>
        <c:axId val="967254528"/>
      </c:lineChart>
      <c:catAx>
        <c:axId val="9672568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할당된 확률</a:t>
                </a:r>
              </a:p>
            </c:rich>
          </c:tx>
          <c:layout>
            <c:manualLayout>
              <c:xMode val="edge"/>
              <c:yMode val="edge"/>
              <c:x val="0.28687251917466738"/>
              <c:y val="0.7992696731691770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254528"/>
        <c:crosses val="autoZero"/>
        <c:auto val="1"/>
        <c:lblAlgn val="ctr"/>
        <c:lblOffset val="100"/>
        <c:noMultiLvlLbl val="0"/>
      </c:catAx>
      <c:valAx>
        <c:axId val="967254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손실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256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Y-Red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0.5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0.5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2B7-4B88-AEED-4EBFC5D60EFD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Y-Blue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5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2.5</c:v>
                </c:pt>
              </c:numCache>
            </c:numRef>
          </c:xVal>
          <c:y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2.5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2B7-4B88-AEED-4EBFC5D60E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70488680"/>
        <c:axId val="870489008"/>
      </c:scatterChart>
      <c:valAx>
        <c:axId val="8704886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0489008"/>
        <c:crosses val="autoZero"/>
        <c:crossBetween val="midCat"/>
      </c:valAx>
      <c:valAx>
        <c:axId val="870489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0488680"/>
        <c:crosses val="autoZero"/>
        <c:crossBetween val="midCat"/>
        <c:majorUnit val="1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1">
        <a:lumMod val="95000"/>
      </a:schemeClr>
    </a:solidFill>
    <a:ln>
      <a:solidFill>
        <a:schemeClr val="bg1"/>
      </a:solidFill>
    </a:ln>
    <a:effectLst/>
  </c:spPr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baseline="0" dirty="0" err="1">
                <a:effectLst/>
              </a:rPr>
              <a:t>크로스</a:t>
            </a:r>
            <a:r>
              <a:rPr lang="en-US" sz="1800" b="0" i="0" baseline="0" dirty="0">
                <a:effectLst/>
              </a:rPr>
              <a:t> </a:t>
            </a:r>
            <a:r>
              <a:rPr lang="en-US" sz="1800" b="0" i="0" baseline="0" dirty="0" err="1">
                <a:effectLst/>
              </a:rPr>
              <a:t>엔트로피</a:t>
            </a:r>
            <a:r>
              <a:rPr lang="en-US" sz="1800" b="0" i="0" baseline="0" dirty="0">
                <a:effectLst/>
              </a:rPr>
              <a:t> </a:t>
            </a:r>
            <a:endParaRPr lang="en-US" dirty="0">
              <a:effectLst/>
            </a:endParaRPr>
          </a:p>
          <a:p>
            <a:pPr>
              <a:defRPr sz="1800"/>
            </a:pPr>
            <a:r>
              <a:rPr lang="en-US" sz="1800" b="0" i="0" baseline="0" dirty="0">
                <a:effectLst/>
              </a:rPr>
              <a:t>(</a:t>
            </a:r>
            <a:r>
              <a:rPr lang="en-US" sz="1800" b="1" i="0" cap="all" baseline="0" dirty="0">
                <a:effectLst/>
              </a:rPr>
              <a:t>Cross Entropy)</a:t>
            </a:r>
            <a:endParaRPr lang="en-US" dirty="0">
              <a:effectLst/>
            </a:endParaRPr>
          </a:p>
          <a:p>
            <a:pPr>
              <a:defRPr sz="1800"/>
            </a:pPr>
            <a:r>
              <a:rPr lang="en-US" sz="1800" b="0" i="0" baseline="0" dirty="0">
                <a:effectLst/>
              </a:rPr>
              <a:t> </a:t>
            </a:r>
            <a:r>
              <a:rPr lang="en-US" sz="1800" b="0" i="0" baseline="0" dirty="0" err="1">
                <a:effectLst/>
              </a:rPr>
              <a:t>파란색</a:t>
            </a:r>
            <a:r>
              <a:rPr lang="en-US" sz="1800" b="0" i="0" baseline="0" dirty="0">
                <a:effectLst/>
              </a:rPr>
              <a:t> 점 </a:t>
            </a:r>
            <a:r>
              <a:rPr lang="en-US" sz="1800" b="0" i="0" baseline="0" dirty="0" err="1">
                <a:effectLst/>
              </a:rPr>
              <a:t>예측</a:t>
            </a:r>
            <a:endParaRPr lang="en-US" dirty="0">
              <a:effectLst/>
            </a:endParaRPr>
          </a:p>
        </c:rich>
      </c:tx>
      <c:layout>
        <c:manualLayout>
          <c:xMode val="edge"/>
          <c:yMode val="edge"/>
          <c:x val="0.25715913849248873"/>
          <c:y val="2.57290053679754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if True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Sheet1!$A$2:$A$28</c:f>
              <c:numCache>
                <c:formatCode>General</c:formatCode>
                <c:ptCount val="27"/>
                <c:pt idx="0">
                  <c:v>1.0000000000000001E-5</c:v>
                </c:pt>
                <c:pt idx="1">
                  <c:v>1E-4</c:v>
                </c:pt>
                <c:pt idx="2">
                  <c:v>1E-3</c:v>
                </c:pt>
                <c:pt idx="3">
                  <c:v>0.01</c:v>
                </c:pt>
                <c:pt idx="4">
                  <c:v>0.05</c:v>
                </c:pt>
                <c:pt idx="5">
                  <c:v>0.1</c:v>
                </c:pt>
                <c:pt idx="6">
                  <c:v>0.15</c:v>
                </c:pt>
                <c:pt idx="7">
                  <c:v>0.2</c:v>
                </c:pt>
                <c:pt idx="8">
                  <c:v>0.25</c:v>
                </c:pt>
                <c:pt idx="9">
                  <c:v>0.3</c:v>
                </c:pt>
                <c:pt idx="10">
                  <c:v>0.35</c:v>
                </c:pt>
                <c:pt idx="11">
                  <c:v>0.4</c:v>
                </c:pt>
                <c:pt idx="12">
                  <c:v>0.45</c:v>
                </c:pt>
                <c:pt idx="13">
                  <c:v>0.5</c:v>
                </c:pt>
                <c:pt idx="14">
                  <c:v>0.55000000000000004</c:v>
                </c:pt>
                <c:pt idx="15">
                  <c:v>0.6</c:v>
                </c:pt>
                <c:pt idx="16">
                  <c:v>0.65</c:v>
                </c:pt>
                <c:pt idx="17">
                  <c:v>0.7</c:v>
                </c:pt>
                <c:pt idx="18">
                  <c:v>0.75</c:v>
                </c:pt>
                <c:pt idx="19">
                  <c:v>0.8</c:v>
                </c:pt>
                <c:pt idx="20">
                  <c:v>0.85</c:v>
                </c:pt>
                <c:pt idx="21">
                  <c:v>0.9</c:v>
                </c:pt>
                <c:pt idx="22">
                  <c:v>0.95</c:v>
                </c:pt>
                <c:pt idx="23">
                  <c:v>0.99</c:v>
                </c:pt>
                <c:pt idx="24">
                  <c:v>0.999</c:v>
                </c:pt>
                <c:pt idx="25">
                  <c:v>0.99990000000000001</c:v>
                </c:pt>
                <c:pt idx="26">
                  <c:v>0.99999000000000005</c:v>
                </c:pt>
              </c:numCache>
            </c:num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1.3010299956639813</c:v>
                </c:pt>
                <c:pt idx="5">
                  <c:v>1</c:v>
                </c:pt>
                <c:pt idx="6">
                  <c:v>0.82390874094431876</c:v>
                </c:pt>
                <c:pt idx="7">
                  <c:v>0.69897000433601875</c:v>
                </c:pt>
                <c:pt idx="8">
                  <c:v>0.6020599913279624</c:v>
                </c:pt>
                <c:pt idx="9">
                  <c:v>0.52287874528033762</c:v>
                </c:pt>
                <c:pt idx="10">
                  <c:v>0.45593195564972439</c:v>
                </c:pt>
                <c:pt idx="11">
                  <c:v>0.3979400086720376</c:v>
                </c:pt>
                <c:pt idx="12">
                  <c:v>0.34678748622465633</c:v>
                </c:pt>
                <c:pt idx="13">
                  <c:v>0.3010299956639812</c:v>
                </c:pt>
                <c:pt idx="14">
                  <c:v>0.25963731050575611</c:v>
                </c:pt>
                <c:pt idx="15">
                  <c:v>0.22184874961635639</c:v>
                </c:pt>
                <c:pt idx="16">
                  <c:v>0.18708664335714442</c:v>
                </c:pt>
                <c:pt idx="17">
                  <c:v>0.15490195998574319</c:v>
                </c:pt>
                <c:pt idx="18">
                  <c:v>0.12493873660829995</c:v>
                </c:pt>
                <c:pt idx="19">
                  <c:v>9.6910013008056392E-2</c:v>
                </c:pt>
                <c:pt idx="20">
                  <c:v>7.0581074285707285E-2</c:v>
                </c:pt>
                <c:pt idx="21">
                  <c:v>4.5757490560675115E-2</c:v>
                </c:pt>
                <c:pt idx="22">
                  <c:v>2.2276394711152253E-2</c:v>
                </c:pt>
                <c:pt idx="23">
                  <c:v>4.3648054024500883E-3</c:v>
                </c:pt>
                <c:pt idx="24">
                  <c:v>4.3451177401769168E-4</c:v>
                </c:pt>
                <c:pt idx="25">
                  <c:v>4.3431619807505604E-5</c:v>
                </c:pt>
                <c:pt idx="26">
                  <c:v>4.3429665338816141E-6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88F-4D08-8751-08966BAE86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 if False</c:v>
                </c:pt>
              </c:strCache>
            </c:strRef>
          </c:tx>
          <c:spPr>
            <a:ln w="539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Sheet1!$A$2:$A$28</c:f>
              <c:numCache>
                <c:formatCode>General</c:formatCode>
                <c:ptCount val="27"/>
                <c:pt idx="0">
                  <c:v>1.0000000000000001E-5</c:v>
                </c:pt>
                <c:pt idx="1">
                  <c:v>1E-4</c:v>
                </c:pt>
                <c:pt idx="2">
                  <c:v>1E-3</c:v>
                </c:pt>
                <c:pt idx="3">
                  <c:v>0.01</c:v>
                </c:pt>
                <c:pt idx="4">
                  <c:v>0.05</c:v>
                </c:pt>
                <c:pt idx="5">
                  <c:v>0.1</c:v>
                </c:pt>
                <c:pt idx="6">
                  <c:v>0.15</c:v>
                </c:pt>
                <c:pt idx="7">
                  <c:v>0.2</c:v>
                </c:pt>
                <c:pt idx="8">
                  <c:v>0.25</c:v>
                </c:pt>
                <c:pt idx="9">
                  <c:v>0.3</c:v>
                </c:pt>
                <c:pt idx="10">
                  <c:v>0.35</c:v>
                </c:pt>
                <c:pt idx="11">
                  <c:v>0.4</c:v>
                </c:pt>
                <c:pt idx="12">
                  <c:v>0.45</c:v>
                </c:pt>
                <c:pt idx="13">
                  <c:v>0.5</c:v>
                </c:pt>
                <c:pt idx="14">
                  <c:v>0.55000000000000004</c:v>
                </c:pt>
                <c:pt idx="15">
                  <c:v>0.6</c:v>
                </c:pt>
                <c:pt idx="16">
                  <c:v>0.65</c:v>
                </c:pt>
                <c:pt idx="17">
                  <c:v>0.7</c:v>
                </c:pt>
                <c:pt idx="18">
                  <c:v>0.75</c:v>
                </c:pt>
                <c:pt idx="19">
                  <c:v>0.8</c:v>
                </c:pt>
                <c:pt idx="20">
                  <c:v>0.85</c:v>
                </c:pt>
                <c:pt idx="21">
                  <c:v>0.9</c:v>
                </c:pt>
                <c:pt idx="22">
                  <c:v>0.95</c:v>
                </c:pt>
                <c:pt idx="23">
                  <c:v>0.99</c:v>
                </c:pt>
                <c:pt idx="24">
                  <c:v>0.999</c:v>
                </c:pt>
                <c:pt idx="25">
                  <c:v>0.99990000000000001</c:v>
                </c:pt>
                <c:pt idx="26">
                  <c:v>0.99999000000000005</c:v>
                </c:pt>
              </c:numCache>
            </c:num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4.3429665338816141E-6</c:v>
                </c:pt>
                <c:pt idx="1">
                  <c:v>4.3431619807505604E-5</c:v>
                </c:pt>
                <c:pt idx="2">
                  <c:v>4.3451177401769168E-4</c:v>
                </c:pt>
                <c:pt idx="3">
                  <c:v>4.3648054024500883E-3</c:v>
                </c:pt>
                <c:pt idx="4">
                  <c:v>2.2276394711152253E-2</c:v>
                </c:pt>
                <c:pt idx="5">
                  <c:v>4.5757490560675115E-2</c:v>
                </c:pt>
                <c:pt idx="6">
                  <c:v>7.0581074285707285E-2</c:v>
                </c:pt>
                <c:pt idx="7">
                  <c:v>9.6910013008056392E-2</c:v>
                </c:pt>
                <c:pt idx="8">
                  <c:v>0.12493873660829995</c:v>
                </c:pt>
                <c:pt idx="9">
                  <c:v>0.15490195998574319</c:v>
                </c:pt>
                <c:pt idx="10">
                  <c:v>0.18708664335714442</c:v>
                </c:pt>
                <c:pt idx="11">
                  <c:v>0.22184874961635639</c:v>
                </c:pt>
                <c:pt idx="12">
                  <c:v>0.25963731050575611</c:v>
                </c:pt>
                <c:pt idx="13">
                  <c:v>0.3010299956639812</c:v>
                </c:pt>
                <c:pt idx="14">
                  <c:v>0.34678748622465638</c:v>
                </c:pt>
                <c:pt idx="15">
                  <c:v>0.3979400086720376</c:v>
                </c:pt>
                <c:pt idx="16">
                  <c:v>0.45593195564972439</c:v>
                </c:pt>
                <c:pt idx="17">
                  <c:v>0.52287874528033751</c:v>
                </c:pt>
                <c:pt idx="18">
                  <c:v>0.6020599913279624</c:v>
                </c:pt>
                <c:pt idx="19">
                  <c:v>0.69897000433601886</c:v>
                </c:pt>
                <c:pt idx="20">
                  <c:v>0.82390874094431865</c:v>
                </c:pt>
                <c:pt idx="21">
                  <c:v>1</c:v>
                </c:pt>
                <c:pt idx="22">
                  <c:v>1.3010299956639808</c:v>
                </c:pt>
                <c:pt idx="23">
                  <c:v>1.9999999999999996</c:v>
                </c:pt>
                <c:pt idx="24">
                  <c:v>2.9999999999999996</c:v>
                </c:pt>
                <c:pt idx="25">
                  <c:v>4.000000000000048</c:v>
                </c:pt>
                <c:pt idx="26">
                  <c:v>5.0000000000019762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88F-4D08-8751-08966BAE8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67256824"/>
        <c:axId val="967254528"/>
      </c:lineChart>
      <c:catAx>
        <c:axId val="9672568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할당된 확률</a:t>
                </a:r>
              </a:p>
            </c:rich>
          </c:tx>
          <c:layout>
            <c:manualLayout>
              <c:xMode val="edge"/>
              <c:yMode val="edge"/>
              <c:x val="0.28687251917466738"/>
              <c:y val="0.7992696731691770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254528"/>
        <c:crosses val="autoZero"/>
        <c:auto val="1"/>
        <c:lblAlgn val="ctr"/>
        <c:lblOffset val="100"/>
        <c:noMultiLvlLbl val="0"/>
      </c:catAx>
      <c:valAx>
        <c:axId val="967254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손실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256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Y-Red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0.5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0.5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2B7-4B88-AEED-4EBFC5D60EFD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Y-Blue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5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2.5</c:v>
                </c:pt>
              </c:numCache>
            </c:numRef>
          </c:xVal>
          <c:y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2.5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2B7-4B88-AEED-4EBFC5D60E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70488680"/>
        <c:axId val="870489008"/>
      </c:scatterChart>
      <c:valAx>
        <c:axId val="8704886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0489008"/>
        <c:crosses val="autoZero"/>
        <c:crossBetween val="midCat"/>
      </c:valAx>
      <c:valAx>
        <c:axId val="870489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0488680"/>
        <c:crosses val="autoZero"/>
        <c:crossBetween val="midCat"/>
        <c:majorUnit val="1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1">
        <a:lumMod val="95000"/>
      </a:schemeClr>
    </a:solidFill>
    <a:ln>
      <a:solidFill>
        <a:schemeClr val="bg1"/>
      </a:solidFill>
    </a:ln>
    <a:effectLst/>
  </c:spPr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baseline="0" dirty="0" err="1">
                <a:effectLst/>
              </a:rPr>
              <a:t>크로스</a:t>
            </a:r>
            <a:r>
              <a:rPr lang="en-US" sz="1800" b="0" i="0" baseline="0" dirty="0">
                <a:effectLst/>
              </a:rPr>
              <a:t> </a:t>
            </a:r>
            <a:r>
              <a:rPr lang="en-US" sz="1800" b="0" i="0" baseline="0" dirty="0" err="1">
                <a:effectLst/>
              </a:rPr>
              <a:t>엔트로피</a:t>
            </a:r>
            <a:r>
              <a:rPr lang="en-US" sz="1800" b="0" i="0" baseline="0" dirty="0">
                <a:effectLst/>
              </a:rPr>
              <a:t> </a:t>
            </a:r>
            <a:endParaRPr lang="en-US" dirty="0">
              <a:effectLst/>
            </a:endParaRPr>
          </a:p>
          <a:p>
            <a:pPr>
              <a:defRPr sz="1800"/>
            </a:pPr>
            <a:r>
              <a:rPr lang="en-US" sz="1800" b="0" i="0" baseline="0" dirty="0">
                <a:effectLst/>
              </a:rPr>
              <a:t>(</a:t>
            </a:r>
            <a:r>
              <a:rPr lang="en-US" sz="1800" b="1" i="0" cap="all" baseline="0" dirty="0">
                <a:effectLst/>
              </a:rPr>
              <a:t>Cross Entropy)</a:t>
            </a:r>
            <a:endParaRPr lang="en-US" dirty="0">
              <a:effectLst/>
            </a:endParaRPr>
          </a:p>
          <a:p>
            <a:pPr>
              <a:defRPr sz="1800"/>
            </a:pPr>
            <a:r>
              <a:rPr lang="en-US" sz="1800" b="0" i="0" baseline="0" dirty="0">
                <a:effectLst/>
              </a:rPr>
              <a:t> </a:t>
            </a:r>
            <a:r>
              <a:rPr lang="en-US" sz="1800" b="0" i="0" baseline="0" dirty="0" err="1">
                <a:effectLst/>
              </a:rPr>
              <a:t>파란색</a:t>
            </a:r>
            <a:r>
              <a:rPr lang="en-US" sz="1800" b="0" i="0" baseline="0" dirty="0">
                <a:effectLst/>
              </a:rPr>
              <a:t> 점 </a:t>
            </a:r>
            <a:r>
              <a:rPr lang="en-US" sz="1800" b="0" i="0" baseline="0" dirty="0" err="1">
                <a:effectLst/>
              </a:rPr>
              <a:t>예측</a:t>
            </a:r>
            <a:endParaRPr lang="en-US" dirty="0">
              <a:effectLst/>
            </a:endParaRPr>
          </a:p>
        </c:rich>
      </c:tx>
      <c:layout>
        <c:manualLayout>
          <c:xMode val="edge"/>
          <c:yMode val="edge"/>
          <c:x val="0.25715913849248873"/>
          <c:y val="2.57290053679754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if True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Sheet1!$A$2:$A$28</c:f>
              <c:numCache>
                <c:formatCode>General</c:formatCode>
                <c:ptCount val="27"/>
                <c:pt idx="0">
                  <c:v>1.0000000000000001E-5</c:v>
                </c:pt>
                <c:pt idx="1">
                  <c:v>1E-4</c:v>
                </c:pt>
                <c:pt idx="2">
                  <c:v>1E-3</c:v>
                </c:pt>
                <c:pt idx="3">
                  <c:v>0.01</c:v>
                </c:pt>
                <c:pt idx="4">
                  <c:v>0.05</c:v>
                </c:pt>
                <c:pt idx="5">
                  <c:v>0.1</c:v>
                </c:pt>
                <c:pt idx="6">
                  <c:v>0.15</c:v>
                </c:pt>
                <c:pt idx="7">
                  <c:v>0.2</c:v>
                </c:pt>
                <c:pt idx="8">
                  <c:v>0.25</c:v>
                </c:pt>
                <c:pt idx="9">
                  <c:v>0.3</c:v>
                </c:pt>
                <c:pt idx="10">
                  <c:v>0.35</c:v>
                </c:pt>
                <c:pt idx="11">
                  <c:v>0.4</c:v>
                </c:pt>
                <c:pt idx="12">
                  <c:v>0.45</c:v>
                </c:pt>
                <c:pt idx="13">
                  <c:v>0.5</c:v>
                </c:pt>
                <c:pt idx="14">
                  <c:v>0.55000000000000004</c:v>
                </c:pt>
                <c:pt idx="15">
                  <c:v>0.6</c:v>
                </c:pt>
                <c:pt idx="16">
                  <c:v>0.65</c:v>
                </c:pt>
                <c:pt idx="17">
                  <c:v>0.7</c:v>
                </c:pt>
                <c:pt idx="18">
                  <c:v>0.75</c:v>
                </c:pt>
                <c:pt idx="19">
                  <c:v>0.8</c:v>
                </c:pt>
                <c:pt idx="20">
                  <c:v>0.85</c:v>
                </c:pt>
                <c:pt idx="21">
                  <c:v>0.9</c:v>
                </c:pt>
                <c:pt idx="22">
                  <c:v>0.95</c:v>
                </c:pt>
                <c:pt idx="23">
                  <c:v>0.99</c:v>
                </c:pt>
                <c:pt idx="24">
                  <c:v>0.999</c:v>
                </c:pt>
                <c:pt idx="25">
                  <c:v>0.99990000000000001</c:v>
                </c:pt>
                <c:pt idx="26">
                  <c:v>0.99999000000000005</c:v>
                </c:pt>
              </c:numCache>
            </c:num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1.3010299956639813</c:v>
                </c:pt>
                <c:pt idx="5">
                  <c:v>1</c:v>
                </c:pt>
                <c:pt idx="6">
                  <c:v>0.82390874094431876</c:v>
                </c:pt>
                <c:pt idx="7">
                  <c:v>0.69897000433601875</c:v>
                </c:pt>
                <c:pt idx="8">
                  <c:v>0.6020599913279624</c:v>
                </c:pt>
                <c:pt idx="9">
                  <c:v>0.52287874528033762</c:v>
                </c:pt>
                <c:pt idx="10">
                  <c:v>0.45593195564972439</c:v>
                </c:pt>
                <c:pt idx="11">
                  <c:v>0.3979400086720376</c:v>
                </c:pt>
                <c:pt idx="12">
                  <c:v>0.34678748622465633</c:v>
                </c:pt>
                <c:pt idx="13">
                  <c:v>0.3010299956639812</c:v>
                </c:pt>
                <c:pt idx="14">
                  <c:v>0.25963731050575611</c:v>
                </c:pt>
                <c:pt idx="15">
                  <c:v>0.22184874961635639</c:v>
                </c:pt>
                <c:pt idx="16">
                  <c:v>0.18708664335714442</c:v>
                </c:pt>
                <c:pt idx="17">
                  <c:v>0.15490195998574319</c:v>
                </c:pt>
                <c:pt idx="18">
                  <c:v>0.12493873660829995</c:v>
                </c:pt>
                <c:pt idx="19">
                  <c:v>9.6910013008056392E-2</c:v>
                </c:pt>
                <c:pt idx="20">
                  <c:v>7.0581074285707285E-2</c:v>
                </c:pt>
                <c:pt idx="21">
                  <c:v>4.5757490560675115E-2</c:v>
                </c:pt>
                <c:pt idx="22">
                  <c:v>2.2276394711152253E-2</c:v>
                </c:pt>
                <c:pt idx="23">
                  <c:v>4.3648054024500883E-3</c:v>
                </c:pt>
                <c:pt idx="24">
                  <c:v>4.3451177401769168E-4</c:v>
                </c:pt>
                <c:pt idx="25">
                  <c:v>4.3431619807505604E-5</c:v>
                </c:pt>
                <c:pt idx="26">
                  <c:v>4.3429665338816141E-6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88F-4D08-8751-08966BAE86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 if False</c:v>
                </c:pt>
              </c:strCache>
            </c:strRef>
          </c:tx>
          <c:spPr>
            <a:ln w="539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Sheet1!$A$2:$A$28</c:f>
              <c:numCache>
                <c:formatCode>General</c:formatCode>
                <c:ptCount val="27"/>
                <c:pt idx="0">
                  <c:v>1.0000000000000001E-5</c:v>
                </c:pt>
                <c:pt idx="1">
                  <c:v>1E-4</c:v>
                </c:pt>
                <c:pt idx="2">
                  <c:v>1E-3</c:v>
                </c:pt>
                <c:pt idx="3">
                  <c:v>0.01</c:v>
                </c:pt>
                <c:pt idx="4">
                  <c:v>0.05</c:v>
                </c:pt>
                <c:pt idx="5">
                  <c:v>0.1</c:v>
                </c:pt>
                <c:pt idx="6">
                  <c:v>0.15</c:v>
                </c:pt>
                <c:pt idx="7">
                  <c:v>0.2</c:v>
                </c:pt>
                <c:pt idx="8">
                  <c:v>0.25</c:v>
                </c:pt>
                <c:pt idx="9">
                  <c:v>0.3</c:v>
                </c:pt>
                <c:pt idx="10">
                  <c:v>0.35</c:v>
                </c:pt>
                <c:pt idx="11">
                  <c:v>0.4</c:v>
                </c:pt>
                <c:pt idx="12">
                  <c:v>0.45</c:v>
                </c:pt>
                <c:pt idx="13">
                  <c:v>0.5</c:v>
                </c:pt>
                <c:pt idx="14">
                  <c:v>0.55000000000000004</c:v>
                </c:pt>
                <c:pt idx="15">
                  <c:v>0.6</c:v>
                </c:pt>
                <c:pt idx="16">
                  <c:v>0.65</c:v>
                </c:pt>
                <c:pt idx="17">
                  <c:v>0.7</c:v>
                </c:pt>
                <c:pt idx="18">
                  <c:v>0.75</c:v>
                </c:pt>
                <c:pt idx="19">
                  <c:v>0.8</c:v>
                </c:pt>
                <c:pt idx="20">
                  <c:v>0.85</c:v>
                </c:pt>
                <c:pt idx="21">
                  <c:v>0.9</c:v>
                </c:pt>
                <c:pt idx="22">
                  <c:v>0.95</c:v>
                </c:pt>
                <c:pt idx="23">
                  <c:v>0.99</c:v>
                </c:pt>
                <c:pt idx="24">
                  <c:v>0.999</c:v>
                </c:pt>
                <c:pt idx="25">
                  <c:v>0.99990000000000001</c:v>
                </c:pt>
                <c:pt idx="26">
                  <c:v>0.99999000000000005</c:v>
                </c:pt>
              </c:numCache>
            </c:num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4.3429665338816141E-6</c:v>
                </c:pt>
                <c:pt idx="1">
                  <c:v>4.3431619807505604E-5</c:v>
                </c:pt>
                <c:pt idx="2">
                  <c:v>4.3451177401769168E-4</c:v>
                </c:pt>
                <c:pt idx="3">
                  <c:v>4.3648054024500883E-3</c:v>
                </c:pt>
                <c:pt idx="4">
                  <c:v>2.2276394711152253E-2</c:v>
                </c:pt>
                <c:pt idx="5">
                  <c:v>4.5757490560675115E-2</c:v>
                </c:pt>
                <c:pt idx="6">
                  <c:v>7.0581074285707285E-2</c:v>
                </c:pt>
                <c:pt idx="7">
                  <c:v>9.6910013008056392E-2</c:v>
                </c:pt>
                <c:pt idx="8">
                  <c:v>0.12493873660829995</c:v>
                </c:pt>
                <c:pt idx="9">
                  <c:v>0.15490195998574319</c:v>
                </c:pt>
                <c:pt idx="10">
                  <c:v>0.18708664335714442</c:v>
                </c:pt>
                <c:pt idx="11">
                  <c:v>0.22184874961635639</c:v>
                </c:pt>
                <c:pt idx="12">
                  <c:v>0.25963731050575611</c:v>
                </c:pt>
                <c:pt idx="13">
                  <c:v>0.3010299956639812</c:v>
                </c:pt>
                <c:pt idx="14">
                  <c:v>0.34678748622465638</c:v>
                </c:pt>
                <c:pt idx="15">
                  <c:v>0.3979400086720376</c:v>
                </c:pt>
                <c:pt idx="16">
                  <c:v>0.45593195564972439</c:v>
                </c:pt>
                <c:pt idx="17">
                  <c:v>0.52287874528033751</c:v>
                </c:pt>
                <c:pt idx="18">
                  <c:v>0.6020599913279624</c:v>
                </c:pt>
                <c:pt idx="19">
                  <c:v>0.69897000433601886</c:v>
                </c:pt>
                <c:pt idx="20">
                  <c:v>0.82390874094431865</c:v>
                </c:pt>
                <c:pt idx="21">
                  <c:v>1</c:v>
                </c:pt>
                <c:pt idx="22">
                  <c:v>1.3010299956639808</c:v>
                </c:pt>
                <c:pt idx="23">
                  <c:v>1.9999999999999996</c:v>
                </c:pt>
                <c:pt idx="24">
                  <c:v>2.9999999999999996</c:v>
                </c:pt>
                <c:pt idx="25">
                  <c:v>4.000000000000048</c:v>
                </c:pt>
                <c:pt idx="26">
                  <c:v>5.0000000000019762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88F-4D08-8751-08966BAE8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67256824"/>
        <c:axId val="967254528"/>
      </c:lineChart>
      <c:catAx>
        <c:axId val="9672568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할당된 확률</a:t>
                </a:r>
              </a:p>
            </c:rich>
          </c:tx>
          <c:layout>
            <c:manualLayout>
              <c:xMode val="edge"/>
              <c:yMode val="edge"/>
              <c:x val="0.28687251917466738"/>
              <c:y val="0.7992696731691770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254528"/>
        <c:crosses val="autoZero"/>
        <c:auto val="1"/>
        <c:lblAlgn val="ctr"/>
        <c:lblOffset val="100"/>
        <c:noMultiLvlLbl val="0"/>
      </c:catAx>
      <c:valAx>
        <c:axId val="967254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손실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7256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Y-Red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0.5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0.5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2B7-4B88-AEED-4EBFC5D60EFD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Y-Blue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5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2.5</c:v>
                </c:pt>
              </c:numCache>
            </c:numRef>
          </c:xVal>
          <c:y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2.5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2B7-4B88-AEED-4EBFC5D60E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70488680"/>
        <c:axId val="870489008"/>
      </c:scatterChart>
      <c:valAx>
        <c:axId val="8704886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0489008"/>
        <c:crosses val="autoZero"/>
        <c:crossBetween val="midCat"/>
      </c:valAx>
      <c:valAx>
        <c:axId val="870489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0488680"/>
        <c:crosses val="autoZero"/>
        <c:crossBetween val="midCat"/>
        <c:majorUnit val="1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1">
        <a:lumMod val="95000"/>
      </a:schemeClr>
    </a:solidFill>
    <a:ln>
      <a:solidFill>
        <a:schemeClr val="bg1"/>
      </a:solidFill>
    </a:ln>
    <a:effectLst/>
  </c:spPr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50.pn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45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4466E2-1FE0-4AAF-9A15-35A18460AE6C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124095B-A200-4DEB-90C0-ACCBFBD33BF2}">
      <dgm:prSet/>
      <dgm:spPr/>
      <dgm:t>
        <a:bodyPr/>
        <a:lstStyle/>
        <a:p>
          <a:r>
            <a:rPr lang="en-US"/>
            <a:t>1부: 딥러닝 소개</a:t>
          </a:r>
        </a:p>
      </dgm:t>
    </dgm:pt>
    <dgm:pt modelId="{C07EC53E-9B77-4F6F-B546-87DA1851BCB6}" type="parTrans" cxnId="{23A1D04A-5FFD-4038-A9DC-E5062E9CACC2}">
      <dgm:prSet/>
      <dgm:spPr/>
      <dgm:t>
        <a:bodyPr/>
        <a:lstStyle/>
        <a:p>
          <a:endParaRPr lang="en-US"/>
        </a:p>
      </dgm:t>
    </dgm:pt>
    <dgm:pt modelId="{30D6C911-C612-4E13-972B-862C0C14448B}" type="sibTrans" cxnId="{23A1D04A-5FFD-4038-A9DC-E5062E9CACC2}">
      <dgm:prSet/>
      <dgm:spPr/>
      <dgm:t>
        <a:bodyPr/>
        <a:lstStyle/>
        <a:p>
          <a:endParaRPr lang="en-US"/>
        </a:p>
      </dgm:t>
    </dgm:pt>
    <dgm:pt modelId="{E3B6176B-19E9-49DC-8935-5FC1D326226A}">
      <dgm:prSet/>
      <dgm:spPr/>
      <dgm:t>
        <a:bodyPr/>
        <a:lstStyle/>
        <a:p>
          <a:r>
            <a:rPr lang="en-US"/>
            <a:t>2부: 뉴럴 네트워크의 트레이닝 방식</a:t>
          </a:r>
        </a:p>
      </dgm:t>
    </dgm:pt>
    <dgm:pt modelId="{35969128-5469-45F0-A0BD-A614DA29450E}" type="parTrans" cxnId="{408E519F-B299-4FE7-BF7B-6E9C884FB638}">
      <dgm:prSet/>
      <dgm:spPr/>
      <dgm:t>
        <a:bodyPr/>
        <a:lstStyle/>
        <a:p>
          <a:endParaRPr lang="en-US"/>
        </a:p>
      </dgm:t>
    </dgm:pt>
    <dgm:pt modelId="{907CC422-609D-4111-93B5-6B0E685CCC4E}" type="sibTrans" cxnId="{408E519F-B299-4FE7-BF7B-6E9C884FB638}">
      <dgm:prSet/>
      <dgm:spPr/>
      <dgm:t>
        <a:bodyPr/>
        <a:lstStyle/>
        <a:p>
          <a:endParaRPr lang="en-US"/>
        </a:p>
      </dgm:t>
    </dgm:pt>
    <dgm:pt modelId="{BC73A0EF-BACA-44B5-B7FA-8559EFE7D717}">
      <dgm:prSet/>
      <dgm:spPr/>
      <dgm:t>
        <a:bodyPr/>
        <a:lstStyle/>
        <a:p>
          <a:r>
            <a:rPr lang="en-US"/>
            <a:t>3부: CNN(Convolutional Neural Network)</a:t>
          </a:r>
        </a:p>
      </dgm:t>
    </dgm:pt>
    <dgm:pt modelId="{3492A832-F0B4-41AC-BBF7-53083F681CF3}" type="parTrans" cxnId="{BBE2EE80-CD07-42F3-9AB1-5359BB01F88E}">
      <dgm:prSet/>
      <dgm:spPr/>
      <dgm:t>
        <a:bodyPr/>
        <a:lstStyle/>
        <a:p>
          <a:endParaRPr lang="en-US"/>
        </a:p>
      </dgm:t>
    </dgm:pt>
    <dgm:pt modelId="{5278DCD6-8C12-4249-BC74-09DCD8B0FF5E}" type="sibTrans" cxnId="{BBE2EE80-CD07-42F3-9AB1-5359BB01F88E}">
      <dgm:prSet/>
      <dgm:spPr/>
      <dgm:t>
        <a:bodyPr/>
        <a:lstStyle/>
        <a:p>
          <a:endParaRPr lang="en-US"/>
        </a:p>
      </dgm:t>
    </dgm:pt>
    <dgm:pt modelId="{09261F07-2B57-4F4A-9184-61D3FF7EA9B7}">
      <dgm:prSet/>
      <dgm:spPr/>
      <dgm:t>
        <a:bodyPr/>
        <a:lstStyle/>
        <a:p>
          <a:r>
            <a:rPr lang="en-US"/>
            <a:t>4부: 데이터 증강 및 배포</a:t>
          </a:r>
        </a:p>
      </dgm:t>
    </dgm:pt>
    <dgm:pt modelId="{9D795FD9-7EA3-454E-8078-C99EA0B431D9}" type="parTrans" cxnId="{BAADA846-C7F8-4823-B5EA-6B57BDA279DA}">
      <dgm:prSet/>
      <dgm:spPr/>
      <dgm:t>
        <a:bodyPr/>
        <a:lstStyle/>
        <a:p>
          <a:endParaRPr lang="en-US"/>
        </a:p>
      </dgm:t>
    </dgm:pt>
    <dgm:pt modelId="{67722A88-758B-4A0C-98ED-E76673E22662}" type="sibTrans" cxnId="{BAADA846-C7F8-4823-B5EA-6B57BDA279DA}">
      <dgm:prSet/>
      <dgm:spPr/>
      <dgm:t>
        <a:bodyPr/>
        <a:lstStyle/>
        <a:p>
          <a:endParaRPr lang="en-US"/>
        </a:p>
      </dgm:t>
    </dgm:pt>
    <dgm:pt modelId="{B21EF215-DC77-4512-9FA9-F402D823AD6A}">
      <dgm:prSet/>
      <dgm:spPr/>
      <dgm:t>
        <a:bodyPr/>
        <a:lstStyle/>
        <a:p>
          <a:r>
            <a:rPr lang="en-US"/>
            <a:t>5부: 사전 트레이닝된 모델</a:t>
          </a:r>
        </a:p>
      </dgm:t>
    </dgm:pt>
    <dgm:pt modelId="{7877E896-4408-40E6-A865-D2BDFD78F34F}" type="parTrans" cxnId="{03B48CE6-AB06-419B-AB7A-DA6BCAC7372F}">
      <dgm:prSet/>
      <dgm:spPr/>
      <dgm:t>
        <a:bodyPr/>
        <a:lstStyle/>
        <a:p>
          <a:endParaRPr lang="en-US"/>
        </a:p>
      </dgm:t>
    </dgm:pt>
    <dgm:pt modelId="{BCF1C84A-D312-44DE-B970-7FBCD9F5BF42}" type="sibTrans" cxnId="{03B48CE6-AB06-419B-AB7A-DA6BCAC7372F}">
      <dgm:prSet/>
      <dgm:spPr/>
      <dgm:t>
        <a:bodyPr/>
        <a:lstStyle/>
        <a:p>
          <a:endParaRPr lang="en-US"/>
        </a:p>
      </dgm:t>
    </dgm:pt>
    <dgm:pt modelId="{B9ECEEB2-F083-43B5-9C8B-518ED3EA5F5E}">
      <dgm:prSet/>
      <dgm:spPr/>
      <dgm:t>
        <a:bodyPr/>
        <a:lstStyle/>
        <a:p>
          <a:r>
            <a:rPr lang="en-US"/>
            <a:t>6부: 고급 아키텍처</a:t>
          </a:r>
        </a:p>
      </dgm:t>
    </dgm:pt>
    <dgm:pt modelId="{0BA3BA15-314F-45BE-B77D-C23F105F8DAA}" type="parTrans" cxnId="{27E75F04-2403-4F84-80CA-78960651068A}">
      <dgm:prSet/>
      <dgm:spPr/>
      <dgm:t>
        <a:bodyPr/>
        <a:lstStyle/>
        <a:p>
          <a:endParaRPr lang="en-US"/>
        </a:p>
      </dgm:t>
    </dgm:pt>
    <dgm:pt modelId="{62DEDF2D-99C1-43FC-A887-BA743D585ADE}" type="sibTrans" cxnId="{27E75F04-2403-4F84-80CA-78960651068A}">
      <dgm:prSet/>
      <dgm:spPr/>
      <dgm:t>
        <a:bodyPr/>
        <a:lstStyle/>
        <a:p>
          <a:endParaRPr lang="en-US"/>
        </a:p>
      </dgm:t>
    </dgm:pt>
    <dgm:pt modelId="{60F5443E-3D25-48E7-BD6D-267D69AA3389}" type="pres">
      <dgm:prSet presAssocID="{014466E2-1FE0-4AAF-9A15-35A18460AE6C}" presName="linear" presStyleCnt="0">
        <dgm:presLayoutVars>
          <dgm:dir/>
          <dgm:animLvl val="lvl"/>
          <dgm:resizeHandles val="exact"/>
        </dgm:presLayoutVars>
      </dgm:prSet>
      <dgm:spPr/>
    </dgm:pt>
    <dgm:pt modelId="{948C24EC-B794-43AB-9FC4-5584C5246655}" type="pres">
      <dgm:prSet presAssocID="{9124095B-A200-4DEB-90C0-ACCBFBD33BF2}" presName="parentLin" presStyleCnt="0"/>
      <dgm:spPr/>
    </dgm:pt>
    <dgm:pt modelId="{FC30B8EC-879B-4B4B-981B-3EE637F42D6A}" type="pres">
      <dgm:prSet presAssocID="{9124095B-A200-4DEB-90C0-ACCBFBD33BF2}" presName="parentLeftMargin" presStyleLbl="node1" presStyleIdx="0" presStyleCnt="6"/>
      <dgm:spPr/>
    </dgm:pt>
    <dgm:pt modelId="{D6D66FE0-E326-43BD-A55E-8C9D0A92B3CB}" type="pres">
      <dgm:prSet presAssocID="{9124095B-A200-4DEB-90C0-ACCBFBD33BF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26EF489-57F0-4C0D-9743-688EAE783F65}" type="pres">
      <dgm:prSet presAssocID="{9124095B-A200-4DEB-90C0-ACCBFBD33BF2}" presName="negativeSpace" presStyleCnt="0"/>
      <dgm:spPr/>
    </dgm:pt>
    <dgm:pt modelId="{1F80A7D4-969A-4E7E-9531-458F74DCE459}" type="pres">
      <dgm:prSet presAssocID="{9124095B-A200-4DEB-90C0-ACCBFBD33BF2}" presName="childText" presStyleLbl="conFgAcc1" presStyleIdx="0" presStyleCnt="6">
        <dgm:presLayoutVars>
          <dgm:bulletEnabled val="1"/>
        </dgm:presLayoutVars>
      </dgm:prSet>
      <dgm:spPr/>
    </dgm:pt>
    <dgm:pt modelId="{CD8AD931-DDDF-4B54-95C3-BA456A6FEB28}" type="pres">
      <dgm:prSet presAssocID="{30D6C911-C612-4E13-972B-862C0C14448B}" presName="spaceBetweenRectangles" presStyleCnt="0"/>
      <dgm:spPr/>
    </dgm:pt>
    <dgm:pt modelId="{75B91715-653F-468A-BBBB-9C2D6A87E00B}" type="pres">
      <dgm:prSet presAssocID="{E3B6176B-19E9-49DC-8935-5FC1D326226A}" presName="parentLin" presStyleCnt="0"/>
      <dgm:spPr/>
    </dgm:pt>
    <dgm:pt modelId="{56277306-AE2B-49E0-975E-1A83394B349C}" type="pres">
      <dgm:prSet presAssocID="{E3B6176B-19E9-49DC-8935-5FC1D326226A}" presName="parentLeftMargin" presStyleLbl="node1" presStyleIdx="0" presStyleCnt="6"/>
      <dgm:spPr/>
    </dgm:pt>
    <dgm:pt modelId="{FA756CBE-44B9-4F18-B2D1-6FBA673FFC2D}" type="pres">
      <dgm:prSet presAssocID="{E3B6176B-19E9-49DC-8935-5FC1D326226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7FE9E24-6B85-4968-A992-A75BF076D288}" type="pres">
      <dgm:prSet presAssocID="{E3B6176B-19E9-49DC-8935-5FC1D326226A}" presName="negativeSpace" presStyleCnt="0"/>
      <dgm:spPr/>
    </dgm:pt>
    <dgm:pt modelId="{247F1B74-319B-49D7-A018-48E863D8B398}" type="pres">
      <dgm:prSet presAssocID="{E3B6176B-19E9-49DC-8935-5FC1D326226A}" presName="childText" presStyleLbl="conFgAcc1" presStyleIdx="1" presStyleCnt="6">
        <dgm:presLayoutVars>
          <dgm:bulletEnabled val="1"/>
        </dgm:presLayoutVars>
      </dgm:prSet>
      <dgm:spPr/>
    </dgm:pt>
    <dgm:pt modelId="{42404858-34F1-40CE-B3C2-7586D8378E3D}" type="pres">
      <dgm:prSet presAssocID="{907CC422-609D-4111-93B5-6B0E685CCC4E}" presName="spaceBetweenRectangles" presStyleCnt="0"/>
      <dgm:spPr/>
    </dgm:pt>
    <dgm:pt modelId="{B9DD0433-B1D4-4E20-A896-139746A53795}" type="pres">
      <dgm:prSet presAssocID="{BC73A0EF-BACA-44B5-B7FA-8559EFE7D717}" presName="parentLin" presStyleCnt="0"/>
      <dgm:spPr/>
    </dgm:pt>
    <dgm:pt modelId="{6C8B57DF-B46E-474D-8DA3-3D0AFE24F324}" type="pres">
      <dgm:prSet presAssocID="{BC73A0EF-BACA-44B5-B7FA-8559EFE7D717}" presName="parentLeftMargin" presStyleLbl="node1" presStyleIdx="1" presStyleCnt="6"/>
      <dgm:spPr/>
    </dgm:pt>
    <dgm:pt modelId="{FA5B2DE7-C0B7-4BF4-B5CD-CA36978A8F75}" type="pres">
      <dgm:prSet presAssocID="{BC73A0EF-BACA-44B5-B7FA-8559EFE7D71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064764D-223C-4B2C-AE5B-39A12330BD80}" type="pres">
      <dgm:prSet presAssocID="{BC73A0EF-BACA-44B5-B7FA-8559EFE7D717}" presName="negativeSpace" presStyleCnt="0"/>
      <dgm:spPr/>
    </dgm:pt>
    <dgm:pt modelId="{057C50B2-50C0-493C-9C7A-8F44D0563959}" type="pres">
      <dgm:prSet presAssocID="{BC73A0EF-BACA-44B5-B7FA-8559EFE7D717}" presName="childText" presStyleLbl="conFgAcc1" presStyleIdx="2" presStyleCnt="6">
        <dgm:presLayoutVars>
          <dgm:bulletEnabled val="1"/>
        </dgm:presLayoutVars>
      </dgm:prSet>
      <dgm:spPr/>
    </dgm:pt>
    <dgm:pt modelId="{074ACB30-2014-479B-87C0-44149569967A}" type="pres">
      <dgm:prSet presAssocID="{5278DCD6-8C12-4249-BC74-09DCD8B0FF5E}" presName="spaceBetweenRectangles" presStyleCnt="0"/>
      <dgm:spPr/>
    </dgm:pt>
    <dgm:pt modelId="{DDE4A7E5-A674-4625-803C-A2836CCACFD0}" type="pres">
      <dgm:prSet presAssocID="{09261F07-2B57-4F4A-9184-61D3FF7EA9B7}" presName="parentLin" presStyleCnt="0"/>
      <dgm:spPr/>
    </dgm:pt>
    <dgm:pt modelId="{4DDA7CB9-01AD-48DB-A1C3-A41BBACA5877}" type="pres">
      <dgm:prSet presAssocID="{09261F07-2B57-4F4A-9184-61D3FF7EA9B7}" presName="parentLeftMargin" presStyleLbl="node1" presStyleIdx="2" presStyleCnt="6"/>
      <dgm:spPr/>
    </dgm:pt>
    <dgm:pt modelId="{93B1BDC5-7AF4-41C6-B388-8C46BB68B1C4}" type="pres">
      <dgm:prSet presAssocID="{09261F07-2B57-4F4A-9184-61D3FF7EA9B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876335C-6672-4787-9C35-5CB54279B83D}" type="pres">
      <dgm:prSet presAssocID="{09261F07-2B57-4F4A-9184-61D3FF7EA9B7}" presName="negativeSpace" presStyleCnt="0"/>
      <dgm:spPr/>
    </dgm:pt>
    <dgm:pt modelId="{4773976E-31ED-4484-ACF0-75AD19B0DCC0}" type="pres">
      <dgm:prSet presAssocID="{09261F07-2B57-4F4A-9184-61D3FF7EA9B7}" presName="childText" presStyleLbl="conFgAcc1" presStyleIdx="3" presStyleCnt="6">
        <dgm:presLayoutVars>
          <dgm:bulletEnabled val="1"/>
        </dgm:presLayoutVars>
      </dgm:prSet>
      <dgm:spPr/>
    </dgm:pt>
    <dgm:pt modelId="{4EAF62E0-AD54-46EB-A800-8FBF9337E7C1}" type="pres">
      <dgm:prSet presAssocID="{67722A88-758B-4A0C-98ED-E76673E22662}" presName="spaceBetweenRectangles" presStyleCnt="0"/>
      <dgm:spPr/>
    </dgm:pt>
    <dgm:pt modelId="{84AB9781-0A14-4FF3-92F4-F444DD7CFF8C}" type="pres">
      <dgm:prSet presAssocID="{B21EF215-DC77-4512-9FA9-F402D823AD6A}" presName="parentLin" presStyleCnt="0"/>
      <dgm:spPr/>
    </dgm:pt>
    <dgm:pt modelId="{830B98C3-7482-4A95-BEFB-01A2D687603F}" type="pres">
      <dgm:prSet presAssocID="{B21EF215-DC77-4512-9FA9-F402D823AD6A}" presName="parentLeftMargin" presStyleLbl="node1" presStyleIdx="3" presStyleCnt="6"/>
      <dgm:spPr/>
    </dgm:pt>
    <dgm:pt modelId="{7693AED7-1A80-4EC8-BF5D-C927107E6B47}" type="pres">
      <dgm:prSet presAssocID="{B21EF215-DC77-4512-9FA9-F402D823AD6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73F35C2-E64D-446C-98F1-BC34CB4AD8F6}" type="pres">
      <dgm:prSet presAssocID="{B21EF215-DC77-4512-9FA9-F402D823AD6A}" presName="negativeSpace" presStyleCnt="0"/>
      <dgm:spPr/>
    </dgm:pt>
    <dgm:pt modelId="{277A1481-DBA3-4296-946B-73B0094321D4}" type="pres">
      <dgm:prSet presAssocID="{B21EF215-DC77-4512-9FA9-F402D823AD6A}" presName="childText" presStyleLbl="conFgAcc1" presStyleIdx="4" presStyleCnt="6">
        <dgm:presLayoutVars>
          <dgm:bulletEnabled val="1"/>
        </dgm:presLayoutVars>
      </dgm:prSet>
      <dgm:spPr/>
    </dgm:pt>
    <dgm:pt modelId="{FEA10063-F594-47D0-B8F2-A8045571AE07}" type="pres">
      <dgm:prSet presAssocID="{BCF1C84A-D312-44DE-B970-7FBCD9F5BF42}" presName="spaceBetweenRectangles" presStyleCnt="0"/>
      <dgm:spPr/>
    </dgm:pt>
    <dgm:pt modelId="{B42E4DEF-21AE-450E-B5B4-9CA96AA18762}" type="pres">
      <dgm:prSet presAssocID="{B9ECEEB2-F083-43B5-9C8B-518ED3EA5F5E}" presName="parentLin" presStyleCnt="0"/>
      <dgm:spPr/>
    </dgm:pt>
    <dgm:pt modelId="{70307D62-7EE8-455A-8B35-9E84B0F176FE}" type="pres">
      <dgm:prSet presAssocID="{B9ECEEB2-F083-43B5-9C8B-518ED3EA5F5E}" presName="parentLeftMargin" presStyleLbl="node1" presStyleIdx="4" presStyleCnt="6"/>
      <dgm:spPr/>
    </dgm:pt>
    <dgm:pt modelId="{8DB99647-4D1C-471E-8D23-A05E6326DC84}" type="pres">
      <dgm:prSet presAssocID="{B9ECEEB2-F083-43B5-9C8B-518ED3EA5F5E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7F3A89B-78D1-4E5B-A469-0942E2F506D6}" type="pres">
      <dgm:prSet presAssocID="{B9ECEEB2-F083-43B5-9C8B-518ED3EA5F5E}" presName="negativeSpace" presStyleCnt="0"/>
      <dgm:spPr/>
    </dgm:pt>
    <dgm:pt modelId="{8EA19417-896E-446A-9E4F-22AD1A100910}" type="pres">
      <dgm:prSet presAssocID="{B9ECEEB2-F083-43B5-9C8B-518ED3EA5F5E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27E75F04-2403-4F84-80CA-78960651068A}" srcId="{014466E2-1FE0-4AAF-9A15-35A18460AE6C}" destId="{B9ECEEB2-F083-43B5-9C8B-518ED3EA5F5E}" srcOrd="5" destOrd="0" parTransId="{0BA3BA15-314F-45BE-B77D-C23F105F8DAA}" sibTransId="{62DEDF2D-99C1-43FC-A887-BA743D585ADE}"/>
    <dgm:cxn modelId="{B67D2E2E-9E1B-411F-BDE1-01B69C2686AA}" type="presOf" srcId="{BC73A0EF-BACA-44B5-B7FA-8559EFE7D717}" destId="{FA5B2DE7-C0B7-4BF4-B5CD-CA36978A8F75}" srcOrd="1" destOrd="0" presId="urn:microsoft.com/office/officeart/2005/8/layout/list1"/>
    <dgm:cxn modelId="{19C43B31-F83D-49E7-80C5-9BDCFAF24000}" type="presOf" srcId="{B9ECEEB2-F083-43B5-9C8B-518ED3EA5F5E}" destId="{8DB99647-4D1C-471E-8D23-A05E6326DC84}" srcOrd="1" destOrd="0" presId="urn:microsoft.com/office/officeart/2005/8/layout/list1"/>
    <dgm:cxn modelId="{B9D3E645-EC69-496A-9C28-DC1FB4E26C1D}" type="presOf" srcId="{014466E2-1FE0-4AAF-9A15-35A18460AE6C}" destId="{60F5443E-3D25-48E7-BD6D-267D69AA3389}" srcOrd="0" destOrd="0" presId="urn:microsoft.com/office/officeart/2005/8/layout/list1"/>
    <dgm:cxn modelId="{BAADA846-C7F8-4823-B5EA-6B57BDA279DA}" srcId="{014466E2-1FE0-4AAF-9A15-35A18460AE6C}" destId="{09261F07-2B57-4F4A-9184-61D3FF7EA9B7}" srcOrd="3" destOrd="0" parTransId="{9D795FD9-7EA3-454E-8078-C99EA0B431D9}" sibTransId="{67722A88-758B-4A0C-98ED-E76673E22662}"/>
    <dgm:cxn modelId="{23A1D04A-5FFD-4038-A9DC-E5062E9CACC2}" srcId="{014466E2-1FE0-4AAF-9A15-35A18460AE6C}" destId="{9124095B-A200-4DEB-90C0-ACCBFBD33BF2}" srcOrd="0" destOrd="0" parTransId="{C07EC53E-9B77-4F6F-B546-87DA1851BCB6}" sibTransId="{30D6C911-C612-4E13-972B-862C0C14448B}"/>
    <dgm:cxn modelId="{0639364E-C9C9-43D3-B0EE-DFA251D7AB94}" type="presOf" srcId="{B21EF215-DC77-4512-9FA9-F402D823AD6A}" destId="{7693AED7-1A80-4EC8-BF5D-C927107E6B47}" srcOrd="1" destOrd="0" presId="urn:microsoft.com/office/officeart/2005/8/layout/list1"/>
    <dgm:cxn modelId="{4A60CA59-ED6A-40CD-B49D-593DB700D280}" type="presOf" srcId="{09261F07-2B57-4F4A-9184-61D3FF7EA9B7}" destId="{93B1BDC5-7AF4-41C6-B388-8C46BB68B1C4}" srcOrd="1" destOrd="0" presId="urn:microsoft.com/office/officeart/2005/8/layout/list1"/>
    <dgm:cxn modelId="{C324465A-5EFB-4363-96E3-0575827A3762}" type="presOf" srcId="{9124095B-A200-4DEB-90C0-ACCBFBD33BF2}" destId="{FC30B8EC-879B-4B4B-981B-3EE637F42D6A}" srcOrd="0" destOrd="0" presId="urn:microsoft.com/office/officeart/2005/8/layout/list1"/>
    <dgm:cxn modelId="{BBE2EE80-CD07-42F3-9AB1-5359BB01F88E}" srcId="{014466E2-1FE0-4AAF-9A15-35A18460AE6C}" destId="{BC73A0EF-BACA-44B5-B7FA-8559EFE7D717}" srcOrd="2" destOrd="0" parTransId="{3492A832-F0B4-41AC-BBF7-53083F681CF3}" sibTransId="{5278DCD6-8C12-4249-BC74-09DCD8B0FF5E}"/>
    <dgm:cxn modelId="{69371391-8D23-4AD4-89B1-F1D8BF4B8A1C}" type="presOf" srcId="{B9ECEEB2-F083-43B5-9C8B-518ED3EA5F5E}" destId="{70307D62-7EE8-455A-8B35-9E84B0F176FE}" srcOrd="0" destOrd="0" presId="urn:microsoft.com/office/officeart/2005/8/layout/list1"/>
    <dgm:cxn modelId="{408E519F-B299-4FE7-BF7B-6E9C884FB638}" srcId="{014466E2-1FE0-4AAF-9A15-35A18460AE6C}" destId="{E3B6176B-19E9-49DC-8935-5FC1D326226A}" srcOrd="1" destOrd="0" parTransId="{35969128-5469-45F0-A0BD-A614DA29450E}" sibTransId="{907CC422-609D-4111-93B5-6B0E685CCC4E}"/>
    <dgm:cxn modelId="{7B714FA6-E269-4AB4-B1D1-CE76C996F0F1}" type="presOf" srcId="{E3B6176B-19E9-49DC-8935-5FC1D326226A}" destId="{56277306-AE2B-49E0-975E-1A83394B349C}" srcOrd="0" destOrd="0" presId="urn:microsoft.com/office/officeart/2005/8/layout/list1"/>
    <dgm:cxn modelId="{6235ADB8-AFD9-4648-836B-E22D646B9909}" type="presOf" srcId="{09261F07-2B57-4F4A-9184-61D3FF7EA9B7}" destId="{4DDA7CB9-01AD-48DB-A1C3-A41BBACA5877}" srcOrd="0" destOrd="0" presId="urn:microsoft.com/office/officeart/2005/8/layout/list1"/>
    <dgm:cxn modelId="{9E0849BA-B6B4-46C1-B2C6-AB5DEDE2E495}" type="presOf" srcId="{B21EF215-DC77-4512-9FA9-F402D823AD6A}" destId="{830B98C3-7482-4A95-BEFB-01A2D687603F}" srcOrd="0" destOrd="0" presId="urn:microsoft.com/office/officeart/2005/8/layout/list1"/>
    <dgm:cxn modelId="{B6CF48BF-400D-46DD-AD44-38AEDA28ED89}" type="presOf" srcId="{BC73A0EF-BACA-44B5-B7FA-8559EFE7D717}" destId="{6C8B57DF-B46E-474D-8DA3-3D0AFE24F324}" srcOrd="0" destOrd="0" presId="urn:microsoft.com/office/officeart/2005/8/layout/list1"/>
    <dgm:cxn modelId="{22375FCC-E201-441E-A7A3-245172A5F93B}" type="presOf" srcId="{9124095B-A200-4DEB-90C0-ACCBFBD33BF2}" destId="{D6D66FE0-E326-43BD-A55E-8C9D0A92B3CB}" srcOrd="1" destOrd="0" presId="urn:microsoft.com/office/officeart/2005/8/layout/list1"/>
    <dgm:cxn modelId="{03B48CE6-AB06-419B-AB7A-DA6BCAC7372F}" srcId="{014466E2-1FE0-4AAF-9A15-35A18460AE6C}" destId="{B21EF215-DC77-4512-9FA9-F402D823AD6A}" srcOrd="4" destOrd="0" parTransId="{7877E896-4408-40E6-A865-D2BDFD78F34F}" sibTransId="{BCF1C84A-D312-44DE-B970-7FBCD9F5BF42}"/>
    <dgm:cxn modelId="{A9CF83FB-147A-4E67-A84C-3D4D631FC9D0}" type="presOf" srcId="{E3B6176B-19E9-49DC-8935-5FC1D326226A}" destId="{FA756CBE-44B9-4F18-B2D1-6FBA673FFC2D}" srcOrd="1" destOrd="0" presId="urn:microsoft.com/office/officeart/2005/8/layout/list1"/>
    <dgm:cxn modelId="{CAC2D417-827F-4DF7-A4D0-36C4853C2079}" type="presParOf" srcId="{60F5443E-3D25-48E7-BD6D-267D69AA3389}" destId="{948C24EC-B794-43AB-9FC4-5584C5246655}" srcOrd="0" destOrd="0" presId="urn:microsoft.com/office/officeart/2005/8/layout/list1"/>
    <dgm:cxn modelId="{634DE7FA-F2F8-4A4B-B4AF-6B1DA16E12B2}" type="presParOf" srcId="{948C24EC-B794-43AB-9FC4-5584C5246655}" destId="{FC30B8EC-879B-4B4B-981B-3EE637F42D6A}" srcOrd="0" destOrd="0" presId="urn:microsoft.com/office/officeart/2005/8/layout/list1"/>
    <dgm:cxn modelId="{F0D84756-5B60-480D-B90A-DA58E0BB415C}" type="presParOf" srcId="{948C24EC-B794-43AB-9FC4-5584C5246655}" destId="{D6D66FE0-E326-43BD-A55E-8C9D0A92B3CB}" srcOrd="1" destOrd="0" presId="urn:microsoft.com/office/officeart/2005/8/layout/list1"/>
    <dgm:cxn modelId="{F1846069-7B8A-472A-9FE5-3E6DEF63DB91}" type="presParOf" srcId="{60F5443E-3D25-48E7-BD6D-267D69AA3389}" destId="{026EF489-57F0-4C0D-9743-688EAE783F65}" srcOrd="1" destOrd="0" presId="urn:microsoft.com/office/officeart/2005/8/layout/list1"/>
    <dgm:cxn modelId="{D2F01072-2267-43F3-A098-BDB281A59FBA}" type="presParOf" srcId="{60F5443E-3D25-48E7-BD6D-267D69AA3389}" destId="{1F80A7D4-969A-4E7E-9531-458F74DCE459}" srcOrd="2" destOrd="0" presId="urn:microsoft.com/office/officeart/2005/8/layout/list1"/>
    <dgm:cxn modelId="{7D1CED96-1913-4053-9659-646D7C73F3DF}" type="presParOf" srcId="{60F5443E-3D25-48E7-BD6D-267D69AA3389}" destId="{CD8AD931-DDDF-4B54-95C3-BA456A6FEB28}" srcOrd="3" destOrd="0" presId="urn:microsoft.com/office/officeart/2005/8/layout/list1"/>
    <dgm:cxn modelId="{6C1176FF-46C0-4E2E-8150-7CC63D29679E}" type="presParOf" srcId="{60F5443E-3D25-48E7-BD6D-267D69AA3389}" destId="{75B91715-653F-468A-BBBB-9C2D6A87E00B}" srcOrd="4" destOrd="0" presId="urn:microsoft.com/office/officeart/2005/8/layout/list1"/>
    <dgm:cxn modelId="{C508602A-3877-4DFC-B40E-E680AC8DAF74}" type="presParOf" srcId="{75B91715-653F-468A-BBBB-9C2D6A87E00B}" destId="{56277306-AE2B-49E0-975E-1A83394B349C}" srcOrd="0" destOrd="0" presId="urn:microsoft.com/office/officeart/2005/8/layout/list1"/>
    <dgm:cxn modelId="{057A9875-673B-47CA-A949-BF07FEA757F7}" type="presParOf" srcId="{75B91715-653F-468A-BBBB-9C2D6A87E00B}" destId="{FA756CBE-44B9-4F18-B2D1-6FBA673FFC2D}" srcOrd="1" destOrd="0" presId="urn:microsoft.com/office/officeart/2005/8/layout/list1"/>
    <dgm:cxn modelId="{D170E920-A028-45EB-ABA4-A8516123C944}" type="presParOf" srcId="{60F5443E-3D25-48E7-BD6D-267D69AA3389}" destId="{87FE9E24-6B85-4968-A992-A75BF076D288}" srcOrd="5" destOrd="0" presId="urn:microsoft.com/office/officeart/2005/8/layout/list1"/>
    <dgm:cxn modelId="{1838F310-C6CB-4F9B-A98D-E712F764D3B9}" type="presParOf" srcId="{60F5443E-3D25-48E7-BD6D-267D69AA3389}" destId="{247F1B74-319B-49D7-A018-48E863D8B398}" srcOrd="6" destOrd="0" presId="urn:microsoft.com/office/officeart/2005/8/layout/list1"/>
    <dgm:cxn modelId="{7F247F5F-5CFB-4890-8338-506BCC6E3B01}" type="presParOf" srcId="{60F5443E-3D25-48E7-BD6D-267D69AA3389}" destId="{42404858-34F1-40CE-B3C2-7586D8378E3D}" srcOrd="7" destOrd="0" presId="urn:microsoft.com/office/officeart/2005/8/layout/list1"/>
    <dgm:cxn modelId="{E3D6D410-E40B-4EC6-8361-0FB8D7D98B3B}" type="presParOf" srcId="{60F5443E-3D25-48E7-BD6D-267D69AA3389}" destId="{B9DD0433-B1D4-4E20-A896-139746A53795}" srcOrd="8" destOrd="0" presId="urn:microsoft.com/office/officeart/2005/8/layout/list1"/>
    <dgm:cxn modelId="{A67566EA-68F0-4441-A6B2-8E8BE23804CC}" type="presParOf" srcId="{B9DD0433-B1D4-4E20-A896-139746A53795}" destId="{6C8B57DF-B46E-474D-8DA3-3D0AFE24F324}" srcOrd="0" destOrd="0" presId="urn:microsoft.com/office/officeart/2005/8/layout/list1"/>
    <dgm:cxn modelId="{08E970A6-EB28-474B-9EF6-B89FFB6DC0DA}" type="presParOf" srcId="{B9DD0433-B1D4-4E20-A896-139746A53795}" destId="{FA5B2DE7-C0B7-4BF4-B5CD-CA36978A8F75}" srcOrd="1" destOrd="0" presId="urn:microsoft.com/office/officeart/2005/8/layout/list1"/>
    <dgm:cxn modelId="{BF9FB6CF-131C-49A4-B706-86B259535659}" type="presParOf" srcId="{60F5443E-3D25-48E7-BD6D-267D69AA3389}" destId="{A064764D-223C-4B2C-AE5B-39A12330BD80}" srcOrd="9" destOrd="0" presId="urn:microsoft.com/office/officeart/2005/8/layout/list1"/>
    <dgm:cxn modelId="{401F5FA0-24F4-4A02-ABFA-A6BA4F36204D}" type="presParOf" srcId="{60F5443E-3D25-48E7-BD6D-267D69AA3389}" destId="{057C50B2-50C0-493C-9C7A-8F44D0563959}" srcOrd="10" destOrd="0" presId="urn:microsoft.com/office/officeart/2005/8/layout/list1"/>
    <dgm:cxn modelId="{5550EB14-CACC-45A2-B385-545BD6EC1B59}" type="presParOf" srcId="{60F5443E-3D25-48E7-BD6D-267D69AA3389}" destId="{074ACB30-2014-479B-87C0-44149569967A}" srcOrd="11" destOrd="0" presId="urn:microsoft.com/office/officeart/2005/8/layout/list1"/>
    <dgm:cxn modelId="{29493F2F-4585-4149-9252-4FDCE4097F6B}" type="presParOf" srcId="{60F5443E-3D25-48E7-BD6D-267D69AA3389}" destId="{DDE4A7E5-A674-4625-803C-A2836CCACFD0}" srcOrd="12" destOrd="0" presId="urn:microsoft.com/office/officeart/2005/8/layout/list1"/>
    <dgm:cxn modelId="{0A10001D-820F-443A-B330-314D314EBD5D}" type="presParOf" srcId="{DDE4A7E5-A674-4625-803C-A2836CCACFD0}" destId="{4DDA7CB9-01AD-48DB-A1C3-A41BBACA5877}" srcOrd="0" destOrd="0" presId="urn:microsoft.com/office/officeart/2005/8/layout/list1"/>
    <dgm:cxn modelId="{683EEC14-CC60-442B-B83A-D3B696F535FA}" type="presParOf" srcId="{DDE4A7E5-A674-4625-803C-A2836CCACFD0}" destId="{93B1BDC5-7AF4-41C6-B388-8C46BB68B1C4}" srcOrd="1" destOrd="0" presId="urn:microsoft.com/office/officeart/2005/8/layout/list1"/>
    <dgm:cxn modelId="{953F7381-0885-4180-9085-1695DA94669D}" type="presParOf" srcId="{60F5443E-3D25-48E7-BD6D-267D69AA3389}" destId="{7876335C-6672-4787-9C35-5CB54279B83D}" srcOrd="13" destOrd="0" presId="urn:microsoft.com/office/officeart/2005/8/layout/list1"/>
    <dgm:cxn modelId="{69592E96-385C-49A1-A61C-DC16E356181C}" type="presParOf" srcId="{60F5443E-3D25-48E7-BD6D-267D69AA3389}" destId="{4773976E-31ED-4484-ACF0-75AD19B0DCC0}" srcOrd="14" destOrd="0" presId="urn:microsoft.com/office/officeart/2005/8/layout/list1"/>
    <dgm:cxn modelId="{6FA7EB06-EF73-4287-A97B-A48A6DE9BE5F}" type="presParOf" srcId="{60F5443E-3D25-48E7-BD6D-267D69AA3389}" destId="{4EAF62E0-AD54-46EB-A800-8FBF9337E7C1}" srcOrd="15" destOrd="0" presId="urn:microsoft.com/office/officeart/2005/8/layout/list1"/>
    <dgm:cxn modelId="{FAE2AAB2-4C59-4797-AA8F-F9AA567A3EF9}" type="presParOf" srcId="{60F5443E-3D25-48E7-BD6D-267D69AA3389}" destId="{84AB9781-0A14-4FF3-92F4-F444DD7CFF8C}" srcOrd="16" destOrd="0" presId="urn:microsoft.com/office/officeart/2005/8/layout/list1"/>
    <dgm:cxn modelId="{EAC5BE8B-C9B5-4DA0-879F-95D723A94C45}" type="presParOf" srcId="{84AB9781-0A14-4FF3-92F4-F444DD7CFF8C}" destId="{830B98C3-7482-4A95-BEFB-01A2D687603F}" srcOrd="0" destOrd="0" presId="urn:microsoft.com/office/officeart/2005/8/layout/list1"/>
    <dgm:cxn modelId="{D90AFAB4-7081-4692-A8D6-7B119FEF35DB}" type="presParOf" srcId="{84AB9781-0A14-4FF3-92F4-F444DD7CFF8C}" destId="{7693AED7-1A80-4EC8-BF5D-C927107E6B47}" srcOrd="1" destOrd="0" presId="urn:microsoft.com/office/officeart/2005/8/layout/list1"/>
    <dgm:cxn modelId="{8C963F8B-3390-4F86-B3E7-C6B29F76E00C}" type="presParOf" srcId="{60F5443E-3D25-48E7-BD6D-267D69AA3389}" destId="{C73F35C2-E64D-446C-98F1-BC34CB4AD8F6}" srcOrd="17" destOrd="0" presId="urn:microsoft.com/office/officeart/2005/8/layout/list1"/>
    <dgm:cxn modelId="{BBFCE7E9-F3B3-4AD7-9344-A8CDF181A8EF}" type="presParOf" srcId="{60F5443E-3D25-48E7-BD6D-267D69AA3389}" destId="{277A1481-DBA3-4296-946B-73B0094321D4}" srcOrd="18" destOrd="0" presId="urn:microsoft.com/office/officeart/2005/8/layout/list1"/>
    <dgm:cxn modelId="{6CA3B329-0DCD-4D7B-82AB-5E11D798F849}" type="presParOf" srcId="{60F5443E-3D25-48E7-BD6D-267D69AA3389}" destId="{FEA10063-F594-47D0-B8F2-A8045571AE07}" srcOrd="19" destOrd="0" presId="urn:microsoft.com/office/officeart/2005/8/layout/list1"/>
    <dgm:cxn modelId="{178DE8EC-47F6-4AE1-8E95-D396185C9B4D}" type="presParOf" srcId="{60F5443E-3D25-48E7-BD6D-267D69AA3389}" destId="{B42E4DEF-21AE-450E-B5B4-9CA96AA18762}" srcOrd="20" destOrd="0" presId="urn:microsoft.com/office/officeart/2005/8/layout/list1"/>
    <dgm:cxn modelId="{647B143C-CBE0-4527-B610-711AA739FD46}" type="presParOf" srcId="{B42E4DEF-21AE-450E-B5B4-9CA96AA18762}" destId="{70307D62-7EE8-455A-8B35-9E84B0F176FE}" srcOrd="0" destOrd="0" presId="urn:microsoft.com/office/officeart/2005/8/layout/list1"/>
    <dgm:cxn modelId="{A5A91E41-62F7-4F4C-B28A-9D65D2F619BF}" type="presParOf" srcId="{B42E4DEF-21AE-450E-B5B4-9CA96AA18762}" destId="{8DB99647-4D1C-471E-8D23-A05E6326DC84}" srcOrd="1" destOrd="0" presId="urn:microsoft.com/office/officeart/2005/8/layout/list1"/>
    <dgm:cxn modelId="{C27003F2-90EC-4860-B4ED-B7FCA320F84E}" type="presParOf" srcId="{60F5443E-3D25-48E7-BD6D-267D69AA3389}" destId="{27F3A89B-78D1-4E5B-A469-0942E2F506D6}" srcOrd="21" destOrd="0" presId="urn:microsoft.com/office/officeart/2005/8/layout/list1"/>
    <dgm:cxn modelId="{ED5D2D51-FFCF-4E11-84D4-7FFF9F87C5D8}" type="presParOf" srcId="{60F5443E-3D25-48E7-BD6D-267D69AA3389}" destId="{8EA19417-896E-446A-9E4F-22AD1A100910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AFB74F-316C-4583-B699-3F91E3EEE58E}" type="doc">
      <dgm:prSet loTypeId="urn:microsoft.com/office/officeart/2005/8/layout/vProcess5" loCatId="process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CE98B37-5D1D-4697-8FD6-461B836B9E9B}">
      <dgm:prSet/>
      <dgm:spPr/>
      <dgm:t>
        <a:bodyPr/>
        <a:lstStyle/>
        <a:p>
          <a:r>
            <a:rPr lang="en-US" b="0">
              <a:solidFill>
                <a:schemeClr val="bg1"/>
              </a:solidFill>
            </a:rPr>
            <a:t>데이터 로드 및 시각화</a:t>
          </a:r>
          <a:endParaRPr lang="en-US">
            <a:solidFill>
              <a:schemeClr val="bg1"/>
            </a:solidFill>
          </a:endParaRPr>
        </a:p>
      </dgm:t>
    </dgm:pt>
    <dgm:pt modelId="{CBAA9528-8581-4418-B5DF-465A16493055}" type="parTrans" cxnId="{787798AA-A45D-49AA-9E5F-2121A3B4957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2CD40D2-A7D3-4B8E-8855-EC00F255CE95}" type="sibTrans" cxnId="{787798AA-A45D-49AA-9E5F-2121A3B4957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AB5BCC2-6639-4888-B847-286F263200EE}">
      <dgm:prSet/>
      <dgm:spPr/>
      <dgm:t>
        <a:bodyPr/>
        <a:lstStyle/>
        <a:p>
          <a:r>
            <a:rPr lang="en-US" b="0" dirty="0" err="1">
              <a:solidFill>
                <a:schemeClr val="bg1"/>
              </a:solidFill>
            </a:rPr>
            <a:t>데이터</a:t>
          </a:r>
          <a:r>
            <a:rPr lang="en-US" b="0" dirty="0">
              <a:solidFill>
                <a:schemeClr val="bg1"/>
              </a:solidFill>
            </a:rPr>
            <a:t> </a:t>
          </a:r>
          <a:r>
            <a:rPr lang="en-US" b="0" dirty="0" err="1">
              <a:solidFill>
                <a:schemeClr val="bg1"/>
              </a:solidFill>
            </a:rPr>
            <a:t>편집</a:t>
          </a:r>
          <a:r>
            <a:rPr lang="en-US" b="0" dirty="0">
              <a:solidFill>
                <a:schemeClr val="bg1"/>
              </a:solidFill>
            </a:rPr>
            <a:t>(</a:t>
          </a:r>
          <a:r>
            <a:rPr lang="en-US" b="0" dirty="0" err="1">
              <a:solidFill>
                <a:schemeClr val="bg1"/>
              </a:solidFill>
            </a:rPr>
            <a:t>재구성</a:t>
          </a:r>
          <a:r>
            <a:rPr lang="en-US" b="0" dirty="0">
              <a:solidFill>
                <a:schemeClr val="bg1"/>
              </a:solidFill>
            </a:rPr>
            <a:t>, </a:t>
          </a:r>
          <a:r>
            <a:rPr lang="en-US" b="0" dirty="0" err="1">
              <a:solidFill>
                <a:schemeClr val="bg1"/>
              </a:solidFill>
            </a:rPr>
            <a:t>정규화</a:t>
          </a:r>
          <a:r>
            <a:rPr lang="en-US" b="0" dirty="0">
              <a:solidFill>
                <a:schemeClr val="bg1"/>
              </a:solidFill>
            </a:rPr>
            <a:t>, </a:t>
          </a:r>
          <a:r>
            <a:rPr lang="en-US" b="0" dirty="0" err="1">
              <a:solidFill>
                <a:schemeClr val="bg1"/>
              </a:solidFill>
            </a:rPr>
            <a:t>범주형</a:t>
          </a:r>
          <a:r>
            <a:rPr lang="en-US" b="0" dirty="0">
              <a:solidFill>
                <a:schemeClr val="bg1"/>
              </a:solidFill>
            </a:rPr>
            <a:t>)</a:t>
          </a:r>
          <a:endParaRPr lang="en-US" dirty="0">
            <a:solidFill>
              <a:schemeClr val="bg1"/>
            </a:solidFill>
          </a:endParaRPr>
        </a:p>
      </dgm:t>
    </dgm:pt>
    <dgm:pt modelId="{CD96CC20-4E34-40ED-8D57-D05B7B309D67}" type="parTrans" cxnId="{AE98B081-52F3-4443-B3BD-083C88C0D62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5881C99-C01C-48CA-BB0F-71504E54A595}" type="sibTrans" cxnId="{AE98B081-52F3-4443-B3BD-083C88C0D62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3C45B93-113E-423C-8ACE-37BE75B210DD}">
      <dgm:prSet/>
      <dgm:spPr/>
      <dgm:t>
        <a:bodyPr/>
        <a:lstStyle/>
        <a:p>
          <a:r>
            <a:rPr lang="en-US" b="0">
              <a:solidFill>
                <a:schemeClr val="bg1"/>
              </a:solidFill>
            </a:rPr>
            <a:t>모델 생성</a:t>
          </a:r>
          <a:endParaRPr lang="en-US">
            <a:solidFill>
              <a:schemeClr val="bg1"/>
            </a:solidFill>
          </a:endParaRPr>
        </a:p>
      </dgm:t>
    </dgm:pt>
    <dgm:pt modelId="{FBA5CE96-B6C7-44BF-8E38-7119D874A6DC}" type="parTrans" cxnId="{A4EE79F0-D6BC-4DEF-A979-103CB2A7F3C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257B2A5-5CA2-428B-A762-7B488352816D}" type="sibTrans" cxnId="{A4EE79F0-D6BC-4DEF-A979-103CB2A7F3C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24A37C3-A4B3-4FAB-AF42-1FF8544A3256}">
      <dgm:prSet/>
      <dgm:spPr/>
      <dgm:t>
        <a:bodyPr/>
        <a:lstStyle/>
        <a:p>
          <a:r>
            <a:rPr lang="en-US" b="0">
              <a:solidFill>
                <a:schemeClr val="bg1"/>
              </a:solidFill>
            </a:rPr>
            <a:t>모델 컴파일</a:t>
          </a:r>
          <a:endParaRPr lang="en-US">
            <a:solidFill>
              <a:schemeClr val="bg1"/>
            </a:solidFill>
          </a:endParaRPr>
        </a:p>
      </dgm:t>
    </dgm:pt>
    <dgm:pt modelId="{9918A799-6241-46D3-A85F-D694279C69A6}" type="parTrans" cxnId="{23B337D9-A592-490C-8532-4EA3C425A65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7E8631C-348D-4B29-B391-62AC1040049D}" type="sibTrans" cxnId="{23B337D9-A592-490C-8532-4EA3C425A65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F5B7364-9E30-497E-9B22-C107C961E476}">
      <dgm:prSet/>
      <dgm:spPr/>
      <dgm:t>
        <a:bodyPr/>
        <a:lstStyle/>
        <a:p>
          <a:r>
            <a:rPr lang="en-US" b="0">
              <a:solidFill>
                <a:schemeClr val="bg1"/>
              </a:solidFill>
            </a:rPr>
            <a:t>데이터에 대해 모델 트레이닝</a:t>
          </a:r>
          <a:endParaRPr lang="en-US">
            <a:solidFill>
              <a:schemeClr val="bg1"/>
            </a:solidFill>
          </a:endParaRPr>
        </a:p>
      </dgm:t>
    </dgm:pt>
    <dgm:pt modelId="{01F63E5F-DE48-47E3-A3C0-0938B91D7ED2}" type="parTrans" cxnId="{E2590E85-7FE6-4200-8638-4D08D7BF169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31A8462-D153-4171-AC52-B791AA8C1FFB}" type="sibTrans" cxnId="{E2590E85-7FE6-4200-8638-4D08D7BF169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F36B0E3-F7C3-43FC-9A44-1E9848FB2420}" type="pres">
      <dgm:prSet presAssocID="{75AFB74F-316C-4583-B699-3F91E3EEE58E}" presName="outerComposite" presStyleCnt="0">
        <dgm:presLayoutVars>
          <dgm:chMax val="5"/>
          <dgm:dir/>
          <dgm:resizeHandles val="exact"/>
        </dgm:presLayoutVars>
      </dgm:prSet>
      <dgm:spPr/>
    </dgm:pt>
    <dgm:pt modelId="{536499D3-E465-4C41-B096-1250436E58F5}" type="pres">
      <dgm:prSet presAssocID="{75AFB74F-316C-4583-B699-3F91E3EEE58E}" presName="dummyMaxCanvas" presStyleCnt="0">
        <dgm:presLayoutVars/>
      </dgm:prSet>
      <dgm:spPr/>
    </dgm:pt>
    <dgm:pt modelId="{CDBB5ECE-4FD7-40AC-A43B-427160674DE1}" type="pres">
      <dgm:prSet presAssocID="{75AFB74F-316C-4583-B699-3F91E3EEE58E}" presName="FiveNodes_1" presStyleLbl="node1" presStyleIdx="0" presStyleCnt="5">
        <dgm:presLayoutVars>
          <dgm:bulletEnabled val="1"/>
        </dgm:presLayoutVars>
      </dgm:prSet>
      <dgm:spPr/>
    </dgm:pt>
    <dgm:pt modelId="{AF70C9EC-DE63-4ACD-A40E-C9BA1541BE8E}" type="pres">
      <dgm:prSet presAssocID="{75AFB74F-316C-4583-B699-3F91E3EEE58E}" presName="FiveNodes_2" presStyleLbl="node1" presStyleIdx="1" presStyleCnt="5">
        <dgm:presLayoutVars>
          <dgm:bulletEnabled val="1"/>
        </dgm:presLayoutVars>
      </dgm:prSet>
      <dgm:spPr/>
    </dgm:pt>
    <dgm:pt modelId="{DA05AE45-6275-4FB7-9D08-4FBAB80BFD07}" type="pres">
      <dgm:prSet presAssocID="{75AFB74F-316C-4583-B699-3F91E3EEE58E}" presName="FiveNodes_3" presStyleLbl="node1" presStyleIdx="2" presStyleCnt="5">
        <dgm:presLayoutVars>
          <dgm:bulletEnabled val="1"/>
        </dgm:presLayoutVars>
      </dgm:prSet>
      <dgm:spPr/>
    </dgm:pt>
    <dgm:pt modelId="{D839B528-2C6C-42ED-BE29-A18B353EF491}" type="pres">
      <dgm:prSet presAssocID="{75AFB74F-316C-4583-B699-3F91E3EEE58E}" presName="FiveNodes_4" presStyleLbl="node1" presStyleIdx="3" presStyleCnt="5">
        <dgm:presLayoutVars>
          <dgm:bulletEnabled val="1"/>
        </dgm:presLayoutVars>
      </dgm:prSet>
      <dgm:spPr/>
    </dgm:pt>
    <dgm:pt modelId="{0FA59FEF-349A-4E2A-BE9F-BBEB2FF9B76C}" type="pres">
      <dgm:prSet presAssocID="{75AFB74F-316C-4583-B699-3F91E3EEE58E}" presName="FiveNodes_5" presStyleLbl="node1" presStyleIdx="4" presStyleCnt="5">
        <dgm:presLayoutVars>
          <dgm:bulletEnabled val="1"/>
        </dgm:presLayoutVars>
      </dgm:prSet>
      <dgm:spPr/>
    </dgm:pt>
    <dgm:pt modelId="{4668774A-CB4F-4D77-A72A-97DA947BD20A}" type="pres">
      <dgm:prSet presAssocID="{75AFB74F-316C-4583-B699-3F91E3EEE58E}" presName="FiveConn_1-2" presStyleLbl="fgAccFollowNode1" presStyleIdx="0" presStyleCnt="4">
        <dgm:presLayoutVars>
          <dgm:bulletEnabled val="1"/>
        </dgm:presLayoutVars>
      </dgm:prSet>
      <dgm:spPr/>
    </dgm:pt>
    <dgm:pt modelId="{B5AF24C9-07BF-4DBC-A295-4D31BBCA5BCA}" type="pres">
      <dgm:prSet presAssocID="{75AFB74F-316C-4583-B699-3F91E3EEE58E}" presName="FiveConn_2-3" presStyleLbl="fgAccFollowNode1" presStyleIdx="1" presStyleCnt="4">
        <dgm:presLayoutVars>
          <dgm:bulletEnabled val="1"/>
        </dgm:presLayoutVars>
      </dgm:prSet>
      <dgm:spPr/>
    </dgm:pt>
    <dgm:pt modelId="{C99423CD-B935-4C2B-B587-C2E97CA6D433}" type="pres">
      <dgm:prSet presAssocID="{75AFB74F-316C-4583-B699-3F91E3EEE58E}" presName="FiveConn_3-4" presStyleLbl="fgAccFollowNode1" presStyleIdx="2" presStyleCnt="4">
        <dgm:presLayoutVars>
          <dgm:bulletEnabled val="1"/>
        </dgm:presLayoutVars>
      </dgm:prSet>
      <dgm:spPr/>
    </dgm:pt>
    <dgm:pt modelId="{2A7CEBCC-65D6-47A0-8D1A-3C0E77F65903}" type="pres">
      <dgm:prSet presAssocID="{75AFB74F-316C-4583-B699-3F91E3EEE58E}" presName="FiveConn_4-5" presStyleLbl="fgAccFollowNode1" presStyleIdx="3" presStyleCnt="4">
        <dgm:presLayoutVars>
          <dgm:bulletEnabled val="1"/>
        </dgm:presLayoutVars>
      </dgm:prSet>
      <dgm:spPr/>
    </dgm:pt>
    <dgm:pt modelId="{88C69487-D319-4CFE-B505-980E864952E5}" type="pres">
      <dgm:prSet presAssocID="{75AFB74F-316C-4583-B699-3F91E3EEE58E}" presName="FiveNodes_1_text" presStyleLbl="node1" presStyleIdx="4" presStyleCnt="5">
        <dgm:presLayoutVars>
          <dgm:bulletEnabled val="1"/>
        </dgm:presLayoutVars>
      </dgm:prSet>
      <dgm:spPr/>
    </dgm:pt>
    <dgm:pt modelId="{8CEB48C1-7D0F-4AAB-9FDC-25114101C1FE}" type="pres">
      <dgm:prSet presAssocID="{75AFB74F-316C-4583-B699-3F91E3EEE58E}" presName="FiveNodes_2_text" presStyleLbl="node1" presStyleIdx="4" presStyleCnt="5">
        <dgm:presLayoutVars>
          <dgm:bulletEnabled val="1"/>
        </dgm:presLayoutVars>
      </dgm:prSet>
      <dgm:spPr/>
    </dgm:pt>
    <dgm:pt modelId="{5D6A06FD-5FFF-4D08-88FC-FE29B94E6326}" type="pres">
      <dgm:prSet presAssocID="{75AFB74F-316C-4583-B699-3F91E3EEE58E}" presName="FiveNodes_3_text" presStyleLbl="node1" presStyleIdx="4" presStyleCnt="5">
        <dgm:presLayoutVars>
          <dgm:bulletEnabled val="1"/>
        </dgm:presLayoutVars>
      </dgm:prSet>
      <dgm:spPr/>
    </dgm:pt>
    <dgm:pt modelId="{C4A1F899-9E50-45B7-9DE4-AFA3CCA04138}" type="pres">
      <dgm:prSet presAssocID="{75AFB74F-316C-4583-B699-3F91E3EEE58E}" presName="FiveNodes_4_text" presStyleLbl="node1" presStyleIdx="4" presStyleCnt="5">
        <dgm:presLayoutVars>
          <dgm:bulletEnabled val="1"/>
        </dgm:presLayoutVars>
      </dgm:prSet>
      <dgm:spPr/>
    </dgm:pt>
    <dgm:pt modelId="{4513FDA2-CA58-40FD-AC95-4F91EEE8FFD0}" type="pres">
      <dgm:prSet presAssocID="{75AFB74F-316C-4583-B699-3F91E3EEE58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16DAC02-D18A-453E-8511-37EBFB7B5088}" type="presOf" srcId="{424A37C3-A4B3-4FAB-AF42-1FF8544A3256}" destId="{D839B528-2C6C-42ED-BE29-A18B353EF491}" srcOrd="0" destOrd="0" presId="urn:microsoft.com/office/officeart/2005/8/layout/vProcess5"/>
    <dgm:cxn modelId="{CDEB2337-ECCD-4991-849F-2BBBECFF7E45}" type="presOf" srcId="{33C45B93-113E-423C-8ACE-37BE75B210DD}" destId="{DA05AE45-6275-4FB7-9D08-4FBAB80BFD07}" srcOrd="0" destOrd="0" presId="urn:microsoft.com/office/officeart/2005/8/layout/vProcess5"/>
    <dgm:cxn modelId="{774E984C-EDE8-4345-95A3-E79DD9640106}" type="presOf" srcId="{6F5B7364-9E30-497E-9B22-C107C961E476}" destId="{0FA59FEF-349A-4E2A-BE9F-BBEB2FF9B76C}" srcOrd="0" destOrd="0" presId="urn:microsoft.com/office/officeart/2005/8/layout/vProcess5"/>
    <dgm:cxn modelId="{38AA0972-5021-4C85-BB59-4DCEE34FF52D}" type="presOf" srcId="{C7E8631C-348D-4B29-B391-62AC1040049D}" destId="{2A7CEBCC-65D6-47A0-8D1A-3C0E77F65903}" srcOrd="0" destOrd="0" presId="urn:microsoft.com/office/officeart/2005/8/layout/vProcess5"/>
    <dgm:cxn modelId="{95B73852-A4EC-4115-8FC3-40C6E9CA0341}" type="presOf" srcId="{75AFB74F-316C-4583-B699-3F91E3EEE58E}" destId="{0F36B0E3-F7C3-43FC-9A44-1E9848FB2420}" srcOrd="0" destOrd="0" presId="urn:microsoft.com/office/officeart/2005/8/layout/vProcess5"/>
    <dgm:cxn modelId="{6F264A52-0789-42C4-8A79-3D3EB7B29E23}" type="presOf" srcId="{4CE98B37-5D1D-4697-8FD6-461B836B9E9B}" destId="{CDBB5ECE-4FD7-40AC-A43B-427160674DE1}" srcOrd="0" destOrd="0" presId="urn:microsoft.com/office/officeart/2005/8/layout/vProcess5"/>
    <dgm:cxn modelId="{1A300959-9691-43F6-BF00-3393B7D6E4D4}" type="presOf" srcId="{C5881C99-C01C-48CA-BB0F-71504E54A595}" destId="{B5AF24C9-07BF-4DBC-A295-4D31BBCA5BCA}" srcOrd="0" destOrd="0" presId="urn:microsoft.com/office/officeart/2005/8/layout/vProcess5"/>
    <dgm:cxn modelId="{AE98B081-52F3-4443-B3BD-083C88C0D620}" srcId="{75AFB74F-316C-4583-B699-3F91E3EEE58E}" destId="{AAB5BCC2-6639-4888-B847-286F263200EE}" srcOrd="1" destOrd="0" parTransId="{CD96CC20-4E34-40ED-8D57-D05B7B309D67}" sibTransId="{C5881C99-C01C-48CA-BB0F-71504E54A595}"/>
    <dgm:cxn modelId="{E2590E85-7FE6-4200-8638-4D08D7BF1690}" srcId="{75AFB74F-316C-4583-B699-3F91E3EEE58E}" destId="{6F5B7364-9E30-497E-9B22-C107C961E476}" srcOrd="4" destOrd="0" parTransId="{01F63E5F-DE48-47E3-A3C0-0938B91D7ED2}" sibTransId="{331A8462-D153-4171-AC52-B791AA8C1FFB}"/>
    <dgm:cxn modelId="{368B9392-7CE7-42A1-AACD-7C8602E243BE}" type="presOf" srcId="{4CE98B37-5D1D-4697-8FD6-461B836B9E9B}" destId="{88C69487-D319-4CFE-B505-980E864952E5}" srcOrd="1" destOrd="0" presId="urn:microsoft.com/office/officeart/2005/8/layout/vProcess5"/>
    <dgm:cxn modelId="{31C9239A-CCE7-42F7-8917-EBB8DAE99876}" type="presOf" srcId="{B257B2A5-5CA2-428B-A762-7B488352816D}" destId="{C99423CD-B935-4C2B-B587-C2E97CA6D433}" srcOrd="0" destOrd="0" presId="urn:microsoft.com/office/officeart/2005/8/layout/vProcess5"/>
    <dgm:cxn modelId="{86ABB09F-3031-4677-A7BE-352280B61106}" type="presOf" srcId="{33C45B93-113E-423C-8ACE-37BE75B210DD}" destId="{5D6A06FD-5FFF-4D08-88FC-FE29B94E6326}" srcOrd="1" destOrd="0" presId="urn:microsoft.com/office/officeart/2005/8/layout/vProcess5"/>
    <dgm:cxn modelId="{8B740EA8-6A29-454A-A4B9-010CB1E8042C}" type="presOf" srcId="{6F5B7364-9E30-497E-9B22-C107C961E476}" destId="{4513FDA2-CA58-40FD-AC95-4F91EEE8FFD0}" srcOrd="1" destOrd="0" presId="urn:microsoft.com/office/officeart/2005/8/layout/vProcess5"/>
    <dgm:cxn modelId="{787798AA-A45D-49AA-9E5F-2121A3B4957B}" srcId="{75AFB74F-316C-4583-B699-3F91E3EEE58E}" destId="{4CE98B37-5D1D-4697-8FD6-461B836B9E9B}" srcOrd="0" destOrd="0" parTransId="{CBAA9528-8581-4418-B5DF-465A16493055}" sibTransId="{12CD40D2-A7D3-4B8E-8855-EC00F255CE95}"/>
    <dgm:cxn modelId="{989CC0BA-05CB-45FF-AA7B-D4D33CFF3DE0}" type="presOf" srcId="{AAB5BCC2-6639-4888-B847-286F263200EE}" destId="{AF70C9EC-DE63-4ACD-A40E-C9BA1541BE8E}" srcOrd="0" destOrd="0" presId="urn:microsoft.com/office/officeart/2005/8/layout/vProcess5"/>
    <dgm:cxn modelId="{23B337D9-A592-490C-8532-4EA3C425A658}" srcId="{75AFB74F-316C-4583-B699-3F91E3EEE58E}" destId="{424A37C3-A4B3-4FAB-AF42-1FF8544A3256}" srcOrd="3" destOrd="0" parTransId="{9918A799-6241-46D3-A85F-D694279C69A6}" sibTransId="{C7E8631C-348D-4B29-B391-62AC1040049D}"/>
    <dgm:cxn modelId="{A46C50DF-108E-4BCA-80FD-E0EA38F7EDB2}" type="presOf" srcId="{424A37C3-A4B3-4FAB-AF42-1FF8544A3256}" destId="{C4A1F899-9E50-45B7-9DE4-AFA3CCA04138}" srcOrd="1" destOrd="0" presId="urn:microsoft.com/office/officeart/2005/8/layout/vProcess5"/>
    <dgm:cxn modelId="{CCBFC5E1-97B9-4394-A1FF-D501A7F04BF4}" type="presOf" srcId="{12CD40D2-A7D3-4B8E-8855-EC00F255CE95}" destId="{4668774A-CB4F-4D77-A72A-97DA947BD20A}" srcOrd="0" destOrd="0" presId="urn:microsoft.com/office/officeart/2005/8/layout/vProcess5"/>
    <dgm:cxn modelId="{A4EE79F0-D6BC-4DEF-A979-103CB2A7F3C3}" srcId="{75AFB74F-316C-4583-B699-3F91E3EEE58E}" destId="{33C45B93-113E-423C-8ACE-37BE75B210DD}" srcOrd="2" destOrd="0" parTransId="{FBA5CE96-B6C7-44BF-8E38-7119D874A6DC}" sibTransId="{B257B2A5-5CA2-428B-A762-7B488352816D}"/>
    <dgm:cxn modelId="{EBC5ACF1-908E-443E-9CBC-E96C00400756}" type="presOf" srcId="{AAB5BCC2-6639-4888-B847-286F263200EE}" destId="{8CEB48C1-7D0F-4AAB-9FDC-25114101C1FE}" srcOrd="1" destOrd="0" presId="urn:microsoft.com/office/officeart/2005/8/layout/vProcess5"/>
    <dgm:cxn modelId="{B00992F3-D5BA-490C-A27F-B7649EFDF870}" type="presParOf" srcId="{0F36B0E3-F7C3-43FC-9A44-1E9848FB2420}" destId="{536499D3-E465-4C41-B096-1250436E58F5}" srcOrd="0" destOrd="0" presId="urn:microsoft.com/office/officeart/2005/8/layout/vProcess5"/>
    <dgm:cxn modelId="{9C51F456-0953-4C4A-993D-5CBC39F7D77B}" type="presParOf" srcId="{0F36B0E3-F7C3-43FC-9A44-1E9848FB2420}" destId="{CDBB5ECE-4FD7-40AC-A43B-427160674DE1}" srcOrd="1" destOrd="0" presId="urn:microsoft.com/office/officeart/2005/8/layout/vProcess5"/>
    <dgm:cxn modelId="{6FA52E11-78C3-4532-B59F-54BC4F908443}" type="presParOf" srcId="{0F36B0E3-F7C3-43FC-9A44-1E9848FB2420}" destId="{AF70C9EC-DE63-4ACD-A40E-C9BA1541BE8E}" srcOrd="2" destOrd="0" presId="urn:microsoft.com/office/officeart/2005/8/layout/vProcess5"/>
    <dgm:cxn modelId="{B4A97795-4CCD-46C6-88B3-2BC8289F6DAE}" type="presParOf" srcId="{0F36B0E3-F7C3-43FC-9A44-1E9848FB2420}" destId="{DA05AE45-6275-4FB7-9D08-4FBAB80BFD07}" srcOrd="3" destOrd="0" presId="urn:microsoft.com/office/officeart/2005/8/layout/vProcess5"/>
    <dgm:cxn modelId="{83F8B964-0787-43CF-AD98-F83CE917CF1E}" type="presParOf" srcId="{0F36B0E3-F7C3-43FC-9A44-1E9848FB2420}" destId="{D839B528-2C6C-42ED-BE29-A18B353EF491}" srcOrd="4" destOrd="0" presId="urn:microsoft.com/office/officeart/2005/8/layout/vProcess5"/>
    <dgm:cxn modelId="{A030AA7E-5684-4129-9DA6-D715F6DD1AC4}" type="presParOf" srcId="{0F36B0E3-F7C3-43FC-9A44-1E9848FB2420}" destId="{0FA59FEF-349A-4E2A-BE9F-BBEB2FF9B76C}" srcOrd="5" destOrd="0" presId="urn:microsoft.com/office/officeart/2005/8/layout/vProcess5"/>
    <dgm:cxn modelId="{717FDBC5-78AC-4DFF-B68E-03615556BE88}" type="presParOf" srcId="{0F36B0E3-F7C3-43FC-9A44-1E9848FB2420}" destId="{4668774A-CB4F-4D77-A72A-97DA947BD20A}" srcOrd="6" destOrd="0" presId="urn:microsoft.com/office/officeart/2005/8/layout/vProcess5"/>
    <dgm:cxn modelId="{BC0A90F1-7377-4E6E-B898-E9291E8D3321}" type="presParOf" srcId="{0F36B0E3-F7C3-43FC-9A44-1E9848FB2420}" destId="{B5AF24C9-07BF-4DBC-A295-4D31BBCA5BCA}" srcOrd="7" destOrd="0" presId="urn:microsoft.com/office/officeart/2005/8/layout/vProcess5"/>
    <dgm:cxn modelId="{16C64A91-576E-474C-A359-587011412C97}" type="presParOf" srcId="{0F36B0E3-F7C3-43FC-9A44-1E9848FB2420}" destId="{C99423CD-B935-4C2B-B587-C2E97CA6D433}" srcOrd="8" destOrd="0" presId="urn:microsoft.com/office/officeart/2005/8/layout/vProcess5"/>
    <dgm:cxn modelId="{50C8FCA6-C265-4C27-8CEB-AE42C77B7B64}" type="presParOf" srcId="{0F36B0E3-F7C3-43FC-9A44-1E9848FB2420}" destId="{2A7CEBCC-65D6-47A0-8D1A-3C0E77F65903}" srcOrd="9" destOrd="0" presId="urn:microsoft.com/office/officeart/2005/8/layout/vProcess5"/>
    <dgm:cxn modelId="{C81CDFC2-A20D-42CA-9EAD-7C2B5D6A7782}" type="presParOf" srcId="{0F36B0E3-F7C3-43FC-9A44-1E9848FB2420}" destId="{88C69487-D319-4CFE-B505-980E864952E5}" srcOrd="10" destOrd="0" presId="urn:microsoft.com/office/officeart/2005/8/layout/vProcess5"/>
    <dgm:cxn modelId="{23D3A9A7-0F42-4C2B-9D27-F9BED316F501}" type="presParOf" srcId="{0F36B0E3-F7C3-43FC-9A44-1E9848FB2420}" destId="{8CEB48C1-7D0F-4AAB-9FDC-25114101C1FE}" srcOrd="11" destOrd="0" presId="urn:microsoft.com/office/officeart/2005/8/layout/vProcess5"/>
    <dgm:cxn modelId="{283FA783-CF7E-4892-BEDF-CB1BB90A4754}" type="presParOf" srcId="{0F36B0E3-F7C3-43FC-9A44-1E9848FB2420}" destId="{5D6A06FD-5FFF-4D08-88FC-FE29B94E6326}" srcOrd="12" destOrd="0" presId="urn:microsoft.com/office/officeart/2005/8/layout/vProcess5"/>
    <dgm:cxn modelId="{E7D5C0CE-5D57-4D65-835C-A78600906F5F}" type="presParOf" srcId="{0F36B0E3-F7C3-43FC-9A44-1E9848FB2420}" destId="{C4A1F899-9E50-45B7-9DE4-AFA3CCA04138}" srcOrd="13" destOrd="0" presId="urn:microsoft.com/office/officeart/2005/8/layout/vProcess5"/>
    <dgm:cxn modelId="{F5EFEF30-7244-4A89-B475-0D89443D374A}" type="presParOf" srcId="{0F36B0E3-F7C3-43FC-9A44-1E9848FB2420}" destId="{4513FDA2-CA58-40FD-AC95-4F91EEE8FFD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51851A-D793-4BAD-A530-6AA3846418C3}" type="doc">
      <dgm:prSet loTypeId="urn:microsoft.com/office/officeart/2011/layout/TabLis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C5B93C-3C5B-4EFF-9723-5E3F1FAD63BC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 dirty="0" err="1"/>
            <a:t>그래디언트</a:t>
          </a:r>
          <a:r>
            <a:rPr lang="en-US" sz="1300" dirty="0"/>
            <a:t>(Gradient)</a:t>
          </a:r>
        </a:p>
      </dgm:t>
    </dgm:pt>
    <dgm:pt modelId="{677A2E62-B40A-46C7-A86D-2B4F549CC091}" type="parTrans" cxnId="{6FB3E017-448B-493B-8441-A2096C539D6A}">
      <dgm:prSet/>
      <dgm:spPr/>
      <dgm:t>
        <a:bodyPr/>
        <a:lstStyle/>
        <a:p>
          <a:endParaRPr lang="en-US"/>
        </a:p>
      </dgm:t>
    </dgm:pt>
    <dgm:pt modelId="{879C13C4-F079-41B0-8478-277EA4EE2D56}" type="sibTrans" cxnId="{6FB3E017-448B-493B-8441-A2096C539D6A}">
      <dgm:prSet/>
      <dgm:spPr/>
      <dgm:t>
        <a:bodyPr/>
        <a:lstStyle/>
        <a:p>
          <a:endParaRPr lang="en-US"/>
        </a:p>
      </dgm:t>
    </dgm:pt>
    <dgm:pt modelId="{38338752-738A-4585-97CE-9544AB536DF9}">
      <dgm:prSet custT="1"/>
      <dgm:spPr/>
      <dgm:t>
        <a:bodyPr anchor="ctr"/>
        <a:lstStyle/>
        <a:p>
          <a:pPr marL="91440" algn="l"/>
          <a:r>
            <a:rPr lang="en-US" sz="1400" dirty="0" err="1">
              <a:solidFill>
                <a:schemeClr val="bg1"/>
              </a:solidFill>
            </a:rPr>
            <a:t>어떤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방향으로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손실이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가장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많이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감소하는가</a:t>
          </a:r>
          <a:r>
            <a:rPr lang="en-US" sz="1400" dirty="0">
              <a:solidFill>
                <a:schemeClr val="bg1"/>
              </a:solidFill>
            </a:rPr>
            <a:t> </a:t>
          </a:r>
          <a:endParaRPr kumimoji="0" lang="en-US" sz="1400" b="0" i="1" u="none" strike="noStrike" cap="none" spc="0" normalizeH="0" baseline="0" noProof="0" dirty="0">
            <a:ln/>
            <a:solidFill>
              <a:schemeClr val="bg1"/>
            </a:solidFill>
            <a:effectLst/>
            <a:uLnTx/>
            <a:uFillTx/>
            <a:latin typeface="Cambria Math" panose="02040503050406030204" pitchFamily="18" charset="0"/>
            <a:ea typeface="Cambria Math" panose="02040503050406030204" pitchFamily="18" charset="0"/>
            <a:cs typeface="+mn-cs"/>
          </a:endParaRPr>
        </a:p>
      </dgm:t>
    </dgm:pt>
    <dgm:pt modelId="{9DAC8491-12B7-4A31-A33A-D2C46CD6CD44}" type="parTrans" cxnId="{545A1F28-C3DE-4ACB-8A97-13887DBE192B}">
      <dgm:prSet/>
      <dgm:spPr/>
      <dgm:t>
        <a:bodyPr/>
        <a:lstStyle/>
        <a:p>
          <a:endParaRPr lang="en-US"/>
        </a:p>
      </dgm:t>
    </dgm:pt>
    <dgm:pt modelId="{4BD4781C-9BBE-403C-9E37-D6188A070213}" type="sibTrans" cxnId="{545A1F28-C3DE-4ACB-8A97-13887DBE192B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0941678-E692-4F56-AECE-964CCB370481}">
          <dgm:prSet/>
          <dgm:spPr/>
          <dgm:t>
            <a:bodyPr/>
            <a:lstStyle/>
            <a:p>
              <a14:m>
                <m:oMath xmlns:m="http://schemas.openxmlformats.org/officeDocument/2006/math">
                  <m:r>
                    <m:rPr>
                      <m:sty m:val="p"/>
                    </m:rPr>
                    <a:rPr kumimoji="0" lang="el-GR" b="0" i="1" u="none" strike="noStrike" cap="none" spc="0" normalizeH="0" baseline="0" noProof="0" smtClean="0">
                      <a:ln/>
                      <a:effectLst/>
                      <a:uLnTx/>
                      <a:uFillTx/>
                      <a:latin typeface="Cambria Math" panose="02040503050406030204" pitchFamily="18" charset="0"/>
                      <a:ea typeface="Cambria Math" panose="02040503050406030204" pitchFamily="18" charset="0"/>
                      <a:cs typeface="+mn-cs"/>
                    </a:rPr>
                    <m:t>λ</m:t>
                  </m:r>
                </m:oMath>
              </a14:m>
              <a:r>
                <a:rPr lang="en-US" dirty="0"/>
                <a:t>: </a:t>
              </a:r>
              <a:r>
                <a:rPr lang="en-US" dirty="0" err="1"/>
                <a:t>학습률</a:t>
              </a:r>
              <a:r>
                <a:rPr lang="en-US" dirty="0"/>
                <a:t>(Learning rate)</a:t>
              </a:r>
            </a:p>
          </dgm:t>
        </dgm:pt>
      </mc:Choice>
      <mc:Fallback xmlns="">
        <dgm:pt modelId="{C0941678-E692-4F56-AECE-964CCB370481}">
          <dgm:prSet/>
          <dgm:spPr/>
          <dgm:t>
            <a:bodyPr/>
            <a:lstStyle/>
            <a:p>
              <a:r>
                <a:rPr kumimoji="0" lang="el-GR" b="0" i="0" u="none" strike="noStrike" cap="none" spc="0" normalizeH="0" baseline="0" noProof="0">
                  <a:ln/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rPr>
                <a:t>λ</a:t>
              </a:r>
              <a:r>
                <a:rPr lang="en-US" dirty="0"/>
                <a:t>: </a:t>
              </a:r>
              <a:r>
                <a:rPr lang="en-US" dirty="0" err="1"/>
                <a:t>학습률</a:t>
              </a:r>
              <a:r>
                <a:rPr lang="en-US" dirty="0"/>
                <a:t>(Learning rate)</a:t>
              </a:r>
            </a:p>
          </dgm:t>
        </dgm:pt>
      </mc:Fallback>
    </mc:AlternateContent>
    <dgm:pt modelId="{3FA26A6D-CA53-4AF0-8007-E0AF1DBFE3E2}" type="parTrans" cxnId="{0B9DCC2F-8DFE-40E5-AE1C-CAF94D2966FD}">
      <dgm:prSet/>
      <dgm:spPr/>
      <dgm:t>
        <a:bodyPr/>
        <a:lstStyle/>
        <a:p>
          <a:endParaRPr lang="en-US"/>
        </a:p>
      </dgm:t>
    </dgm:pt>
    <dgm:pt modelId="{BE8878D1-9BD8-4795-B7BA-7191463E973B}" type="sibTrans" cxnId="{0B9DCC2F-8DFE-40E5-AE1C-CAF94D2966FD}">
      <dgm:prSet/>
      <dgm:spPr/>
      <dgm:t>
        <a:bodyPr/>
        <a:lstStyle/>
        <a:p>
          <a:endParaRPr lang="en-US"/>
        </a:p>
      </dgm:t>
    </dgm:pt>
    <dgm:pt modelId="{D734096E-0FF9-49AA-8600-29924299A645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이동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거리</a:t>
          </a:r>
          <a:endParaRPr lang="en-US" sz="1400" dirty="0">
            <a:solidFill>
              <a:schemeClr val="bg1"/>
            </a:solidFill>
          </a:endParaRPr>
        </a:p>
      </dgm:t>
    </dgm:pt>
    <dgm:pt modelId="{3F4EF640-C0A2-4658-B035-014C3DB50E68}" type="parTrans" cxnId="{AF601B76-213E-4399-8978-A2E9D0F76373}">
      <dgm:prSet/>
      <dgm:spPr/>
      <dgm:t>
        <a:bodyPr/>
        <a:lstStyle/>
        <a:p>
          <a:endParaRPr lang="en-US"/>
        </a:p>
      </dgm:t>
    </dgm:pt>
    <dgm:pt modelId="{CEAD0B1B-6A2E-45FA-B000-2F86A68074A1}" type="sibTrans" cxnId="{AF601B76-213E-4399-8978-A2E9D0F76373}">
      <dgm:prSet/>
      <dgm:spPr/>
      <dgm:t>
        <a:bodyPr/>
        <a:lstStyle/>
        <a:p>
          <a:endParaRPr lang="en-US"/>
        </a:p>
      </dgm:t>
    </dgm:pt>
    <dgm:pt modelId="{3083003A-8AB1-4CE5-80AA-59A24D1A8D7A}">
      <dgm:prSet/>
      <dgm:spPr/>
      <dgm:t>
        <a:bodyPr/>
        <a:lstStyle/>
        <a:p>
          <a:r>
            <a:rPr lang="en-US" dirty="0" err="1"/>
            <a:t>에포크</a:t>
          </a:r>
          <a:r>
            <a:rPr lang="en-US" dirty="0"/>
            <a:t> (Epoch)</a:t>
          </a:r>
        </a:p>
      </dgm:t>
    </dgm:pt>
    <dgm:pt modelId="{E191D485-F64B-4C34-865E-8BEB9B27D800}" type="parTrans" cxnId="{554559FD-6B41-47B2-9CA4-351E9BDF4F69}">
      <dgm:prSet/>
      <dgm:spPr/>
      <dgm:t>
        <a:bodyPr/>
        <a:lstStyle/>
        <a:p>
          <a:endParaRPr lang="en-US"/>
        </a:p>
      </dgm:t>
    </dgm:pt>
    <dgm:pt modelId="{9F78341B-8A55-4555-9B8B-B35920EBB5CA}" type="sibTrans" cxnId="{554559FD-6B41-47B2-9CA4-351E9BDF4F69}">
      <dgm:prSet/>
      <dgm:spPr/>
      <dgm:t>
        <a:bodyPr/>
        <a:lstStyle/>
        <a:p>
          <a:endParaRPr lang="en-US"/>
        </a:p>
      </dgm:t>
    </dgm:pt>
    <dgm:pt modelId="{CFC843DF-9A5F-40EF-948E-67D9792E0F9E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전체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데이터세트로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모델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업데이트</a:t>
          </a:r>
          <a:endParaRPr lang="en-US" sz="1400" dirty="0">
            <a:solidFill>
              <a:schemeClr val="bg1"/>
            </a:solidFill>
          </a:endParaRPr>
        </a:p>
      </dgm:t>
    </dgm:pt>
    <dgm:pt modelId="{86B52AFD-35F5-40FD-82EA-9F297F1F1591}" type="parTrans" cxnId="{8DB076E5-C64A-4CEE-B347-A6B77C16901D}">
      <dgm:prSet/>
      <dgm:spPr/>
      <dgm:t>
        <a:bodyPr/>
        <a:lstStyle/>
        <a:p>
          <a:endParaRPr lang="en-US"/>
        </a:p>
      </dgm:t>
    </dgm:pt>
    <dgm:pt modelId="{F21DF78C-208E-4737-82E6-C9FD7042B593}" type="sibTrans" cxnId="{8DB076E5-C64A-4CEE-B347-A6B77C16901D}">
      <dgm:prSet/>
      <dgm:spPr/>
      <dgm:t>
        <a:bodyPr/>
        <a:lstStyle/>
        <a:p>
          <a:endParaRPr lang="en-US"/>
        </a:p>
      </dgm:t>
    </dgm:pt>
    <dgm:pt modelId="{B3C044AD-EE3D-4628-AD80-324415DD091C}">
      <dgm:prSet/>
      <dgm:spPr/>
      <dgm:t>
        <a:bodyPr/>
        <a:lstStyle/>
        <a:p>
          <a:r>
            <a:rPr lang="en-US" dirty="0" err="1"/>
            <a:t>배치</a:t>
          </a:r>
          <a:r>
            <a:rPr lang="en-US" dirty="0"/>
            <a:t> (Batch)</a:t>
          </a:r>
        </a:p>
      </dgm:t>
    </dgm:pt>
    <dgm:pt modelId="{F3BEA7AF-F443-4AD3-952B-F949D21DDFA9}" type="parTrans" cxnId="{B070700B-B69D-4C10-B238-2E760B92B06B}">
      <dgm:prSet/>
      <dgm:spPr/>
      <dgm:t>
        <a:bodyPr/>
        <a:lstStyle/>
        <a:p>
          <a:endParaRPr lang="en-US"/>
        </a:p>
      </dgm:t>
    </dgm:pt>
    <dgm:pt modelId="{9E5F1919-8488-4F64-A947-304C519902F0}" type="sibTrans" cxnId="{B070700B-B69D-4C10-B238-2E760B92B06B}">
      <dgm:prSet/>
      <dgm:spPr/>
      <dgm:t>
        <a:bodyPr/>
        <a:lstStyle/>
        <a:p>
          <a:endParaRPr lang="en-US"/>
        </a:p>
      </dgm:t>
    </dgm:pt>
    <dgm:pt modelId="{9FE1706A-EFDA-41A5-A773-A39316EC2830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전체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데이터세트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ko-KR" altLang="en-US" sz="1400" dirty="0">
              <a:solidFill>
                <a:schemeClr val="bg1"/>
              </a:solidFill>
            </a:rPr>
            <a:t>중 특정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샘플</a:t>
          </a:r>
          <a:endParaRPr lang="en-US" sz="1400" dirty="0">
            <a:solidFill>
              <a:schemeClr val="bg1"/>
            </a:solidFill>
          </a:endParaRPr>
        </a:p>
      </dgm:t>
    </dgm:pt>
    <dgm:pt modelId="{64D7E0BF-54A4-4B36-A88F-CDE1B3BAE986}" type="parTrans" cxnId="{39D379BE-DE0A-4ACE-83C7-0BC4D51B0CC3}">
      <dgm:prSet/>
      <dgm:spPr/>
      <dgm:t>
        <a:bodyPr/>
        <a:lstStyle/>
        <a:p>
          <a:endParaRPr lang="en-US"/>
        </a:p>
      </dgm:t>
    </dgm:pt>
    <dgm:pt modelId="{D4042DBE-E4E2-480C-AF7E-03C78682A8E3}" type="sibTrans" cxnId="{39D379BE-DE0A-4ACE-83C7-0BC4D51B0CC3}">
      <dgm:prSet/>
      <dgm:spPr/>
      <dgm:t>
        <a:bodyPr/>
        <a:lstStyle/>
        <a:p>
          <a:endParaRPr lang="en-US"/>
        </a:p>
      </dgm:t>
    </dgm:pt>
    <dgm:pt modelId="{7B5C2F21-1EBC-48A9-A8CB-E6418AF378DF}">
      <dgm:prSet/>
      <dgm:spPr/>
      <dgm:t>
        <a:bodyPr/>
        <a:lstStyle/>
        <a:p>
          <a:r>
            <a:rPr lang="en-US" dirty="0" err="1"/>
            <a:t>단계</a:t>
          </a:r>
          <a:r>
            <a:rPr lang="en-US" dirty="0"/>
            <a:t> (Step)</a:t>
          </a:r>
        </a:p>
      </dgm:t>
    </dgm:pt>
    <dgm:pt modelId="{8F186750-C588-4EA8-8807-33727C62B3BE}" type="parTrans" cxnId="{93B38EEC-7A84-4E96-BCDE-25E31AAFACD3}">
      <dgm:prSet/>
      <dgm:spPr/>
      <dgm:t>
        <a:bodyPr/>
        <a:lstStyle/>
        <a:p>
          <a:endParaRPr lang="en-US"/>
        </a:p>
      </dgm:t>
    </dgm:pt>
    <dgm:pt modelId="{9F9B30A4-92A5-4A71-BC1B-B303E10DE802}" type="sibTrans" cxnId="{93B38EEC-7A84-4E96-BCDE-25E31AAFACD3}">
      <dgm:prSet/>
      <dgm:spPr/>
      <dgm:t>
        <a:bodyPr/>
        <a:lstStyle/>
        <a:p>
          <a:endParaRPr lang="en-US"/>
        </a:p>
      </dgm:t>
    </dgm:pt>
    <dgm:pt modelId="{CEE3B6D4-F84C-4B90-B216-DCFFC40AB5FA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가중치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매개변수에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대한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업데이트</a:t>
          </a:r>
          <a:endParaRPr lang="en-US" sz="1400" dirty="0">
            <a:solidFill>
              <a:schemeClr val="bg1"/>
            </a:solidFill>
          </a:endParaRPr>
        </a:p>
      </dgm:t>
    </dgm:pt>
    <dgm:pt modelId="{FD25EE08-5922-4AE4-9CAD-8EA8F092281E}" type="parTrans" cxnId="{7B732E02-CD82-4E27-8FC9-B1EF2462007D}">
      <dgm:prSet/>
      <dgm:spPr/>
      <dgm:t>
        <a:bodyPr/>
        <a:lstStyle/>
        <a:p>
          <a:endParaRPr lang="en-US"/>
        </a:p>
      </dgm:t>
    </dgm:pt>
    <dgm:pt modelId="{2256DB6C-2DC4-45D3-9CC9-BBFCE6E2BBED}" type="sibTrans" cxnId="{7B732E02-CD82-4E27-8FC9-B1EF2462007D}">
      <dgm:prSet/>
      <dgm:spPr/>
      <dgm:t>
        <a:bodyPr/>
        <a:lstStyle/>
        <a:p>
          <a:endParaRPr lang="en-US"/>
        </a:p>
      </dgm:t>
    </dgm:pt>
    <dgm:pt modelId="{C0C88525-1BBB-4FE0-850D-D600A74CCF9A}" type="pres">
      <dgm:prSet presAssocID="{5451851A-D793-4BAD-A530-6AA3846418C3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6D228C60-E14F-414F-A734-4995EAC005E5}" type="pres">
      <dgm:prSet presAssocID="{B6C5B93C-3C5B-4EFF-9723-5E3F1FAD63BC}" presName="composite" presStyleCnt="0"/>
      <dgm:spPr/>
    </dgm:pt>
    <dgm:pt modelId="{55FDDEC3-34F3-4B71-AB67-03390DAF22BB}" type="pres">
      <dgm:prSet presAssocID="{B6C5B93C-3C5B-4EFF-9723-5E3F1FAD63BC}" presName="FirstChild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40BF0FD4-E1A0-44F6-89A8-6125FBCFA794}" type="pres">
      <dgm:prSet presAssocID="{B6C5B93C-3C5B-4EFF-9723-5E3F1FAD63BC}" presName="Parent" presStyleLbl="alignNode1" presStyleIdx="0" presStyleCnt="5">
        <dgm:presLayoutVars>
          <dgm:chMax val="3"/>
          <dgm:chPref val="3"/>
          <dgm:bulletEnabled val="1"/>
        </dgm:presLayoutVars>
      </dgm:prSet>
      <dgm:spPr/>
    </dgm:pt>
    <dgm:pt modelId="{3C9DA15C-0905-4A1A-93C0-0CCBEF6E972C}" type="pres">
      <dgm:prSet presAssocID="{B6C5B93C-3C5B-4EFF-9723-5E3F1FAD63BC}" presName="Accent" presStyleLbl="parChTrans1D1" presStyleIdx="0" presStyleCnt="5"/>
      <dgm:spPr/>
    </dgm:pt>
    <dgm:pt modelId="{A44BD164-4B52-4B4F-9102-476A5F018BBD}" type="pres">
      <dgm:prSet presAssocID="{879C13C4-F079-41B0-8478-277EA4EE2D56}" presName="sibTrans" presStyleCnt="0"/>
      <dgm:spPr/>
    </dgm:pt>
    <dgm:pt modelId="{242EBD53-7E34-4DB1-BF65-A28158E14922}" type="pres">
      <dgm:prSet presAssocID="{C0941678-E692-4F56-AECE-964CCB370481}" presName="composite" presStyleCnt="0"/>
      <dgm:spPr/>
    </dgm:pt>
    <dgm:pt modelId="{0068E5C5-00C1-4705-BE3D-19C1721DC406}" type="pres">
      <dgm:prSet presAssocID="{C0941678-E692-4F56-AECE-964CCB370481}" presName="First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28B59E52-C5FB-416A-8E6E-46EC31769B43}" type="pres">
      <dgm:prSet presAssocID="{C0941678-E692-4F56-AECE-964CCB370481}" presName="Parent" presStyleLbl="alignNode1" presStyleIdx="1" presStyleCnt="5">
        <dgm:presLayoutVars>
          <dgm:chMax val="3"/>
          <dgm:chPref val="3"/>
          <dgm:bulletEnabled val="1"/>
        </dgm:presLayoutVars>
      </dgm:prSet>
      <dgm:spPr/>
    </dgm:pt>
    <dgm:pt modelId="{2C859170-6DF8-4D07-9BFE-C5085942C214}" type="pres">
      <dgm:prSet presAssocID="{C0941678-E692-4F56-AECE-964CCB370481}" presName="Accent" presStyleLbl="parChTrans1D1" presStyleIdx="1" presStyleCnt="5"/>
      <dgm:spPr/>
    </dgm:pt>
    <dgm:pt modelId="{F2673C98-8535-4445-BD32-6BACD98F46F4}" type="pres">
      <dgm:prSet presAssocID="{BE8878D1-9BD8-4795-B7BA-7191463E973B}" presName="sibTrans" presStyleCnt="0"/>
      <dgm:spPr/>
    </dgm:pt>
    <dgm:pt modelId="{54E86ED1-D5CC-4E44-A9C1-EFA1F29FCFE7}" type="pres">
      <dgm:prSet presAssocID="{3083003A-8AB1-4CE5-80AA-59A24D1A8D7A}" presName="composite" presStyleCnt="0"/>
      <dgm:spPr/>
    </dgm:pt>
    <dgm:pt modelId="{C2951553-493E-467F-8DF3-6318E00F3CD5}" type="pres">
      <dgm:prSet presAssocID="{3083003A-8AB1-4CE5-80AA-59A24D1A8D7A}" presName="FirstChild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D930D721-0407-42D6-84F4-42941E4B7410}" type="pres">
      <dgm:prSet presAssocID="{3083003A-8AB1-4CE5-80AA-59A24D1A8D7A}" presName="Parent" presStyleLbl="alignNode1" presStyleIdx="2" presStyleCnt="5">
        <dgm:presLayoutVars>
          <dgm:chMax val="3"/>
          <dgm:chPref val="3"/>
          <dgm:bulletEnabled val="1"/>
        </dgm:presLayoutVars>
      </dgm:prSet>
      <dgm:spPr/>
    </dgm:pt>
    <dgm:pt modelId="{CF2E5A1D-736B-4DEB-8217-5156531D30D0}" type="pres">
      <dgm:prSet presAssocID="{3083003A-8AB1-4CE5-80AA-59A24D1A8D7A}" presName="Accent" presStyleLbl="parChTrans1D1" presStyleIdx="2" presStyleCnt="5"/>
      <dgm:spPr/>
    </dgm:pt>
    <dgm:pt modelId="{6B5FCD67-CFC5-4C41-9088-9B9BAE8397F7}" type="pres">
      <dgm:prSet presAssocID="{9F78341B-8A55-4555-9B8B-B35920EBB5CA}" presName="sibTrans" presStyleCnt="0"/>
      <dgm:spPr/>
    </dgm:pt>
    <dgm:pt modelId="{FB801193-F753-4389-9112-89C5D3BC06AC}" type="pres">
      <dgm:prSet presAssocID="{B3C044AD-EE3D-4628-AD80-324415DD091C}" presName="composite" presStyleCnt="0"/>
      <dgm:spPr/>
    </dgm:pt>
    <dgm:pt modelId="{0D9FB510-481C-409C-81F2-4E3D77673F3E}" type="pres">
      <dgm:prSet presAssocID="{B3C044AD-EE3D-4628-AD80-324415DD091C}" presName="First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A7363449-2DC7-42D7-85C1-A2B5EBD95E26}" type="pres">
      <dgm:prSet presAssocID="{B3C044AD-EE3D-4628-AD80-324415DD091C}" presName="Parent" presStyleLbl="alignNode1" presStyleIdx="3" presStyleCnt="5">
        <dgm:presLayoutVars>
          <dgm:chMax val="3"/>
          <dgm:chPref val="3"/>
          <dgm:bulletEnabled val="1"/>
        </dgm:presLayoutVars>
      </dgm:prSet>
      <dgm:spPr/>
    </dgm:pt>
    <dgm:pt modelId="{5F3F4CAB-3ACA-4762-A3BF-9B9F87ACCBC1}" type="pres">
      <dgm:prSet presAssocID="{B3C044AD-EE3D-4628-AD80-324415DD091C}" presName="Accent" presStyleLbl="parChTrans1D1" presStyleIdx="3" presStyleCnt="5"/>
      <dgm:spPr/>
    </dgm:pt>
    <dgm:pt modelId="{BB86EDBA-D523-41E1-A717-0D656E7283B6}" type="pres">
      <dgm:prSet presAssocID="{9E5F1919-8488-4F64-A947-304C519902F0}" presName="sibTrans" presStyleCnt="0"/>
      <dgm:spPr/>
    </dgm:pt>
    <dgm:pt modelId="{EC63FEE0-4326-4B65-BAC8-AAD95F8727C8}" type="pres">
      <dgm:prSet presAssocID="{7B5C2F21-1EBC-48A9-A8CB-E6418AF378DF}" presName="composite" presStyleCnt="0"/>
      <dgm:spPr/>
    </dgm:pt>
    <dgm:pt modelId="{7773D711-D973-4A92-AF71-AD154EEAB9D3}" type="pres">
      <dgm:prSet presAssocID="{7B5C2F21-1EBC-48A9-A8CB-E6418AF378DF}" presName="FirstChild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635096CD-FC4F-4C72-B71A-D931C2289B52}" type="pres">
      <dgm:prSet presAssocID="{7B5C2F21-1EBC-48A9-A8CB-E6418AF378DF}" presName="Parent" presStyleLbl="alignNode1" presStyleIdx="4" presStyleCnt="5">
        <dgm:presLayoutVars>
          <dgm:chMax val="3"/>
          <dgm:chPref val="3"/>
          <dgm:bulletEnabled val="1"/>
        </dgm:presLayoutVars>
      </dgm:prSet>
      <dgm:spPr/>
    </dgm:pt>
    <dgm:pt modelId="{450C01C0-9AF3-4DF8-BE49-E425447072BD}" type="pres">
      <dgm:prSet presAssocID="{7B5C2F21-1EBC-48A9-A8CB-E6418AF378DF}" presName="Accent" presStyleLbl="parChTrans1D1" presStyleIdx="4" presStyleCnt="5"/>
      <dgm:spPr/>
    </dgm:pt>
  </dgm:ptLst>
  <dgm:cxnLst>
    <dgm:cxn modelId="{7B732E02-CD82-4E27-8FC9-B1EF2462007D}" srcId="{7B5C2F21-1EBC-48A9-A8CB-E6418AF378DF}" destId="{CEE3B6D4-F84C-4B90-B216-DCFFC40AB5FA}" srcOrd="0" destOrd="0" parTransId="{FD25EE08-5922-4AE4-9CAD-8EA8F092281E}" sibTransId="{2256DB6C-2DC4-45D3-9CC9-BBFCE6E2BBED}"/>
    <dgm:cxn modelId="{A2114B04-0293-4005-8597-D6180267E4DE}" type="presOf" srcId="{D734096E-0FF9-49AA-8600-29924299A645}" destId="{0068E5C5-00C1-4705-BE3D-19C1721DC406}" srcOrd="0" destOrd="0" presId="urn:microsoft.com/office/officeart/2011/layout/TabList"/>
    <dgm:cxn modelId="{A6381106-46FE-47B3-AD66-19BD92C05A9C}" type="presOf" srcId="{7B5C2F21-1EBC-48A9-A8CB-E6418AF378DF}" destId="{635096CD-FC4F-4C72-B71A-D931C2289B52}" srcOrd="0" destOrd="0" presId="urn:microsoft.com/office/officeart/2011/layout/TabList"/>
    <dgm:cxn modelId="{6C63A206-F4A8-448E-83B1-84F6B6CCE736}" type="presOf" srcId="{B6C5B93C-3C5B-4EFF-9723-5E3F1FAD63BC}" destId="{40BF0FD4-E1A0-44F6-89A8-6125FBCFA794}" srcOrd="0" destOrd="0" presId="urn:microsoft.com/office/officeart/2011/layout/TabList"/>
    <dgm:cxn modelId="{AC7EB508-DC8E-46A4-8B1E-2182A66EB48D}" type="presOf" srcId="{9FE1706A-EFDA-41A5-A773-A39316EC2830}" destId="{0D9FB510-481C-409C-81F2-4E3D77673F3E}" srcOrd="0" destOrd="0" presId="urn:microsoft.com/office/officeart/2011/layout/TabList"/>
    <dgm:cxn modelId="{B070700B-B69D-4C10-B238-2E760B92B06B}" srcId="{5451851A-D793-4BAD-A530-6AA3846418C3}" destId="{B3C044AD-EE3D-4628-AD80-324415DD091C}" srcOrd="3" destOrd="0" parTransId="{F3BEA7AF-F443-4AD3-952B-F949D21DDFA9}" sibTransId="{9E5F1919-8488-4F64-A947-304C519902F0}"/>
    <dgm:cxn modelId="{6FB3E017-448B-493B-8441-A2096C539D6A}" srcId="{5451851A-D793-4BAD-A530-6AA3846418C3}" destId="{B6C5B93C-3C5B-4EFF-9723-5E3F1FAD63BC}" srcOrd="0" destOrd="0" parTransId="{677A2E62-B40A-46C7-A86D-2B4F549CC091}" sibTransId="{879C13C4-F079-41B0-8478-277EA4EE2D56}"/>
    <dgm:cxn modelId="{FD0F4F25-1D6B-4F00-A46B-569DB7278A3D}" type="presOf" srcId="{B3C044AD-EE3D-4628-AD80-324415DD091C}" destId="{A7363449-2DC7-42D7-85C1-A2B5EBD95E26}" srcOrd="0" destOrd="0" presId="urn:microsoft.com/office/officeart/2011/layout/TabList"/>
    <dgm:cxn modelId="{545A1F28-C3DE-4ACB-8A97-13887DBE192B}" srcId="{B6C5B93C-3C5B-4EFF-9723-5E3F1FAD63BC}" destId="{38338752-738A-4585-97CE-9544AB536DF9}" srcOrd="0" destOrd="0" parTransId="{9DAC8491-12B7-4A31-A33A-D2C46CD6CD44}" sibTransId="{4BD4781C-9BBE-403C-9E37-D6188A070213}"/>
    <dgm:cxn modelId="{887B5A2B-0CA9-49E7-A2EC-5883E612FAB0}" type="presOf" srcId="{C0941678-E692-4F56-AECE-964CCB370481}" destId="{28B59E52-C5FB-416A-8E6E-46EC31769B43}" srcOrd="0" destOrd="0" presId="urn:microsoft.com/office/officeart/2011/layout/TabList"/>
    <dgm:cxn modelId="{7333F22D-B0B6-460E-933B-A3542DE2BA46}" type="presOf" srcId="{CEE3B6D4-F84C-4B90-B216-DCFFC40AB5FA}" destId="{7773D711-D973-4A92-AF71-AD154EEAB9D3}" srcOrd="0" destOrd="0" presId="urn:microsoft.com/office/officeart/2011/layout/TabList"/>
    <dgm:cxn modelId="{0B9DCC2F-8DFE-40E5-AE1C-CAF94D2966FD}" srcId="{5451851A-D793-4BAD-A530-6AA3846418C3}" destId="{C0941678-E692-4F56-AECE-964CCB370481}" srcOrd="1" destOrd="0" parTransId="{3FA26A6D-CA53-4AF0-8007-E0AF1DBFE3E2}" sibTransId="{BE8878D1-9BD8-4795-B7BA-7191463E973B}"/>
    <dgm:cxn modelId="{AF601B76-213E-4399-8978-A2E9D0F76373}" srcId="{C0941678-E692-4F56-AECE-964CCB370481}" destId="{D734096E-0FF9-49AA-8600-29924299A645}" srcOrd="0" destOrd="0" parTransId="{3F4EF640-C0A2-4658-B035-014C3DB50E68}" sibTransId="{CEAD0B1B-6A2E-45FA-B000-2F86A68074A1}"/>
    <dgm:cxn modelId="{064AA09A-64FE-4676-8564-F6AFFB40E1A3}" type="presOf" srcId="{CFC843DF-9A5F-40EF-948E-67D9792E0F9E}" destId="{C2951553-493E-467F-8DF3-6318E00F3CD5}" srcOrd="0" destOrd="0" presId="urn:microsoft.com/office/officeart/2011/layout/TabList"/>
    <dgm:cxn modelId="{39D379BE-DE0A-4ACE-83C7-0BC4D51B0CC3}" srcId="{B3C044AD-EE3D-4628-AD80-324415DD091C}" destId="{9FE1706A-EFDA-41A5-A773-A39316EC2830}" srcOrd="0" destOrd="0" parTransId="{64D7E0BF-54A4-4B36-A88F-CDE1B3BAE986}" sibTransId="{D4042DBE-E4E2-480C-AF7E-03C78682A8E3}"/>
    <dgm:cxn modelId="{D3241BC6-BE27-4363-B10E-682094C8621F}" type="presOf" srcId="{5451851A-D793-4BAD-A530-6AA3846418C3}" destId="{C0C88525-1BBB-4FE0-850D-D600A74CCF9A}" srcOrd="0" destOrd="0" presId="urn:microsoft.com/office/officeart/2011/layout/TabList"/>
    <dgm:cxn modelId="{145748DE-E20D-4A1C-A550-035B057FD404}" type="presOf" srcId="{38338752-738A-4585-97CE-9544AB536DF9}" destId="{55FDDEC3-34F3-4B71-AB67-03390DAF22BB}" srcOrd="0" destOrd="0" presId="urn:microsoft.com/office/officeart/2011/layout/TabList"/>
    <dgm:cxn modelId="{7117C8E3-92BC-42D9-9D0A-38D2204DD312}" type="presOf" srcId="{3083003A-8AB1-4CE5-80AA-59A24D1A8D7A}" destId="{D930D721-0407-42D6-84F4-42941E4B7410}" srcOrd="0" destOrd="0" presId="urn:microsoft.com/office/officeart/2011/layout/TabList"/>
    <dgm:cxn modelId="{8DB076E5-C64A-4CEE-B347-A6B77C16901D}" srcId="{3083003A-8AB1-4CE5-80AA-59A24D1A8D7A}" destId="{CFC843DF-9A5F-40EF-948E-67D9792E0F9E}" srcOrd="0" destOrd="0" parTransId="{86B52AFD-35F5-40FD-82EA-9F297F1F1591}" sibTransId="{F21DF78C-208E-4737-82E6-C9FD7042B593}"/>
    <dgm:cxn modelId="{93B38EEC-7A84-4E96-BCDE-25E31AAFACD3}" srcId="{5451851A-D793-4BAD-A530-6AA3846418C3}" destId="{7B5C2F21-1EBC-48A9-A8CB-E6418AF378DF}" srcOrd="4" destOrd="0" parTransId="{8F186750-C588-4EA8-8807-33727C62B3BE}" sibTransId="{9F9B30A4-92A5-4A71-BC1B-B303E10DE802}"/>
    <dgm:cxn modelId="{554559FD-6B41-47B2-9CA4-351E9BDF4F69}" srcId="{5451851A-D793-4BAD-A530-6AA3846418C3}" destId="{3083003A-8AB1-4CE5-80AA-59A24D1A8D7A}" srcOrd="2" destOrd="0" parTransId="{E191D485-F64B-4C34-865E-8BEB9B27D800}" sibTransId="{9F78341B-8A55-4555-9B8B-B35920EBB5CA}"/>
    <dgm:cxn modelId="{FF826681-5D9C-42E8-9C96-822780895385}" type="presParOf" srcId="{C0C88525-1BBB-4FE0-850D-D600A74CCF9A}" destId="{6D228C60-E14F-414F-A734-4995EAC005E5}" srcOrd="0" destOrd="0" presId="urn:microsoft.com/office/officeart/2011/layout/TabList"/>
    <dgm:cxn modelId="{26D37666-DAF1-477F-8097-2EDC4367C34D}" type="presParOf" srcId="{6D228C60-E14F-414F-A734-4995EAC005E5}" destId="{55FDDEC3-34F3-4B71-AB67-03390DAF22BB}" srcOrd="0" destOrd="0" presId="urn:microsoft.com/office/officeart/2011/layout/TabList"/>
    <dgm:cxn modelId="{8017E063-1A7B-42BB-B09F-36727990473B}" type="presParOf" srcId="{6D228C60-E14F-414F-A734-4995EAC005E5}" destId="{40BF0FD4-E1A0-44F6-89A8-6125FBCFA794}" srcOrd="1" destOrd="0" presId="urn:microsoft.com/office/officeart/2011/layout/TabList"/>
    <dgm:cxn modelId="{C03DE783-8A2D-443B-95FD-7E1A1FBC5290}" type="presParOf" srcId="{6D228C60-E14F-414F-A734-4995EAC005E5}" destId="{3C9DA15C-0905-4A1A-93C0-0CCBEF6E972C}" srcOrd="2" destOrd="0" presId="urn:microsoft.com/office/officeart/2011/layout/TabList"/>
    <dgm:cxn modelId="{D826CC1B-7E59-4D1C-86EA-17524F4080FE}" type="presParOf" srcId="{C0C88525-1BBB-4FE0-850D-D600A74CCF9A}" destId="{A44BD164-4B52-4B4F-9102-476A5F018BBD}" srcOrd="1" destOrd="0" presId="urn:microsoft.com/office/officeart/2011/layout/TabList"/>
    <dgm:cxn modelId="{674F13C3-D608-4F70-82C1-3944DD04EE8D}" type="presParOf" srcId="{C0C88525-1BBB-4FE0-850D-D600A74CCF9A}" destId="{242EBD53-7E34-4DB1-BF65-A28158E14922}" srcOrd="2" destOrd="0" presId="urn:microsoft.com/office/officeart/2011/layout/TabList"/>
    <dgm:cxn modelId="{7E4614C4-5F93-4323-8EDF-9A9754E181B2}" type="presParOf" srcId="{242EBD53-7E34-4DB1-BF65-A28158E14922}" destId="{0068E5C5-00C1-4705-BE3D-19C1721DC406}" srcOrd="0" destOrd="0" presId="urn:microsoft.com/office/officeart/2011/layout/TabList"/>
    <dgm:cxn modelId="{38528F57-5E9E-4670-B6F6-AA276B3E945A}" type="presParOf" srcId="{242EBD53-7E34-4DB1-BF65-A28158E14922}" destId="{28B59E52-C5FB-416A-8E6E-46EC31769B43}" srcOrd="1" destOrd="0" presId="urn:microsoft.com/office/officeart/2011/layout/TabList"/>
    <dgm:cxn modelId="{FFF24E46-A825-4388-A719-87C775BE147F}" type="presParOf" srcId="{242EBD53-7E34-4DB1-BF65-A28158E14922}" destId="{2C859170-6DF8-4D07-9BFE-C5085942C214}" srcOrd="2" destOrd="0" presId="urn:microsoft.com/office/officeart/2011/layout/TabList"/>
    <dgm:cxn modelId="{DDC526B2-636B-456D-B9DA-AE89F40C4685}" type="presParOf" srcId="{C0C88525-1BBB-4FE0-850D-D600A74CCF9A}" destId="{F2673C98-8535-4445-BD32-6BACD98F46F4}" srcOrd="3" destOrd="0" presId="urn:microsoft.com/office/officeart/2011/layout/TabList"/>
    <dgm:cxn modelId="{60EB6E8C-11C4-4A31-BB39-A3E5F271CB47}" type="presParOf" srcId="{C0C88525-1BBB-4FE0-850D-D600A74CCF9A}" destId="{54E86ED1-D5CC-4E44-A9C1-EFA1F29FCFE7}" srcOrd="4" destOrd="0" presId="urn:microsoft.com/office/officeart/2011/layout/TabList"/>
    <dgm:cxn modelId="{F9F42621-B9B4-4D83-816C-A7C0BEFB2F93}" type="presParOf" srcId="{54E86ED1-D5CC-4E44-A9C1-EFA1F29FCFE7}" destId="{C2951553-493E-467F-8DF3-6318E00F3CD5}" srcOrd="0" destOrd="0" presId="urn:microsoft.com/office/officeart/2011/layout/TabList"/>
    <dgm:cxn modelId="{B2A08D41-CA94-4FAC-B033-EA168BEB4896}" type="presParOf" srcId="{54E86ED1-D5CC-4E44-A9C1-EFA1F29FCFE7}" destId="{D930D721-0407-42D6-84F4-42941E4B7410}" srcOrd="1" destOrd="0" presId="urn:microsoft.com/office/officeart/2011/layout/TabList"/>
    <dgm:cxn modelId="{46345988-FC29-4D30-B4AB-CEC6C9E1D40D}" type="presParOf" srcId="{54E86ED1-D5CC-4E44-A9C1-EFA1F29FCFE7}" destId="{CF2E5A1D-736B-4DEB-8217-5156531D30D0}" srcOrd="2" destOrd="0" presId="urn:microsoft.com/office/officeart/2011/layout/TabList"/>
    <dgm:cxn modelId="{A32BF829-87DC-444A-A822-1C8841151C2B}" type="presParOf" srcId="{C0C88525-1BBB-4FE0-850D-D600A74CCF9A}" destId="{6B5FCD67-CFC5-4C41-9088-9B9BAE8397F7}" srcOrd="5" destOrd="0" presId="urn:microsoft.com/office/officeart/2011/layout/TabList"/>
    <dgm:cxn modelId="{CE8B1373-10A9-4391-9FBC-2585069F1A0D}" type="presParOf" srcId="{C0C88525-1BBB-4FE0-850D-D600A74CCF9A}" destId="{FB801193-F753-4389-9112-89C5D3BC06AC}" srcOrd="6" destOrd="0" presId="urn:microsoft.com/office/officeart/2011/layout/TabList"/>
    <dgm:cxn modelId="{04435A91-ED44-453D-8678-B47129A01C6F}" type="presParOf" srcId="{FB801193-F753-4389-9112-89C5D3BC06AC}" destId="{0D9FB510-481C-409C-81F2-4E3D77673F3E}" srcOrd="0" destOrd="0" presId="urn:microsoft.com/office/officeart/2011/layout/TabList"/>
    <dgm:cxn modelId="{B3E82E8E-7040-4BBD-AB17-E623B941B2CC}" type="presParOf" srcId="{FB801193-F753-4389-9112-89C5D3BC06AC}" destId="{A7363449-2DC7-42D7-85C1-A2B5EBD95E26}" srcOrd="1" destOrd="0" presId="urn:microsoft.com/office/officeart/2011/layout/TabList"/>
    <dgm:cxn modelId="{4DF6BA9C-6A83-4D4E-913E-2611EBDE7D3C}" type="presParOf" srcId="{FB801193-F753-4389-9112-89C5D3BC06AC}" destId="{5F3F4CAB-3ACA-4762-A3BF-9B9F87ACCBC1}" srcOrd="2" destOrd="0" presId="urn:microsoft.com/office/officeart/2011/layout/TabList"/>
    <dgm:cxn modelId="{FBC6662C-4FFA-4AAB-A51C-D635DA3B4118}" type="presParOf" srcId="{C0C88525-1BBB-4FE0-850D-D600A74CCF9A}" destId="{BB86EDBA-D523-41E1-A717-0D656E7283B6}" srcOrd="7" destOrd="0" presId="urn:microsoft.com/office/officeart/2011/layout/TabList"/>
    <dgm:cxn modelId="{C31DA8E4-AF9B-416E-8E31-4B9BAB940C7F}" type="presParOf" srcId="{C0C88525-1BBB-4FE0-850D-D600A74CCF9A}" destId="{EC63FEE0-4326-4B65-BAC8-AAD95F8727C8}" srcOrd="8" destOrd="0" presId="urn:microsoft.com/office/officeart/2011/layout/TabList"/>
    <dgm:cxn modelId="{C6730510-85D6-4B75-A91F-AFA1E176B54A}" type="presParOf" srcId="{EC63FEE0-4326-4B65-BAC8-AAD95F8727C8}" destId="{7773D711-D973-4A92-AF71-AD154EEAB9D3}" srcOrd="0" destOrd="0" presId="urn:microsoft.com/office/officeart/2011/layout/TabList"/>
    <dgm:cxn modelId="{B6CAD003-A2CB-464E-8905-0338D9BE3BDC}" type="presParOf" srcId="{EC63FEE0-4326-4B65-BAC8-AAD95F8727C8}" destId="{635096CD-FC4F-4C72-B71A-D931C2289B52}" srcOrd="1" destOrd="0" presId="urn:microsoft.com/office/officeart/2011/layout/TabList"/>
    <dgm:cxn modelId="{855E14A9-D90F-4603-8E59-E8924BBABB9B}" type="presParOf" srcId="{EC63FEE0-4326-4B65-BAC8-AAD95F8727C8}" destId="{450C01C0-9AF3-4DF8-BE49-E425447072BD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451851A-D793-4BAD-A530-6AA3846418C3}" type="doc">
      <dgm:prSet loTypeId="urn:microsoft.com/office/officeart/2011/layout/TabLis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C5B93C-3C5B-4EFF-9723-5E3F1FAD63BC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 dirty="0" err="1"/>
            <a:t>그래디언트</a:t>
          </a:r>
          <a:r>
            <a:rPr lang="en-US" sz="1300" dirty="0"/>
            <a:t>(Gradient)</a:t>
          </a:r>
        </a:p>
      </dgm:t>
    </dgm:pt>
    <dgm:pt modelId="{677A2E62-B40A-46C7-A86D-2B4F549CC091}" type="parTrans" cxnId="{6FB3E017-448B-493B-8441-A2096C539D6A}">
      <dgm:prSet/>
      <dgm:spPr/>
      <dgm:t>
        <a:bodyPr/>
        <a:lstStyle/>
        <a:p>
          <a:endParaRPr lang="en-US"/>
        </a:p>
      </dgm:t>
    </dgm:pt>
    <dgm:pt modelId="{879C13C4-F079-41B0-8478-277EA4EE2D56}" type="sibTrans" cxnId="{6FB3E017-448B-493B-8441-A2096C539D6A}">
      <dgm:prSet/>
      <dgm:spPr/>
      <dgm:t>
        <a:bodyPr/>
        <a:lstStyle/>
        <a:p>
          <a:endParaRPr lang="en-US"/>
        </a:p>
      </dgm:t>
    </dgm:pt>
    <dgm:pt modelId="{38338752-738A-4585-97CE-9544AB536DF9}">
      <dgm:prSet custT="1"/>
      <dgm:spPr/>
      <dgm:t>
        <a:bodyPr anchor="ctr"/>
        <a:lstStyle/>
        <a:p>
          <a:pPr marL="91440" algn="l"/>
          <a:r>
            <a:rPr lang="en-US" sz="1400" dirty="0" err="1">
              <a:solidFill>
                <a:schemeClr val="bg1"/>
              </a:solidFill>
            </a:rPr>
            <a:t>어떤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방향으로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손실이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가장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많이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감소하는가</a:t>
          </a:r>
          <a:r>
            <a:rPr lang="en-US" sz="1400" dirty="0">
              <a:solidFill>
                <a:schemeClr val="bg1"/>
              </a:solidFill>
            </a:rPr>
            <a:t> </a:t>
          </a:r>
          <a:endParaRPr kumimoji="0" lang="en-US" sz="1400" b="0" i="1" u="none" strike="noStrike" cap="none" spc="0" normalizeH="0" baseline="0" noProof="0" dirty="0">
            <a:ln/>
            <a:solidFill>
              <a:schemeClr val="bg1"/>
            </a:solidFill>
            <a:effectLst/>
            <a:uLnTx/>
            <a:uFillTx/>
            <a:latin typeface="Cambria Math" panose="02040503050406030204" pitchFamily="18" charset="0"/>
            <a:ea typeface="Cambria Math" panose="02040503050406030204" pitchFamily="18" charset="0"/>
            <a:cs typeface="+mn-cs"/>
          </a:endParaRPr>
        </a:p>
      </dgm:t>
    </dgm:pt>
    <dgm:pt modelId="{9DAC8491-12B7-4A31-A33A-D2C46CD6CD44}" type="parTrans" cxnId="{545A1F28-C3DE-4ACB-8A97-13887DBE192B}">
      <dgm:prSet/>
      <dgm:spPr/>
      <dgm:t>
        <a:bodyPr/>
        <a:lstStyle/>
        <a:p>
          <a:endParaRPr lang="en-US"/>
        </a:p>
      </dgm:t>
    </dgm:pt>
    <dgm:pt modelId="{4BD4781C-9BBE-403C-9E37-D6188A070213}" type="sibTrans" cxnId="{545A1F28-C3DE-4ACB-8A97-13887DBE192B}">
      <dgm:prSet/>
      <dgm:spPr/>
      <dgm:t>
        <a:bodyPr/>
        <a:lstStyle/>
        <a:p>
          <a:endParaRPr lang="en-US"/>
        </a:p>
      </dgm:t>
    </dgm:pt>
    <dgm:pt modelId="{C0941678-E692-4F56-AECE-964CCB370481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3FA26A6D-CA53-4AF0-8007-E0AF1DBFE3E2}" type="parTrans" cxnId="{0B9DCC2F-8DFE-40E5-AE1C-CAF94D2966FD}">
      <dgm:prSet/>
      <dgm:spPr/>
      <dgm:t>
        <a:bodyPr/>
        <a:lstStyle/>
        <a:p>
          <a:endParaRPr lang="en-US"/>
        </a:p>
      </dgm:t>
    </dgm:pt>
    <dgm:pt modelId="{BE8878D1-9BD8-4795-B7BA-7191463E973B}" type="sibTrans" cxnId="{0B9DCC2F-8DFE-40E5-AE1C-CAF94D2966FD}">
      <dgm:prSet/>
      <dgm:spPr/>
      <dgm:t>
        <a:bodyPr/>
        <a:lstStyle/>
        <a:p>
          <a:endParaRPr lang="en-US"/>
        </a:p>
      </dgm:t>
    </dgm:pt>
    <dgm:pt modelId="{D734096E-0FF9-49AA-8600-29924299A645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이동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거리</a:t>
          </a:r>
          <a:endParaRPr lang="en-US" sz="1400" dirty="0">
            <a:solidFill>
              <a:schemeClr val="bg1"/>
            </a:solidFill>
          </a:endParaRPr>
        </a:p>
      </dgm:t>
    </dgm:pt>
    <dgm:pt modelId="{3F4EF640-C0A2-4658-B035-014C3DB50E68}" type="parTrans" cxnId="{AF601B76-213E-4399-8978-A2E9D0F76373}">
      <dgm:prSet/>
      <dgm:spPr/>
      <dgm:t>
        <a:bodyPr/>
        <a:lstStyle/>
        <a:p>
          <a:endParaRPr lang="en-US"/>
        </a:p>
      </dgm:t>
    </dgm:pt>
    <dgm:pt modelId="{CEAD0B1B-6A2E-45FA-B000-2F86A68074A1}" type="sibTrans" cxnId="{AF601B76-213E-4399-8978-A2E9D0F76373}">
      <dgm:prSet/>
      <dgm:spPr/>
      <dgm:t>
        <a:bodyPr/>
        <a:lstStyle/>
        <a:p>
          <a:endParaRPr lang="en-US"/>
        </a:p>
      </dgm:t>
    </dgm:pt>
    <dgm:pt modelId="{3083003A-8AB1-4CE5-80AA-59A24D1A8D7A}">
      <dgm:prSet/>
      <dgm:spPr/>
      <dgm:t>
        <a:bodyPr/>
        <a:lstStyle/>
        <a:p>
          <a:r>
            <a:rPr lang="en-US" dirty="0" err="1"/>
            <a:t>에포크</a:t>
          </a:r>
          <a:r>
            <a:rPr lang="en-US" dirty="0"/>
            <a:t> (Epoch)</a:t>
          </a:r>
        </a:p>
      </dgm:t>
    </dgm:pt>
    <dgm:pt modelId="{E191D485-F64B-4C34-865E-8BEB9B27D800}" type="parTrans" cxnId="{554559FD-6B41-47B2-9CA4-351E9BDF4F69}">
      <dgm:prSet/>
      <dgm:spPr/>
      <dgm:t>
        <a:bodyPr/>
        <a:lstStyle/>
        <a:p>
          <a:endParaRPr lang="en-US"/>
        </a:p>
      </dgm:t>
    </dgm:pt>
    <dgm:pt modelId="{9F78341B-8A55-4555-9B8B-B35920EBB5CA}" type="sibTrans" cxnId="{554559FD-6B41-47B2-9CA4-351E9BDF4F69}">
      <dgm:prSet/>
      <dgm:spPr/>
      <dgm:t>
        <a:bodyPr/>
        <a:lstStyle/>
        <a:p>
          <a:endParaRPr lang="en-US"/>
        </a:p>
      </dgm:t>
    </dgm:pt>
    <dgm:pt modelId="{CFC843DF-9A5F-40EF-948E-67D9792E0F9E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전체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데이터세트로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모델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업데이트</a:t>
          </a:r>
          <a:endParaRPr lang="en-US" sz="1400" dirty="0">
            <a:solidFill>
              <a:schemeClr val="bg1"/>
            </a:solidFill>
          </a:endParaRPr>
        </a:p>
      </dgm:t>
    </dgm:pt>
    <dgm:pt modelId="{86B52AFD-35F5-40FD-82EA-9F297F1F1591}" type="parTrans" cxnId="{8DB076E5-C64A-4CEE-B347-A6B77C16901D}">
      <dgm:prSet/>
      <dgm:spPr/>
      <dgm:t>
        <a:bodyPr/>
        <a:lstStyle/>
        <a:p>
          <a:endParaRPr lang="en-US"/>
        </a:p>
      </dgm:t>
    </dgm:pt>
    <dgm:pt modelId="{F21DF78C-208E-4737-82E6-C9FD7042B593}" type="sibTrans" cxnId="{8DB076E5-C64A-4CEE-B347-A6B77C16901D}">
      <dgm:prSet/>
      <dgm:spPr/>
      <dgm:t>
        <a:bodyPr/>
        <a:lstStyle/>
        <a:p>
          <a:endParaRPr lang="en-US"/>
        </a:p>
      </dgm:t>
    </dgm:pt>
    <dgm:pt modelId="{B3C044AD-EE3D-4628-AD80-324415DD091C}">
      <dgm:prSet/>
      <dgm:spPr/>
      <dgm:t>
        <a:bodyPr/>
        <a:lstStyle/>
        <a:p>
          <a:r>
            <a:rPr lang="en-US" dirty="0" err="1"/>
            <a:t>배치</a:t>
          </a:r>
          <a:r>
            <a:rPr lang="en-US" dirty="0"/>
            <a:t> (Batch)</a:t>
          </a:r>
        </a:p>
      </dgm:t>
    </dgm:pt>
    <dgm:pt modelId="{F3BEA7AF-F443-4AD3-952B-F949D21DDFA9}" type="parTrans" cxnId="{B070700B-B69D-4C10-B238-2E760B92B06B}">
      <dgm:prSet/>
      <dgm:spPr/>
      <dgm:t>
        <a:bodyPr/>
        <a:lstStyle/>
        <a:p>
          <a:endParaRPr lang="en-US"/>
        </a:p>
      </dgm:t>
    </dgm:pt>
    <dgm:pt modelId="{9E5F1919-8488-4F64-A947-304C519902F0}" type="sibTrans" cxnId="{B070700B-B69D-4C10-B238-2E760B92B06B}">
      <dgm:prSet/>
      <dgm:spPr/>
      <dgm:t>
        <a:bodyPr/>
        <a:lstStyle/>
        <a:p>
          <a:endParaRPr lang="en-US"/>
        </a:p>
      </dgm:t>
    </dgm:pt>
    <dgm:pt modelId="{9FE1706A-EFDA-41A5-A773-A39316EC2830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전체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데이터세트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ko-KR" altLang="en-US" sz="1400" dirty="0">
              <a:solidFill>
                <a:schemeClr val="bg1"/>
              </a:solidFill>
            </a:rPr>
            <a:t>중 특정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샘플</a:t>
          </a:r>
          <a:endParaRPr lang="en-US" sz="1400" dirty="0">
            <a:solidFill>
              <a:schemeClr val="bg1"/>
            </a:solidFill>
          </a:endParaRPr>
        </a:p>
      </dgm:t>
    </dgm:pt>
    <dgm:pt modelId="{64D7E0BF-54A4-4B36-A88F-CDE1B3BAE986}" type="parTrans" cxnId="{39D379BE-DE0A-4ACE-83C7-0BC4D51B0CC3}">
      <dgm:prSet/>
      <dgm:spPr/>
      <dgm:t>
        <a:bodyPr/>
        <a:lstStyle/>
        <a:p>
          <a:endParaRPr lang="en-US"/>
        </a:p>
      </dgm:t>
    </dgm:pt>
    <dgm:pt modelId="{D4042DBE-E4E2-480C-AF7E-03C78682A8E3}" type="sibTrans" cxnId="{39D379BE-DE0A-4ACE-83C7-0BC4D51B0CC3}">
      <dgm:prSet/>
      <dgm:spPr/>
      <dgm:t>
        <a:bodyPr/>
        <a:lstStyle/>
        <a:p>
          <a:endParaRPr lang="en-US"/>
        </a:p>
      </dgm:t>
    </dgm:pt>
    <dgm:pt modelId="{7B5C2F21-1EBC-48A9-A8CB-E6418AF378DF}">
      <dgm:prSet/>
      <dgm:spPr/>
      <dgm:t>
        <a:bodyPr/>
        <a:lstStyle/>
        <a:p>
          <a:r>
            <a:rPr lang="en-US" dirty="0" err="1"/>
            <a:t>단계</a:t>
          </a:r>
          <a:r>
            <a:rPr lang="en-US" dirty="0"/>
            <a:t> (Step)</a:t>
          </a:r>
        </a:p>
      </dgm:t>
    </dgm:pt>
    <dgm:pt modelId="{8F186750-C588-4EA8-8807-33727C62B3BE}" type="parTrans" cxnId="{93B38EEC-7A84-4E96-BCDE-25E31AAFACD3}">
      <dgm:prSet/>
      <dgm:spPr/>
      <dgm:t>
        <a:bodyPr/>
        <a:lstStyle/>
        <a:p>
          <a:endParaRPr lang="en-US"/>
        </a:p>
      </dgm:t>
    </dgm:pt>
    <dgm:pt modelId="{9F9B30A4-92A5-4A71-BC1B-B303E10DE802}" type="sibTrans" cxnId="{93B38EEC-7A84-4E96-BCDE-25E31AAFACD3}">
      <dgm:prSet/>
      <dgm:spPr/>
      <dgm:t>
        <a:bodyPr/>
        <a:lstStyle/>
        <a:p>
          <a:endParaRPr lang="en-US"/>
        </a:p>
      </dgm:t>
    </dgm:pt>
    <dgm:pt modelId="{CEE3B6D4-F84C-4B90-B216-DCFFC40AB5FA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가중치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매개변수에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대한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업데이트</a:t>
          </a:r>
          <a:endParaRPr lang="en-US" sz="1400" dirty="0">
            <a:solidFill>
              <a:schemeClr val="bg1"/>
            </a:solidFill>
          </a:endParaRPr>
        </a:p>
      </dgm:t>
    </dgm:pt>
    <dgm:pt modelId="{FD25EE08-5922-4AE4-9CAD-8EA8F092281E}" type="parTrans" cxnId="{7B732E02-CD82-4E27-8FC9-B1EF2462007D}">
      <dgm:prSet/>
      <dgm:spPr/>
      <dgm:t>
        <a:bodyPr/>
        <a:lstStyle/>
        <a:p>
          <a:endParaRPr lang="en-US"/>
        </a:p>
      </dgm:t>
    </dgm:pt>
    <dgm:pt modelId="{2256DB6C-2DC4-45D3-9CC9-BBFCE6E2BBED}" type="sibTrans" cxnId="{7B732E02-CD82-4E27-8FC9-B1EF2462007D}">
      <dgm:prSet/>
      <dgm:spPr/>
      <dgm:t>
        <a:bodyPr/>
        <a:lstStyle/>
        <a:p>
          <a:endParaRPr lang="en-US"/>
        </a:p>
      </dgm:t>
    </dgm:pt>
    <dgm:pt modelId="{C0C88525-1BBB-4FE0-850D-D600A74CCF9A}" type="pres">
      <dgm:prSet presAssocID="{5451851A-D793-4BAD-A530-6AA3846418C3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6D228C60-E14F-414F-A734-4995EAC005E5}" type="pres">
      <dgm:prSet presAssocID="{B6C5B93C-3C5B-4EFF-9723-5E3F1FAD63BC}" presName="composite" presStyleCnt="0"/>
      <dgm:spPr/>
    </dgm:pt>
    <dgm:pt modelId="{55FDDEC3-34F3-4B71-AB67-03390DAF22BB}" type="pres">
      <dgm:prSet presAssocID="{B6C5B93C-3C5B-4EFF-9723-5E3F1FAD63BC}" presName="FirstChild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40BF0FD4-E1A0-44F6-89A8-6125FBCFA794}" type="pres">
      <dgm:prSet presAssocID="{B6C5B93C-3C5B-4EFF-9723-5E3F1FAD63BC}" presName="Parent" presStyleLbl="alignNode1" presStyleIdx="0" presStyleCnt="5">
        <dgm:presLayoutVars>
          <dgm:chMax val="3"/>
          <dgm:chPref val="3"/>
          <dgm:bulletEnabled val="1"/>
        </dgm:presLayoutVars>
      </dgm:prSet>
      <dgm:spPr/>
    </dgm:pt>
    <dgm:pt modelId="{3C9DA15C-0905-4A1A-93C0-0CCBEF6E972C}" type="pres">
      <dgm:prSet presAssocID="{B6C5B93C-3C5B-4EFF-9723-5E3F1FAD63BC}" presName="Accent" presStyleLbl="parChTrans1D1" presStyleIdx="0" presStyleCnt="5"/>
      <dgm:spPr/>
    </dgm:pt>
    <dgm:pt modelId="{A44BD164-4B52-4B4F-9102-476A5F018BBD}" type="pres">
      <dgm:prSet presAssocID="{879C13C4-F079-41B0-8478-277EA4EE2D56}" presName="sibTrans" presStyleCnt="0"/>
      <dgm:spPr/>
    </dgm:pt>
    <dgm:pt modelId="{242EBD53-7E34-4DB1-BF65-A28158E14922}" type="pres">
      <dgm:prSet presAssocID="{C0941678-E692-4F56-AECE-964CCB370481}" presName="composite" presStyleCnt="0"/>
      <dgm:spPr/>
    </dgm:pt>
    <dgm:pt modelId="{0068E5C5-00C1-4705-BE3D-19C1721DC406}" type="pres">
      <dgm:prSet presAssocID="{C0941678-E692-4F56-AECE-964CCB370481}" presName="First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28B59E52-C5FB-416A-8E6E-46EC31769B43}" type="pres">
      <dgm:prSet presAssocID="{C0941678-E692-4F56-AECE-964CCB370481}" presName="Parent" presStyleLbl="alignNode1" presStyleIdx="1" presStyleCnt="5">
        <dgm:presLayoutVars>
          <dgm:chMax val="3"/>
          <dgm:chPref val="3"/>
          <dgm:bulletEnabled val="1"/>
        </dgm:presLayoutVars>
      </dgm:prSet>
      <dgm:spPr/>
    </dgm:pt>
    <dgm:pt modelId="{2C859170-6DF8-4D07-9BFE-C5085942C214}" type="pres">
      <dgm:prSet presAssocID="{C0941678-E692-4F56-AECE-964CCB370481}" presName="Accent" presStyleLbl="parChTrans1D1" presStyleIdx="1" presStyleCnt="5"/>
      <dgm:spPr/>
    </dgm:pt>
    <dgm:pt modelId="{F2673C98-8535-4445-BD32-6BACD98F46F4}" type="pres">
      <dgm:prSet presAssocID="{BE8878D1-9BD8-4795-B7BA-7191463E973B}" presName="sibTrans" presStyleCnt="0"/>
      <dgm:spPr/>
    </dgm:pt>
    <dgm:pt modelId="{54E86ED1-D5CC-4E44-A9C1-EFA1F29FCFE7}" type="pres">
      <dgm:prSet presAssocID="{3083003A-8AB1-4CE5-80AA-59A24D1A8D7A}" presName="composite" presStyleCnt="0"/>
      <dgm:spPr/>
    </dgm:pt>
    <dgm:pt modelId="{C2951553-493E-467F-8DF3-6318E00F3CD5}" type="pres">
      <dgm:prSet presAssocID="{3083003A-8AB1-4CE5-80AA-59A24D1A8D7A}" presName="FirstChild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D930D721-0407-42D6-84F4-42941E4B7410}" type="pres">
      <dgm:prSet presAssocID="{3083003A-8AB1-4CE5-80AA-59A24D1A8D7A}" presName="Parent" presStyleLbl="alignNode1" presStyleIdx="2" presStyleCnt="5">
        <dgm:presLayoutVars>
          <dgm:chMax val="3"/>
          <dgm:chPref val="3"/>
          <dgm:bulletEnabled val="1"/>
        </dgm:presLayoutVars>
      </dgm:prSet>
      <dgm:spPr/>
    </dgm:pt>
    <dgm:pt modelId="{CF2E5A1D-736B-4DEB-8217-5156531D30D0}" type="pres">
      <dgm:prSet presAssocID="{3083003A-8AB1-4CE5-80AA-59A24D1A8D7A}" presName="Accent" presStyleLbl="parChTrans1D1" presStyleIdx="2" presStyleCnt="5"/>
      <dgm:spPr/>
    </dgm:pt>
    <dgm:pt modelId="{6B5FCD67-CFC5-4C41-9088-9B9BAE8397F7}" type="pres">
      <dgm:prSet presAssocID="{9F78341B-8A55-4555-9B8B-B35920EBB5CA}" presName="sibTrans" presStyleCnt="0"/>
      <dgm:spPr/>
    </dgm:pt>
    <dgm:pt modelId="{FB801193-F753-4389-9112-89C5D3BC06AC}" type="pres">
      <dgm:prSet presAssocID="{B3C044AD-EE3D-4628-AD80-324415DD091C}" presName="composite" presStyleCnt="0"/>
      <dgm:spPr/>
    </dgm:pt>
    <dgm:pt modelId="{0D9FB510-481C-409C-81F2-4E3D77673F3E}" type="pres">
      <dgm:prSet presAssocID="{B3C044AD-EE3D-4628-AD80-324415DD091C}" presName="First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A7363449-2DC7-42D7-85C1-A2B5EBD95E26}" type="pres">
      <dgm:prSet presAssocID="{B3C044AD-EE3D-4628-AD80-324415DD091C}" presName="Parent" presStyleLbl="alignNode1" presStyleIdx="3" presStyleCnt="5">
        <dgm:presLayoutVars>
          <dgm:chMax val="3"/>
          <dgm:chPref val="3"/>
          <dgm:bulletEnabled val="1"/>
        </dgm:presLayoutVars>
      </dgm:prSet>
      <dgm:spPr/>
    </dgm:pt>
    <dgm:pt modelId="{5F3F4CAB-3ACA-4762-A3BF-9B9F87ACCBC1}" type="pres">
      <dgm:prSet presAssocID="{B3C044AD-EE3D-4628-AD80-324415DD091C}" presName="Accent" presStyleLbl="parChTrans1D1" presStyleIdx="3" presStyleCnt="5"/>
      <dgm:spPr/>
    </dgm:pt>
    <dgm:pt modelId="{BB86EDBA-D523-41E1-A717-0D656E7283B6}" type="pres">
      <dgm:prSet presAssocID="{9E5F1919-8488-4F64-A947-304C519902F0}" presName="sibTrans" presStyleCnt="0"/>
      <dgm:spPr/>
    </dgm:pt>
    <dgm:pt modelId="{EC63FEE0-4326-4B65-BAC8-AAD95F8727C8}" type="pres">
      <dgm:prSet presAssocID="{7B5C2F21-1EBC-48A9-A8CB-E6418AF378DF}" presName="composite" presStyleCnt="0"/>
      <dgm:spPr/>
    </dgm:pt>
    <dgm:pt modelId="{7773D711-D973-4A92-AF71-AD154EEAB9D3}" type="pres">
      <dgm:prSet presAssocID="{7B5C2F21-1EBC-48A9-A8CB-E6418AF378DF}" presName="FirstChild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635096CD-FC4F-4C72-B71A-D931C2289B52}" type="pres">
      <dgm:prSet presAssocID="{7B5C2F21-1EBC-48A9-A8CB-E6418AF378DF}" presName="Parent" presStyleLbl="alignNode1" presStyleIdx="4" presStyleCnt="5">
        <dgm:presLayoutVars>
          <dgm:chMax val="3"/>
          <dgm:chPref val="3"/>
          <dgm:bulletEnabled val="1"/>
        </dgm:presLayoutVars>
      </dgm:prSet>
      <dgm:spPr/>
    </dgm:pt>
    <dgm:pt modelId="{450C01C0-9AF3-4DF8-BE49-E425447072BD}" type="pres">
      <dgm:prSet presAssocID="{7B5C2F21-1EBC-48A9-A8CB-E6418AF378DF}" presName="Accent" presStyleLbl="parChTrans1D1" presStyleIdx="4" presStyleCnt="5"/>
      <dgm:spPr/>
    </dgm:pt>
  </dgm:ptLst>
  <dgm:cxnLst>
    <dgm:cxn modelId="{7B732E02-CD82-4E27-8FC9-B1EF2462007D}" srcId="{7B5C2F21-1EBC-48A9-A8CB-E6418AF378DF}" destId="{CEE3B6D4-F84C-4B90-B216-DCFFC40AB5FA}" srcOrd="0" destOrd="0" parTransId="{FD25EE08-5922-4AE4-9CAD-8EA8F092281E}" sibTransId="{2256DB6C-2DC4-45D3-9CC9-BBFCE6E2BBED}"/>
    <dgm:cxn modelId="{A2114B04-0293-4005-8597-D6180267E4DE}" type="presOf" srcId="{D734096E-0FF9-49AA-8600-29924299A645}" destId="{0068E5C5-00C1-4705-BE3D-19C1721DC406}" srcOrd="0" destOrd="0" presId="urn:microsoft.com/office/officeart/2011/layout/TabList"/>
    <dgm:cxn modelId="{A6381106-46FE-47B3-AD66-19BD92C05A9C}" type="presOf" srcId="{7B5C2F21-1EBC-48A9-A8CB-E6418AF378DF}" destId="{635096CD-FC4F-4C72-B71A-D931C2289B52}" srcOrd="0" destOrd="0" presId="urn:microsoft.com/office/officeart/2011/layout/TabList"/>
    <dgm:cxn modelId="{6C63A206-F4A8-448E-83B1-84F6B6CCE736}" type="presOf" srcId="{B6C5B93C-3C5B-4EFF-9723-5E3F1FAD63BC}" destId="{40BF0FD4-E1A0-44F6-89A8-6125FBCFA794}" srcOrd="0" destOrd="0" presId="urn:microsoft.com/office/officeart/2011/layout/TabList"/>
    <dgm:cxn modelId="{AC7EB508-DC8E-46A4-8B1E-2182A66EB48D}" type="presOf" srcId="{9FE1706A-EFDA-41A5-A773-A39316EC2830}" destId="{0D9FB510-481C-409C-81F2-4E3D77673F3E}" srcOrd="0" destOrd="0" presId="urn:microsoft.com/office/officeart/2011/layout/TabList"/>
    <dgm:cxn modelId="{B070700B-B69D-4C10-B238-2E760B92B06B}" srcId="{5451851A-D793-4BAD-A530-6AA3846418C3}" destId="{B3C044AD-EE3D-4628-AD80-324415DD091C}" srcOrd="3" destOrd="0" parTransId="{F3BEA7AF-F443-4AD3-952B-F949D21DDFA9}" sibTransId="{9E5F1919-8488-4F64-A947-304C519902F0}"/>
    <dgm:cxn modelId="{6FB3E017-448B-493B-8441-A2096C539D6A}" srcId="{5451851A-D793-4BAD-A530-6AA3846418C3}" destId="{B6C5B93C-3C5B-4EFF-9723-5E3F1FAD63BC}" srcOrd="0" destOrd="0" parTransId="{677A2E62-B40A-46C7-A86D-2B4F549CC091}" sibTransId="{879C13C4-F079-41B0-8478-277EA4EE2D56}"/>
    <dgm:cxn modelId="{FD0F4F25-1D6B-4F00-A46B-569DB7278A3D}" type="presOf" srcId="{B3C044AD-EE3D-4628-AD80-324415DD091C}" destId="{A7363449-2DC7-42D7-85C1-A2B5EBD95E26}" srcOrd="0" destOrd="0" presId="urn:microsoft.com/office/officeart/2011/layout/TabList"/>
    <dgm:cxn modelId="{545A1F28-C3DE-4ACB-8A97-13887DBE192B}" srcId="{B6C5B93C-3C5B-4EFF-9723-5E3F1FAD63BC}" destId="{38338752-738A-4585-97CE-9544AB536DF9}" srcOrd="0" destOrd="0" parTransId="{9DAC8491-12B7-4A31-A33A-D2C46CD6CD44}" sibTransId="{4BD4781C-9BBE-403C-9E37-D6188A070213}"/>
    <dgm:cxn modelId="{887B5A2B-0CA9-49E7-A2EC-5883E612FAB0}" type="presOf" srcId="{C0941678-E692-4F56-AECE-964CCB370481}" destId="{28B59E52-C5FB-416A-8E6E-46EC31769B43}" srcOrd="0" destOrd="0" presId="urn:microsoft.com/office/officeart/2011/layout/TabList"/>
    <dgm:cxn modelId="{7333F22D-B0B6-460E-933B-A3542DE2BA46}" type="presOf" srcId="{CEE3B6D4-F84C-4B90-B216-DCFFC40AB5FA}" destId="{7773D711-D973-4A92-AF71-AD154EEAB9D3}" srcOrd="0" destOrd="0" presId="urn:microsoft.com/office/officeart/2011/layout/TabList"/>
    <dgm:cxn modelId="{0B9DCC2F-8DFE-40E5-AE1C-CAF94D2966FD}" srcId="{5451851A-D793-4BAD-A530-6AA3846418C3}" destId="{C0941678-E692-4F56-AECE-964CCB370481}" srcOrd="1" destOrd="0" parTransId="{3FA26A6D-CA53-4AF0-8007-E0AF1DBFE3E2}" sibTransId="{BE8878D1-9BD8-4795-B7BA-7191463E973B}"/>
    <dgm:cxn modelId="{AF601B76-213E-4399-8978-A2E9D0F76373}" srcId="{C0941678-E692-4F56-AECE-964CCB370481}" destId="{D734096E-0FF9-49AA-8600-29924299A645}" srcOrd="0" destOrd="0" parTransId="{3F4EF640-C0A2-4658-B035-014C3DB50E68}" sibTransId="{CEAD0B1B-6A2E-45FA-B000-2F86A68074A1}"/>
    <dgm:cxn modelId="{064AA09A-64FE-4676-8564-F6AFFB40E1A3}" type="presOf" srcId="{CFC843DF-9A5F-40EF-948E-67D9792E0F9E}" destId="{C2951553-493E-467F-8DF3-6318E00F3CD5}" srcOrd="0" destOrd="0" presId="urn:microsoft.com/office/officeart/2011/layout/TabList"/>
    <dgm:cxn modelId="{39D379BE-DE0A-4ACE-83C7-0BC4D51B0CC3}" srcId="{B3C044AD-EE3D-4628-AD80-324415DD091C}" destId="{9FE1706A-EFDA-41A5-A773-A39316EC2830}" srcOrd="0" destOrd="0" parTransId="{64D7E0BF-54A4-4B36-A88F-CDE1B3BAE986}" sibTransId="{D4042DBE-E4E2-480C-AF7E-03C78682A8E3}"/>
    <dgm:cxn modelId="{D3241BC6-BE27-4363-B10E-682094C8621F}" type="presOf" srcId="{5451851A-D793-4BAD-A530-6AA3846418C3}" destId="{C0C88525-1BBB-4FE0-850D-D600A74CCF9A}" srcOrd="0" destOrd="0" presId="urn:microsoft.com/office/officeart/2011/layout/TabList"/>
    <dgm:cxn modelId="{145748DE-E20D-4A1C-A550-035B057FD404}" type="presOf" srcId="{38338752-738A-4585-97CE-9544AB536DF9}" destId="{55FDDEC3-34F3-4B71-AB67-03390DAF22BB}" srcOrd="0" destOrd="0" presId="urn:microsoft.com/office/officeart/2011/layout/TabList"/>
    <dgm:cxn modelId="{7117C8E3-92BC-42D9-9D0A-38D2204DD312}" type="presOf" srcId="{3083003A-8AB1-4CE5-80AA-59A24D1A8D7A}" destId="{D930D721-0407-42D6-84F4-42941E4B7410}" srcOrd="0" destOrd="0" presId="urn:microsoft.com/office/officeart/2011/layout/TabList"/>
    <dgm:cxn modelId="{8DB076E5-C64A-4CEE-B347-A6B77C16901D}" srcId="{3083003A-8AB1-4CE5-80AA-59A24D1A8D7A}" destId="{CFC843DF-9A5F-40EF-948E-67D9792E0F9E}" srcOrd="0" destOrd="0" parTransId="{86B52AFD-35F5-40FD-82EA-9F297F1F1591}" sibTransId="{F21DF78C-208E-4737-82E6-C9FD7042B593}"/>
    <dgm:cxn modelId="{93B38EEC-7A84-4E96-BCDE-25E31AAFACD3}" srcId="{5451851A-D793-4BAD-A530-6AA3846418C3}" destId="{7B5C2F21-1EBC-48A9-A8CB-E6418AF378DF}" srcOrd="4" destOrd="0" parTransId="{8F186750-C588-4EA8-8807-33727C62B3BE}" sibTransId="{9F9B30A4-92A5-4A71-BC1B-B303E10DE802}"/>
    <dgm:cxn modelId="{554559FD-6B41-47B2-9CA4-351E9BDF4F69}" srcId="{5451851A-D793-4BAD-A530-6AA3846418C3}" destId="{3083003A-8AB1-4CE5-80AA-59A24D1A8D7A}" srcOrd="2" destOrd="0" parTransId="{E191D485-F64B-4C34-865E-8BEB9B27D800}" sibTransId="{9F78341B-8A55-4555-9B8B-B35920EBB5CA}"/>
    <dgm:cxn modelId="{FF826681-5D9C-42E8-9C96-822780895385}" type="presParOf" srcId="{C0C88525-1BBB-4FE0-850D-D600A74CCF9A}" destId="{6D228C60-E14F-414F-A734-4995EAC005E5}" srcOrd="0" destOrd="0" presId="urn:microsoft.com/office/officeart/2011/layout/TabList"/>
    <dgm:cxn modelId="{26D37666-DAF1-477F-8097-2EDC4367C34D}" type="presParOf" srcId="{6D228C60-E14F-414F-A734-4995EAC005E5}" destId="{55FDDEC3-34F3-4B71-AB67-03390DAF22BB}" srcOrd="0" destOrd="0" presId="urn:microsoft.com/office/officeart/2011/layout/TabList"/>
    <dgm:cxn modelId="{8017E063-1A7B-42BB-B09F-36727990473B}" type="presParOf" srcId="{6D228C60-E14F-414F-A734-4995EAC005E5}" destId="{40BF0FD4-E1A0-44F6-89A8-6125FBCFA794}" srcOrd="1" destOrd="0" presId="urn:microsoft.com/office/officeart/2011/layout/TabList"/>
    <dgm:cxn modelId="{C03DE783-8A2D-443B-95FD-7E1A1FBC5290}" type="presParOf" srcId="{6D228C60-E14F-414F-A734-4995EAC005E5}" destId="{3C9DA15C-0905-4A1A-93C0-0CCBEF6E972C}" srcOrd="2" destOrd="0" presId="urn:microsoft.com/office/officeart/2011/layout/TabList"/>
    <dgm:cxn modelId="{D826CC1B-7E59-4D1C-86EA-17524F4080FE}" type="presParOf" srcId="{C0C88525-1BBB-4FE0-850D-D600A74CCF9A}" destId="{A44BD164-4B52-4B4F-9102-476A5F018BBD}" srcOrd="1" destOrd="0" presId="urn:microsoft.com/office/officeart/2011/layout/TabList"/>
    <dgm:cxn modelId="{674F13C3-D608-4F70-82C1-3944DD04EE8D}" type="presParOf" srcId="{C0C88525-1BBB-4FE0-850D-D600A74CCF9A}" destId="{242EBD53-7E34-4DB1-BF65-A28158E14922}" srcOrd="2" destOrd="0" presId="urn:microsoft.com/office/officeart/2011/layout/TabList"/>
    <dgm:cxn modelId="{7E4614C4-5F93-4323-8EDF-9A9754E181B2}" type="presParOf" srcId="{242EBD53-7E34-4DB1-BF65-A28158E14922}" destId="{0068E5C5-00C1-4705-BE3D-19C1721DC406}" srcOrd="0" destOrd="0" presId="urn:microsoft.com/office/officeart/2011/layout/TabList"/>
    <dgm:cxn modelId="{38528F57-5E9E-4670-B6F6-AA276B3E945A}" type="presParOf" srcId="{242EBD53-7E34-4DB1-BF65-A28158E14922}" destId="{28B59E52-C5FB-416A-8E6E-46EC31769B43}" srcOrd="1" destOrd="0" presId="urn:microsoft.com/office/officeart/2011/layout/TabList"/>
    <dgm:cxn modelId="{FFF24E46-A825-4388-A719-87C775BE147F}" type="presParOf" srcId="{242EBD53-7E34-4DB1-BF65-A28158E14922}" destId="{2C859170-6DF8-4D07-9BFE-C5085942C214}" srcOrd="2" destOrd="0" presId="urn:microsoft.com/office/officeart/2011/layout/TabList"/>
    <dgm:cxn modelId="{DDC526B2-636B-456D-B9DA-AE89F40C4685}" type="presParOf" srcId="{C0C88525-1BBB-4FE0-850D-D600A74CCF9A}" destId="{F2673C98-8535-4445-BD32-6BACD98F46F4}" srcOrd="3" destOrd="0" presId="urn:microsoft.com/office/officeart/2011/layout/TabList"/>
    <dgm:cxn modelId="{60EB6E8C-11C4-4A31-BB39-A3E5F271CB47}" type="presParOf" srcId="{C0C88525-1BBB-4FE0-850D-D600A74CCF9A}" destId="{54E86ED1-D5CC-4E44-A9C1-EFA1F29FCFE7}" srcOrd="4" destOrd="0" presId="urn:microsoft.com/office/officeart/2011/layout/TabList"/>
    <dgm:cxn modelId="{F9F42621-B9B4-4D83-816C-A7C0BEFB2F93}" type="presParOf" srcId="{54E86ED1-D5CC-4E44-A9C1-EFA1F29FCFE7}" destId="{C2951553-493E-467F-8DF3-6318E00F3CD5}" srcOrd="0" destOrd="0" presId="urn:microsoft.com/office/officeart/2011/layout/TabList"/>
    <dgm:cxn modelId="{B2A08D41-CA94-4FAC-B033-EA168BEB4896}" type="presParOf" srcId="{54E86ED1-D5CC-4E44-A9C1-EFA1F29FCFE7}" destId="{D930D721-0407-42D6-84F4-42941E4B7410}" srcOrd="1" destOrd="0" presId="urn:microsoft.com/office/officeart/2011/layout/TabList"/>
    <dgm:cxn modelId="{46345988-FC29-4D30-B4AB-CEC6C9E1D40D}" type="presParOf" srcId="{54E86ED1-D5CC-4E44-A9C1-EFA1F29FCFE7}" destId="{CF2E5A1D-736B-4DEB-8217-5156531D30D0}" srcOrd="2" destOrd="0" presId="urn:microsoft.com/office/officeart/2011/layout/TabList"/>
    <dgm:cxn modelId="{A32BF829-87DC-444A-A822-1C8841151C2B}" type="presParOf" srcId="{C0C88525-1BBB-4FE0-850D-D600A74CCF9A}" destId="{6B5FCD67-CFC5-4C41-9088-9B9BAE8397F7}" srcOrd="5" destOrd="0" presId="urn:microsoft.com/office/officeart/2011/layout/TabList"/>
    <dgm:cxn modelId="{CE8B1373-10A9-4391-9FBC-2585069F1A0D}" type="presParOf" srcId="{C0C88525-1BBB-4FE0-850D-D600A74CCF9A}" destId="{FB801193-F753-4389-9112-89C5D3BC06AC}" srcOrd="6" destOrd="0" presId="urn:microsoft.com/office/officeart/2011/layout/TabList"/>
    <dgm:cxn modelId="{04435A91-ED44-453D-8678-B47129A01C6F}" type="presParOf" srcId="{FB801193-F753-4389-9112-89C5D3BC06AC}" destId="{0D9FB510-481C-409C-81F2-4E3D77673F3E}" srcOrd="0" destOrd="0" presId="urn:microsoft.com/office/officeart/2011/layout/TabList"/>
    <dgm:cxn modelId="{B3E82E8E-7040-4BBD-AB17-E623B941B2CC}" type="presParOf" srcId="{FB801193-F753-4389-9112-89C5D3BC06AC}" destId="{A7363449-2DC7-42D7-85C1-A2B5EBD95E26}" srcOrd="1" destOrd="0" presId="urn:microsoft.com/office/officeart/2011/layout/TabList"/>
    <dgm:cxn modelId="{4DF6BA9C-6A83-4D4E-913E-2611EBDE7D3C}" type="presParOf" srcId="{FB801193-F753-4389-9112-89C5D3BC06AC}" destId="{5F3F4CAB-3ACA-4762-A3BF-9B9F87ACCBC1}" srcOrd="2" destOrd="0" presId="urn:microsoft.com/office/officeart/2011/layout/TabList"/>
    <dgm:cxn modelId="{FBC6662C-4FFA-4AAB-A51C-D635DA3B4118}" type="presParOf" srcId="{C0C88525-1BBB-4FE0-850D-D600A74CCF9A}" destId="{BB86EDBA-D523-41E1-A717-0D656E7283B6}" srcOrd="7" destOrd="0" presId="urn:microsoft.com/office/officeart/2011/layout/TabList"/>
    <dgm:cxn modelId="{C31DA8E4-AF9B-416E-8E31-4B9BAB940C7F}" type="presParOf" srcId="{C0C88525-1BBB-4FE0-850D-D600A74CCF9A}" destId="{EC63FEE0-4326-4B65-BAC8-AAD95F8727C8}" srcOrd="8" destOrd="0" presId="urn:microsoft.com/office/officeart/2011/layout/TabList"/>
    <dgm:cxn modelId="{C6730510-85D6-4B75-A91F-AFA1E176B54A}" type="presParOf" srcId="{EC63FEE0-4326-4B65-BAC8-AAD95F8727C8}" destId="{7773D711-D973-4A92-AF71-AD154EEAB9D3}" srcOrd="0" destOrd="0" presId="urn:microsoft.com/office/officeart/2011/layout/TabList"/>
    <dgm:cxn modelId="{B6CAD003-A2CB-464E-8905-0338D9BE3BDC}" type="presParOf" srcId="{EC63FEE0-4326-4B65-BAC8-AAD95F8727C8}" destId="{635096CD-FC4F-4C72-B71A-D931C2289B52}" srcOrd="1" destOrd="0" presId="urn:microsoft.com/office/officeart/2011/layout/TabList"/>
    <dgm:cxn modelId="{855E14A9-D90F-4603-8E59-E8924BBABB9B}" type="presParOf" srcId="{EC63FEE0-4326-4B65-BAC8-AAD95F8727C8}" destId="{450C01C0-9AF3-4DF8-BE49-E425447072BD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451851A-D793-4BAD-A530-6AA3846418C3}" type="doc">
      <dgm:prSet loTypeId="urn:microsoft.com/office/officeart/2011/layout/TabLis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C5B93C-3C5B-4EFF-9723-5E3F1FAD63BC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 dirty="0" err="1"/>
            <a:t>그래디언트</a:t>
          </a:r>
          <a:r>
            <a:rPr lang="en-US" sz="1300" dirty="0"/>
            <a:t> (Gradient)</a:t>
          </a:r>
        </a:p>
      </dgm:t>
    </dgm:pt>
    <dgm:pt modelId="{677A2E62-B40A-46C7-A86D-2B4F549CC091}" type="parTrans" cxnId="{6FB3E017-448B-493B-8441-A2096C539D6A}">
      <dgm:prSet/>
      <dgm:spPr/>
      <dgm:t>
        <a:bodyPr/>
        <a:lstStyle/>
        <a:p>
          <a:endParaRPr lang="en-US"/>
        </a:p>
      </dgm:t>
    </dgm:pt>
    <dgm:pt modelId="{879C13C4-F079-41B0-8478-277EA4EE2D56}" type="sibTrans" cxnId="{6FB3E017-448B-493B-8441-A2096C539D6A}">
      <dgm:prSet/>
      <dgm:spPr/>
      <dgm:t>
        <a:bodyPr/>
        <a:lstStyle/>
        <a:p>
          <a:endParaRPr lang="en-US"/>
        </a:p>
      </dgm:t>
    </dgm:pt>
    <dgm:pt modelId="{38338752-738A-4585-97CE-9544AB536DF9}">
      <dgm:prSet custT="1"/>
      <dgm:spPr/>
      <dgm:t>
        <a:bodyPr anchor="ctr"/>
        <a:lstStyle/>
        <a:p>
          <a:pPr marL="91440" algn="l"/>
          <a:r>
            <a:rPr lang="en-US" sz="1400" dirty="0" err="1">
              <a:solidFill>
                <a:schemeClr val="bg1"/>
              </a:solidFill>
            </a:rPr>
            <a:t>어떤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방향으로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손실이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가장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많이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감소하는가</a:t>
          </a:r>
          <a:r>
            <a:rPr lang="en-US" sz="1400" dirty="0">
              <a:solidFill>
                <a:schemeClr val="bg1"/>
              </a:solidFill>
            </a:rPr>
            <a:t> </a:t>
          </a:r>
          <a:endParaRPr kumimoji="0" lang="en-US" sz="1400" b="0" i="1" u="none" strike="noStrike" cap="none" spc="0" normalizeH="0" baseline="0" noProof="0" dirty="0">
            <a:ln/>
            <a:solidFill>
              <a:schemeClr val="bg1"/>
            </a:solidFill>
            <a:effectLst/>
            <a:uLnTx/>
            <a:uFillTx/>
            <a:latin typeface="Cambria Math" panose="02040503050406030204" pitchFamily="18" charset="0"/>
            <a:ea typeface="Cambria Math" panose="02040503050406030204" pitchFamily="18" charset="0"/>
            <a:cs typeface="+mn-cs"/>
          </a:endParaRPr>
        </a:p>
      </dgm:t>
    </dgm:pt>
    <dgm:pt modelId="{9DAC8491-12B7-4A31-A33A-D2C46CD6CD44}" type="parTrans" cxnId="{545A1F28-C3DE-4ACB-8A97-13887DBE192B}">
      <dgm:prSet/>
      <dgm:spPr/>
      <dgm:t>
        <a:bodyPr/>
        <a:lstStyle/>
        <a:p>
          <a:endParaRPr lang="en-US"/>
        </a:p>
      </dgm:t>
    </dgm:pt>
    <dgm:pt modelId="{4BD4781C-9BBE-403C-9E37-D6188A070213}" type="sibTrans" cxnId="{545A1F28-C3DE-4ACB-8A97-13887DBE192B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0941678-E692-4F56-AECE-964CCB370481}">
          <dgm:prSet/>
          <dgm:spPr/>
          <dgm:t>
            <a:bodyPr/>
            <a:lstStyle/>
            <a:p>
              <a14:m>
                <m:oMath xmlns:m="http://schemas.openxmlformats.org/officeDocument/2006/math">
                  <m:r>
                    <m:rPr>
                      <m:sty m:val="p"/>
                    </m:rPr>
                    <a:rPr kumimoji="0" lang="el-GR" b="0" i="1" u="none" strike="noStrike" cap="none" spc="0" normalizeH="0" baseline="0" noProof="0" smtClean="0">
                      <a:ln/>
                      <a:effectLst/>
                      <a:uLnTx/>
                      <a:uFillTx/>
                      <a:latin typeface="Cambria Math" panose="02040503050406030204" pitchFamily="18" charset="0"/>
                      <a:ea typeface="Cambria Math" panose="02040503050406030204" pitchFamily="18" charset="0"/>
                      <a:cs typeface="+mn-cs"/>
                    </a:rPr>
                    <m:t>λ</m:t>
                  </m:r>
                </m:oMath>
              </a14:m>
              <a:r>
                <a:rPr lang="en-US" dirty="0"/>
                <a:t>: </a:t>
              </a:r>
              <a:r>
                <a:rPr lang="en-US" dirty="0" err="1"/>
                <a:t>학습률</a:t>
              </a:r>
              <a:r>
                <a:rPr lang="en-US" dirty="0"/>
                <a:t> (Learning rate)</a:t>
              </a:r>
            </a:p>
          </dgm:t>
        </dgm:pt>
      </mc:Choice>
      <mc:Fallback xmlns="">
        <dgm:pt modelId="{C0941678-E692-4F56-AECE-964CCB370481}">
          <dgm:prSet/>
          <dgm:spPr/>
          <dgm:t>
            <a:bodyPr/>
            <a:lstStyle/>
            <a:p>
              <a:r>
                <a:rPr kumimoji="0" lang="el-GR" b="0" i="0" u="none" strike="noStrike" cap="none" spc="0" normalizeH="0" baseline="0" noProof="0">
                  <a:ln/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rPr>
                <a:t>λ</a:t>
              </a:r>
              <a:r>
                <a:rPr lang="en-US" dirty="0"/>
                <a:t>: </a:t>
              </a:r>
              <a:r>
                <a:rPr lang="en-US" dirty="0" err="1"/>
                <a:t>학습률</a:t>
              </a:r>
              <a:r>
                <a:rPr lang="en-US" dirty="0"/>
                <a:t> (Learning rate)</a:t>
              </a:r>
            </a:p>
          </dgm:t>
        </dgm:pt>
      </mc:Fallback>
    </mc:AlternateContent>
    <dgm:pt modelId="{3FA26A6D-CA53-4AF0-8007-E0AF1DBFE3E2}" type="parTrans" cxnId="{0B9DCC2F-8DFE-40E5-AE1C-CAF94D2966FD}">
      <dgm:prSet/>
      <dgm:spPr/>
      <dgm:t>
        <a:bodyPr/>
        <a:lstStyle/>
        <a:p>
          <a:endParaRPr lang="en-US"/>
        </a:p>
      </dgm:t>
    </dgm:pt>
    <dgm:pt modelId="{BE8878D1-9BD8-4795-B7BA-7191463E973B}" type="sibTrans" cxnId="{0B9DCC2F-8DFE-40E5-AE1C-CAF94D2966FD}">
      <dgm:prSet/>
      <dgm:spPr/>
      <dgm:t>
        <a:bodyPr/>
        <a:lstStyle/>
        <a:p>
          <a:endParaRPr lang="en-US"/>
        </a:p>
      </dgm:t>
    </dgm:pt>
    <dgm:pt modelId="{D734096E-0FF9-49AA-8600-29924299A645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이동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거리</a:t>
          </a:r>
          <a:endParaRPr lang="en-US" sz="1400" dirty="0">
            <a:solidFill>
              <a:schemeClr val="bg1"/>
            </a:solidFill>
          </a:endParaRPr>
        </a:p>
      </dgm:t>
    </dgm:pt>
    <dgm:pt modelId="{3F4EF640-C0A2-4658-B035-014C3DB50E68}" type="parTrans" cxnId="{AF601B76-213E-4399-8978-A2E9D0F76373}">
      <dgm:prSet/>
      <dgm:spPr/>
      <dgm:t>
        <a:bodyPr/>
        <a:lstStyle/>
        <a:p>
          <a:endParaRPr lang="en-US"/>
        </a:p>
      </dgm:t>
    </dgm:pt>
    <dgm:pt modelId="{CEAD0B1B-6A2E-45FA-B000-2F86A68074A1}" type="sibTrans" cxnId="{AF601B76-213E-4399-8978-A2E9D0F76373}">
      <dgm:prSet/>
      <dgm:spPr/>
      <dgm:t>
        <a:bodyPr/>
        <a:lstStyle/>
        <a:p>
          <a:endParaRPr lang="en-US"/>
        </a:p>
      </dgm:t>
    </dgm:pt>
    <dgm:pt modelId="{3083003A-8AB1-4CE5-80AA-59A24D1A8D7A}">
      <dgm:prSet/>
      <dgm:spPr/>
      <dgm:t>
        <a:bodyPr/>
        <a:lstStyle/>
        <a:p>
          <a:r>
            <a:rPr lang="en-US" dirty="0" err="1"/>
            <a:t>에포크</a:t>
          </a:r>
          <a:r>
            <a:rPr lang="en-US" dirty="0"/>
            <a:t> (Epoch)</a:t>
          </a:r>
        </a:p>
      </dgm:t>
    </dgm:pt>
    <dgm:pt modelId="{E191D485-F64B-4C34-865E-8BEB9B27D800}" type="parTrans" cxnId="{554559FD-6B41-47B2-9CA4-351E9BDF4F69}">
      <dgm:prSet/>
      <dgm:spPr/>
      <dgm:t>
        <a:bodyPr/>
        <a:lstStyle/>
        <a:p>
          <a:endParaRPr lang="en-US"/>
        </a:p>
      </dgm:t>
    </dgm:pt>
    <dgm:pt modelId="{9F78341B-8A55-4555-9B8B-B35920EBB5CA}" type="sibTrans" cxnId="{554559FD-6B41-47B2-9CA4-351E9BDF4F69}">
      <dgm:prSet/>
      <dgm:spPr/>
      <dgm:t>
        <a:bodyPr/>
        <a:lstStyle/>
        <a:p>
          <a:endParaRPr lang="en-US"/>
        </a:p>
      </dgm:t>
    </dgm:pt>
    <dgm:pt modelId="{CFC843DF-9A5F-40EF-948E-67D9792E0F9E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전체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데이터세트로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모델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업데이트</a:t>
          </a:r>
          <a:endParaRPr lang="en-US" sz="1400" dirty="0">
            <a:solidFill>
              <a:schemeClr val="bg1"/>
            </a:solidFill>
          </a:endParaRPr>
        </a:p>
      </dgm:t>
    </dgm:pt>
    <dgm:pt modelId="{86B52AFD-35F5-40FD-82EA-9F297F1F1591}" type="parTrans" cxnId="{8DB076E5-C64A-4CEE-B347-A6B77C16901D}">
      <dgm:prSet/>
      <dgm:spPr/>
      <dgm:t>
        <a:bodyPr/>
        <a:lstStyle/>
        <a:p>
          <a:endParaRPr lang="en-US"/>
        </a:p>
      </dgm:t>
    </dgm:pt>
    <dgm:pt modelId="{F21DF78C-208E-4737-82E6-C9FD7042B593}" type="sibTrans" cxnId="{8DB076E5-C64A-4CEE-B347-A6B77C16901D}">
      <dgm:prSet/>
      <dgm:spPr/>
      <dgm:t>
        <a:bodyPr/>
        <a:lstStyle/>
        <a:p>
          <a:endParaRPr lang="en-US"/>
        </a:p>
      </dgm:t>
    </dgm:pt>
    <dgm:pt modelId="{B3C044AD-EE3D-4628-AD80-324415DD091C}">
      <dgm:prSet/>
      <dgm:spPr/>
      <dgm:t>
        <a:bodyPr/>
        <a:lstStyle/>
        <a:p>
          <a:r>
            <a:rPr lang="en-US" dirty="0" err="1"/>
            <a:t>배치</a:t>
          </a:r>
          <a:r>
            <a:rPr lang="en-US" dirty="0"/>
            <a:t> (Batch)</a:t>
          </a:r>
        </a:p>
      </dgm:t>
    </dgm:pt>
    <dgm:pt modelId="{F3BEA7AF-F443-4AD3-952B-F949D21DDFA9}" type="parTrans" cxnId="{B070700B-B69D-4C10-B238-2E760B92B06B}">
      <dgm:prSet/>
      <dgm:spPr/>
      <dgm:t>
        <a:bodyPr/>
        <a:lstStyle/>
        <a:p>
          <a:endParaRPr lang="en-US"/>
        </a:p>
      </dgm:t>
    </dgm:pt>
    <dgm:pt modelId="{9E5F1919-8488-4F64-A947-304C519902F0}" type="sibTrans" cxnId="{B070700B-B69D-4C10-B238-2E760B92B06B}">
      <dgm:prSet/>
      <dgm:spPr/>
      <dgm:t>
        <a:bodyPr/>
        <a:lstStyle/>
        <a:p>
          <a:endParaRPr lang="en-US"/>
        </a:p>
      </dgm:t>
    </dgm:pt>
    <dgm:pt modelId="{9FE1706A-EFDA-41A5-A773-A39316EC2830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전체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데이터세트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샘플</a:t>
          </a:r>
          <a:endParaRPr lang="en-US" sz="1400" dirty="0">
            <a:solidFill>
              <a:schemeClr val="bg1"/>
            </a:solidFill>
          </a:endParaRPr>
        </a:p>
      </dgm:t>
    </dgm:pt>
    <dgm:pt modelId="{64D7E0BF-54A4-4B36-A88F-CDE1B3BAE986}" type="parTrans" cxnId="{39D379BE-DE0A-4ACE-83C7-0BC4D51B0CC3}">
      <dgm:prSet/>
      <dgm:spPr/>
      <dgm:t>
        <a:bodyPr/>
        <a:lstStyle/>
        <a:p>
          <a:endParaRPr lang="en-US"/>
        </a:p>
      </dgm:t>
    </dgm:pt>
    <dgm:pt modelId="{D4042DBE-E4E2-480C-AF7E-03C78682A8E3}" type="sibTrans" cxnId="{39D379BE-DE0A-4ACE-83C7-0BC4D51B0CC3}">
      <dgm:prSet/>
      <dgm:spPr/>
      <dgm:t>
        <a:bodyPr/>
        <a:lstStyle/>
        <a:p>
          <a:endParaRPr lang="en-US"/>
        </a:p>
      </dgm:t>
    </dgm:pt>
    <dgm:pt modelId="{7B5C2F21-1EBC-48A9-A8CB-E6418AF378DF}">
      <dgm:prSet/>
      <dgm:spPr/>
      <dgm:t>
        <a:bodyPr/>
        <a:lstStyle/>
        <a:p>
          <a:r>
            <a:rPr lang="en-US" dirty="0" err="1"/>
            <a:t>단계</a:t>
          </a:r>
          <a:r>
            <a:rPr lang="en-US" dirty="0"/>
            <a:t> (Step)</a:t>
          </a:r>
        </a:p>
      </dgm:t>
    </dgm:pt>
    <dgm:pt modelId="{8F186750-C588-4EA8-8807-33727C62B3BE}" type="parTrans" cxnId="{93B38EEC-7A84-4E96-BCDE-25E31AAFACD3}">
      <dgm:prSet/>
      <dgm:spPr/>
      <dgm:t>
        <a:bodyPr/>
        <a:lstStyle/>
        <a:p>
          <a:endParaRPr lang="en-US"/>
        </a:p>
      </dgm:t>
    </dgm:pt>
    <dgm:pt modelId="{9F9B30A4-92A5-4A71-BC1B-B303E10DE802}" type="sibTrans" cxnId="{93B38EEC-7A84-4E96-BCDE-25E31AAFACD3}">
      <dgm:prSet/>
      <dgm:spPr/>
      <dgm:t>
        <a:bodyPr/>
        <a:lstStyle/>
        <a:p>
          <a:endParaRPr lang="en-US"/>
        </a:p>
      </dgm:t>
    </dgm:pt>
    <dgm:pt modelId="{CEE3B6D4-F84C-4B90-B216-DCFFC40AB5FA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가중치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매개변수에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대한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업데이트</a:t>
          </a:r>
          <a:endParaRPr lang="en-US" sz="1400" dirty="0">
            <a:solidFill>
              <a:schemeClr val="bg1"/>
            </a:solidFill>
          </a:endParaRPr>
        </a:p>
      </dgm:t>
    </dgm:pt>
    <dgm:pt modelId="{FD25EE08-5922-4AE4-9CAD-8EA8F092281E}" type="parTrans" cxnId="{7B732E02-CD82-4E27-8FC9-B1EF2462007D}">
      <dgm:prSet/>
      <dgm:spPr/>
      <dgm:t>
        <a:bodyPr/>
        <a:lstStyle/>
        <a:p>
          <a:endParaRPr lang="en-US"/>
        </a:p>
      </dgm:t>
    </dgm:pt>
    <dgm:pt modelId="{2256DB6C-2DC4-45D3-9CC9-BBFCE6E2BBED}" type="sibTrans" cxnId="{7B732E02-CD82-4E27-8FC9-B1EF2462007D}">
      <dgm:prSet/>
      <dgm:spPr/>
      <dgm:t>
        <a:bodyPr/>
        <a:lstStyle/>
        <a:p>
          <a:endParaRPr lang="en-US"/>
        </a:p>
      </dgm:t>
    </dgm:pt>
    <dgm:pt modelId="{C0C88525-1BBB-4FE0-850D-D600A74CCF9A}" type="pres">
      <dgm:prSet presAssocID="{5451851A-D793-4BAD-A530-6AA3846418C3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6D228C60-E14F-414F-A734-4995EAC005E5}" type="pres">
      <dgm:prSet presAssocID="{B6C5B93C-3C5B-4EFF-9723-5E3F1FAD63BC}" presName="composite" presStyleCnt="0"/>
      <dgm:spPr/>
    </dgm:pt>
    <dgm:pt modelId="{55FDDEC3-34F3-4B71-AB67-03390DAF22BB}" type="pres">
      <dgm:prSet presAssocID="{B6C5B93C-3C5B-4EFF-9723-5E3F1FAD63BC}" presName="FirstChild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40BF0FD4-E1A0-44F6-89A8-6125FBCFA794}" type="pres">
      <dgm:prSet presAssocID="{B6C5B93C-3C5B-4EFF-9723-5E3F1FAD63BC}" presName="Parent" presStyleLbl="alignNode1" presStyleIdx="0" presStyleCnt="5">
        <dgm:presLayoutVars>
          <dgm:chMax val="3"/>
          <dgm:chPref val="3"/>
          <dgm:bulletEnabled val="1"/>
        </dgm:presLayoutVars>
      </dgm:prSet>
      <dgm:spPr/>
    </dgm:pt>
    <dgm:pt modelId="{3C9DA15C-0905-4A1A-93C0-0CCBEF6E972C}" type="pres">
      <dgm:prSet presAssocID="{B6C5B93C-3C5B-4EFF-9723-5E3F1FAD63BC}" presName="Accent" presStyleLbl="parChTrans1D1" presStyleIdx="0" presStyleCnt="5"/>
      <dgm:spPr/>
    </dgm:pt>
    <dgm:pt modelId="{A44BD164-4B52-4B4F-9102-476A5F018BBD}" type="pres">
      <dgm:prSet presAssocID="{879C13C4-F079-41B0-8478-277EA4EE2D56}" presName="sibTrans" presStyleCnt="0"/>
      <dgm:spPr/>
    </dgm:pt>
    <dgm:pt modelId="{242EBD53-7E34-4DB1-BF65-A28158E14922}" type="pres">
      <dgm:prSet presAssocID="{C0941678-E692-4F56-AECE-964CCB370481}" presName="composite" presStyleCnt="0"/>
      <dgm:spPr/>
    </dgm:pt>
    <dgm:pt modelId="{0068E5C5-00C1-4705-BE3D-19C1721DC406}" type="pres">
      <dgm:prSet presAssocID="{C0941678-E692-4F56-AECE-964CCB370481}" presName="First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28B59E52-C5FB-416A-8E6E-46EC31769B43}" type="pres">
      <dgm:prSet presAssocID="{C0941678-E692-4F56-AECE-964CCB370481}" presName="Parent" presStyleLbl="alignNode1" presStyleIdx="1" presStyleCnt="5">
        <dgm:presLayoutVars>
          <dgm:chMax val="3"/>
          <dgm:chPref val="3"/>
          <dgm:bulletEnabled val="1"/>
        </dgm:presLayoutVars>
      </dgm:prSet>
      <dgm:spPr/>
    </dgm:pt>
    <dgm:pt modelId="{2C859170-6DF8-4D07-9BFE-C5085942C214}" type="pres">
      <dgm:prSet presAssocID="{C0941678-E692-4F56-AECE-964CCB370481}" presName="Accent" presStyleLbl="parChTrans1D1" presStyleIdx="1" presStyleCnt="5"/>
      <dgm:spPr/>
    </dgm:pt>
    <dgm:pt modelId="{F2673C98-8535-4445-BD32-6BACD98F46F4}" type="pres">
      <dgm:prSet presAssocID="{BE8878D1-9BD8-4795-B7BA-7191463E973B}" presName="sibTrans" presStyleCnt="0"/>
      <dgm:spPr/>
    </dgm:pt>
    <dgm:pt modelId="{54E86ED1-D5CC-4E44-A9C1-EFA1F29FCFE7}" type="pres">
      <dgm:prSet presAssocID="{3083003A-8AB1-4CE5-80AA-59A24D1A8D7A}" presName="composite" presStyleCnt="0"/>
      <dgm:spPr/>
    </dgm:pt>
    <dgm:pt modelId="{C2951553-493E-467F-8DF3-6318E00F3CD5}" type="pres">
      <dgm:prSet presAssocID="{3083003A-8AB1-4CE5-80AA-59A24D1A8D7A}" presName="FirstChild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D930D721-0407-42D6-84F4-42941E4B7410}" type="pres">
      <dgm:prSet presAssocID="{3083003A-8AB1-4CE5-80AA-59A24D1A8D7A}" presName="Parent" presStyleLbl="alignNode1" presStyleIdx="2" presStyleCnt="5">
        <dgm:presLayoutVars>
          <dgm:chMax val="3"/>
          <dgm:chPref val="3"/>
          <dgm:bulletEnabled val="1"/>
        </dgm:presLayoutVars>
      </dgm:prSet>
      <dgm:spPr/>
    </dgm:pt>
    <dgm:pt modelId="{CF2E5A1D-736B-4DEB-8217-5156531D30D0}" type="pres">
      <dgm:prSet presAssocID="{3083003A-8AB1-4CE5-80AA-59A24D1A8D7A}" presName="Accent" presStyleLbl="parChTrans1D1" presStyleIdx="2" presStyleCnt="5"/>
      <dgm:spPr/>
    </dgm:pt>
    <dgm:pt modelId="{6B5FCD67-CFC5-4C41-9088-9B9BAE8397F7}" type="pres">
      <dgm:prSet presAssocID="{9F78341B-8A55-4555-9B8B-B35920EBB5CA}" presName="sibTrans" presStyleCnt="0"/>
      <dgm:spPr/>
    </dgm:pt>
    <dgm:pt modelId="{FB801193-F753-4389-9112-89C5D3BC06AC}" type="pres">
      <dgm:prSet presAssocID="{B3C044AD-EE3D-4628-AD80-324415DD091C}" presName="composite" presStyleCnt="0"/>
      <dgm:spPr/>
    </dgm:pt>
    <dgm:pt modelId="{0D9FB510-481C-409C-81F2-4E3D77673F3E}" type="pres">
      <dgm:prSet presAssocID="{B3C044AD-EE3D-4628-AD80-324415DD091C}" presName="First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A7363449-2DC7-42D7-85C1-A2B5EBD95E26}" type="pres">
      <dgm:prSet presAssocID="{B3C044AD-EE3D-4628-AD80-324415DD091C}" presName="Parent" presStyleLbl="alignNode1" presStyleIdx="3" presStyleCnt="5">
        <dgm:presLayoutVars>
          <dgm:chMax val="3"/>
          <dgm:chPref val="3"/>
          <dgm:bulletEnabled val="1"/>
        </dgm:presLayoutVars>
      </dgm:prSet>
      <dgm:spPr/>
    </dgm:pt>
    <dgm:pt modelId="{5F3F4CAB-3ACA-4762-A3BF-9B9F87ACCBC1}" type="pres">
      <dgm:prSet presAssocID="{B3C044AD-EE3D-4628-AD80-324415DD091C}" presName="Accent" presStyleLbl="parChTrans1D1" presStyleIdx="3" presStyleCnt="5"/>
      <dgm:spPr/>
    </dgm:pt>
    <dgm:pt modelId="{BB86EDBA-D523-41E1-A717-0D656E7283B6}" type="pres">
      <dgm:prSet presAssocID="{9E5F1919-8488-4F64-A947-304C519902F0}" presName="sibTrans" presStyleCnt="0"/>
      <dgm:spPr/>
    </dgm:pt>
    <dgm:pt modelId="{EC63FEE0-4326-4B65-BAC8-AAD95F8727C8}" type="pres">
      <dgm:prSet presAssocID="{7B5C2F21-1EBC-48A9-A8CB-E6418AF378DF}" presName="composite" presStyleCnt="0"/>
      <dgm:spPr/>
    </dgm:pt>
    <dgm:pt modelId="{7773D711-D973-4A92-AF71-AD154EEAB9D3}" type="pres">
      <dgm:prSet presAssocID="{7B5C2F21-1EBC-48A9-A8CB-E6418AF378DF}" presName="FirstChild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635096CD-FC4F-4C72-B71A-D931C2289B52}" type="pres">
      <dgm:prSet presAssocID="{7B5C2F21-1EBC-48A9-A8CB-E6418AF378DF}" presName="Parent" presStyleLbl="alignNode1" presStyleIdx="4" presStyleCnt="5">
        <dgm:presLayoutVars>
          <dgm:chMax val="3"/>
          <dgm:chPref val="3"/>
          <dgm:bulletEnabled val="1"/>
        </dgm:presLayoutVars>
      </dgm:prSet>
      <dgm:spPr/>
    </dgm:pt>
    <dgm:pt modelId="{450C01C0-9AF3-4DF8-BE49-E425447072BD}" type="pres">
      <dgm:prSet presAssocID="{7B5C2F21-1EBC-48A9-A8CB-E6418AF378DF}" presName="Accent" presStyleLbl="parChTrans1D1" presStyleIdx="4" presStyleCnt="5"/>
      <dgm:spPr/>
    </dgm:pt>
  </dgm:ptLst>
  <dgm:cxnLst>
    <dgm:cxn modelId="{7B732E02-CD82-4E27-8FC9-B1EF2462007D}" srcId="{7B5C2F21-1EBC-48A9-A8CB-E6418AF378DF}" destId="{CEE3B6D4-F84C-4B90-B216-DCFFC40AB5FA}" srcOrd="0" destOrd="0" parTransId="{FD25EE08-5922-4AE4-9CAD-8EA8F092281E}" sibTransId="{2256DB6C-2DC4-45D3-9CC9-BBFCE6E2BBED}"/>
    <dgm:cxn modelId="{A2114B04-0293-4005-8597-D6180267E4DE}" type="presOf" srcId="{D734096E-0FF9-49AA-8600-29924299A645}" destId="{0068E5C5-00C1-4705-BE3D-19C1721DC406}" srcOrd="0" destOrd="0" presId="urn:microsoft.com/office/officeart/2011/layout/TabList"/>
    <dgm:cxn modelId="{A6381106-46FE-47B3-AD66-19BD92C05A9C}" type="presOf" srcId="{7B5C2F21-1EBC-48A9-A8CB-E6418AF378DF}" destId="{635096CD-FC4F-4C72-B71A-D931C2289B52}" srcOrd="0" destOrd="0" presId="urn:microsoft.com/office/officeart/2011/layout/TabList"/>
    <dgm:cxn modelId="{6C63A206-F4A8-448E-83B1-84F6B6CCE736}" type="presOf" srcId="{B6C5B93C-3C5B-4EFF-9723-5E3F1FAD63BC}" destId="{40BF0FD4-E1A0-44F6-89A8-6125FBCFA794}" srcOrd="0" destOrd="0" presId="urn:microsoft.com/office/officeart/2011/layout/TabList"/>
    <dgm:cxn modelId="{AC7EB508-DC8E-46A4-8B1E-2182A66EB48D}" type="presOf" srcId="{9FE1706A-EFDA-41A5-A773-A39316EC2830}" destId="{0D9FB510-481C-409C-81F2-4E3D77673F3E}" srcOrd="0" destOrd="0" presId="urn:microsoft.com/office/officeart/2011/layout/TabList"/>
    <dgm:cxn modelId="{B070700B-B69D-4C10-B238-2E760B92B06B}" srcId="{5451851A-D793-4BAD-A530-6AA3846418C3}" destId="{B3C044AD-EE3D-4628-AD80-324415DD091C}" srcOrd="3" destOrd="0" parTransId="{F3BEA7AF-F443-4AD3-952B-F949D21DDFA9}" sibTransId="{9E5F1919-8488-4F64-A947-304C519902F0}"/>
    <dgm:cxn modelId="{6FB3E017-448B-493B-8441-A2096C539D6A}" srcId="{5451851A-D793-4BAD-A530-6AA3846418C3}" destId="{B6C5B93C-3C5B-4EFF-9723-5E3F1FAD63BC}" srcOrd="0" destOrd="0" parTransId="{677A2E62-B40A-46C7-A86D-2B4F549CC091}" sibTransId="{879C13C4-F079-41B0-8478-277EA4EE2D56}"/>
    <dgm:cxn modelId="{FD0F4F25-1D6B-4F00-A46B-569DB7278A3D}" type="presOf" srcId="{B3C044AD-EE3D-4628-AD80-324415DD091C}" destId="{A7363449-2DC7-42D7-85C1-A2B5EBD95E26}" srcOrd="0" destOrd="0" presId="urn:microsoft.com/office/officeart/2011/layout/TabList"/>
    <dgm:cxn modelId="{545A1F28-C3DE-4ACB-8A97-13887DBE192B}" srcId="{B6C5B93C-3C5B-4EFF-9723-5E3F1FAD63BC}" destId="{38338752-738A-4585-97CE-9544AB536DF9}" srcOrd="0" destOrd="0" parTransId="{9DAC8491-12B7-4A31-A33A-D2C46CD6CD44}" sibTransId="{4BD4781C-9BBE-403C-9E37-D6188A070213}"/>
    <dgm:cxn modelId="{887B5A2B-0CA9-49E7-A2EC-5883E612FAB0}" type="presOf" srcId="{C0941678-E692-4F56-AECE-964CCB370481}" destId="{28B59E52-C5FB-416A-8E6E-46EC31769B43}" srcOrd="0" destOrd="0" presId="urn:microsoft.com/office/officeart/2011/layout/TabList"/>
    <dgm:cxn modelId="{7333F22D-B0B6-460E-933B-A3542DE2BA46}" type="presOf" srcId="{CEE3B6D4-F84C-4B90-B216-DCFFC40AB5FA}" destId="{7773D711-D973-4A92-AF71-AD154EEAB9D3}" srcOrd="0" destOrd="0" presId="urn:microsoft.com/office/officeart/2011/layout/TabList"/>
    <dgm:cxn modelId="{0B9DCC2F-8DFE-40E5-AE1C-CAF94D2966FD}" srcId="{5451851A-D793-4BAD-A530-6AA3846418C3}" destId="{C0941678-E692-4F56-AECE-964CCB370481}" srcOrd="1" destOrd="0" parTransId="{3FA26A6D-CA53-4AF0-8007-E0AF1DBFE3E2}" sibTransId="{BE8878D1-9BD8-4795-B7BA-7191463E973B}"/>
    <dgm:cxn modelId="{AF601B76-213E-4399-8978-A2E9D0F76373}" srcId="{C0941678-E692-4F56-AECE-964CCB370481}" destId="{D734096E-0FF9-49AA-8600-29924299A645}" srcOrd="0" destOrd="0" parTransId="{3F4EF640-C0A2-4658-B035-014C3DB50E68}" sibTransId="{CEAD0B1B-6A2E-45FA-B000-2F86A68074A1}"/>
    <dgm:cxn modelId="{064AA09A-64FE-4676-8564-F6AFFB40E1A3}" type="presOf" srcId="{CFC843DF-9A5F-40EF-948E-67D9792E0F9E}" destId="{C2951553-493E-467F-8DF3-6318E00F3CD5}" srcOrd="0" destOrd="0" presId="urn:microsoft.com/office/officeart/2011/layout/TabList"/>
    <dgm:cxn modelId="{39D379BE-DE0A-4ACE-83C7-0BC4D51B0CC3}" srcId="{B3C044AD-EE3D-4628-AD80-324415DD091C}" destId="{9FE1706A-EFDA-41A5-A773-A39316EC2830}" srcOrd="0" destOrd="0" parTransId="{64D7E0BF-54A4-4B36-A88F-CDE1B3BAE986}" sibTransId="{D4042DBE-E4E2-480C-AF7E-03C78682A8E3}"/>
    <dgm:cxn modelId="{D3241BC6-BE27-4363-B10E-682094C8621F}" type="presOf" srcId="{5451851A-D793-4BAD-A530-6AA3846418C3}" destId="{C0C88525-1BBB-4FE0-850D-D600A74CCF9A}" srcOrd="0" destOrd="0" presId="urn:microsoft.com/office/officeart/2011/layout/TabList"/>
    <dgm:cxn modelId="{145748DE-E20D-4A1C-A550-035B057FD404}" type="presOf" srcId="{38338752-738A-4585-97CE-9544AB536DF9}" destId="{55FDDEC3-34F3-4B71-AB67-03390DAF22BB}" srcOrd="0" destOrd="0" presId="urn:microsoft.com/office/officeart/2011/layout/TabList"/>
    <dgm:cxn modelId="{7117C8E3-92BC-42D9-9D0A-38D2204DD312}" type="presOf" srcId="{3083003A-8AB1-4CE5-80AA-59A24D1A8D7A}" destId="{D930D721-0407-42D6-84F4-42941E4B7410}" srcOrd="0" destOrd="0" presId="urn:microsoft.com/office/officeart/2011/layout/TabList"/>
    <dgm:cxn modelId="{8DB076E5-C64A-4CEE-B347-A6B77C16901D}" srcId="{3083003A-8AB1-4CE5-80AA-59A24D1A8D7A}" destId="{CFC843DF-9A5F-40EF-948E-67D9792E0F9E}" srcOrd="0" destOrd="0" parTransId="{86B52AFD-35F5-40FD-82EA-9F297F1F1591}" sibTransId="{F21DF78C-208E-4737-82E6-C9FD7042B593}"/>
    <dgm:cxn modelId="{93B38EEC-7A84-4E96-BCDE-25E31AAFACD3}" srcId="{5451851A-D793-4BAD-A530-6AA3846418C3}" destId="{7B5C2F21-1EBC-48A9-A8CB-E6418AF378DF}" srcOrd="4" destOrd="0" parTransId="{8F186750-C588-4EA8-8807-33727C62B3BE}" sibTransId="{9F9B30A4-92A5-4A71-BC1B-B303E10DE802}"/>
    <dgm:cxn modelId="{554559FD-6B41-47B2-9CA4-351E9BDF4F69}" srcId="{5451851A-D793-4BAD-A530-6AA3846418C3}" destId="{3083003A-8AB1-4CE5-80AA-59A24D1A8D7A}" srcOrd="2" destOrd="0" parTransId="{E191D485-F64B-4C34-865E-8BEB9B27D800}" sibTransId="{9F78341B-8A55-4555-9B8B-B35920EBB5CA}"/>
    <dgm:cxn modelId="{FF826681-5D9C-42E8-9C96-822780895385}" type="presParOf" srcId="{C0C88525-1BBB-4FE0-850D-D600A74CCF9A}" destId="{6D228C60-E14F-414F-A734-4995EAC005E5}" srcOrd="0" destOrd="0" presId="urn:microsoft.com/office/officeart/2011/layout/TabList"/>
    <dgm:cxn modelId="{26D37666-DAF1-477F-8097-2EDC4367C34D}" type="presParOf" srcId="{6D228C60-E14F-414F-A734-4995EAC005E5}" destId="{55FDDEC3-34F3-4B71-AB67-03390DAF22BB}" srcOrd="0" destOrd="0" presId="urn:microsoft.com/office/officeart/2011/layout/TabList"/>
    <dgm:cxn modelId="{8017E063-1A7B-42BB-B09F-36727990473B}" type="presParOf" srcId="{6D228C60-E14F-414F-A734-4995EAC005E5}" destId="{40BF0FD4-E1A0-44F6-89A8-6125FBCFA794}" srcOrd="1" destOrd="0" presId="urn:microsoft.com/office/officeart/2011/layout/TabList"/>
    <dgm:cxn modelId="{C03DE783-8A2D-443B-95FD-7E1A1FBC5290}" type="presParOf" srcId="{6D228C60-E14F-414F-A734-4995EAC005E5}" destId="{3C9DA15C-0905-4A1A-93C0-0CCBEF6E972C}" srcOrd="2" destOrd="0" presId="urn:microsoft.com/office/officeart/2011/layout/TabList"/>
    <dgm:cxn modelId="{D826CC1B-7E59-4D1C-86EA-17524F4080FE}" type="presParOf" srcId="{C0C88525-1BBB-4FE0-850D-D600A74CCF9A}" destId="{A44BD164-4B52-4B4F-9102-476A5F018BBD}" srcOrd="1" destOrd="0" presId="urn:microsoft.com/office/officeart/2011/layout/TabList"/>
    <dgm:cxn modelId="{674F13C3-D608-4F70-82C1-3944DD04EE8D}" type="presParOf" srcId="{C0C88525-1BBB-4FE0-850D-D600A74CCF9A}" destId="{242EBD53-7E34-4DB1-BF65-A28158E14922}" srcOrd="2" destOrd="0" presId="urn:microsoft.com/office/officeart/2011/layout/TabList"/>
    <dgm:cxn modelId="{7E4614C4-5F93-4323-8EDF-9A9754E181B2}" type="presParOf" srcId="{242EBD53-7E34-4DB1-BF65-A28158E14922}" destId="{0068E5C5-00C1-4705-BE3D-19C1721DC406}" srcOrd="0" destOrd="0" presId="urn:microsoft.com/office/officeart/2011/layout/TabList"/>
    <dgm:cxn modelId="{38528F57-5E9E-4670-B6F6-AA276B3E945A}" type="presParOf" srcId="{242EBD53-7E34-4DB1-BF65-A28158E14922}" destId="{28B59E52-C5FB-416A-8E6E-46EC31769B43}" srcOrd="1" destOrd="0" presId="urn:microsoft.com/office/officeart/2011/layout/TabList"/>
    <dgm:cxn modelId="{FFF24E46-A825-4388-A719-87C775BE147F}" type="presParOf" srcId="{242EBD53-7E34-4DB1-BF65-A28158E14922}" destId="{2C859170-6DF8-4D07-9BFE-C5085942C214}" srcOrd="2" destOrd="0" presId="urn:microsoft.com/office/officeart/2011/layout/TabList"/>
    <dgm:cxn modelId="{DDC526B2-636B-456D-B9DA-AE89F40C4685}" type="presParOf" srcId="{C0C88525-1BBB-4FE0-850D-D600A74CCF9A}" destId="{F2673C98-8535-4445-BD32-6BACD98F46F4}" srcOrd="3" destOrd="0" presId="urn:microsoft.com/office/officeart/2011/layout/TabList"/>
    <dgm:cxn modelId="{60EB6E8C-11C4-4A31-BB39-A3E5F271CB47}" type="presParOf" srcId="{C0C88525-1BBB-4FE0-850D-D600A74CCF9A}" destId="{54E86ED1-D5CC-4E44-A9C1-EFA1F29FCFE7}" srcOrd="4" destOrd="0" presId="urn:microsoft.com/office/officeart/2011/layout/TabList"/>
    <dgm:cxn modelId="{F9F42621-B9B4-4D83-816C-A7C0BEFB2F93}" type="presParOf" srcId="{54E86ED1-D5CC-4E44-A9C1-EFA1F29FCFE7}" destId="{C2951553-493E-467F-8DF3-6318E00F3CD5}" srcOrd="0" destOrd="0" presId="urn:microsoft.com/office/officeart/2011/layout/TabList"/>
    <dgm:cxn modelId="{B2A08D41-CA94-4FAC-B033-EA168BEB4896}" type="presParOf" srcId="{54E86ED1-D5CC-4E44-A9C1-EFA1F29FCFE7}" destId="{D930D721-0407-42D6-84F4-42941E4B7410}" srcOrd="1" destOrd="0" presId="urn:microsoft.com/office/officeart/2011/layout/TabList"/>
    <dgm:cxn modelId="{46345988-FC29-4D30-B4AB-CEC6C9E1D40D}" type="presParOf" srcId="{54E86ED1-D5CC-4E44-A9C1-EFA1F29FCFE7}" destId="{CF2E5A1D-736B-4DEB-8217-5156531D30D0}" srcOrd="2" destOrd="0" presId="urn:microsoft.com/office/officeart/2011/layout/TabList"/>
    <dgm:cxn modelId="{A32BF829-87DC-444A-A822-1C8841151C2B}" type="presParOf" srcId="{C0C88525-1BBB-4FE0-850D-D600A74CCF9A}" destId="{6B5FCD67-CFC5-4C41-9088-9B9BAE8397F7}" srcOrd="5" destOrd="0" presId="urn:microsoft.com/office/officeart/2011/layout/TabList"/>
    <dgm:cxn modelId="{CE8B1373-10A9-4391-9FBC-2585069F1A0D}" type="presParOf" srcId="{C0C88525-1BBB-4FE0-850D-D600A74CCF9A}" destId="{FB801193-F753-4389-9112-89C5D3BC06AC}" srcOrd="6" destOrd="0" presId="urn:microsoft.com/office/officeart/2011/layout/TabList"/>
    <dgm:cxn modelId="{04435A91-ED44-453D-8678-B47129A01C6F}" type="presParOf" srcId="{FB801193-F753-4389-9112-89C5D3BC06AC}" destId="{0D9FB510-481C-409C-81F2-4E3D77673F3E}" srcOrd="0" destOrd="0" presId="urn:microsoft.com/office/officeart/2011/layout/TabList"/>
    <dgm:cxn modelId="{B3E82E8E-7040-4BBD-AB17-E623B941B2CC}" type="presParOf" srcId="{FB801193-F753-4389-9112-89C5D3BC06AC}" destId="{A7363449-2DC7-42D7-85C1-A2B5EBD95E26}" srcOrd="1" destOrd="0" presId="urn:microsoft.com/office/officeart/2011/layout/TabList"/>
    <dgm:cxn modelId="{4DF6BA9C-6A83-4D4E-913E-2611EBDE7D3C}" type="presParOf" srcId="{FB801193-F753-4389-9112-89C5D3BC06AC}" destId="{5F3F4CAB-3ACA-4762-A3BF-9B9F87ACCBC1}" srcOrd="2" destOrd="0" presId="urn:microsoft.com/office/officeart/2011/layout/TabList"/>
    <dgm:cxn modelId="{FBC6662C-4FFA-4AAB-A51C-D635DA3B4118}" type="presParOf" srcId="{C0C88525-1BBB-4FE0-850D-D600A74CCF9A}" destId="{BB86EDBA-D523-41E1-A717-0D656E7283B6}" srcOrd="7" destOrd="0" presId="urn:microsoft.com/office/officeart/2011/layout/TabList"/>
    <dgm:cxn modelId="{C31DA8E4-AF9B-416E-8E31-4B9BAB940C7F}" type="presParOf" srcId="{C0C88525-1BBB-4FE0-850D-D600A74CCF9A}" destId="{EC63FEE0-4326-4B65-BAC8-AAD95F8727C8}" srcOrd="8" destOrd="0" presId="urn:microsoft.com/office/officeart/2011/layout/TabList"/>
    <dgm:cxn modelId="{C6730510-85D6-4B75-A91F-AFA1E176B54A}" type="presParOf" srcId="{EC63FEE0-4326-4B65-BAC8-AAD95F8727C8}" destId="{7773D711-D973-4A92-AF71-AD154EEAB9D3}" srcOrd="0" destOrd="0" presId="urn:microsoft.com/office/officeart/2011/layout/TabList"/>
    <dgm:cxn modelId="{B6CAD003-A2CB-464E-8905-0338D9BE3BDC}" type="presParOf" srcId="{EC63FEE0-4326-4B65-BAC8-AAD95F8727C8}" destId="{635096CD-FC4F-4C72-B71A-D931C2289B52}" srcOrd="1" destOrd="0" presId="urn:microsoft.com/office/officeart/2011/layout/TabList"/>
    <dgm:cxn modelId="{855E14A9-D90F-4603-8E59-E8924BBABB9B}" type="presParOf" srcId="{EC63FEE0-4326-4B65-BAC8-AAD95F8727C8}" destId="{450C01C0-9AF3-4DF8-BE49-E425447072BD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451851A-D793-4BAD-A530-6AA3846418C3}" type="doc">
      <dgm:prSet loTypeId="urn:microsoft.com/office/officeart/2011/layout/TabLis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C5B93C-3C5B-4EFF-9723-5E3F1FAD63BC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 dirty="0" err="1"/>
            <a:t>그래디언트</a:t>
          </a:r>
          <a:r>
            <a:rPr lang="en-US" sz="1300" dirty="0"/>
            <a:t> (Gradient)</a:t>
          </a:r>
        </a:p>
      </dgm:t>
    </dgm:pt>
    <dgm:pt modelId="{677A2E62-B40A-46C7-A86D-2B4F549CC091}" type="parTrans" cxnId="{6FB3E017-448B-493B-8441-A2096C539D6A}">
      <dgm:prSet/>
      <dgm:spPr/>
      <dgm:t>
        <a:bodyPr/>
        <a:lstStyle/>
        <a:p>
          <a:endParaRPr lang="en-US"/>
        </a:p>
      </dgm:t>
    </dgm:pt>
    <dgm:pt modelId="{879C13C4-F079-41B0-8478-277EA4EE2D56}" type="sibTrans" cxnId="{6FB3E017-448B-493B-8441-A2096C539D6A}">
      <dgm:prSet/>
      <dgm:spPr/>
      <dgm:t>
        <a:bodyPr/>
        <a:lstStyle/>
        <a:p>
          <a:endParaRPr lang="en-US"/>
        </a:p>
      </dgm:t>
    </dgm:pt>
    <dgm:pt modelId="{38338752-738A-4585-97CE-9544AB536DF9}">
      <dgm:prSet custT="1"/>
      <dgm:spPr/>
      <dgm:t>
        <a:bodyPr anchor="ctr"/>
        <a:lstStyle/>
        <a:p>
          <a:pPr marL="91440" algn="l"/>
          <a:r>
            <a:rPr lang="en-US" sz="1400" dirty="0" err="1">
              <a:solidFill>
                <a:schemeClr val="bg1"/>
              </a:solidFill>
            </a:rPr>
            <a:t>어떤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방향으로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손실이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가장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많이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감소하는가</a:t>
          </a:r>
          <a:r>
            <a:rPr lang="en-US" sz="1400" dirty="0">
              <a:solidFill>
                <a:schemeClr val="bg1"/>
              </a:solidFill>
            </a:rPr>
            <a:t> </a:t>
          </a:r>
          <a:endParaRPr kumimoji="0" lang="en-US" sz="1400" b="0" i="1" u="none" strike="noStrike" cap="none" spc="0" normalizeH="0" baseline="0" noProof="0" dirty="0">
            <a:ln/>
            <a:solidFill>
              <a:schemeClr val="bg1"/>
            </a:solidFill>
            <a:effectLst/>
            <a:uLnTx/>
            <a:uFillTx/>
            <a:latin typeface="Cambria Math" panose="02040503050406030204" pitchFamily="18" charset="0"/>
            <a:ea typeface="Cambria Math" panose="02040503050406030204" pitchFamily="18" charset="0"/>
            <a:cs typeface="+mn-cs"/>
          </a:endParaRPr>
        </a:p>
      </dgm:t>
    </dgm:pt>
    <dgm:pt modelId="{9DAC8491-12B7-4A31-A33A-D2C46CD6CD44}" type="parTrans" cxnId="{545A1F28-C3DE-4ACB-8A97-13887DBE192B}">
      <dgm:prSet/>
      <dgm:spPr/>
      <dgm:t>
        <a:bodyPr/>
        <a:lstStyle/>
        <a:p>
          <a:endParaRPr lang="en-US"/>
        </a:p>
      </dgm:t>
    </dgm:pt>
    <dgm:pt modelId="{4BD4781C-9BBE-403C-9E37-D6188A070213}" type="sibTrans" cxnId="{545A1F28-C3DE-4ACB-8A97-13887DBE192B}">
      <dgm:prSet/>
      <dgm:spPr/>
      <dgm:t>
        <a:bodyPr/>
        <a:lstStyle/>
        <a:p>
          <a:endParaRPr lang="en-US"/>
        </a:p>
      </dgm:t>
    </dgm:pt>
    <dgm:pt modelId="{C0941678-E692-4F56-AECE-964CCB370481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3FA26A6D-CA53-4AF0-8007-E0AF1DBFE3E2}" type="parTrans" cxnId="{0B9DCC2F-8DFE-40E5-AE1C-CAF94D2966FD}">
      <dgm:prSet/>
      <dgm:spPr/>
      <dgm:t>
        <a:bodyPr/>
        <a:lstStyle/>
        <a:p>
          <a:endParaRPr lang="en-US"/>
        </a:p>
      </dgm:t>
    </dgm:pt>
    <dgm:pt modelId="{BE8878D1-9BD8-4795-B7BA-7191463E973B}" type="sibTrans" cxnId="{0B9DCC2F-8DFE-40E5-AE1C-CAF94D2966FD}">
      <dgm:prSet/>
      <dgm:spPr/>
      <dgm:t>
        <a:bodyPr/>
        <a:lstStyle/>
        <a:p>
          <a:endParaRPr lang="en-US"/>
        </a:p>
      </dgm:t>
    </dgm:pt>
    <dgm:pt modelId="{D734096E-0FF9-49AA-8600-29924299A645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이동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거리</a:t>
          </a:r>
          <a:endParaRPr lang="en-US" sz="1400" dirty="0">
            <a:solidFill>
              <a:schemeClr val="bg1"/>
            </a:solidFill>
          </a:endParaRPr>
        </a:p>
      </dgm:t>
    </dgm:pt>
    <dgm:pt modelId="{3F4EF640-C0A2-4658-B035-014C3DB50E68}" type="parTrans" cxnId="{AF601B76-213E-4399-8978-A2E9D0F76373}">
      <dgm:prSet/>
      <dgm:spPr/>
      <dgm:t>
        <a:bodyPr/>
        <a:lstStyle/>
        <a:p>
          <a:endParaRPr lang="en-US"/>
        </a:p>
      </dgm:t>
    </dgm:pt>
    <dgm:pt modelId="{CEAD0B1B-6A2E-45FA-B000-2F86A68074A1}" type="sibTrans" cxnId="{AF601B76-213E-4399-8978-A2E9D0F76373}">
      <dgm:prSet/>
      <dgm:spPr/>
      <dgm:t>
        <a:bodyPr/>
        <a:lstStyle/>
        <a:p>
          <a:endParaRPr lang="en-US"/>
        </a:p>
      </dgm:t>
    </dgm:pt>
    <dgm:pt modelId="{3083003A-8AB1-4CE5-80AA-59A24D1A8D7A}">
      <dgm:prSet/>
      <dgm:spPr/>
      <dgm:t>
        <a:bodyPr/>
        <a:lstStyle/>
        <a:p>
          <a:r>
            <a:rPr lang="en-US" dirty="0" err="1"/>
            <a:t>에포크</a:t>
          </a:r>
          <a:r>
            <a:rPr lang="en-US" dirty="0"/>
            <a:t> (Epoch)</a:t>
          </a:r>
        </a:p>
      </dgm:t>
    </dgm:pt>
    <dgm:pt modelId="{E191D485-F64B-4C34-865E-8BEB9B27D800}" type="parTrans" cxnId="{554559FD-6B41-47B2-9CA4-351E9BDF4F69}">
      <dgm:prSet/>
      <dgm:spPr/>
      <dgm:t>
        <a:bodyPr/>
        <a:lstStyle/>
        <a:p>
          <a:endParaRPr lang="en-US"/>
        </a:p>
      </dgm:t>
    </dgm:pt>
    <dgm:pt modelId="{9F78341B-8A55-4555-9B8B-B35920EBB5CA}" type="sibTrans" cxnId="{554559FD-6B41-47B2-9CA4-351E9BDF4F69}">
      <dgm:prSet/>
      <dgm:spPr/>
      <dgm:t>
        <a:bodyPr/>
        <a:lstStyle/>
        <a:p>
          <a:endParaRPr lang="en-US"/>
        </a:p>
      </dgm:t>
    </dgm:pt>
    <dgm:pt modelId="{CFC843DF-9A5F-40EF-948E-67D9792E0F9E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전체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데이터세트로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모델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업데이트</a:t>
          </a:r>
          <a:endParaRPr lang="en-US" sz="1400" dirty="0">
            <a:solidFill>
              <a:schemeClr val="bg1"/>
            </a:solidFill>
          </a:endParaRPr>
        </a:p>
      </dgm:t>
    </dgm:pt>
    <dgm:pt modelId="{86B52AFD-35F5-40FD-82EA-9F297F1F1591}" type="parTrans" cxnId="{8DB076E5-C64A-4CEE-B347-A6B77C16901D}">
      <dgm:prSet/>
      <dgm:spPr/>
      <dgm:t>
        <a:bodyPr/>
        <a:lstStyle/>
        <a:p>
          <a:endParaRPr lang="en-US"/>
        </a:p>
      </dgm:t>
    </dgm:pt>
    <dgm:pt modelId="{F21DF78C-208E-4737-82E6-C9FD7042B593}" type="sibTrans" cxnId="{8DB076E5-C64A-4CEE-B347-A6B77C16901D}">
      <dgm:prSet/>
      <dgm:spPr/>
      <dgm:t>
        <a:bodyPr/>
        <a:lstStyle/>
        <a:p>
          <a:endParaRPr lang="en-US"/>
        </a:p>
      </dgm:t>
    </dgm:pt>
    <dgm:pt modelId="{B3C044AD-EE3D-4628-AD80-324415DD091C}">
      <dgm:prSet/>
      <dgm:spPr/>
      <dgm:t>
        <a:bodyPr/>
        <a:lstStyle/>
        <a:p>
          <a:r>
            <a:rPr lang="en-US" dirty="0" err="1"/>
            <a:t>배치</a:t>
          </a:r>
          <a:r>
            <a:rPr lang="en-US" dirty="0"/>
            <a:t> (Batch)</a:t>
          </a:r>
        </a:p>
      </dgm:t>
    </dgm:pt>
    <dgm:pt modelId="{F3BEA7AF-F443-4AD3-952B-F949D21DDFA9}" type="parTrans" cxnId="{B070700B-B69D-4C10-B238-2E760B92B06B}">
      <dgm:prSet/>
      <dgm:spPr/>
      <dgm:t>
        <a:bodyPr/>
        <a:lstStyle/>
        <a:p>
          <a:endParaRPr lang="en-US"/>
        </a:p>
      </dgm:t>
    </dgm:pt>
    <dgm:pt modelId="{9E5F1919-8488-4F64-A947-304C519902F0}" type="sibTrans" cxnId="{B070700B-B69D-4C10-B238-2E760B92B06B}">
      <dgm:prSet/>
      <dgm:spPr/>
      <dgm:t>
        <a:bodyPr/>
        <a:lstStyle/>
        <a:p>
          <a:endParaRPr lang="en-US"/>
        </a:p>
      </dgm:t>
    </dgm:pt>
    <dgm:pt modelId="{9FE1706A-EFDA-41A5-A773-A39316EC2830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전체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데이터세트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샘플</a:t>
          </a:r>
          <a:endParaRPr lang="en-US" sz="1400" dirty="0">
            <a:solidFill>
              <a:schemeClr val="bg1"/>
            </a:solidFill>
          </a:endParaRPr>
        </a:p>
      </dgm:t>
    </dgm:pt>
    <dgm:pt modelId="{64D7E0BF-54A4-4B36-A88F-CDE1B3BAE986}" type="parTrans" cxnId="{39D379BE-DE0A-4ACE-83C7-0BC4D51B0CC3}">
      <dgm:prSet/>
      <dgm:spPr/>
      <dgm:t>
        <a:bodyPr/>
        <a:lstStyle/>
        <a:p>
          <a:endParaRPr lang="en-US"/>
        </a:p>
      </dgm:t>
    </dgm:pt>
    <dgm:pt modelId="{D4042DBE-E4E2-480C-AF7E-03C78682A8E3}" type="sibTrans" cxnId="{39D379BE-DE0A-4ACE-83C7-0BC4D51B0CC3}">
      <dgm:prSet/>
      <dgm:spPr/>
      <dgm:t>
        <a:bodyPr/>
        <a:lstStyle/>
        <a:p>
          <a:endParaRPr lang="en-US"/>
        </a:p>
      </dgm:t>
    </dgm:pt>
    <dgm:pt modelId="{7B5C2F21-1EBC-48A9-A8CB-E6418AF378DF}">
      <dgm:prSet/>
      <dgm:spPr/>
      <dgm:t>
        <a:bodyPr/>
        <a:lstStyle/>
        <a:p>
          <a:r>
            <a:rPr lang="en-US" dirty="0" err="1"/>
            <a:t>단계</a:t>
          </a:r>
          <a:r>
            <a:rPr lang="en-US" dirty="0"/>
            <a:t> (Step)</a:t>
          </a:r>
        </a:p>
      </dgm:t>
    </dgm:pt>
    <dgm:pt modelId="{8F186750-C588-4EA8-8807-33727C62B3BE}" type="parTrans" cxnId="{93B38EEC-7A84-4E96-BCDE-25E31AAFACD3}">
      <dgm:prSet/>
      <dgm:spPr/>
      <dgm:t>
        <a:bodyPr/>
        <a:lstStyle/>
        <a:p>
          <a:endParaRPr lang="en-US"/>
        </a:p>
      </dgm:t>
    </dgm:pt>
    <dgm:pt modelId="{9F9B30A4-92A5-4A71-BC1B-B303E10DE802}" type="sibTrans" cxnId="{93B38EEC-7A84-4E96-BCDE-25E31AAFACD3}">
      <dgm:prSet/>
      <dgm:spPr/>
      <dgm:t>
        <a:bodyPr/>
        <a:lstStyle/>
        <a:p>
          <a:endParaRPr lang="en-US"/>
        </a:p>
      </dgm:t>
    </dgm:pt>
    <dgm:pt modelId="{CEE3B6D4-F84C-4B90-B216-DCFFC40AB5FA}">
      <dgm:prSet custT="1"/>
      <dgm:spPr/>
      <dgm:t>
        <a:bodyPr anchor="ctr"/>
        <a:lstStyle/>
        <a:p>
          <a:pPr marL="91440"/>
          <a:r>
            <a:rPr lang="en-US" sz="1400" dirty="0" err="1">
              <a:solidFill>
                <a:schemeClr val="bg1"/>
              </a:solidFill>
            </a:rPr>
            <a:t>가중치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매개변수에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대한</a:t>
          </a:r>
          <a:r>
            <a:rPr lang="en-US" sz="1400" dirty="0">
              <a:solidFill>
                <a:schemeClr val="bg1"/>
              </a:solidFill>
            </a:rPr>
            <a:t> </a:t>
          </a:r>
          <a:r>
            <a:rPr lang="en-US" sz="1400" dirty="0" err="1">
              <a:solidFill>
                <a:schemeClr val="bg1"/>
              </a:solidFill>
            </a:rPr>
            <a:t>업데이트</a:t>
          </a:r>
          <a:endParaRPr lang="en-US" sz="1400" dirty="0">
            <a:solidFill>
              <a:schemeClr val="bg1"/>
            </a:solidFill>
          </a:endParaRPr>
        </a:p>
      </dgm:t>
    </dgm:pt>
    <dgm:pt modelId="{FD25EE08-5922-4AE4-9CAD-8EA8F092281E}" type="parTrans" cxnId="{7B732E02-CD82-4E27-8FC9-B1EF2462007D}">
      <dgm:prSet/>
      <dgm:spPr/>
      <dgm:t>
        <a:bodyPr/>
        <a:lstStyle/>
        <a:p>
          <a:endParaRPr lang="en-US"/>
        </a:p>
      </dgm:t>
    </dgm:pt>
    <dgm:pt modelId="{2256DB6C-2DC4-45D3-9CC9-BBFCE6E2BBED}" type="sibTrans" cxnId="{7B732E02-CD82-4E27-8FC9-B1EF2462007D}">
      <dgm:prSet/>
      <dgm:spPr/>
      <dgm:t>
        <a:bodyPr/>
        <a:lstStyle/>
        <a:p>
          <a:endParaRPr lang="en-US"/>
        </a:p>
      </dgm:t>
    </dgm:pt>
    <dgm:pt modelId="{C0C88525-1BBB-4FE0-850D-D600A74CCF9A}" type="pres">
      <dgm:prSet presAssocID="{5451851A-D793-4BAD-A530-6AA3846418C3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6D228C60-E14F-414F-A734-4995EAC005E5}" type="pres">
      <dgm:prSet presAssocID="{B6C5B93C-3C5B-4EFF-9723-5E3F1FAD63BC}" presName="composite" presStyleCnt="0"/>
      <dgm:spPr/>
    </dgm:pt>
    <dgm:pt modelId="{55FDDEC3-34F3-4B71-AB67-03390DAF22BB}" type="pres">
      <dgm:prSet presAssocID="{B6C5B93C-3C5B-4EFF-9723-5E3F1FAD63BC}" presName="FirstChild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40BF0FD4-E1A0-44F6-89A8-6125FBCFA794}" type="pres">
      <dgm:prSet presAssocID="{B6C5B93C-3C5B-4EFF-9723-5E3F1FAD63BC}" presName="Parent" presStyleLbl="alignNode1" presStyleIdx="0" presStyleCnt="5">
        <dgm:presLayoutVars>
          <dgm:chMax val="3"/>
          <dgm:chPref val="3"/>
          <dgm:bulletEnabled val="1"/>
        </dgm:presLayoutVars>
      </dgm:prSet>
      <dgm:spPr/>
    </dgm:pt>
    <dgm:pt modelId="{3C9DA15C-0905-4A1A-93C0-0CCBEF6E972C}" type="pres">
      <dgm:prSet presAssocID="{B6C5B93C-3C5B-4EFF-9723-5E3F1FAD63BC}" presName="Accent" presStyleLbl="parChTrans1D1" presStyleIdx="0" presStyleCnt="5"/>
      <dgm:spPr/>
    </dgm:pt>
    <dgm:pt modelId="{A44BD164-4B52-4B4F-9102-476A5F018BBD}" type="pres">
      <dgm:prSet presAssocID="{879C13C4-F079-41B0-8478-277EA4EE2D56}" presName="sibTrans" presStyleCnt="0"/>
      <dgm:spPr/>
    </dgm:pt>
    <dgm:pt modelId="{242EBD53-7E34-4DB1-BF65-A28158E14922}" type="pres">
      <dgm:prSet presAssocID="{C0941678-E692-4F56-AECE-964CCB370481}" presName="composite" presStyleCnt="0"/>
      <dgm:spPr/>
    </dgm:pt>
    <dgm:pt modelId="{0068E5C5-00C1-4705-BE3D-19C1721DC406}" type="pres">
      <dgm:prSet presAssocID="{C0941678-E692-4F56-AECE-964CCB370481}" presName="First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28B59E52-C5FB-416A-8E6E-46EC31769B43}" type="pres">
      <dgm:prSet presAssocID="{C0941678-E692-4F56-AECE-964CCB370481}" presName="Parent" presStyleLbl="alignNode1" presStyleIdx="1" presStyleCnt="5">
        <dgm:presLayoutVars>
          <dgm:chMax val="3"/>
          <dgm:chPref val="3"/>
          <dgm:bulletEnabled val="1"/>
        </dgm:presLayoutVars>
      </dgm:prSet>
      <dgm:spPr/>
    </dgm:pt>
    <dgm:pt modelId="{2C859170-6DF8-4D07-9BFE-C5085942C214}" type="pres">
      <dgm:prSet presAssocID="{C0941678-E692-4F56-AECE-964CCB370481}" presName="Accent" presStyleLbl="parChTrans1D1" presStyleIdx="1" presStyleCnt="5"/>
      <dgm:spPr/>
    </dgm:pt>
    <dgm:pt modelId="{F2673C98-8535-4445-BD32-6BACD98F46F4}" type="pres">
      <dgm:prSet presAssocID="{BE8878D1-9BD8-4795-B7BA-7191463E973B}" presName="sibTrans" presStyleCnt="0"/>
      <dgm:spPr/>
    </dgm:pt>
    <dgm:pt modelId="{54E86ED1-D5CC-4E44-A9C1-EFA1F29FCFE7}" type="pres">
      <dgm:prSet presAssocID="{3083003A-8AB1-4CE5-80AA-59A24D1A8D7A}" presName="composite" presStyleCnt="0"/>
      <dgm:spPr/>
    </dgm:pt>
    <dgm:pt modelId="{C2951553-493E-467F-8DF3-6318E00F3CD5}" type="pres">
      <dgm:prSet presAssocID="{3083003A-8AB1-4CE5-80AA-59A24D1A8D7A}" presName="FirstChild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D930D721-0407-42D6-84F4-42941E4B7410}" type="pres">
      <dgm:prSet presAssocID="{3083003A-8AB1-4CE5-80AA-59A24D1A8D7A}" presName="Parent" presStyleLbl="alignNode1" presStyleIdx="2" presStyleCnt="5">
        <dgm:presLayoutVars>
          <dgm:chMax val="3"/>
          <dgm:chPref val="3"/>
          <dgm:bulletEnabled val="1"/>
        </dgm:presLayoutVars>
      </dgm:prSet>
      <dgm:spPr/>
    </dgm:pt>
    <dgm:pt modelId="{CF2E5A1D-736B-4DEB-8217-5156531D30D0}" type="pres">
      <dgm:prSet presAssocID="{3083003A-8AB1-4CE5-80AA-59A24D1A8D7A}" presName="Accent" presStyleLbl="parChTrans1D1" presStyleIdx="2" presStyleCnt="5"/>
      <dgm:spPr/>
    </dgm:pt>
    <dgm:pt modelId="{6B5FCD67-CFC5-4C41-9088-9B9BAE8397F7}" type="pres">
      <dgm:prSet presAssocID="{9F78341B-8A55-4555-9B8B-B35920EBB5CA}" presName="sibTrans" presStyleCnt="0"/>
      <dgm:spPr/>
    </dgm:pt>
    <dgm:pt modelId="{FB801193-F753-4389-9112-89C5D3BC06AC}" type="pres">
      <dgm:prSet presAssocID="{B3C044AD-EE3D-4628-AD80-324415DD091C}" presName="composite" presStyleCnt="0"/>
      <dgm:spPr/>
    </dgm:pt>
    <dgm:pt modelId="{0D9FB510-481C-409C-81F2-4E3D77673F3E}" type="pres">
      <dgm:prSet presAssocID="{B3C044AD-EE3D-4628-AD80-324415DD091C}" presName="First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A7363449-2DC7-42D7-85C1-A2B5EBD95E26}" type="pres">
      <dgm:prSet presAssocID="{B3C044AD-EE3D-4628-AD80-324415DD091C}" presName="Parent" presStyleLbl="alignNode1" presStyleIdx="3" presStyleCnt="5">
        <dgm:presLayoutVars>
          <dgm:chMax val="3"/>
          <dgm:chPref val="3"/>
          <dgm:bulletEnabled val="1"/>
        </dgm:presLayoutVars>
      </dgm:prSet>
      <dgm:spPr/>
    </dgm:pt>
    <dgm:pt modelId="{5F3F4CAB-3ACA-4762-A3BF-9B9F87ACCBC1}" type="pres">
      <dgm:prSet presAssocID="{B3C044AD-EE3D-4628-AD80-324415DD091C}" presName="Accent" presStyleLbl="parChTrans1D1" presStyleIdx="3" presStyleCnt="5"/>
      <dgm:spPr/>
    </dgm:pt>
    <dgm:pt modelId="{BB86EDBA-D523-41E1-A717-0D656E7283B6}" type="pres">
      <dgm:prSet presAssocID="{9E5F1919-8488-4F64-A947-304C519902F0}" presName="sibTrans" presStyleCnt="0"/>
      <dgm:spPr/>
    </dgm:pt>
    <dgm:pt modelId="{EC63FEE0-4326-4B65-BAC8-AAD95F8727C8}" type="pres">
      <dgm:prSet presAssocID="{7B5C2F21-1EBC-48A9-A8CB-E6418AF378DF}" presName="composite" presStyleCnt="0"/>
      <dgm:spPr/>
    </dgm:pt>
    <dgm:pt modelId="{7773D711-D973-4A92-AF71-AD154EEAB9D3}" type="pres">
      <dgm:prSet presAssocID="{7B5C2F21-1EBC-48A9-A8CB-E6418AF378DF}" presName="FirstChild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635096CD-FC4F-4C72-B71A-D931C2289B52}" type="pres">
      <dgm:prSet presAssocID="{7B5C2F21-1EBC-48A9-A8CB-E6418AF378DF}" presName="Parent" presStyleLbl="alignNode1" presStyleIdx="4" presStyleCnt="5">
        <dgm:presLayoutVars>
          <dgm:chMax val="3"/>
          <dgm:chPref val="3"/>
          <dgm:bulletEnabled val="1"/>
        </dgm:presLayoutVars>
      </dgm:prSet>
      <dgm:spPr/>
    </dgm:pt>
    <dgm:pt modelId="{450C01C0-9AF3-4DF8-BE49-E425447072BD}" type="pres">
      <dgm:prSet presAssocID="{7B5C2F21-1EBC-48A9-A8CB-E6418AF378DF}" presName="Accent" presStyleLbl="parChTrans1D1" presStyleIdx="4" presStyleCnt="5"/>
      <dgm:spPr/>
    </dgm:pt>
  </dgm:ptLst>
  <dgm:cxnLst>
    <dgm:cxn modelId="{7B732E02-CD82-4E27-8FC9-B1EF2462007D}" srcId="{7B5C2F21-1EBC-48A9-A8CB-E6418AF378DF}" destId="{CEE3B6D4-F84C-4B90-B216-DCFFC40AB5FA}" srcOrd="0" destOrd="0" parTransId="{FD25EE08-5922-4AE4-9CAD-8EA8F092281E}" sibTransId="{2256DB6C-2DC4-45D3-9CC9-BBFCE6E2BBED}"/>
    <dgm:cxn modelId="{A2114B04-0293-4005-8597-D6180267E4DE}" type="presOf" srcId="{D734096E-0FF9-49AA-8600-29924299A645}" destId="{0068E5C5-00C1-4705-BE3D-19C1721DC406}" srcOrd="0" destOrd="0" presId="urn:microsoft.com/office/officeart/2011/layout/TabList"/>
    <dgm:cxn modelId="{A6381106-46FE-47B3-AD66-19BD92C05A9C}" type="presOf" srcId="{7B5C2F21-1EBC-48A9-A8CB-E6418AF378DF}" destId="{635096CD-FC4F-4C72-B71A-D931C2289B52}" srcOrd="0" destOrd="0" presId="urn:microsoft.com/office/officeart/2011/layout/TabList"/>
    <dgm:cxn modelId="{6C63A206-F4A8-448E-83B1-84F6B6CCE736}" type="presOf" srcId="{B6C5B93C-3C5B-4EFF-9723-5E3F1FAD63BC}" destId="{40BF0FD4-E1A0-44F6-89A8-6125FBCFA794}" srcOrd="0" destOrd="0" presId="urn:microsoft.com/office/officeart/2011/layout/TabList"/>
    <dgm:cxn modelId="{AC7EB508-DC8E-46A4-8B1E-2182A66EB48D}" type="presOf" srcId="{9FE1706A-EFDA-41A5-A773-A39316EC2830}" destId="{0D9FB510-481C-409C-81F2-4E3D77673F3E}" srcOrd="0" destOrd="0" presId="urn:microsoft.com/office/officeart/2011/layout/TabList"/>
    <dgm:cxn modelId="{B070700B-B69D-4C10-B238-2E760B92B06B}" srcId="{5451851A-D793-4BAD-A530-6AA3846418C3}" destId="{B3C044AD-EE3D-4628-AD80-324415DD091C}" srcOrd="3" destOrd="0" parTransId="{F3BEA7AF-F443-4AD3-952B-F949D21DDFA9}" sibTransId="{9E5F1919-8488-4F64-A947-304C519902F0}"/>
    <dgm:cxn modelId="{6FB3E017-448B-493B-8441-A2096C539D6A}" srcId="{5451851A-D793-4BAD-A530-6AA3846418C3}" destId="{B6C5B93C-3C5B-4EFF-9723-5E3F1FAD63BC}" srcOrd="0" destOrd="0" parTransId="{677A2E62-B40A-46C7-A86D-2B4F549CC091}" sibTransId="{879C13C4-F079-41B0-8478-277EA4EE2D56}"/>
    <dgm:cxn modelId="{FD0F4F25-1D6B-4F00-A46B-569DB7278A3D}" type="presOf" srcId="{B3C044AD-EE3D-4628-AD80-324415DD091C}" destId="{A7363449-2DC7-42D7-85C1-A2B5EBD95E26}" srcOrd="0" destOrd="0" presId="urn:microsoft.com/office/officeart/2011/layout/TabList"/>
    <dgm:cxn modelId="{545A1F28-C3DE-4ACB-8A97-13887DBE192B}" srcId="{B6C5B93C-3C5B-4EFF-9723-5E3F1FAD63BC}" destId="{38338752-738A-4585-97CE-9544AB536DF9}" srcOrd="0" destOrd="0" parTransId="{9DAC8491-12B7-4A31-A33A-D2C46CD6CD44}" sibTransId="{4BD4781C-9BBE-403C-9E37-D6188A070213}"/>
    <dgm:cxn modelId="{887B5A2B-0CA9-49E7-A2EC-5883E612FAB0}" type="presOf" srcId="{C0941678-E692-4F56-AECE-964CCB370481}" destId="{28B59E52-C5FB-416A-8E6E-46EC31769B43}" srcOrd="0" destOrd="0" presId="urn:microsoft.com/office/officeart/2011/layout/TabList"/>
    <dgm:cxn modelId="{7333F22D-B0B6-460E-933B-A3542DE2BA46}" type="presOf" srcId="{CEE3B6D4-F84C-4B90-B216-DCFFC40AB5FA}" destId="{7773D711-D973-4A92-AF71-AD154EEAB9D3}" srcOrd="0" destOrd="0" presId="urn:microsoft.com/office/officeart/2011/layout/TabList"/>
    <dgm:cxn modelId="{0B9DCC2F-8DFE-40E5-AE1C-CAF94D2966FD}" srcId="{5451851A-D793-4BAD-A530-6AA3846418C3}" destId="{C0941678-E692-4F56-AECE-964CCB370481}" srcOrd="1" destOrd="0" parTransId="{3FA26A6D-CA53-4AF0-8007-E0AF1DBFE3E2}" sibTransId="{BE8878D1-9BD8-4795-B7BA-7191463E973B}"/>
    <dgm:cxn modelId="{AF601B76-213E-4399-8978-A2E9D0F76373}" srcId="{C0941678-E692-4F56-AECE-964CCB370481}" destId="{D734096E-0FF9-49AA-8600-29924299A645}" srcOrd="0" destOrd="0" parTransId="{3F4EF640-C0A2-4658-B035-014C3DB50E68}" sibTransId="{CEAD0B1B-6A2E-45FA-B000-2F86A68074A1}"/>
    <dgm:cxn modelId="{064AA09A-64FE-4676-8564-F6AFFB40E1A3}" type="presOf" srcId="{CFC843DF-9A5F-40EF-948E-67D9792E0F9E}" destId="{C2951553-493E-467F-8DF3-6318E00F3CD5}" srcOrd="0" destOrd="0" presId="urn:microsoft.com/office/officeart/2011/layout/TabList"/>
    <dgm:cxn modelId="{39D379BE-DE0A-4ACE-83C7-0BC4D51B0CC3}" srcId="{B3C044AD-EE3D-4628-AD80-324415DD091C}" destId="{9FE1706A-EFDA-41A5-A773-A39316EC2830}" srcOrd="0" destOrd="0" parTransId="{64D7E0BF-54A4-4B36-A88F-CDE1B3BAE986}" sibTransId="{D4042DBE-E4E2-480C-AF7E-03C78682A8E3}"/>
    <dgm:cxn modelId="{D3241BC6-BE27-4363-B10E-682094C8621F}" type="presOf" srcId="{5451851A-D793-4BAD-A530-6AA3846418C3}" destId="{C0C88525-1BBB-4FE0-850D-D600A74CCF9A}" srcOrd="0" destOrd="0" presId="urn:microsoft.com/office/officeart/2011/layout/TabList"/>
    <dgm:cxn modelId="{145748DE-E20D-4A1C-A550-035B057FD404}" type="presOf" srcId="{38338752-738A-4585-97CE-9544AB536DF9}" destId="{55FDDEC3-34F3-4B71-AB67-03390DAF22BB}" srcOrd="0" destOrd="0" presId="urn:microsoft.com/office/officeart/2011/layout/TabList"/>
    <dgm:cxn modelId="{7117C8E3-92BC-42D9-9D0A-38D2204DD312}" type="presOf" srcId="{3083003A-8AB1-4CE5-80AA-59A24D1A8D7A}" destId="{D930D721-0407-42D6-84F4-42941E4B7410}" srcOrd="0" destOrd="0" presId="urn:microsoft.com/office/officeart/2011/layout/TabList"/>
    <dgm:cxn modelId="{8DB076E5-C64A-4CEE-B347-A6B77C16901D}" srcId="{3083003A-8AB1-4CE5-80AA-59A24D1A8D7A}" destId="{CFC843DF-9A5F-40EF-948E-67D9792E0F9E}" srcOrd="0" destOrd="0" parTransId="{86B52AFD-35F5-40FD-82EA-9F297F1F1591}" sibTransId="{F21DF78C-208E-4737-82E6-C9FD7042B593}"/>
    <dgm:cxn modelId="{93B38EEC-7A84-4E96-BCDE-25E31AAFACD3}" srcId="{5451851A-D793-4BAD-A530-6AA3846418C3}" destId="{7B5C2F21-1EBC-48A9-A8CB-E6418AF378DF}" srcOrd="4" destOrd="0" parTransId="{8F186750-C588-4EA8-8807-33727C62B3BE}" sibTransId="{9F9B30A4-92A5-4A71-BC1B-B303E10DE802}"/>
    <dgm:cxn modelId="{554559FD-6B41-47B2-9CA4-351E9BDF4F69}" srcId="{5451851A-D793-4BAD-A530-6AA3846418C3}" destId="{3083003A-8AB1-4CE5-80AA-59A24D1A8D7A}" srcOrd="2" destOrd="0" parTransId="{E191D485-F64B-4C34-865E-8BEB9B27D800}" sibTransId="{9F78341B-8A55-4555-9B8B-B35920EBB5CA}"/>
    <dgm:cxn modelId="{FF826681-5D9C-42E8-9C96-822780895385}" type="presParOf" srcId="{C0C88525-1BBB-4FE0-850D-D600A74CCF9A}" destId="{6D228C60-E14F-414F-A734-4995EAC005E5}" srcOrd="0" destOrd="0" presId="urn:microsoft.com/office/officeart/2011/layout/TabList"/>
    <dgm:cxn modelId="{26D37666-DAF1-477F-8097-2EDC4367C34D}" type="presParOf" srcId="{6D228C60-E14F-414F-A734-4995EAC005E5}" destId="{55FDDEC3-34F3-4B71-AB67-03390DAF22BB}" srcOrd="0" destOrd="0" presId="urn:microsoft.com/office/officeart/2011/layout/TabList"/>
    <dgm:cxn modelId="{8017E063-1A7B-42BB-B09F-36727990473B}" type="presParOf" srcId="{6D228C60-E14F-414F-A734-4995EAC005E5}" destId="{40BF0FD4-E1A0-44F6-89A8-6125FBCFA794}" srcOrd="1" destOrd="0" presId="urn:microsoft.com/office/officeart/2011/layout/TabList"/>
    <dgm:cxn modelId="{C03DE783-8A2D-443B-95FD-7E1A1FBC5290}" type="presParOf" srcId="{6D228C60-E14F-414F-A734-4995EAC005E5}" destId="{3C9DA15C-0905-4A1A-93C0-0CCBEF6E972C}" srcOrd="2" destOrd="0" presId="urn:microsoft.com/office/officeart/2011/layout/TabList"/>
    <dgm:cxn modelId="{D826CC1B-7E59-4D1C-86EA-17524F4080FE}" type="presParOf" srcId="{C0C88525-1BBB-4FE0-850D-D600A74CCF9A}" destId="{A44BD164-4B52-4B4F-9102-476A5F018BBD}" srcOrd="1" destOrd="0" presId="urn:microsoft.com/office/officeart/2011/layout/TabList"/>
    <dgm:cxn modelId="{674F13C3-D608-4F70-82C1-3944DD04EE8D}" type="presParOf" srcId="{C0C88525-1BBB-4FE0-850D-D600A74CCF9A}" destId="{242EBD53-7E34-4DB1-BF65-A28158E14922}" srcOrd="2" destOrd="0" presId="urn:microsoft.com/office/officeart/2011/layout/TabList"/>
    <dgm:cxn modelId="{7E4614C4-5F93-4323-8EDF-9A9754E181B2}" type="presParOf" srcId="{242EBD53-7E34-4DB1-BF65-A28158E14922}" destId="{0068E5C5-00C1-4705-BE3D-19C1721DC406}" srcOrd="0" destOrd="0" presId="urn:microsoft.com/office/officeart/2011/layout/TabList"/>
    <dgm:cxn modelId="{38528F57-5E9E-4670-B6F6-AA276B3E945A}" type="presParOf" srcId="{242EBD53-7E34-4DB1-BF65-A28158E14922}" destId="{28B59E52-C5FB-416A-8E6E-46EC31769B43}" srcOrd="1" destOrd="0" presId="urn:microsoft.com/office/officeart/2011/layout/TabList"/>
    <dgm:cxn modelId="{FFF24E46-A825-4388-A719-87C775BE147F}" type="presParOf" srcId="{242EBD53-7E34-4DB1-BF65-A28158E14922}" destId="{2C859170-6DF8-4D07-9BFE-C5085942C214}" srcOrd="2" destOrd="0" presId="urn:microsoft.com/office/officeart/2011/layout/TabList"/>
    <dgm:cxn modelId="{DDC526B2-636B-456D-B9DA-AE89F40C4685}" type="presParOf" srcId="{C0C88525-1BBB-4FE0-850D-D600A74CCF9A}" destId="{F2673C98-8535-4445-BD32-6BACD98F46F4}" srcOrd="3" destOrd="0" presId="urn:microsoft.com/office/officeart/2011/layout/TabList"/>
    <dgm:cxn modelId="{60EB6E8C-11C4-4A31-BB39-A3E5F271CB47}" type="presParOf" srcId="{C0C88525-1BBB-4FE0-850D-D600A74CCF9A}" destId="{54E86ED1-D5CC-4E44-A9C1-EFA1F29FCFE7}" srcOrd="4" destOrd="0" presId="urn:microsoft.com/office/officeart/2011/layout/TabList"/>
    <dgm:cxn modelId="{F9F42621-B9B4-4D83-816C-A7C0BEFB2F93}" type="presParOf" srcId="{54E86ED1-D5CC-4E44-A9C1-EFA1F29FCFE7}" destId="{C2951553-493E-467F-8DF3-6318E00F3CD5}" srcOrd="0" destOrd="0" presId="urn:microsoft.com/office/officeart/2011/layout/TabList"/>
    <dgm:cxn modelId="{B2A08D41-CA94-4FAC-B033-EA168BEB4896}" type="presParOf" srcId="{54E86ED1-D5CC-4E44-A9C1-EFA1F29FCFE7}" destId="{D930D721-0407-42D6-84F4-42941E4B7410}" srcOrd="1" destOrd="0" presId="urn:microsoft.com/office/officeart/2011/layout/TabList"/>
    <dgm:cxn modelId="{46345988-FC29-4D30-B4AB-CEC6C9E1D40D}" type="presParOf" srcId="{54E86ED1-D5CC-4E44-A9C1-EFA1F29FCFE7}" destId="{CF2E5A1D-736B-4DEB-8217-5156531D30D0}" srcOrd="2" destOrd="0" presId="urn:microsoft.com/office/officeart/2011/layout/TabList"/>
    <dgm:cxn modelId="{A32BF829-87DC-444A-A822-1C8841151C2B}" type="presParOf" srcId="{C0C88525-1BBB-4FE0-850D-D600A74CCF9A}" destId="{6B5FCD67-CFC5-4C41-9088-9B9BAE8397F7}" srcOrd="5" destOrd="0" presId="urn:microsoft.com/office/officeart/2011/layout/TabList"/>
    <dgm:cxn modelId="{CE8B1373-10A9-4391-9FBC-2585069F1A0D}" type="presParOf" srcId="{C0C88525-1BBB-4FE0-850D-D600A74CCF9A}" destId="{FB801193-F753-4389-9112-89C5D3BC06AC}" srcOrd="6" destOrd="0" presId="urn:microsoft.com/office/officeart/2011/layout/TabList"/>
    <dgm:cxn modelId="{04435A91-ED44-453D-8678-B47129A01C6F}" type="presParOf" srcId="{FB801193-F753-4389-9112-89C5D3BC06AC}" destId="{0D9FB510-481C-409C-81F2-4E3D77673F3E}" srcOrd="0" destOrd="0" presId="urn:microsoft.com/office/officeart/2011/layout/TabList"/>
    <dgm:cxn modelId="{B3E82E8E-7040-4BBD-AB17-E623B941B2CC}" type="presParOf" srcId="{FB801193-F753-4389-9112-89C5D3BC06AC}" destId="{A7363449-2DC7-42D7-85C1-A2B5EBD95E26}" srcOrd="1" destOrd="0" presId="urn:microsoft.com/office/officeart/2011/layout/TabList"/>
    <dgm:cxn modelId="{4DF6BA9C-6A83-4D4E-913E-2611EBDE7D3C}" type="presParOf" srcId="{FB801193-F753-4389-9112-89C5D3BC06AC}" destId="{5F3F4CAB-3ACA-4762-A3BF-9B9F87ACCBC1}" srcOrd="2" destOrd="0" presId="urn:microsoft.com/office/officeart/2011/layout/TabList"/>
    <dgm:cxn modelId="{FBC6662C-4FFA-4AAB-A51C-D635DA3B4118}" type="presParOf" srcId="{C0C88525-1BBB-4FE0-850D-D600A74CCF9A}" destId="{BB86EDBA-D523-41E1-A717-0D656E7283B6}" srcOrd="7" destOrd="0" presId="urn:microsoft.com/office/officeart/2011/layout/TabList"/>
    <dgm:cxn modelId="{C31DA8E4-AF9B-416E-8E31-4B9BAB940C7F}" type="presParOf" srcId="{C0C88525-1BBB-4FE0-850D-D600A74CCF9A}" destId="{EC63FEE0-4326-4B65-BAC8-AAD95F8727C8}" srcOrd="8" destOrd="0" presId="urn:microsoft.com/office/officeart/2011/layout/TabList"/>
    <dgm:cxn modelId="{C6730510-85D6-4B75-A91F-AFA1E176B54A}" type="presParOf" srcId="{EC63FEE0-4326-4B65-BAC8-AAD95F8727C8}" destId="{7773D711-D973-4A92-AF71-AD154EEAB9D3}" srcOrd="0" destOrd="0" presId="urn:microsoft.com/office/officeart/2011/layout/TabList"/>
    <dgm:cxn modelId="{B6CAD003-A2CB-464E-8905-0338D9BE3BDC}" type="presParOf" srcId="{EC63FEE0-4326-4B65-BAC8-AAD95F8727C8}" destId="{635096CD-FC4F-4C72-B71A-D931C2289B52}" srcOrd="1" destOrd="0" presId="urn:microsoft.com/office/officeart/2011/layout/TabList"/>
    <dgm:cxn modelId="{855E14A9-D90F-4603-8E59-E8924BBABB9B}" type="presParOf" srcId="{EC63FEE0-4326-4B65-BAC8-AAD95F8727C8}" destId="{450C01C0-9AF3-4DF8-BE49-E425447072BD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E93B851-0114-4D3A-843E-F5B35AC10A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8BF5E6-46AA-416A-AA8C-A5AA0F9DFFED}">
      <dgm:prSet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b="0" dirty="0"/>
            <a:t> </a:t>
          </a:r>
          <a:r>
            <a:rPr lang="en-US" b="0" dirty="0" err="1"/>
            <a:t>트레이닝</a:t>
          </a:r>
          <a:r>
            <a:rPr lang="en-US" b="0" dirty="0"/>
            <a:t> </a:t>
          </a:r>
          <a:r>
            <a:rPr lang="en-US" b="0" dirty="0" err="1"/>
            <a:t>데이터</a:t>
          </a:r>
          <a:r>
            <a:rPr lang="en-US" b="0" dirty="0"/>
            <a:t> (Training data)</a:t>
          </a:r>
          <a:endParaRPr lang="en-US" dirty="0"/>
        </a:p>
      </dgm:t>
    </dgm:pt>
    <dgm:pt modelId="{A57704E5-D1CE-4913-B116-4C60AD0A1D81}" type="parTrans" cxnId="{32E9F106-46D8-4808-BD2A-6FFDE44912BB}">
      <dgm:prSet/>
      <dgm:spPr/>
      <dgm:t>
        <a:bodyPr/>
        <a:lstStyle/>
        <a:p>
          <a:endParaRPr lang="en-US"/>
        </a:p>
      </dgm:t>
    </dgm:pt>
    <dgm:pt modelId="{B4C97D12-AAAD-439D-98C2-CE3611327D7E}" type="sibTrans" cxnId="{32E9F106-46D8-4808-BD2A-6FFDE44912BB}">
      <dgm:prSet/>
      <dgm:spPr/>
      <dgm:t>
        <a:bodyPr/>
        <a:lstStyle/>
        <a:p>
          <a:endParaRPr lang="en-US"/>
        </a:p>
      </dgm:t>
    </dgm:pt>
    <dgm:pt modelId="{067CA279-9AC5-458C-8AEE-D8C1D1BECA18}">
      <dgm:prSet/>
      <dgm:spPr/>
      <dgm:t>
        <a:bodyPr/>
        <a:lstStyle/>
        <a:p>
          <a:r>
            <a:rPr lang="en-US" b="0">
              <a:solidFill>
                <a:schemeClr val="bg1"/>
              </a:solidFill>
            </a:rPr>
            <a:t>학습해야 하는 모델의 핵심 데이터세트</a:t>
          </a:r>
          <a:endParaRPr lang="en-US">
            <a:solidFill>
              <a:schemeClr val="bg1"/>
            </a:solidFill>
          </a:endParaRPr>
        </a:p>
      </dgm:t>
    </dgm:pt>
    <dgm:pt modelId="{CC0FB86B-ED1F-4F47-A5B9-6E953E00249E}" type="parTrans" cxnId="{5B21A47A-64EB-4D5F-AA98-67A7409F7489}">
      <dgm:prSet/>
      <dgm:spPr/>
      <dgm:t>
        <a:bodyPr/>
        <a:lstStyle/>
        <a:p>
          <a:endParaRPr lang="en-US"/>
        </a:p>
      </dgm:t>
    </dgm:pt>
    <dgm:pt modelId="{FF68BDC7-4F93-482F-A3D9-DC4A77784ECC}" type="sibTrans" cxnId="{5B21A47A-64EB-4D5F-AA98-67A7409F7489}">
      <dgm:prSet/>
      <dgm:spPr/>
      <dgm:t>
        <a:bodyPr/>
        <a:lstStyle/>
        <a:p>
          <a:endParaRPr lang="en-US"/>
        </a:p>
      </dgm:t>
    </dgm:pt>
    <dgm:pt modelId="{10E05210-1656-4C04-95F7-037FBF1B6233}">
      <dgm:prSet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b="0" dirty="0"/>
            <a:t> </a:t>
          </a:r>
          <a:r>
            <a:rPr lang="en-US" b="0" dirty="0" err="1"/>
            <a:t>검증</a:t>
          </a:r>
          <a:r>
            <a:rPr lang="en-US" b="0" dirty="0"/>
            <a:t> </a:t>
          </a:r>
          <a:r>
            <a:rPr lang="en-US" b="0" dirty="0" err="1"/>
            <a:t>데이터</a:t>
          </a:r>
          <a:r>
            <a:rPr lang="en-US" b="0" dirty="0"/>
            <a:t> (Validation data)</a:t>
          </a:r>
          <a:endParaRPr lang="en-US" dirty="0"/>
        </a:p>
      </dgm:t>
    </dgm:pt>
    <dgm:pt modelId="{66189D18-E562-4F02-B239-C8D5D35BF706}" type="parTrans" cxnId="{045C4F8A-B964-41CC-8782-1D7A4760BC0E}">
      <dgm:prSet/>
      <dgm:spPr/>
      <dgm:t>
        <a:bodyPr/>
        <a:lstStyle/>
        <a:p>
          <a:endParaRPr lang="en-US"/>
        </a:p>
      </dgm:t>
    </dgm:pt>
    <dgm:pt modelId="{FCAEFEBA-7B91-4CB5-8084-2ED915F63DF4}" type="sibTrans" cxnId="{045C4F8A-B964-41CC-8782-1D7A4760BC0E}">
      <dgm:prSet/>
      <dgm:spPr/>
      <dgm:t>
        <a:bodyPr/>
        <a:lstStyle/>
        <a:p>
          <a:endParaRPr lang="en-US"/>
        </a:p>
      </dgm:t>
    </dgm:pt>
    <dgm:pt modelId="{0D9B8B32-58A2-482E-904F-123D0ADD9259}">
      <dgm:prSet/>
      <dgm:spPr/>
      <dgm:t>
        <a:bodyPr/>
        <a:lstStyle/>
        <a:p>
          <a:r>
            <a:rPr lang="en-US" b="0">
              <a:solidFill>
                <a:schemeClr val="bg1"/>
              </a:solidFill>
            </a:rPr>
            <a:t>정말로 이해하는지(일반화 가능한지)를 확인하기 위한 모델의 새 데이터 </a:t>
          </a:r>
          <a:endParaRPr lang="en-US">
            <a:solidFill>
              <a:schemeClr val="bg1"/>
            </a:solidFill>
          </a:endParaRPr>
        </a:p>
      </dgm:t>
    </dgm:pt>
    <dgm:pt modelId="{37517FBE-3319-4FA6-B0B3-A4E7DE21B37F}" type="parTrans" cxnId="{C0D2150F-FD2D-4C5D-8BB6-10514801D773}">
      <dgm:prSet/>
      <dgm:spPr/>
      <dgm:t>
        <a:bodyPr/>
        <a:lstStyle/>
        <a:p>
          <a:endParaRPr lang="en-US"/>
        </a:p>
      </dgm:t>
    </dgm:pt>
    <dgm:pt modelId="{0622E175-6686-4BC3-B869-6BB636D5F22F}" type="sibTrans" cxnId="{C0D2150F-FD2D-4C5D-8BB6-10514801D773}">
      <dgm:prSet/>
      <dgm:spPr/>
      <dgm:t>
        <a:bodyPr/>
        <a:lstStyle/>
        <a:p>
          <a:endParaRPr lang="en-US"/>
        </a:p>
      </dgm:t>
    </dgm:pt>
    <dgm:pt modelId="{689FA07E-0F09-4502-9C17-90BEC20FFA8B}">
      <dgm:prSet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b="0" dirty="0"/>
            <a:t> </a:t>
          </a:r>
          <a:r>
            <a:rPr lang="en-US" b="0" dirty="0" err="1"/>
            <a:t>과적합</a:t>
          </a:r>
          <a:r>
            <a:rPr lang="en-US" b="0" dirty="0"/>
            <a:t> (Overfitting)</a:t>
          </a:r>
          <a:endParaRPr lang="en-US" dirty="0"/>
        </a:p>
      </dgm:t>
    </dgm:pt>
    <dgm:pt modelId="{7DA897C9-74AA-45DF-BF39-375D9EFD6ED7}" type="parTrans" cxnId="{F7187B79-E97A-4555-BF37-E5C4AB834D40}">
      <dgm:prSet/>
      <dgm:spPr/>
      <dgm:t>
        <a:bodyPr/>
        <a:lstStyle/>
        <a:p>
          <a:endParaRPr lang="en-US"/>
        </a:p>
      </dgm:t>
    </dgm:pt>
    <dgm:pt modelId="{5050BBE8-EB40-41DC-AACE-9F68DDA2EC56}" type="sibTrans" cxnId="{F7187B79-E97A-4555-BF37-E5C4AB834D40}">
      <dgm:prSet/>
      <dgm:spPr/>
      <dgm:t>
        <a:bodyPr/>
        <a:lstStyle/>
        <a:p>
          <a:endParaRPr lang="en-US"/>
        </a:p>
      </dgm:t>
    </dgm:pt>
    <dgm:pt modelId="{326466F6-0CD6-4CC4-AA0D-E9879DCACA52}">
      <dgm:prSet/>
      <dgm:spPr/>
      <dgm:t>
        <a:bodyPr/>
        <a:lstStyle/>
        <a:p>
          <a:r>
            <a:rPr lang="en-US" b="0" dirty="0" err="1">
              <a:solidFill>
                <a:schemeClr val="bg1"/>
              </a:solidFill>
            </a:rPr>
            <a:t>모델이</a:t>
          </a:r>
          <a:r>
            <a:rPr lang="en-US" b="0" dirty="0">
              <a:solidFill>
                <a:schemeClr val="bg1"/>
              </a:solidFill>
            </a:rPr>
            <a:t> </a:t>
          </a:r>
          <a:r>
            <a:rPr lang="en-US" b="0" dirty="0" err="1">
              <a:solidFill>
                <a:schemeClr val="bg1"/>
              </a:solidFill>
            </a:rPr>
            <a:t>트레이닝</a:t>
          </a:r>
          <a:r>
            <a:rPr lang="en-US" b="0" dirty="0">
              <a:solidFill>
                <a:schemeClr val="bg1"/>
              </a:solidFill>
            </a:rPr>
            <a:t> </a:t>
          </a:r>
          <a:r>
            <a:rPr lang="en-US" b="0" dirty="0" err="1">
              <a:solidFill>
                <a:schemeClr val="bg1"/>
              </a:solidFill>
            </a:rPr>
            <a:t>데이터에</a:t>
          </a:r>
          <a:r>
            <a:rPr lang="en-US" b="0" dirty="0">
              <a:solidFill>
                <a:schemeClr val="bg1"/>
              </a:solidFill>
            </a:rPr>
            <a:t> </a:t>
          </a:r>
          <a:r>
            <a:rPr lang="en-US" b="0" dirty="0" err="1">
              <a:solidFill>
                <a:schemeClr val="bg1"/>
              </a:solidFill>
            </a:rPr>
            <a:t>대한</a:t>
          </a:r>
          <a:r>
            <a:rPr lang="en-US" b="0" dirty="0">
              <a:solidFill>
                <a:schemeClr val="bg1"/>
              </a:solidFill>
            </a:rPr>
            <a:t> </a:t>
          </a:r>
          <a:r>
            <a:rPr lang="en-US" b="0" dirty="0" err="1">
              <a:solidFill>
                <a:schemeClr val="bg1"/>
              </a:solidFill>
            </a:rPr>
            <a:t>좋은</a:t>
          </a:r>
          <a:r>
            <a:rPr lang="en-US" b="0" dirty="0">
              <a:solidFill>
                <a:schemeClr val="bg1"/>
              </a:solidFill>
            </a:rPr>
            <a:t> </a:t>
          </a:r>
          <a:r>
            <a:rPr lang="en-US" b="0" dirty="0" err="1">
              <a:solidFill>
                <a:schemeClr val="bg1"/>
              </a:solidFill>
            </a:rPr>
            <a:t>성능을</a:t>
          </a:r>
          <a:r>
            <a:rPr lang="en-US" b="0" dirty="0">
              <a:solidFill>
                <a:schemeClr val="bg1"/>
              </a:solidFill>
            </a:rPr>
            <a:t> </a:t>
          </a:r>
          <a:r>
            <a:rPr lang="en-US" b="0" dirty="0" err="1">
              <a:solidFill>
                <a:schemeClr val="bg1"/>
              </a:solidFill>
            </a:rPr>
            <a:t>보이지만</a:t>
          </a:r>
          <a:r>
            <a:rPr lang="en-US" b="0" dirty="0">
              <a:solidFill>
                <a:schemeClr val="bg1"/>
              </a:solidFill>
            </a:rPr>
            <a:t> </a:t>
          </a:r>
          <a:r>
            <a:rPr lang="en-US" b="0" dirty="0" err="1">
              <a:solidFill>
                <a:schemeClr val="bg1"/>
              </a:solidFill>
            </a:rPr>
            <a:t>검증</a:t>
          </a:r>
          <a:r>
            <a:rPr lang="en-US" b="0" dirty="0">
              <a:solidFill>
                <a:schemeClr val="bg1"/>
              </a:solidFill>
            </a:rPr>
            <a:t> </a:t>
          </a:r>
          <a:r>
            <a:rPr lang="en-US" b="0" dirty="0" err="1">
              <a:solidFill>
                <a:schemeClr val="bg1"/>
              </a:solidFill>
            </a:rPr>
            <a:t>데이터는</a:t>
          </a:r>
          <a:r>
            <a:rPr lang="en-US" b="0" dirty="0">
              <a:solidFill>
                <a:schemeClr val="bg1"/>
              </a:solidFill>
            </a:rPr>
            <a:t> </a:t>
          </a:r>
          <a:r>
            <a:rPr lang="en-US" b="0" dirty="0" err="1">
              <a:solidFill>
                <a:schemeClr val="bg1"/>
              </a:solidFill>
            </a:rPr>
            <a:t>그렇지</a:t>
          </a:r>
          <a:r>
            <a:rPr lang="en-US" b="0" dirty="0">
              <a:solidFill>
                <a:schemeClr val="bg1"/>
              </a:solidFill>
            </a:rPr>
            <a:t> </a:t>
          </a:r>
          <a:r>
            <a:rPr lang="en-US" b="0" dirty="0" err="1">
              <a:solidFill>
                <a:schemeClr val="bg1"/>
              </a:solidFill>
            </a:rPr>
            <a:t>못함</a:t>
          </a:r>
          <a:r>
            <a:rPr lang="en-US" b="0" dirty="0">
              <a:solidFill>
                <a:schemeClr val="bg1"/>
              </a:solidFill>
            </a:rPr>
            <a:t>(</a:t>
          </a:r>
          <a:r>
            <a:rPr lang="ko-KR" altLang="en-US" b="0" dirty="0">
              <a:solidFill>
                <a:schemeClr val="bg1"/>
              </a:solidFill>
            </a:rPr>
            <a:t>암기</a:t>
          </a:r>
          <a:r>
            <a:rPr lang="en-US" b="0" dirty="0">
              <a:solidFill>
                <a:schemeClr val="bg1"/>
              </a:solidFill>
            </a:rPr>
            <a:t>의 </a:t>
          </a:r>
          <a:r>
            <a:rPr lang="en-US" b="0" dirty="0" err="1">
              <a:solidFill>
                <a:schemeClr val="bg1"/>
              </a:solidFill>
            </a:rPr>
            <a:t>증거</a:t>
          </a:r>
          <a:r>
            <a:rPr lang="en-US" b="0" dirty="0">
              <a:solidFill>
                <a:schemeClr val="bg1"/>
              </a:solidFill>
            </a:rPr>
            <a:t>)</a:t>
          </a:r>
          <a:endParaRPr lang="en-US" dirty="0">
            <a:solidFill>
              <a:schemeClr val="bg1"/>
            </a:solidFill>
          </a:endParaRPr>
        </a:p>
      </dgm:t>
    </dgm:pt>
    <dgm:pt modelId="{ED9503A1-2CE6-450C-8204-FFE853C28CFA}" type="parTrans" cxnId="{334F5B48-1A7B-4307-AF8B-AC5CA42B0611}">
      <dgm:prSet/>
      <dgm:spPr/>
      <dgm:t>
        <a:bodyPr/>
        <a:lstStyle/>
        <a:p>
          <a:endParaRPr lang="en-US"/>
        </a:p>
      </dgm:t>
    </dgm:pt>
    <dgm:pt modelId="{B5887C9F-BAD9-40AE-A1A6-CF7F46184BE7}" type="sibTrans" cxnId="{334F5B48-1A7B-4307-AF8B-AC5CA42B0611}">
      <dgm:prSet/>
      <dgm:spPr/>
      <dgm:t>
        <a:bodyPr/>
        <a:lstStyle/>
        <a:p>
          <a:endParaRPr lang="en-US"/>
        </a:p>
      </dgm:t>
    </dgm:pt>
    <dgm:pt modelId="{A356F1CF-AEDC-4D25-9C3C-9DF338F2ABD7}">
      <dgm:prSet/>
      <dgm:spPr/>
      <dgm:t>
        <a:bodyPr/>
        <a:lstStyle/>
        <a:p>
          <a:r>
            <a:rPr lang="en-US" b="0" dirty="0" err="1">
              <a:solidFill>
                <a:schemeClr val="bg1"/>
              </a:solidFill>
            </a:rPr>
            <a:t>정확도</a:t>
          </a:r>
          <a:r>
            <a:rPr lang="en-US" b="0" dirty="0">
              <a:solidFill>
                <a:schemeClr val="bg1"/>
              </a:solidFill>
            </a:rPr>
            <a:t> 및 </a:t>
          </a:r>
          <a:r>
            <a:rPr lang="en-US" b="0" dirty="0" err="1">
              <a:solidFill>
                <a:schemeClr val="bg1"/>
              </a:solidFill>
            </a:rPr>
            <a:t>손실이</a:t>
          </a:r>
          <a:r>
            <a:rPr lang="en-US" b="0" dirty="0">
              <a:solidFill>
                <a:schemeClr val="bg1"/>
              </a:solidFill>
            </a:rPr>
            <a:t> 두 </a:t>
          </a:r>
          <a:r>
            <a:rPr lang="en-US" b="0" dirty="0" err="1">
              <a:solidFill>
                <a:schemeClr val="bg1"/>
              </a:solidFill>
            </a:rPr>
            <a:t>데이터세트</a:t>
          </a:r>
          <a:r>
            <a:rPr lang="en-US" b="0" dirty="0">
              <a:solidFill>
                <a:schemeClr val="bg1"/>
              </a:solidFill>
            </a:rPr>
            <a:t> </a:t>
          </a:r>
          <a:r>
            <a:rPr lang="en-US" b="0" dirty="0" err="1">
              <a:solidFill>
                <a:schemeClr val="bg1"/>
              </a:solidFill>
            </a:rPr>
            <a:t>간에</a:t>
          </a:r>
          <a:r>
            <a:rPr lang="en-US" b="0" dirty="0">
              <a:solidFill>
                <a:schemeClr val="bg1"/>
              </a:solidFill>
            </a:rPr>
            <a:t> </a:t>
          </a:r>
          <a:r>
            <a:rPr lang="en-US" b="0" dirty="0" err="1">
              <a:solidFill>
                <a:schemeClr val="bg1"/>
              </a:solidFill>
            </a:rPr>
            <a:t>유사해야</a:t>
          </a:r>
          <a:r>
            <a:rPr lang="en-US" b="0" dirty="0">
              <a:solidFill>
                <a:schemeClr val="bg1"/>
              </a:solidFill>
            </a:rPr>
            <a:t> </a:t>
          </a:r>
          <a:r>
            <a:rPr lang="en-US" b="0" dirty="0" err="1">
              <a:solidFill>
                <a:schemeClr val="bg1"/>
              </a:solidFill>
            </a:rPr>
            <a:t>이상적임</a:t>
          </a:r>
          <a:endParaRPr lang="en-US" dirty="0">
            <a:solidFill>
              <a:schemeClr val="bg1"/>
            </a:solidFill>
          </a:endParaRPr>
        </a:p>
      </dgm:t>
    </dgm:pt>
    <dgm:pt modelId="{EC7231C5-84F6-41A4-9785-6C2A20F94D5F}" type="parTrans" cxnId="{CA516D7E-6779-47CB-9884-93AC9428F560}">
      <dgm:prSet/>
      <dgm:spPr/>
      <dgm:t>
        <a:bodyPr/>
        <a:lstStyle/>
        <a:p>
          <a:endParaRPr lang="en-US"/>
        </a:p>
      </dgm:t>
    </dgm:pt>
    <dgm:pt modelId="{902B2603-5B64-45F7-BFD2-6071512F0A28}" type="sibTrans" cxnId="{CA516D7E-6779-47CB-9884-93AC9428F560}">
      <dgm:prSet/>
      <dgm:spPr/>
      <dgm:t>
        <a:bodyPr/>
        <a:lstStyle/>
        <a:p>
          <a:endParaRPr lang="en-US"/>
        </a:p>
      </dgm:t>
    </dgm:pt>
    <dgm:pt modelId="{EA845857-4122-460E-813F-08A1789C1649}" type="pres">
      <dgm:prSet presAssocID="{2E93B851-0114-4D3A-843E-F5B35AC10A59}" presName="linear" presStyleCnt="0">
        <dgm:presLayoutVars>
          <dgm:animLvl val="lvl"/>
          <dgm:resizeHandles val="exact"/>
        </dgm:presLayoutVars>
      </dgm:prSet>
      <dgm:spPr/>
    </dgm:pt>
    <dgm:pt modelId="{02B199F0-39F9-498A-8089-B9A7B6829471}" type="pres">
      <dgm:prSet presAssocID="{038BF5E6-46AA-416A-AA8C-A5AA0F9DFFE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FD24BE4-FAF5-4066-ACE3-D3D7356AF047}" type="pres">
      <dgm:prSet presAssocID="{038BF5E6-46AA-416A-AA8C-A5AA0F9DFFED}" presName="childText" presStyleLbl="revTx" presStyleIdx="0" presStyleCnt="3">
        <dgm:presLayoutVars>
          <dgm:bulletEnabled val="1"/>
        </dgm:presLayoutVars>
      </dgm:prSet>
      <dgm:spPr/>
    </dgm:pt>
    <dgm:pt modelId="{4E1C8BEE-390B-4937-8AFB-052E32B2C2E8}" type="pres">
      <dgm:prSet presAssocID="{10E05210-1656-4C04-95F7-037FBF1B623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53D6C5E-89B3-4071-81A4-E2B299EE6237}" type="pres">
      <dgm:prSet presAssocID="{10E05210-1656-4C04-95F7-037FBF1B6233}" presName="childText" presStyleLbl="revTx" presStyleIdx="1" presStyleCnt="3">
        <dgm:presLayoutVars>
          <dgm:bulletEnabled val="1"/>
        </dgm:presLayoutVars>
      </dgm:prSet>
      <dgm:spPr/>
    </dgm:pt>
    <dgm:pt modelId="{501CB61A-1E8B-40E1-ACB0-220EACECD329}" type="pres">
      <dgm:prSet presAssocID="{689FA07E-0F09-4502-9C17-90BEC20FFA8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14CE05A-3F29-4987-AE6A-E140B73C6E7B}" type="pres">
      <dgm:prSet presAssocID="{689FA07E-0F09-4502-9C17-90BEC20FFA8B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32E9F106-46D8-4808-BD2A-6FFDE44912BB}" srcId="{2E93B851-0114-4D3A-843E-F5B35AC10A59}" destId="{038BF5E6-46AA-416A-AA8C-A5AA0F9DFFED}" srcOrd="0" destOrd="0" parTransId="{A57704E5-D1CE-4913-B116-4C60AD0A1D81}" sibTransId="{B4C97D12-AAAD-439D-98C2-CE3611327D7E}"/>
    <dgm:cxn modelId="{07E61B0C-6491-4C13-A09D-B8617BF0C7C3}" type="presOf" srcId="{326466F6-0CD6-4CC4-AA0D-E9879DCACA52}" destId="{E14CE05A-3F29-4987-AE6A-E140B73C6E7B}" srcOrd="0" destOrd="0" presId="urn:microsoft.com/office/officeart/2005/8/layout/vList2"/>
    <dgm:cxn modelId="{C0D2150F-FD2D-4C5D-8BB6-10514801D773}" srcId="{10E05210-1656-4C04-95F7-037FBF1B6233}" destId="{0D9B8B32-58A2-482E-904F-123D0ADD9259}" srcOrd="0" destOrd="0" parTransId="{37517FBE-3319-4FA6-B0B3-A4E7DE21B37F}" sibTransId="{0622E175-6686-4BC3-B869-6BB636D5F22F}"/>
    <dgm:cxn modelId="{37893010-9029-4AED-95E3-B46DF5BEE0AD}" type="presOf" srcId="{067CA279-9AC5-458C-8AEE-D8C1D1BECA18}" destId="{CFD24BE4-FAF5-4066-ACE3-D3D7356AF047}" srcOrd="0" destOrd="0" presId="urn:microsoft.com/office/officeart/2005/8/layout/vList2"/>
    <dgm:cxn modelId="{A79ED613-FB00-4B18-99A0-18808F096EEE}" type="presOf" srcId="{038BF5E6-46AA-416A-AA8C-A5AA0F9DFFED}" destId="{02B199F0-39F9-498A-8089-B9A7B6829471}" srcOrd="0" destOrd="0" presId="urn:microsoft.com/office/officeart/2005/8/layout/vList2"/>
    <dgm:cxn modelId="{02773530-83C2-4DB5-AF73-84574EB0DC23}" type="presOf" srcId="{0D9B8B32-58A2-482E-904F-123D0ADD9259}" destId="{553D6C5E-89B3-4071-81A4-E2B299EE6237}" srcOrd="0" destOrd="0" presId="urn:microsoft.com/office/officeart/2005/8/layout/vList2"/>
    <dgm:cxn modelId="{52EA3A65-F914-4CF1-A288-2D0BBA42716B}" type="presOf" srcId="{A356F1CF-AEDC-4D25-9C3C-9DF338F2ABD7}" destId="{E14CE05A-3F29-4987-AE6A-E140B73C6E7B}" srcOrd="0" destOrd="1" presId="urn:microsoft.com/office/officeart/2005/8/layout/vList2"/>
    <dgm:cxn modelId="{334F5B48-1A7B-4307-AF8B-AC5CA42B0611}" srcId="{689FA07E-0F09-4502-9C17-90BEC20FFA8B}" destId="{326466F6-0CD6-4CC4-AA0D-E9879DCACA52}" srcOrd="0" destOrd="0" parTransId="{ED9503A1-2CE6-450C-8204-FFE853C28CFA}" sibTransId="{B5887C9F-BAD9-40AE-A1A6-CF7F46184BE7}"/>
    <dgm:cxn modelId="{94757977-E7EB-4699-A705-95CD00F36396}" type="presOf" srcId="{689FA07E-0F09-4502-9C17-90BEC20FFA8B}" destId="{501CB61A-1E8B-40E1-ACB0-220EACECD329}" srcOrd="0" destOrd="0" presId="urn:microsoft.com/office/officeart/2005/8/layout/vList2"/>
    <dgm:cxn modelId="{F7187B79-E97A-4555-BF37-E5C4AB834D40}" srcId="{2E93B851-0114-4D3A-843E-F5B35AC10A59}" destId="{689FA07E-0F09-4502-9C17-90BEC20FFA8B}" srcOrd="2" destOrd="0" parTransId="{7DA897C9-74AA-45DF-BF39-375D9EFD6ED7}" sibTransId="{5050BBE8-EB40-41DC-AACE-9F68DDA2EC56}"/>
    <dgm:cxn modelId="{5B21A47A-64EB-4D5F-AA98-67A7409F7489}" srcId="{038BF5E6-46AA-416A-AA8C-A5AA0F9DFFED}" destId="{067CA279-9AC5-458C-8AEE-D8C1D1BECA18}" srcOrd="0" destOrd="0" parTransId="{CC0FB86B-ED1F-4F47-A5B9-6E953E00249E}" sibTransId="{FF68BDC7-4F93-482F-A3D9-DC4A77784ECC}"/>
    <dgm:cxn modelId="{CA516D7E-6779-47CB-9884-93AC9428F560}" srcId="{689FA07E-0F09-4502-9C17-90BEC20FFA8B}" destId="{A356F1CF-AEDC-4D25-9C3C-9DF338F2ABD7}" srcOrd="1" destOrd="0" parTransId="{EC7231C5-84F6-41A4-9785-6C2A20F94D5F}" sibTransId="{902B2603-5B64-45F7-BFD2-6071512F0A28}"/>
    <dgm:cxn modelId="{045C4F8A-B964-41CC-8782-1D7A4760BC0E}" srcId="{2E93B851-0114-4D3A-843E-F5B35AC10A59}" destId="{10E05210-1656-4C04-95F7-037FBF1B6233}" srcOrd="1" destOrd="0" parTransId="{66189D18-E562-4F02-B239-C8D5D35BF706}" sibTransId="{FCAEFEBA-7B91-4CB5-8084-2ED915F63DF4}"/>
    <dgm:cxn modelId="{F51EBC90-528C-41C3-BA4F-662D2082F99A}" type="presOf" srcId="{2E93B851-0114-4D3A-843E-F5B35AC10A59}" destId="{EA845857-4122-460E-813F-08A1789C1649}" srcOrd="0" destOrd="0" presId="urn:microsoft.com/office/officeart/2005/8/layout/vList2"/>
    <dgm:cxn modelId="{F832BC92-874F-4342-837A-76869024F441}" type="presOf" srcId="{10E05210-1656-4C04-95F7-037FBF1B6233}" destId="{4E1C8BEE-390B-4937-8AFB-052E32B2C2E8}" srcOrd="0" destOrd="0" presId="urn:microsoft.com/office/officeart/2005/8/layout/vList2"/>
    <dgm:cxn modelId="{35BF69AA-85E9-4052-BB5D-4ECA1FD03961}" type="presParOf" srcId="{EA845857-4122-460E-813F-08A1789C1649}" destId="{02B199F0-39F9-498A-8089-B9A7B6829471}" srcOrd="0" destOrd="0" presId="urn:microsoft.com/office/officeart/2005/8/layout/vList2"/>
    <dgm:cxn modelId="{ABAC0A93-9DEC-4172-9266-1E9D98A2D25F}" type="presParOf" srcId="{EA845857-4122-460E-813F-08A1789C1649}" destId="{CFD24BE4-FAF5-4066-ACE3-D3D7356AF047}" srcOrd="1" destOrd="0" presId="urn:microsoft.com/office/officeart/2005/8/layout/vList2"/>
    <dgm:cxn modelId="{9B71B314-C3E5-4A52-B739-449EE6E1BEE1}" type="presParOf" srcId="{EA845857-4122-460E-813F-08A1789C1649}" destId="{4E1C8BEE-390B-4937-8AFB-052E32B2C2E8}" srcOrd="2" destOrd="0" presId="urn:microsoft.com/office/officeart/2005/8/layout/vList2"/>
    <dgm:cxn modelId="{24115868-5A72-43EB-86F5-CC2A4C009909}" type="presParOf" srcId="{EA845857-4122-460E-813F-08A1789C1649}" destId="{553D6C5E-89B3-4071-81A4-E2B299EE6237}" srcOrd="3" destOrd="0" presId="urn:microsoft.com/office/officeart/2005/8/layout/vList2"/>
    <dgm:cxn modelId="{03486A5F-29D8-47B3-ADD1-8CD125923205}" type="presParOf" srcId="{EA845857-4122-460E-813F-08A1789C1649}" destId="{501CB61A-1E8B-40E1-ACB0-220EACECD329}" srcOrd="4" destOrd="0" presId="urn:microsoft.com/office/officeart/2005/8/layout/vList2"/>
    <dgm:cxn modelId="{963A4A75-6E81-4D47-82E4-04939A372C35}" type="presParOf" srcId="{EA845857-4122-460E-813F-08A1789C1649}" destId="{E14CE05A-3F29-4987-AE6A-E140B73C6E7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0A7D4-969A-4E7E-9531-458F74DCE459}">
      <dsp:nvSpPr>
        <dsp:cNvPr id="0" name=""/>
        <dsp:cNvSpPr/>
      </dsp:nvSpPr>
      <dsp:spPr>
        <a:xfrm>
          <a:off x="0" y="307389"/>
          <a:ext cx="53220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D66FE0-E326-43BD-A55E-8C9D0A92B3CB}">
      <dsp:nvSpPr>
        <dsp:cNvPr id="0" name=""/>
        <dsp:cNvSpPr/>
      </dsp:nvSpPr>
      <dsp:spPr>
        <a:xfrm>
          <a:off x="266104" y="85989"/>
          <a:ext cx="3725465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1부: 딥러닝 소개</a:t>
          </a:r>
        </a:p>
      </dsp:txBody>
      <dsp:txXfrm>
        <a:off x="287720" y="107605"/>
        <a:ext cx="3682233" cy="399568"/>
      </dsp:txXfrm>
    </dsp:sp>
    <dsp:sp modelId="{247F1B74-319B-49D7-A018-48E863D8B398}">
      <dsp:nvSpPr>
        <dsp:cNvPr id="0" name=""/>
        <dsp:cNvSpPr/>
      </dsp:nvSpPr>
      <dsp:spPr>
        <a:xfrm>
          <a:off x="0" y="987789"/>
          <a:ext cx="53220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756CBE-44B9-4F18-B2D1-6FBA673FFC2D}">
      <dsp:nvSpPr>
        <dsp:cNvPr id="0" name=""/>
        <dsp:cNvSpPr/>
      </dsp:nvSpPr>
      <dsp:spPr>
        <a:xfrm>
          <a:off x="266104" y="766389"/>
          <a:ext cx="3725465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2부: 뉴럴 네트워크의 트레이닝 방식</a:t>
          </a:r>
        </a:p>
      </dsp:txBody>
      <dsp:txXfrm>
        <a:off x="287720" y="788005"/>
        <a:ext cx="3682233" cy="399568"/>
      </dsp:txXfrm>
    </dsp:sp>
    <dsp:sp modelId="{057C50B2-50C0-493C-9C7A-8F44D0563959}">
      <dsp:nvSpPr>
        <dsp:cNvPr id="0" name=""/>
        <dsp:cNvSpPr/>
      </dsp:nvSpPr>
      <dsp:spPr>
        <a:xfrm>
          <a:off x="0" y="1668189"/>
          <a:ext cx="53220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5B2DE7-C0B7-4BF4-B5CD-CA36978A8F75}">
      <dsp:nvSpPr>
        <dsp:cNvPr id="0" name=""/>
        <dsp:cNvSpPr/>
      </dsp:nvSpPr>
      <dsp:spPr>
        <a:xfrm>
          <a:off x="266104" y="1446789"/>
          <a:ext cx="3725465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3부: CNN(Convolutional Neural Network)</a:t>
          </a:r>
        </a:p>
      </dsp:txBody>
      <dsp:txXfrm>
        <a:off x="287720" y="1468405"/>
        <a:ext cx="3682233" cy="399568"/>
      </dsp:txXfrm>
    </dsp:sp>
    <dsp:sp modelId="{4773976E-31ED-4484-ACF0-75AD19B0DCC0}">
      <dsp:nvSpPr>
        <dsp:cNvPr id="0" name=""/>
        <dsp:cNvSpPr/>
      </dsp:nvSpPr>
      <dsp:spPr>
        <a:xfrm>
          <a:off x="0" y="2348589"/>
          <a:ext cx="53220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1BDC5-7AF4-41C6-B388-8C46BB68B1C4}">
      <dsp:nvSpPr>
        <dsp:cNvPr id="0" name=""/>
        <dsp:cNvSpPr/>
      </dsp:nvSpPr>
      <dsp:spPr>
        <a:xfrm>
          <a:off x="266104" y="2127189"/>
          <a:ext cx="3725465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4부: 데이터 증강 및 배포</a:t>
          </a:r>
        </a:p>
      </dsp:txBody>
      <dsp:txXfrm>
        <a:off x="287720" y="2148805"/>
        <a:ext cx="3682233" cy="399568"/>
      </dsp:txXfrm>
    </dsp:sp>
    <dsp:sp modelId="{277A1481-DBA3-4296-946B-73B0094321D4}">
      <dsp:nvSpPr>
        <dsp:cNvPr id="0" name=""/>
        <dsp:cNvSpPr/>
      </dsp:nvSpPr>
      <dsp:spPr>
        <a:xfrm>
          <a:off x="0" y="3028989"/>
          <a:ext cx="53220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93AED7-1A80-4EC8-BF5D-C927107E6B47}">
      <dsp:nvSpPr>
        <dsp:cNvPr id="0" name=""/>
        <dsp:cNvSpPr/>
      </dsp:nvSpPr>
      <dsp:spPr>
        <a:xfrm>
          <a:off x="266104" y="2807589"/>
          <a:ext cx="3725465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5부: 사전 트레이닝된 모델</a:t>
          </a:r>
        </a:p>
      </dsp:txBody>
      <dsp:txXfrm>
        <a:off x="287720" y="2829205"/>
        <a:ext cx="3682233" cy="399568"/>
      </dsp:txXfrm>
    </dsp:sp>
    <dsp:sp modelId="{8EA19417-896E-446A-9E4F-22AD1A100910}">
      <dsp:nvSpPr>
        <dsp:cNvPr id="0" name=""/>
        <dsp:cNvSpPr/>
      </dsp:nvSpPr>
      <dsp:spPr>
        <a:xfrm>
          <a:off x="0" y="3709389"/>
          <a:ext cx="53220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99647-4D1C-471E-8D23-A05E6326DC84}">
      <dsp:nvSpPr>
        <dsp:cNvPr id="0" name=""/>
        <dsp:cNvSpPr/>
      </dsp:nvSpPr>
      <dsp:spPr>
        <a:xfrm>
          <a:off x="266104" y="3487989"/>
          <a:ext cx="3725465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6부: 고급 아키텍처</a:t>
          </a:r>
        </a:p>
      </dsp:txBody>
      <dsp:txXfrm>
        <a:off x="287720" y="3509605"/>
        <a:ext cx="3682233" cy="399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B5ECE-4FD7-40AC-A43B-427160674DE1}">
      <dsp:nvSpPr>
        <dsp:cNvPr id="0" name=""/>
        <dsp:cNvSpPr/>
      </dsp:nvSpPr>
      <dsp:spPr>
        <a:xfrm>
          <a:off x="0" y="0"/>
          <a:ext cx="7660477" cy="6694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>
              <a:solidFill>
                <a:schemeClr val="bg1"/>
              </a:solidFill>
            </a:rPr>
            <a:t>데이터 로드 및 시각화</a:t>
          </a:r>
          <a:endParaRPr lang="en-US" sz="2200" kern="1200">
            <a:solidFill>
              <a:schemeClr val="bg1"/>
            </a:solidFill>
          </a:endParaRPr>
        </a:p>
      </dsp:txBody>
      <dsp:txXfrm>
        <a:off x="19606" y="19606"/>
        <a:ext cx="6859815" cy="630194"/>
      </dsp:txXfrm>
    </dsp:sp>
    <dsp:sp modelId="{AF70C9EC-DE63-4ACD-A40E-C9BA1541BE8E}">
      <dsp:nvSpPr>
        <dsp:cNvPr id="0" name=""/>
        <dsp:cNvSpPr/>
      </dsp:nvSpPr>
      <dsp:spPr>
        <a:xfrm>
          <a:off x="572048" y="762379"/>
          <a:ext cx="7660477" cy="6694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 err="1">
              <a:solidFill>
                <a:schemeClr val="bg1"/>
              </a:solidFill>
            </a:rPr>
            <a:t>데이터</a:t>
          </a:r>
          <a:r>
            <a:rPr lang="en-US" sz="2200" b="0" kern="1200" dirty="0">
              <a:solidFill>
                <a:schemeClr val="bg1"/>
              </a:solidFill>
            </a:rPr>
            <a:t> </a:t>
          </a:r>
          <a:r>
            <a:rPr lang="en-US" sz="2200" b="0" kern="1200" dirty="0" err="1">
              <a:solidFill>
                <a:schemeClr val="bg1"/>
              </a:solidFill>
            </a:rPr>
            <a:t>편집</a:t>
          </a:r>
          <a:r>
            <a:rPr lang="en-US" sz="2200" b="0" kern="1200" dirty="0">
              <a:solidFill>
                <a:schemeClr val="bg1"/>
              </a:solidFill>
            </a:rPr>
            <a:t>(</a:t>
          </a:r>
          <a:r>
            <a:rPr lang="en-US" sz="2200" b="0" kern="1200" dirty="0" err="1">
              <a:solidFill>
                <a:schemeClr val="bg1"/>
              </a:solidFill>
            </a:rPr>
            <a:t>재구성</a:t>
          </a:r>
          <a:r>
            <a:rPr lang="en-US" sz="2200" b="0" kern="1200" dirty="0">
              <a:solidFill>
                <a:schemeClr val="bg1"/>
              </a:solidFill>
            </a:rPr>
            <a:t>, </a:t>
          </a:r>
          <a:r>
            <a:rPr lang="en-US" sz="2200" b="0" kern="1200" dirty="0" err="1">
              <a:solidFill>
                <a:schemeClr val="bg1"/>
              </a:solidFill>
            </a:rPr>
            <a:t>정규화</a:t>
          </a:r>
          <a:r>
            <a:rPr lang="en-US" sz="2200" b="0" kern="1200" dirty="0">
              <a:solidFill>
                <a:schemeClr val="bg1"/>
              </a:solidFill>
            </a:rPr>
            <a:t>, </a:t>
          </a:r>
          <a:r>
            <a:rPr lang="en-US" sz="2200" b="0" kern="1200" dirty="0" err="1">
              <a:solidFill>
                <a:schemeClr val="bg1"/>
              </a:solidFill>
            </a:rPr>
            <a:t>범주형</a:t>
          </a:r>
          <a:r>
            <a:rPr lang="en-US" sz="2200" b="0" kern="1200" dirty="0">
              <a:solidFill>
                <a:schemeClr val="bg1"/>
              </a:solidFill>
            </a:rPr>
            <a:t>)</a:t>
          </a:r>
          <a:endParaRPr lang="en-US" sz="2200" kern="1200" dirty="0">
            <a:solidFill>
              <a:schemeClr val="bg1"/>
            </a:solidFill>
          </a:endParaRPr>
        </a:p>
      </dsp:txBody>
      <dsp:txXfrm>
        <a:off x="591654" y="781985"/>
        <a:ext cx="6614102" cy="630194"/>
      </dsp:txXfrm>
    </dsp:sp>
    <dsp:sp modelId="{DA05AE45-6275-4FB7-9D08-4FBAB80BFD07}">
      <dsp:nvSpPr>
        <dsp:cNvPr id="0" name=""/>
        <dsp:cNvSpPr/>
      </dsp:nvSpPr>
      <dsp:spPr>
        <a:xfrm>
          <a:off x="1144097" y="1524759"/>
          <a:ext cx="7660477" cy="6694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>
              <a:solidFill>
                <a:schemeClr val="bg1"/>
              </a:solidFill>
            </a:rPr>
            <a:t>모델 생성</a:t>
          </a:r>
          <a:endParaRPr lang="en-US" sz="2200" kern="1200">
            <a:solidFill>
              <a:schemeClr val="bg1"/>
            </a:solidFill>
          </a:endParaRPr>
        </a:p>
      </dsp:txBody>
      <dsp:txXfrm>
        <a:off x="1163703" y="1544365"/>
        <a:ext cx="6614102" cy="630194"/>
      </dsp:txXfrm>
    </dsp:sp>
    <dsp:sp modelId="{D839B528-2C6C-42ED-BE29-A18B353EF491}">
      <dsp:nvSpPr>
        <dsp:cNvPr id="0" name=""/>
        <dsp:cNvSpPr/>
      </dsp:nvSpPr>
      <dsp:spPr>
        <a:xfrm>
          <a:off x="1716145" y="2287138"/>
          <a:ext cx="7660477" cy="6694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>
              <a:solidFill>
                <a:schemeClr val="bg1"/>
              </a:solidFill>
            </a:rPr>
            <a:t>모델 컴파일</a:t>
          </a:r>
          <a:endParaRPr lang="en-US" sz="2200" kern="1200">
            <a:solidFill>
              <a:schemeClr val="bg1"/>
            </a:solidFill>
          </a:endParaRPr>
        </a:p>
      </dsp:txBody>
      <dsp:txXfrm>
        <a:off x="1735751" y="2306744"/>
        <a:ext cx="6614102" cy="630194"/>
      </dsp:txXfrm>
    </dsp:sp>
    <dsp:sp modelId="{0FA59FEF-349A-4E2A-BE9F-BBEB2FF9B76C}">
      <dsp:nvSpPr>
        <dsp:cNvPr id="0" name=""/>
        <dsp:cNvSpPr/>
      </dsp:nvSpPr>
      <dsp:spPr>
        <a:xfrm>
          <a:off x="2288194" y="3049518"/>
          <a:ext cx="7660477" cy="6694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>
              <a:solidFill>
                <a:schemeClr val="bg1"/>
              </a:solidFill>
            </a:rPr>
            <a:t>데이터에 대해 모델 트레이닝</a:t>
          </a:r>
          <a:endParaRPr lang="en-US" sz="2200" kern="1200">
            <a:solidFill>
              <a:schemeClr val="bg1"/>
            </a:solidFill>
          </a:endParaRPr>
        </a:p>
      </dsp:txBody>
      <dsp:txXfrm>
        <a:off x="2307800" y="3069124"/>
        <a:ext cx="6614102" cy="630194"/>
      </dsp:txXfrm>
    </dsp:sp>
    <dsp:sp modelId="{4668774A-CB4F-4D77-A72A-97DA947BD20A}">
      <dsp:nvSpPr>
        <dsp:cNvPr id="0" name=""/>
        <dsp:cNvSpPr/>
      </dsp:nvSpPr>
      <dsp:spPr>
        <a:xfrm>
          <a:off x="7225363" y="489038"/>
          <a:ext cx="435114" cy="43511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solidFill>
              <a:schemeClr val="bg1"/>
            </a:solidFill>
          </a:endParaRPr>
        </a:p>
      </dsp:txBody>
      <dsp:txXfrm>
        <a:off x="7323264" y="489038"/>
        <a:ext cx="239312" cy="327423"/>
      </dsp:txXfrm>
    </dsp:sp>
    <dsp:sp modelId="{B5AF24C9-07BF-4DBC-A295-4D31BBCA5BCA}">
      <dsp:nvSpPr>
        <dsp:cNvPr id="0" name=""/>
        <dsp:cNvSpPr/>
      </dsp:nvSpPr>
      <dsp:spPr>
        <a:xfrm>
          <a:off x="7797411" y="1251418"/>
          <a:ext cx="435114" cy="43511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solidFill>
              <a:schemeClr val="bg1"/>
            </a:solidFill>
          </a:endParaRPr>
        </a:p>
      </dsp:txBody>
      <dsp:txXfrm>
        <a:off x="7895312" y="1251418"/>
        <a:ext cx="239312" cy="327423"/>
      </dsp:txXfrm>
    </dsp:sp>
    <dsp:sp modelId="{C99423CD-B935-4C2B-B587-C2E97CA6D433}">
      <dsp:nvSpPr>
        <dsp:cNvPr id="0" name=""/>
        <dsp:cNvSpPr/>
      </dsp:nvSpPr>
      <dsp:spPr>
        <a:xfrm>
          <a:off x="8369460" y="2002641"/>
          <a:ext cx="435114" cy="43511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solidFill>
              <a:schemeClr val="bg1"/>
            </a:solidFill>
          </a:endParaRPr>
        </a:p>
      </dsp:txBody>
      <dsp:txXfrm>
        <a:off x="8467361" y="2002641"/>
        <a:ext cx="239312" cy="327423"/>
      </dsp:txXfrm>
    </dsp:sp>
    <dsp:sp modelId="{2A7CEBCC-65D6-47A0-8D1A-3C0E77F65903}">
      <dsp:nvSpPr>
        <dsp:cNvPr id="0" name=""/>
        <dsp:cNvSpPr/>
      </dsp:nvSpPr>
      <dsp:spPr>
        <a:xfrm>
          <a:off x="8941509" y="2772458"/>
          <a:ext cx="435114" cy="43511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solidFill>
              <a:schemeClr val="bg1"/>
            </a:solidFill>
          </a:endParaRPr>
        </a:p>
      </dsp:txBody>
      <dsp:txXfrm>
        <a:off x="9039410" y="2772458"/>
        <a:ext cx="239312" cy="3274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C01C0-9AF3-4DF8-BE49-E425447072BD}">
      <dsp:nvSpPr>
        <dsp:cNvPr id="0" name=""/>
        <dsp:cNvSpPr/>
      </dsp:nvSpPr>
      <dsp:spPr>
        <a:xfrm>
          <a:off x="0" y="3428739"/>
          <a:ext cx="3808632" cy="0"/>
        </a:xfrm>
        <a:prstGeom prst="line">
          <a:avLst/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3F4CAB-3ACA-4762-A3BF-9B9F87ACCBC1}">
      <dsp:nvSpPr>
        <dsp:cNvPr id="0" name=""/>
        <dsp:cNvSpPr/>
      </dsp:nvSpPr>
      <dsp:spPr>
        <a:xfrm>
          <a:off x="0" y="2736883"/>
          <a:ext cx="3808632" cy="0"/>
        </a:xfrm>
        <a:prstGeom prst="line">
          <a:avLst/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2E5A1D-736B-4DEB-8217-5156531D30D0}">
      <dsp:nvSpPr>
        <dsp:cNvPr id="0" name=""/>
        <dsp:cNvSpPr/>
      </dsp:nvSpPr>
      <dsp:spPr>
        <a:xfrm>
          <a:off x="0" y="2045027"/>
          <a:ext cx="3808632" cy="0"/>
        </a:xfrm>
        <a:prstGeom prst="line">
          <a:avLst/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859170-6DF8-4D07-9BFE-C5085942C214}">
      <dsp:nvSpPr>
        <dsp:cNvPr id="0" name=""/>
        <dsp:cNvSpPr/>
      </dsp:nvSpPr>
      <dsp:spPr>
        <a:xfrm>
          <a:off x="0" y="1353171"/>
          <a:ext cx="3808632" cy="0"/>
        </a:xfrm>
        <a:prstGeom prst="line">
          <a:avLst/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9DA15C-0905-4A1A-93C0-0CCBEF6E972C}">
      <dsp:nvSpPr>
        <dsp:cNvPr id="0" name=""/>
        <dsp:cNvSpPr/>
      </dsp:nvSpPr>
      <dsp:spPr>
        <a:xfrm>
          <a:off x="0" y="661315"/>
          <a:ext cx="3808632" cy="0"/>
        </a:xfrm>
        <a:prstGeom prst="line">
          <a:avLst/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FDDEC3-34F3-4B71-AB67-03390DAF22BB}">
      <dsp:nvSpPr>
        <dsp:cNvPr id="0" name=""/>
        <dsp:cNvSpPr/>
      </dsp:nvSpPr>
      <dsp:spPr>
        <a:xfrm>
          <a:off x="990244" y="2405"/>
          <a:ext cx="2818387" cy="6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9144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bg1"/>
              </a:solidFill>
            </a:rPr>
            <a:t>어떤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방향으로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손실이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가장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많이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감소하는가</a:t>
          </a:r>
          <a:r>
            <a:rPr lang="en-US" sz="1400" kern="1200" dirty="0">
              <a:solidFill>
                <a:schemeClr val="bg1"/>
              </a:solidFill>
            </a:rPr>
            <a:t> </a:t>
          </a:r>
          <a:endParaRPr kumimoji="0" lang="en-US" sz="1400" b="0" i="1" u="none" strike="noStrike" kern="1200" cap="none" spc="0" normalizeH="0" baseline="0" noProof="0" dirty="0">
            <a:ln/>
            <a:solidFill>
              <a:schemeClr val="bg1"/>
            </a:solidFill>
            <a:effectLst/>
            <a:uLnTx/>
            <a:uFillTx/>
            <a:latin typeface="Cambria Math" panose="02040503050406030204" pitchFamily="18" charset="0"/>
            <a:ea typeface="Cambria Math" panose="02040503050406030204" pitchFamily="18" charset="0"/>
            <a:cs typeface="+mn-cs"/>
          </a:endParaRPr>
        </a:p>
      </dsp:txBody>
      <dsp:txXfrm>
        <a:off x="990244" y="2405"/>
        <a:ext cx="2818387" cy="658910"/>
      </dsp:txXfrm>
    </dsp:sp>
    <dsp:sp modelId="{40BF0FD4-E1A0-44F6-89A8-6125FBCFA794}">
      <dsp:nvSpPr>
        <dsp:cNvPr id="0" name=""/>
        <dsp:cNvSpPr/>
      </dsp:nvSpPr>
      <dsp:spPr>
        <a:xfrm>
          <a:off x="0" y="2405"/>
          <a:ext cx="990244" cy="658910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300" kern="1200" dirty="0" err="1"/>
            <a:t>그래디언트</a:t>
          </a:r>
          <a:r>
            <a:rPr lang="en-US" sz="1300" kern="1200" dirty="0"/>
            <a:t>(Gradient)</a:t>
          </a:r>
        </a:p>
      </dsp:txBody>
      <dsp:txXfrm>
        <a:off x="32171" y="34576"/>
        <a:ext cx="925902" cy="626739"/>
      </dsp:txXfrm>
    </dsp:sp>
    <dsp:sp modelId="{0068E5C5-00C1-4705-BE3D-19C1721DC406}">
      <dsp:nvSpPr>
        <dsp:cNvPr id="0" name=""/>
        <dsp:cNvSpPr/>
      </dsp:nvSpPr>
      <dsp:spPr>
        <a:xfrm>
          <a:off x="990244" y="694261"/>
          <a:ext cx="2818387" cy="6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9144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bg1"/>
              </a:solidFill>
            </a:rPr>
            <a:t>이동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거리</a:t>
          </a:r>
          <a:endParaRPr lang="en-US" sz="1400" kern="1200" dirty="0">
            <a:solidFill>
              <a:schemeClr val="bg1"/>
            </a:solidFill>
          </a:endParaRPr>
        </a:p>
      </dsp:txBody>
      <dsp:txXfrm>
        <a:off x="990244" y="694261"/>
        <a:ext cx="2818387" cy="658910"/>
      </dsp:txXfrm>
    </dsp:sp>
    <dsp:sp modelId="{28B59E52-C5FB-416A-8E6E-46EC31769B43}">
      <dsp:nvSpPr>
        <dsp:cNvPr id="0" name=""/>
        <dsp:cNvSpPr/>
      </dsp:nvSpPr>
      <dsp:spPr>
        <a:xfrm>
          <a:off x="0" y="694261"/>
          <a:ext cx="990244" cy="658910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kumimoji="0" lang="el-GR" sz="1200" b="0" i="1" u="none" strike="noStrike" kern="1200" cap="none" spc="0" normalizeH="0" baseline="0" noProof="0" smtClean="0">
                  <a:ln/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rPr>
                <m:t>λ</m:t>
              </m:r>
            </m:oMath>
          </a14:m>
          <a:r>
            <a:rPr lang="en-US" sz="1200" kern="1200" dirty="0"/>
            <a:t>: </a:t>
          </a:r>
          <a:r>
            <a:rPr lang="en-US" sz="1200" kern="1200" dirty="0" err="1"/>
            <a:t>학습률</a:t>
          </a:r>
          <a:r>
            <a:rPr lang="en-US" sz="1200" kern="1200" dirty="0"/>
            <a:t>(Learning rate)</a:t>
          </a:r>
        </a:p>
      </dsp:txBody>
      <dsp:txXfrm>
        <a:off x="32171" y="726432"/>
        <a:ext cx="925902" cy="626739"/>
      </dsp:txXfrm>
    </dsp:sp>
    <dsp:sp modelId="{C2951553-493E-467F-8DF3-6318E00F3CD5}">
      <dsp:nvSpPr>
        <dsp:cNvPr id="0" name=""/>
        <dsp:cNvSpPr/>
      </dsp:nvSpPr>
      <dsp:spPr>
        <a:xfrm>
          <a:off x="990244" y="1386117"/>
          <a:ext cx="2818387" cy="6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9144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bg1"/>
              </a:solidFill>
            </a:rPr>
            <a:t>전체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데이터세트로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모델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업데이트</a:t>
          </a:r>
          <a:endParaRPr lang="en-US" sz="1400" kern="1200" dirty="0">
            <a:solidFill>
              <a:schemeClr val="bg1"/>
            </a:solidFill>
          </a:endParaRPr>
        </a:p>
      </dsp:txBody>
      <dsp:txXfrm>
        <a:off x="990244" y="1386117"/>
        <a:ext cx="2818387" cy="658910"/>
      </dsp:txXfrm>
    </dsp:sp>
    <dsp:sp modelId="{D930D721-0407-42D6-84F4-42941E4B7410}">
      <dsp:nvSpPr>
        <dsp:cNvPr id="0" name=""/>
        <dsp:cNvSpPr/>
      </dsp:nvSpPr>
      <dsp:spPr>
        <a:xfrm>
          <a:off x="0" y="1386117"/>
          <a:ext cx="990244" cy="658910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에포크</a:t>
          </a:r>
          <a:r>
            <a:rPr lang="en-US" sz="1200" kern="1200" dirty="0"/>
            <a:t> (Epoch)</a:t>
          </a:r>
        </a:p>
      </dsp:txBody>
      <dsp:txXfrm>
        <a:off x="32171" y="1418288"/>
        <a:ext cx="925902" cy="626739"/>
      </dsp:txXfrm>
    </dsp:sp>
    <dsp:sp modelId="{0D9FB510-481C-409C-81F2-4E3D77673F3E}">
      <dsp:nvSpPr>
        <dsp:cNvPr id="0" name=""/>
        <dsp:cNvSpPr/>
      </dsp:nvSpPr>
      <dsp:spPr>
        <a:xfrm>
          <a:off x="990244" y="2077973"/>
          <a:ext cx="2818387" cy="6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9144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bg1"/>
              </a:solidFill>
            </a:rPr>
            <a:t>전체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데이터세트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ko-KR" altLang="en-US" sz="1400" kern="1200" dirty="0">
              <a:solidFill>
                <a:schemeClr val="bg1"/>
              </a:solidFill>
            </a:rPr>
            <a:t>중 특정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샘플</a:t>
          </a:r>
          <a:endParaRPr lang="en-US" sz="1400" kern="1200" dirty="0">
            <a:solidFill>
              <a:schemeClr val="bg1"/>
            </a:solidFill>
          </a:endParaRPr>
        </a:p>
      </dsp:txBody>
      <dsp:txXfrm>
        <a:off x="990244" y="2077973"/>
        <a:ext cx="2818387" cy="658910"/>
      </dsp:txXfrm>
    </dsp:sp>
    <dsp:sp modelId="{A7363449-2DC7-42D7-85C1-A2B5EBD95E26}">
      <dsp:nvSpPr>
        <dsp:cNvPr id="0" name=""/>
        <dsp:cNvSpPr/>
      </dsp:nvSpPr>
      <dsp:spPr>
        <a:xfrm>
          <a:off x="0" y="2077973"/>
          <a:ext cx="990244" cy="658910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배치</a:t>
          </a:r>
          <a:r>
            <a:rPr lang="en-US" sz="1200" kern="1200" dirty="0"/>
            <a:t> (Batch)</a:t>
          </a:r>
        </a:p>
      </dsp:txBody>
      <dsp:txXfrm>
        <a:off x="32171" y="2110144"/>
        <a:ext cx="925902" cy="626739"/>
      </dsp:txXfrm>
    </dsp:sp>
    <dsp:sp modelId="{7773D711-D973-4A92-AF71-AD154EEAB9D3}">
      <dsp:nvSpPr>
        <dsp:cNvPr id="0" name=""/>
        <dsp:cNvSpPr/>
      </dsp:nvSpPr>
      <dsp:spPr>
        <a:xfrm>
          <a:off x="990244" y="2769829"/>
          <a:ext cx="2818387" cy="6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9144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bg1"/>
              </a:solidFill>
            </a:rPr>
            <a:t>가중치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매개변수에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대한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업데이트</a:t>
          </a:r>
          <a:endParaRPr lang="en-US" sz="1400" kern="1200" dirty="0">
            <a:solidFill>
              <a:schemeClr val="bg1"/>
            </a:solidFill>
          </a:endParaRPr>
        </a:p>
      </dsp:txBody>
      <dsp:txXfrm>
        <a:off x="990244" y="2769829"/>
        <a:ext cx="2818387" cy="658910"/>
      </dsp:txXfrm>
    </dsp:sp>
    <dsp:sp modelId="{635096CD-FC4F-4C72-B71A-D931C2289B52}">
      <dsp:nvSpPr>
        <dsp:cNvPr id="0" name=""/>
        <dsp:cNvSpPr/>
      </dsp:nvSpPr>
      <dsp:spPr>
        <a:xfrm>
          <a:off x="0" y="2769829"/>
          <a:ext cx="990244" cy="658910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단계</a:t>
          </a:r>
          <a:r>
            <a:rPr lang="en-US" sz="1200" kern="1200" dirty="0"/>
            <a:t> (Step)</a:t>
          </a:r>
        </a:p>
      </dsp:txBody>
      <dsp:txXfrm>
        <a:off x="32171" y="2802000"/>
        <a:ext cx="925902" cy="6267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C01C0-9AF3-4DF8-BE49-E425447072BD}">
      <dsp:nvSpPr>
        <dsp:cNvPr id="0" name=""/>
        <dsp:cNvSpPr/>
      </dsp:nvSpPr>
      <dsp:spPr>
        <a:xfrm>
          <a:off x="0" y="3428739"/>
          <a:ext cx="3808632" cy="0"/>
        </a:xfrm>
        <a:prstGeom prst="line">
          <a:avLst/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3F4CAB-3ACA-4762-A3BF-9B9F87ACCBC1}">
      <dsp:nvSpPr>
        <dsp:cNvPr id="0" name=""/>
        <dsp:cNvSpPr/>
      </dsp:nvSpPr>
      <dsp:spPr>
        <a:xfrm>
          <a:off x="0" y="2736883"/>
          <a:ext cx="3808632" cy="0"/>
        </a:xfrm>
        <a:prstGeom prst="line">
          <a:avLst/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2E5A1D-736B-4DEB-8217-5156531D30D0}">
      <dsp:nvSpPr>
        <dsp:cNvPr id="0" name=""/>
        <dsp:cNvSpPr/>
      </dsp:nvSpPr>
      <dsp:spPr>
        <a:xfrm>
          <a:off x="0" y="2045027"/>
          <a:ext cx="3808632" cy="0"/>
        </a:xfrm>
        <a:prstGeom prst="line">
          <a:avLst/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859170-6DF8-4D07-9BFE-C5085942C214}">
      <dsp:nvSpPr>
        <dsp:cNvPr id="0" name=""/>
        <dsp:cNvSpPr/>
      </dsp:nvSpPr>
      <dsp:spPr>
        <a:xfrm>
          <a:off x="0" y="1353171"/>
          <a:ext cx="3808632" cy="0"/>
        </a:xfrm>
        <a:prstGeom prst="line">
          <a:avLst/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9DA15C-0905-4A1A-93C0-0CCBEF6E972C}">
      <dsp:nvSpPr>
        <dsp:cNvPr id="0" name=""/>
        <dsp:cNvSpPr/>
      </dsp:nvSpPr>
      <dsp:spPr>
        <a:xfrm>
          <a:off x="0" y="661315"/>
          <a:ext cx="3808632" cy="0"/>
        </a:xfrm>
        <a:prstGeom prst="line">
          <a:avLst/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FDDEC3-34F3-4B71-AB67-03390DAF22BB}">
      <dsp:nvSpPr>
        <dsp:cNvPr id="0" name=""/>
        <dsp:cNvSpPr/>
      </dsp:nvSpPr>
      <dsp:spPr>
        <a:xfrm>
          <a:off x="990244" y="2405"/>
          <a:ext cx="2818387" cy="6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9144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bg1"/>
              </a:solidFill>
            </a:rPr>
            <a:t>어떤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방향으로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손실이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가장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많이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감소하는가</a:t>
          </a:r>
          <a:r>
            <a:rPr lang="en-US" sz="1400" kern="1200" dirty="0">
              <a:solidFill>
                <a:schemeClr val="bg1"/>
              </a:solidFill>
            </a:rPr>
            <a:t> </a:t>
          </a:r>
          <a:endParaRPr kumimoji="0" lang="en-US" sz="1400" b="0" i="1" u="none" strike="noStrike" kern="1200" cap="none" spc="0" normalizeH="0" baseline="0" noProof="0" dirty="0">
            <a:ln/>
            <a:solidFill>
              <a:schemeClr val="bg1"/>
            </a:solidFill>
            <a:effectLst/>
            <a:uLnTx/>
            <a:uFillTx/>
            <a:latin typeface="Cambria Math" panose="02040503050406030204" pitchFamily="18" charset="0"/>
            <a:ea typeface="Cambria Math" panose="02040503050406030204" pitchFamily="18" charset="0"/>
            <a:cs typeface="+mn-cs"/>
          </a:endParaRPr>
        </a:p>
      </dsp:txBody>
      <dsp:txXfrm>
        <a:off x="990244" y="2405"/>
        <a:ext cx="2818387" cy="658910"/>
      </dsp:txXfrm>
    </dsp:sp>
    <dsp:sp modelId="{40BF0FD4-E1A0-44F6-89A8-6125FBCFA794}">
      <dsp:nvSpPr>
        <dsp:cNvPr id="0" name=""/>
        <dsp:cNvSpPr/>
      </dsp:nvSpPr>
      <dsp:spPr>
        <a:xfrm>
          <a:off x="0" y="2405"/>
          <a:ext cx="990244" cy="658910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300" kern="1200" dirty="0" err="1"/>
            <a:t>그래디언트</a:t>
          </a:r>
          <a:r>
            <a:rPr lang="en-US" sz="1300" kern="1200" dirty="0"/>
            <a:t> (Gradient)</a:t>
          </a:r>
        </a:p>
      </dsp:txBody>
      <dsp:txXfrm>
        <a:off x="32171" y="34576"/>
        <a:ext cx="925902" cy="626739"/>
      </dsp:txXfrm>
    </dsp:sp>
    <dsp:sp modelId="{0068E5C5-00C1-4705-BE3D-19C1721DC406}">
      <dsp:nvSpPr>
        <dsp:cNvPr id="0" name=""/>
        <dsp:cNvSpPr/>
      </dsp:nvSpPr>
      <dsp:spPr>
        <a:xfrm>
          <a:off x="990244" y="694261"/>
          <a:ext cx="2818387" cy="6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9144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bg1"/>
              </a:solidFill>
            </a:rPr>
            <a:t>이동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거리</a:t>
          </a:r>
          <a:endParaRPr lang="en-US" sz="1400" kern="1200" dirty="0">
            <a:solidFill>
              <a:schemeClr val="bg1"/>
            </a:solidFill>
          </a:endParaRPr>
        </a:p>
      </dsp:txBody>
      <dsp:txXfrm>
        <a:off x="990244" y="694261"/>
        <a:ext cx="2818387" cy="658910"/>
      </dsp:txXfrm>
    </dsp:sp>
    <dsp:sp modelId="{28B59E52-C5FB-416A-8E6E-46EC31769B43}">
      <dsp:nvSpPr>
        <dsp:cNvPr id="0" name=""/>
        <dsp:cNvSpPr/>
      </dsp:nvSpPr>
      <dsp:spPr>
        <a:xfrm>
          <a:off x="0" y="694261"/>
          <a:ext cx="990244" cy="658910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kumimoji="0" lang="el-GR" sz="1200" b="0" i="1" u="none" strike="noStrike" kern="1200" cap="none" spc="0" normalizeH="0" baseline="0" noProof="0" smtClean="0">
                  <a:ln/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rPr>
                <m:t>λ</m:t>
              </m:r>
            </m:oMath>
          </a14:m>
          <a:r>
            <a:rPr lang="en-US" sz="1200" kern="1200" dirty="0"/>
            <a:t>: </a:t>
          </a:r>
          <a:r>
            <a:rPr lang="en-US" sz="1200" kern="1200" dirty="0" err="1"/>
            <a:t>학습률</a:t>
          </a:r>
          <a:r>
            <a:rPr lang="en-US" sz="1200" kern="1200" dirty="0"/>
            <a:t> (Learning rate)</a:t>
          </a:r>
        </a:p>
      </dsp:txBody>
      <dsp:txXfrm>
        <a:off x="32171" y="726432"/>
        <a:ext cx="925902" cy="626739"/>
      </dsp:txXfrm>
    </dsp:sp>
    <dsp:sp modelId="{C2951553-493E-467F-8DF3-6318E00F3CD5}">
      <dsp:nvSpPr>
        <dsp:cNvPr id="0" name=""/>
        <dsp:cNvSpPr/>
      </dsp:nvSpPr>
      <dsp:spPr>
        <a:xfrm>
          <a:off x="990244" y="1386117"/>
          <a:ext cx="2818387" cy="6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9144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bg1"/>
              </a:solidFill>
            </a:rPr>
            <a:t>전체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데이터세트로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모델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업데이트</a:t>
          </a:r>
          <a:endParaRPr lang="en-US" sz="1400" kern="1200" dirty="0">
            <a:solidFill>
              <a:schemeClr val="bg1"/>
            </a:solidFill>
          </a:endParaRPr>
        </a:p>
      </dsp:txBody>
      <dsp:txXfrm>
        <a:off x="990244" y="1386117"/>
        <a:ext cx="2818387" cy="658910"/>
      </dsp:txXfrm>
    </dsp:sp>
    <dsp:sp modelId="{D930D721-0407-42D6-84F4-42941E4B7410}">
      <dsp:nvSpPr>
        <dsp:cNvPr id="0" name=""/>
        <dsp:cNvSpPr/>
      </dsp:nvSpPr>
      <dsp:spPr>
        <a:xfrm>
          <a:off x="0" y="1386117"/>
          <a:ext cx="990244" cy="658910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에포크</a:t>
          </a:r>
          <a:r>
            <a:rPr lang="en-US" sz="1200" kern="1200" dirty="0"/>
            <a:t> (Epoch)</a:t>
          </a:r>
        </a:p>
      </dsp:txBody>
      <dsp:txXfrm>
        <a:off x="32171" y="1418288"/>
        <a:ext cx="925902" cy="626739"/>
      </dsp:txXfrm>
    </dsp:sp>
    <dsp:sp modelId="{0D9FB510-481C-409C-81F2-4E3D77673F3E}">
      <dsp:nvSpPr>
        <dsp:cNvPr id="0" name=""/>
        <dsp:cNvSpPr/>
      </dsp:nvSpPr>
      <dsp:spPr>
        <a:xfrm>
          <a:off x="990244" y="2077973"/>
          <a:ext cx="2818387" cy="6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9144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bg1"/>
              </a:solidFill>
            </a:rPr>
            <a:t>전체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데이터세트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샘플</a:t>
          </a:r>
          <a:endParaRPr lang="en-US" sz="1400" kern="1200" dirty="0">
            <a:solidFill>
              <a:schemeClr val="bg1"/>
            </a:solidFill>
          </a:endParaRPr>
        </a:p>
      </dsp:txBody>
      <dsp:txXfrm>
        <a:off x="990244" y="2077973"/>
        <a:ext cx="2818387" cy="658910"/>
      </dsp:txXfrm>
    </dsp:sp>
    <dsp:sp modelId="{A7363449-2DC7-42D7-85C1-A2B5EBD95E26}">
      <dsp:nvSpPr>
        <dsp:cNvPr id="0" name=""/>
        <dsp:cNvSpPr/>
      </dsp:nvSpPr>
      <dsp:spPr>
        <a:xfrm>
          <a:off x="0" y="2077973"/>
          <a:ext cx="990244" cy="658910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배치</a:t>
          </a:r>
          <a:r>
            <a:rPr lang="en-US" sz="1200" kern="1200" dirty="0"/>
            <a:t> (Batch)</a:t>
          </a:r>
        </a:p>
      </dsp:txBody>
      <dsp:txXfrm>
        <a:off x="32171" y="2110144"/>
        <a:ext cx="925902" cy="626739"/>
      </dsp:txXfrm>
    </dsp:sp>
    <dsp:sp modelId="{7773D711-D973-4A92-AF71-AD154EEAB9D3}">
      <dsp:nvSpPr>
        <dsp:cNvPr id="0" name=""/>
        <dsp:cNvSpPr/>
      </dsp:nvSpPr>
      <dsp:spPr>
        <a:xfrm>
          <a:off x="990244" y="2769829"/>
          <a:ext cx="2818387" cy="6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9144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bg1"/>
              </a:solidFill>
            </a:rPr>
            <a:t>가중치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매개변수에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대한</a:t>
          </a:r>
          <a:r>
            <a:rPr lang="en-US" sz="1400" kern="1200" dirty="0">
              <a:solidFill>
                <a:schemeClr val="bg1"/>
              </a:solidFill>
            </a:rPr>
            <a:t> </a:t>
          </a:r>
          <a:r>
            <a:rPr lang="en-US" sz="1400" kern="1200" dirty="0" err="1">
              <a:solidFill>
                <a:schemeClr val="bg1"/>
              </a:solidFill>
            </a:rPr>
            <a:t>업데이트</a:t>
          </a:r>
          <a:endParaRPr lang="en-US" sz="1400" kern="1200" dirty="0">
            <a:solidFill>
              <a:schemeClr val="bg1"/>
            </a:solidFill>
          </a:endParaRPr>
        </a:p>
      </dsp:txBody>
      <dsp:txXfrm>
        <a:off x="990244" y="2769829"/>
        <a:ext cx="2818387" cy="658910"/>
      </dsp:txXfrm>
    </dsp:sp>
    <dsp:sp modelId="{635096CD-FC4F-4C72-B71A-D931C2289B52}">
      <dsp:nvSpPr>
        <dsp:cNvPr id="0" name=""/>
        <dsp:cNvSpPr/>
      </dsp:nvSpPr>
      <dsp:spPr>
        <a:xfrm>
          <a:off x="0" y="2769829"/>
          <a:ext cx="990244" cy="658910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단계</a:t>
          </a:r>
          <a:r>
            <a:rPr lang="en-US" sz="1200" kern="1200" dirty="0"/>
            <a:t> (Step)</a:t>
          </a:r>
        </a:p>
      </dsp:txBody>
      <dsp:txXfrm>
        <a:off x="32171" y="2802000"/>
        <a:ext cx="925902" cy="6267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B199F0-39F9-498A-8089-B9A7B6829471}">
      <dsp:nvSpPr>
        <dsp:cNvPr id="0" name=""/>
        <dsp:cNvSpPr/>
      </dsp:nvSpPr>
      <dsp:spPr>
        <a:xfrm>
          <a:off x="0" y="59614"/>
          <a:ext cx="4974335" cy="558089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 </a:t>
          </a:r>
          <a:r>
            <a:rPr lang="en-US" sz="1800" b="0" kern="1200" dirty="0" err="1"/>
            <a:t>트레이닝</a:t>
          </a:r>
          <a:r>
            <a:rPr lang="en-US" sz="1800" b="0" kern="1200" dirty="0"/>
            <a:t> </a:t>
          </a:r>
          <a:r>
            <a:rPr lang="en-US" sz="1800" b="0" kern="1200" dirty="0" err="1"/>
            <a:t>데이터</a:t>
          </a:r>
          <a:r>
            <a:rPr lang="en-US" sz="1800" b="0" kern="1200" dirty="0"/>
            <a:t> (Training data)</a:t>
          </a:r>
          <a:endParaRPr lang="en-US" sz="1800" kern="1200" dirty="0"/>
        </a:p>
      </dsp:txBody>
      <dsp:txXfrm>
        <a:off x="27244" y="86858"/>
        <a:ext cx="4919847" cy="503601"/>
      </dsp:txXfrm>
    </dsp:sp>
    <dsp:sp modelId="{CFD24BE4-FAF5-4066-ACE3-D3D7356AF047}">
      <dsp:nvSpPr>
        <dsp:cNvPr id="0" name=""/>
        <dsp:cNvSpPr/>
      </dsp:nvSpPr>
      <dsp:spPr>
        <a:xfrm>
          <a:off x="0" y="617704"/>
          <a:ext cx="4974335" cy="335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93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kern="1200">
              <a:solidFill>
                <a:schemeClr val="bg1"/>
              </a:solidFill>
            </a:rPr>
            <a:t>학습해야 하는 모델의 핵심 데이터세트</a:t>
          </a:r>
          <a:endParaRPr lang="en-US" sz="1400" kern="1200">
            <a:solidFill>
              <a:schemeClr val="bg1"/>
            </a:solidFill>
          </a:endParaRPr>
        </a:p>
      </dsp:txBody>
      <dsp:txXfrm>
        <a:off x="0" y="617704"/>
        <a:ext cx="4974335" cy="335340"/>
      </dsp:txXfrm>
    </dsp:sp>
    <dsp:sp modelId="{4E1C8BEE-390B-4937-8AFB-052E32B2C2E8}">
      <dsp:nvSpPr>
        <dsp:cNvPr id="0" name=""/>
        <dsp:cNvSpPr/>
      </dsp:nvSpPr>
      <dsp:spPr>
        <a:xfrm>
          <a:off x="0" y="953044"/>
          <a:ext cx="4974335" cy="558089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 </a:t>
          </a:r>
          <a:r>
            <a:rPr lang="en-US" sz="1800" b="0" kern="1200" dirty="0" err="1"/>
            <a:t>검증</a:t>
          </a:r>
          <a:r>
            <a:rPr lang="en-US" sz="1800" b="0" kern="1200" dirty="0"/>
            <a:t> </a:t>
          </a:r>
          <a:r>
            <a:rPr lang="en-US" sz="1800" b="0" kern="1200" dirty="0" err="1"/>
            <a:t>데이터</a:t>
          </a:r>
          <a:r>
            <a:rPr lang="en-US" sz="1800" b="0" kern="1200" dirty="0"/>
            <a:t> (Validation data)</a:t>
          </a:r>
          <a:endParaRPr lang="en-US" sz="1800" kern="1200" dirty="0"/>
        </a:p>
      </dsp:txBody>
      <dsp:txXfrm>
        <a:off x="27244" y="980288"/>
        <a:ext cx="4919847" cy="503601"/>
      </dsp:txXfrm>
    </dsp:sp>
    <dsp:sp modelId="{553D6C5E-89B3-4071-81A4-E2B299EE6237}">
      <dsp:nvSpPr>
        <dsp:cNvPr id="0" name=""/>
        <dsp:cNvSpPr/>
      </dsp:nvSpPr>
      <dsp:spPr>
        <a:xfrm>
          <a:off x="0" y="1511134"/>
          <a:ext cx="4974335" cy="614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93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kern="1200">
              <a:solidFill>
                <a:schemeClr val="bg1"/>
              </a:solidFill>
            </a:rPr>
            <a:t>정말로 이해하는지(일반화 가능한지)를 확인하기 위한 모델의 새 데이터 </a:t>
          </a:r>
          <a:endParaRPr lang="en-US" sz="1400" kern="1200">
            <a:solidFill>
              <a:schemeClr val="bg1"/>
            </a:solidFill>
          </a:endParaRPr>
        </a:p>
      </dsp:txBody>
      <dsp:txXfrm>
        <a:off x="0" y="1511134"/>
        <a:ext cx="4974335" cy="614790"/>
      </dsp:txXfrm>
    </dsp:sp>
    <dsp:sp modelId="{501CB61A-1E8B-40E1-ACB0-220EACECD329}">
      <dsp:nvSpPr>
        <dsp:cNvPr id="0" name=""/>
        <dsp:cNvSpPr/>
      </dsp:nvSpPr>
      <dsp:spPr>
        <a:xfrm>
          <a:off x="0" y="2125924"/>
          <a:ext cx="4974335" cy="558089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 </a:t>
          </a:r>
          <a:r>
            <a:rPr lang="en-US" sz="1800" b="0" kern="1200" dirty="0" err="1"/>
            <a:t>과적합</a:t>
          </a:r>
          <a:r>
            <a:rPr lang="en-US" sz="1800" b="0" kern="1200" dirty="0"/>
            <a:t> (Overfitting)</a:t>
          </a:r>
          <a:endParaRPr lang="en-US" sz="1800" kern="1200" dirty="0"/>
        </a:p>
      </dsp:txBody>
      <dsp:txXfrm>
        <a:off x="27244" y="2153168"/>
        <a:ext cx="4919847" cy="503601"/>
      </dsp:txXfrm>
    </dsp:sp>
    <dsp:sp modelId="{E14CE05A-3F29-4987-AE6A-E140B73C6E7B}">
      <dsp:nvSpPr>
        <dsp:cNvPr id="0" name=""/>
        <dsp:cNvSpPr/>
      </dsp:nvSpPr>
      <dsp:spPr>
        <a:xfrm>
          <a:off x="0" y="2684013"/>
          <a:ext cx="4974335" cy="950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93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kern="1200" dirty="0" err="1">
              <a:solidFill>
                <a:schemeClr val="bg1"/>
              </a:solidFill>
            </a:rPr>
            <a:t>모델이</a:t>
          </a:r>
          <a:r>
            <a:rPr lang="en-US" sz="1400" b="0" kern="1200" dirty="0">
              <a:solidFill>
                <a:schemeClr val="bg1"/>
              </a:solidFill>
            </a:rPr>
            <a:t> </a:t>
          </a:r>
          <a:r>
            <a:rPr lang="en-US" sz="1400" b="0" kern="1200" dirty="0" err="1">
              <a:solidFill>
                <a:schemeClr val="bg1"/>
              </a:solidFill>
            </a:rPr>
            <a:t>트레이닝</a:t>
          </a:r>
          <a:r>
            <a:rPr lang="en-US" sz="1400" b="0" kern="1200" dirty="0">
              <a:solidFill>
                <a:schemeClr val="bg1"/>
              </a:solidFill>
            </a:rPr>
            <a:t> </a:t>
          </a:r>
          <a:r>
            <a:rPr lang="en-US" sz="1400" b="0" kern="1200" dirty="0" err="1">
              <a:solidFill>
                <a:schemeClr val="bg1"/>
              </a:solidFill>
            </a:rPr>
            <a:t>데이터에</a:t>
          </a:r>
          <a:r>
            <a:rPr lang="en-US" sz="1400" b="0" kern="1200" dirty="0">
              <a:solidFill>
                <a:schemeClr val="bg1"/>
              </a:solidFill>
            </a:rPr>
            <a:t> </a:t>
          </a:r>
          <a:r>
            <a:rPr lang="en-US" sz="1400" b="0" kern="1200" dirty="0" err="1">
              <a:solidFill>
                <a:schemeClr val="bg1"/>
              </a:solidFill>
            </a:rPr>
            <a:t>대한</a:t>
          </a:r>
          <a:r>
            <a:rPr lang="en-US" sz="1400" b="0" kern="1200" dirty="0">
              <a:solidFill>
                <a:schemeClr val="bg1"/>
              </a:solidFill>
            </a:rPr>
            <a:t> </a:t>
          </a:r>
          <a:r>
            <a:rPr lang="en-US" sz="1400" b="0" kern="1200" dirty="0" err="1">
              <a:solidFill>
                <a:schemeClr val="bg1"/>
              </a:solidFill>
            </a:rPr>
            <a:t>좋은</a:t>
          </a:r>
          <a:r>
            <a:rPr lang="en-US" sz="1400" b="0" kern="1200" dirty="0">
              <a:solidFill>
                <a:schemeClr val="bg1"/>
              </a:solidFill>
            </a:rPr>
            <a:t> </a:t>
          </a:r>
          <a:r>
            <a:rPr lang="en-US" sz="1400" b="0" kern="1200" dirty="0" err="1">
              <a:solidFill>
                <a:schemeClr val="bg1"/>
              </a:solidFill>
            </a:rPr>
            <a:t>성능을</a:t>
          </a:r>
          <a:r>
            <a:rPr lang="en-US" sz="1400" b="0" kern="1200" dirty="0">
              <a:solidFill>
                <a:schemeClr val="bg1"/>
              </a:solidFill>
            </a:rPr>
            <a:t> </a:t>
          </a:r>
          <a:r>
            <a:rPr lang="en-US" sz="1400" b="0" kern="1200" dirty="0" err="1">
              <a:solidFill>
                <a:schemeClr val="bg1"/>
              </a:solidFill>
            </a:rPr>
            <a:t>보이지만</a:t>
          </a:r>
          <a:r>
            <a:rPr lang="en-US" sz="1400" b="0" kern="1200" dirty="0">
              <a:solidFill>
                <a:schemeClr val="bg1"/>
              </a:solidFill>
            </a:rPr>
            <a:t> </a:t>
          </a:r>
          <a:r>
            <a:rPr lang="en-US" sz="1400" b="0" kern="1200" dirty="0" err="1">
              <a:solidFill>
                <a:schemeClr val="bg1"/>
              </a:solidFill>
            </a:rPr>
            <a:t>검증</a:t>
          </a:r>
          <a:r>
            <a:rPr lang="en-US" sz="1400" b="0" kern="1200" dirty="0">
              <a:solidFill>
                <a:schemeClr val="bg1"/>
              </a:solidFill>
            </a:rPr>
            <a:t> </a:t>
          </a:r>
          <a:r>
            <a:rPr lang="en-US" sz="1400" b="0" kern="1200" dirty="0" err="1">
              <a:solidFill>
                <a:schemeClr val="bg1"/>
              </a:solidFill>
            </a:rPr>
            <a:t>데이터는</a:t>
          </a:r>
          <a:r>
            <a:rPr lang="en-US" sz="1400" b="0" kern="1200" dirty="0">
              <a:solidFill>
                <a:schemeClr val="bg1"/>
              </a:solidFill>
            </a:rPr>
            <a:t> </a:t>
          </a:r>
          <a:r>
            <a:rPr lang="en-US" sz="1400" b="0" kern="1200" dirty="0" err="1">
              <a:solidFill>
                <a:schemeClr val="bg1"/>
              </a:solidFill>
            </a:rPr>
            <a:t>그렇지</a:t>
          </a:r>
          <a:r>
            <a:rPr lang="en-US" sz="1400" b="0" kern="1200" dirty="0">
              <a:solidFill>
                <a:schemeClr val="bg1"/>
              </a:solidFill>
            </a:rPr>
            <a:t> </a:t>
          </a:r>
          <a:r>
            <a:rPr lang="en-US" sz="1400" b="0" kern="1200" dirty="0" err="1">
              <a:solidFill>
                <a:schemeClr val="bg1"/>
              </a:solidFill>
            </a:rPr>
            <a:t>못함</a:t>
          </a:r>
          <a:r>
            <a:rPr lang="en-US" sz="1400" b="0" kern="1200" dirty="0">
              <a:solidFill>
                <a:schemeClr val="bg1"/>
              </a:solidFill>
            </a:rPr>
            <a:t>(</a:t>
          </a:r>
          <a:r>
            <a:rPr lang="ko-KR" altLang="en-US" sz="1400" b="0" kern="1200" dirty="0">
              <a:solidFill>
                <a:schemeClr val="bg1"/>
              </a:solidFill>
            </a:rPr>
            <a:t>암기</a:t>
          </a:r>
          <a:r>
            <a:rPr lang="en-US" sz="1400" b="0" kern="1200" dirty="0">
              <a:solidFill>
                <a:schemeClr val="bg1"/>
              </a:solidFill>
            </a:rPr>
            <a:t>의 </a:t>
          </a:r>
          <a:r>
            <a:rPr lang="en-US" sz="1400" b="0" kern="1200" dirty="0" err="1">
              <a:solidFill>
                <a:schemeClr val="bg1"/>
              </a:solidFill>
            </a:rPr>
            <a:t>증거</a:t>
          </a:r>
          <a:r>
            <a:rPr lang="en-US" sz="1400" b="0" kern="1200" dirty="0">
              <a:solidFill>
                <a:schemeClr val="bg1"/>
              </a:solidFill>
            </a:rPr>
            <a:t>)</a:t>
          </a:r>
          <a:endParaRPr lang="en-US" sz="1400" kern="1200" dirty="0">
            <a:solidFill>
              <a:schemeClr val="bg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kern="1200" dirty="0" err="1">
              <a:solidFill>
                <a:schemeClr val="bg1"/>
              </a:solidFill>
            </a:rPr>
            <a:t>정확도</a:t>
          </a:r>
          <a:r>
            <a:rPr lang="en-US" sz="1400" b="0" kern="1200" dirty="0">
              <a:solidFill>
                <a:schemeClr val="bg1"/>
              </a:solidFill>
            </a:rPr>
            <a:t> 및 </a:t>
          </a:r>
          <a:r>
            <a:rPr lang="en-US" sz="1400" b="0" kern="1200" dirty="0" err="1">
              <a:solidFill>
                <a:schemeClr val="bg1"/>
              </a:solidFill>
            </a:rPr>
            <a:t>손실이</a:t>
          </a:r>
          <a:r>
            <a:rPr lang="en-US" sz="1400" b="0" kern="1200" dirty="0">
              <a:solidFill>
                <a:schemeClr val="bg1"/>
              </a:solidFill>
            </a:rPr>
            <a:t> 두 </a:t>
          </a:r>
          <a:r>
            <a:rPr lang="en-US" sz="1400" b="0" kern="1200" dirty="0" err="1">
              <a:solidFill>
                <a:schemeClr val="bg1"/>
              </a:solidFill>
            </a:rPr>
            <a:t>데이터세트</a:t>
          </a:r>
          <a:r>
            <a:rPr lang="en-US" sz="1400" b="0" kern="1200" dirty="0">
              <a:solidFill>
                <a:schemeClr val="bg1"/>
              </a:solidFill>
            </a:rPr>
            <a:t> </a:t>
          </a:r>
          <a:r>
            <a:rPr lang="en-US" sz="1400" b="0" kern="1200" dirty="0" err="1">
              <a:solidFill>
                <a:schemeClr val="bg1"/>
              </a:solidFill>
            </a:rPr>
            <a:t>간에</a:t>
          </a:r>
          <a:r>
            <a:rPr lang="en-US" sz="1400" b="0" kern="1200" dirty="0">
              <a:solidFill>
                <a:schemeClr val="bg1"/>
              </a:solidFill>
            </a:rPr>
            <a:t> </a:t>
          </a:r>
          <a:r>
            <a:rPr lang="en-US" sz="1400" b="0" kern="1200" dirty="0" err="1">
              <a:solidFill>
                <a:schemeClr val="bg1"/>
              </a:solidFill>
            </a:rPr>
            <a:t>유사해야</a:t>
          </a:r>
          <a:r>
            <a:rPr lang="en-US" sz="1400" b="0" kern="1200" dirty="0">
              <a:solidFill>
                <a:schemeClr val="bg1"/>
              </a:solidFill>
            </a:rPr>
            <a:t> </a:t>
          </a:r>
          <a:r>
            <a:rPr lang="en-US" sz="1400" b="0" kern="1200" dirty="0" err="1">
              <a:solidFill>
                <a:schemeClr val="bg1"/>
              </a:solidFill>
            </a:rPr>
            <a:t>이상적임</a:t>
          </a:r>
          <a:endParaRPr lang="en-US" sz="1400" kern="1200" dirty="0">
            <a:solidFill>
              <a:schemeClr val="bg1"/>
            </a:solidFill>
          </a:endParaRPr>
        </a:p>
      </dsp:txBody>
      <dsp:txXfrm>
        <a:off x="0" y="2684013"/>
        <a:ext cx="4974335" cy="9501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434520" y="8767094"/>
            <a:ext cx="1083012" cy="200064"/>
            <a:chOff x="8775700" y="3552825"/>
            <a:chExt cx="5156200" cy="952500"/>
          </a:xfrm>
        </p:grpSpPr>
        <p:sp>
          <p:nvSpPr>
            <p:cNvPr id="5" name="Freeform 4"/>
            <p:cNvSpPr>
              <a:spLocks noEditPoints="1"/>
            </p:cNvSpPr>
            <p:nvPr/>
          </p:nvSpPr>
          <p:spPr bwMode="auto">
            <a:xfrm>
              <a:off x="13817600" y="4265613"/>
              <a:ext cx="114300" cy="111125"/>
            </a:xfrm>
            <a:custGeom>
              <a:avLst/>
              <a:gdLst>
                <a:gd name="T0" fmla="*/ 59 w 144"/>
                <a:gd name="T1" fmla="*/ 63 h 139"/>
                <a:gd name="T2" fmla="*/ 79 w 144"/>
                <a:gd name="T3" fmla="*/ 63 h 139"/>
                <a:gd name="T4" fmla="*/ 85 w 144"/>
                <a:gd name="T5" fmla="*/ 61 h 139"/>
                <a:gd name="T6" fmla="*/ 87 w 144"/>
                <a:gd name="T7" fmla="*/ 53 h 139"/>
                <a:gd name="T8" fmla="*/ 83 w 144"/>
                <a:gd name="T9" fmla="*/ 47 h 139"/>
                <a:gd name="T10" fmla="*/ 75 w 144"/>
                <a:gd name="T11" fmla="*/ 45 h 139"/>
                <a:gd name="T12" fmla="*/ 59 w 144"/>
                <a:gd name="T13" fmla="*/ 45 h 139"/>
                <a:gd name="T14" fmla="*/ 73 w 144"/>
                <a:gd name="T15" fmla="*/ 33 h 139"/>
                <a:gd name="T16" fmla="*/ 101 w 144"/>
                <a:gd name="T17" fmla="*/ 41 h 139"/>
                <a:gd name="T18" fmla="*/ 103 w 144"/>
                <a:gd name="T19" fmla="*/ 61 h 139"/>
                <a:gd name="T20" fmla="*/ 99 w 144"/>
                <a:gd name="T21" fmla="*/ 68 h 139"/>
                <a:gd name="T22" fmla="*/ 91 w 144"/>
                <a:gd name="T23" fmla="*/ 74 h 139"/>
                <a:gd name="T24" fmla="*/ 105 w 144"/>
                <a:gd name="T25" fmla="*/ 106 h 139"/>
                <a:gd name="T26" fmla="*/ 67 w 144"/>
                <a:gd name="T27" fmla="*/ 76 h 139"/>
                <a:gd name="T28" fmla="*/ 59 w 144"/>
                <a:gd name="T29" fmla="*/ 106 h 139"/>
                <a:gd name="T30" fmla="*/ 44 w 144"/>
                <a:gd name="T31" fmla="*/ 33 h 139"/>
                <a:gd name="T32" fmla="*/ 51 w 144"/>
                <a:gd name="T33" fmla="*/ 21 h 139"/>
                <a:gd name="T34" fmla="*/ 24 w 144"/>
                <a:gd name="T35" fmla="*/ 49 h 139"/>
                <a:gd name="T36" fmla="*/ 24 w 144"/>
                <a:gd name="T37" fmla="*/ 92 h 139"/>
                <a:gd name="T38" fmla="*/ 51 w 144"/>
                <a:gd name="T39" fmla="*/ 120 h 139"/>
                <a:gd name="T40" fmla="*/ 71 w 144"/>
                <a:gd name="T41" fmla="*/ 124 h 139"/>
                <a:gd name="T42" fmla="*/ 109 w 144"/>
                <a:gd name="T43" fmla="*/ 108 h 139"/>
                <a:gd name="T44" fmla="*/ 122 w 144"/>
                <a:gd name="T45" fmla="*/ 70 h 139"/>
                <a:gd name="T46" fmla="*/ 109 w 144"/>
                <a:gd name="T47" fmla="*/ 31 h 139"/>
                <a:gd name="T48" fmla="*/ 71 w 144"/>
                <a:gd name="T49" fmla="*/ 17 h 139"/>
                <a:gd name="T50" fmla="*/ 95 w 144"/>
                <a:gd name="T51" fmla="*/ 3 h 139"/>
                <a:gd name="T52" fmla="*/ 130 w 144"/>
                <a:gd name="T53" fmla="*/ 27 h 139"/>
                <a:gd name="T54" fmla="*/ 144 w 144"/>
                <a:gd name="T55" fmla="*/ 70 h 139"/>
                <a:gd name="T56" fmla="*/ 130 w 144"/>
                <a:gd name="T57" fmla="*/ 114 h 139"/>
                <a:gd name="T58" fmla="*/ 95 w 144"/>
                <a:gd name="T59" fmla="*/ 135 h 139"/>
                <a:gd name="T60" fmla="*/ 50 w 144"/>
                <a:gd name="T61" fmla="*/ 135 h 139"/>
                <a:gd name="T62" fmla="*/ 14 w 144"/>
                <a:gd name="T63" fmla="*/ 114 h 139"/>
                <a:gd name="T64" fmla="*/ 0 w 144"/>
                <a:gd name="T65" fmla="*/ 70 h 139"/>
                <a:gd name="T66" fmla="*/ 14 w 144"/>
                <a:gd name="T67" fmla="*/ 27 h 139"/>
                <a:gd name="T68" fmla="*/ 50 w 144"/>
                <a:gd name="T69" fmla="*/ 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4" h="139">
                  <a:moveTo>
                    <a:pt x="59" y="45"/>
                  </a:moveTo>
                  <a:lnTo>
                    <a:pt x="59" y="63"/>
                  </a:lnTo>
                  <a:lnTo>
                    <a:pt x="75" y="63"/>
                  </a:lnTo>
                  <a:lnTo>
                    <a:pt x="79" y="63"/>
                  </a:lnTo>
                  <a:lnTo>
                    <a:pt x="83" y="63"/>
                  </a:lnTo>
                  <a:lnTo>
                    <a:pt x="85" y="61"/>
                  </a:lnTo>
                  <a:lnTo>
                    <a:pt x="87" y="57"/>
                  </a:lnTo>
                  <a:lnTo>
                    <a:pt x="87" y="53"/>
                  </a:lnTo>
                  <a:lnTo>
                    <a:pt x="85" y="49"/>
                  </a:lnTo>
                  <a:lnTo>
                    <a:pt x="83" y="47"/>
                  </a:lnTo>
                  <a:lnTo>
                    <a:pt x="79" y="45"/>
                  </a:lnTo>
                  <a:lnTo>
                    <a:pt x="75" y="45"/>
                  </a:lnTo>
                  <a:lnTo>
                    <a:pt x="71" y="45"/>
                  </a:lnTo>
                  <a:lnTo>
                    <a:pt x="59" y="45"/>
                  </a:lnTo>
                  <a:close/>
                  <a:moveTo>
                    <a:pt x="44" y="33"/>
                  </a:moveTo>
                  <a:lnTo>
                    <a:pt x="73" y="33"/>
                  </a:lnTo>
                  <a:lnTo>
                    <a:pt x="89" y="35"/>
                  </a:lnTo>
                  <a:lnTo>
                    <a:pt x="101" y="41"/>
                  </a:lnTo>
                  <a:lnTo>
                    <a:pt x="105" y="55"/>
                  </a:lnTo>
                  <a:lnTo>
                    <a:pt x="103" y="61"/>
                  </a:lnTo>
                  <a:lnTo>
                    <a:pt x="101" y="67"/>
                  </a:lnTo>
                  <a:lnTo>
                    <a:pt x="99" y="68"/>
                  </a:lnTo>
                  <a:lnTo>
                    <a:pt x="95" y="72"/>
                  </a:lnTo>
                  <a:lnTo>
                    <a:pt x="91" y="74"/>
                  </a:lnTo>
                  <a:lnTo>
                    <a:pt x="85" y="74"/>
                  </a:lnTo>
                  <a:lnTo>
                    <a:pt x="105" y="106"/>
                  </a:lnTo>
                  <a:lnTo>
                    <a:pt x="85" y="106"/>
                  </a:lnTo>
                  <a:lnTo>
                    <a:pt x="67" y="76"/>
                  </a:lnTo>
                  <a:lnTo>
                    <a:pt x="59" y="76"/>
                  </a:lnTo>
                  <a:lnTo>
                    <a:pt x="59" y="106"/>
                  </a:lnTo>
                  <a:lnTo>
                    <a:pt x="44" y="106"/>
                  </a:lnTo>
                  <a:lnTo>
                    <a:pt x="44" y="33"/>
                  </a:lnTo>
                  <a:close/>
                  <a:moveTo>
                    <a:pt x="71" y="17"/>
                  </a:moveTo>
                  <a:lnTo>
                    <a:pt x="51" y="21"/>
                  </a:lnTo>
                  <a:lnTo>
                    <a:pt x="36" y="31"/>
                  </a:lnTo>
                  <a:lnTo>
                    <a:pt x="24" y="49"/>
                  </a:lnTo>
                  <a:lnTo>
                    <a:pt x="20" y="70"/>
                  </a:lnTo>
                  <a:lnTo>
                    <a:pt x="24" y="92"/>
                  </a:lnTo>
                  <a:lnTo>
                    <a:pt x="36" y="108"/>
                  </a:lnTo>
                  <a:lnTo>
                    <a:pt x="51" y="120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91" y="120"/>
                  </a:lnTo>
                  <a:lnTo>
                    <a:pt x="109" y="108"/>
                  </a:lnTo>
                  <a:lnTo>
                    <a:pt x="118" y="92"/>
                  </a:lnTo>
                  <a:lnTo>
                    <a:pt x="122" y="70"/>
                  </a:lnTo>
                  <a:lnTo>
                    <a:pt x="118" y="49"/>
                  </a:lnTo>
                  <a:lnTo>
                    <a:pt x="109" y="31"/>
                  </a:lnTo>
                  <a:lnTo>
                    <a:pt x="91" y="21"/>
                  </a:lnTo>
                  <a:lnTo>
                    <a:pt x="71" y="17"/>
                  </a:lnTo>
                  <a:close/>
                  <a:moveTo>
                    <a:pt x="71" y="0"/>
                  </a:moveTo>
                  <a:lnTo>
                    <a:pt x="95" y="3"/>
                  </a:lnTo>
                  <a:lnTo>
                    <a:pt x="114" y="11"/>
                  </a:lnTo>
                  <a:lnTo>
                    <a:pt x="130" y="27"/>
                  </a:lnTo>
                  <a:lnTo>
                    <a:pt x="140" y="45"/>
                  </a:lnTo>
                  <a:lnTo>
                    <a:pt x="144" y="70"/>
                  </a:lnTo>
                  <a:lnTo>
                    <a:pt x="140" y="94"/>
                  </a:lnTo>
                  <a:lnTo>
                    <a:pt x="130" y="114"/>
                  </a:lnTo>
                  <a:lnTo>
                    <a:pt x="114" y="128"/>
                  </a:lnTo>
                  <a:lnTo>
                    <a:pt x="95" y="135"/>
                  </a:lnTo>
                  <a:lnTo>
                    <a:pt x="71" y="139"/>
                  </a:lnTo>
                  <a:lnTo>
                    <a:pt x="50" y="135"/>
                  </a:lnTo>
                  <a:lnTo>
                    <a:pt x="30" y="128"/>
                  </a:lnTo>
                  <a:lnTo>
                    <a:pt x="14" y="114"/>
                  </a:lnTo>
                  <a:lnTo>
                    <a:pt x="4" y="94"/>
                  </a:lnTo>
                  <a:lnTo>
                    <a:pt x="0" y="70"/>
                  </a:lnTo>
                  <a:lnTo>
                    <a:pt x="4" y="45"/>
                  </a:lnTo>
                  <a:lnTo>
                    <a:pt x="14" y="27"/>
                  </a:lnTo>
                  <a:lnTo>
                    <a:pt x="30" y="11"/>
                  </a:lnTo>
                  <a:lnTo>
                    <a:pt x="50" y="3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10447338" y="3732213"/>
              <a:ext cx="3333750" cy="625475"/>
            </a:xfrm>
            <a:custGeom>
              <a:avLst/>
              <a:gdLst>
                <a:gd name="T0" fmla="*/ 2325 w 4200"/>
                <a:gd name="T1" fmla="*/ 618 h 788"/>
                <a:gd name="T2" fmla="*/ 2465 w 4200"/>
                <a:gd name="T3" fmla="*/ 616 h 788"/>
                <a:gd name="T4" fmla="*/ 2540 w 4200"/>
                <a:gd name="T5" fmla="*/ 597 h 788"/>
                <a:gd name="T6" fmla="*/ 2599 w 4200"/>
                <a:gd name="T7" fmla="*/ 555 h 788"/>
                <a:gd name="T8" fmla="*/ 2635 w 4200"/>
                <a:gd name="T9" fmla="*/ 488 h 788"/>
                <a:gd name="T10" fmla="*/ 2648 w 4200"/>
                <a:gd name="T11" fmla="*/ 396 h 788"/>
                <a:gd name="T12" fmla="*/ 2635 w 4200"/>
                <a:gd name="T13" fmla="*/ 301 h 788"/>
                <a:gd name="T14" fmla="*/ 2599 w 4200"/>
                <a:gd name="T15" fmla="*/ 236 h 788"/>
                <a:gd name="T16" fmla="*/ 2540 w 4200"/>
                <a:gd name="T17" fmla="*/ 193 h 788"/>
                <a:gd name="T18" fmla="*/ 2465 w 4200"/>
                <a:gd name="T19" fmla="*/ 173 h 788"/>
                <a:gd name="T20" fmla="*/ 2325 w 4200"/>
                <a:gd name="T21" fmla="*/ 171 h 788"/>
                <a:gd name="T22" fmla="*/ 3597 w 4200"/>
                <a:gd name="T23" fmla="*/ 512 h 788"/>
                <a:gd name="T24" fmla="*/ 3735 w 4200"/>
                <a:gd name="T25" fmla="*/ 143 h 788"/>
                <a:gd name="T26" fmla="*/ 4200 w 4200"/>
                <a:gd name="T27" fmla="*/ 786 h 788"/>
                <a:gd name="T28" fmla="*/ 3916 w 4200"/>
                <a:gd name="T29" fmla="*/ 648 h 788"/>
                <a:gd name="T30" fmla="*/ 3501 w 4200"/>
                <a:gd name="T31" fmla="*/ 786 h 788"/>
                <a:gd name="T32" fmla="*/ 3592 w 4200"/>
                <a:gd name="T33" fmla="*/ 0 h 788"/>
                <a:gd name="T34" fmla="*/ 2969 w 4200"/>
                <a:gd name="T35" fmla="*/ 0 h 788"/>
                <a:gd name="T36" fmla="*/ 3190 w 4200"/>
                <a:gd name="T37" fmla="*/ 788 h 788"/>
                <a:gd name="T38" fmla="*/ 2969 w 4200"/>
                <a:gd name="T39" fmla="*/ 0 h 788"/>
                <a:gd name="T40" fmla="*/ 2416 w 4200"/>
                <a:gd name="T41" fmla="*/ 0 h 788"/>
                <a:gd name="T42" fmla="*/ 2554 w 4200"/>
                <a:gd name="T43" fmla="*/ 7 h 788"/>
                <a:gd name="T44" fmla="*/ 2666 w 4200"/>
                <a:gd name="T45" fmla="*/ 33 h 788"/>
                <a:gd name="T46" fmla="*/ 2757 w 4200"/>
                <a:gd name="T47" fmla="*/ 90 h 788"/>
                <a:gd name="T48" fmla="*/ 2818 w 4200"/>
                <a:gd name="T49" fmla="*/ 173 h 788"/>
                <a:gd name="T50" fmla="*/ 2853 w 4200"/>
                <a:gd name="T51" fmla="*/ 277 h 788"/>
                <a:gd name="T52" fmla="*/ 2865 w 4200"/>
                <a:gd name="T53" fmla="*/ 402 h 788"/>
                <a:gd name="T54" fmla="*/ 2855 w 4200"/>
                <a:gd name="T55" fmla="*/ 518 h 788"/>
                <a:gd name="T56" fmla="*/ 2828 w 4200"/>
                <a:gd name="T57" fmla="*/ 614 h 788"/>
                <a:gd name="T58" fmla="*/ 2786 w 4200"/>
                <a:gd name="T59" fmla="*/ 683 h 788"/>
                <a:gd name="T60" fmla="*/ 2735 w 4200"/>
                <a:gd name="T61" fmla="*/ 731 h 788"/>
                <a:gd name="T62" fmla="*/ 2672 w 4200"/>
                <a:gd name="T63" fmla="*/ 762 h 788"/>
                <a:gd name="T64" fmla="*/ 2585 w 4200"/>
                <a:gd name="T65" fmla="*/ 780 h 788"/>
                <a:gd name="T66" fmla="*/ 2465 w 4200"/>
                <a:gd name="T67" fmla="*/ 788 h 788"/>
                <a:gd name="T68" fmla="*/ 2105 w 4200"/>
                <a:gd name="T69" fmla="*/ 0 h 788"/>
                <a:gd name="T70" fmla="*/ 1063 w 4200"/>
                <a:gd name="T71" fmla="*/ 0 h 788"/>
                <a:gd name="T72" fmla="*/ 1428 w 4200"/>
                <a:gd name="T73" fmla="*/ 0 h 788"/>
                <a:gd name="T74" fmla="*/ 1398 w 4200"/>
                <a:gd name="T75" fmla="*/ 788 h 788"/>
                <a:gd name="T76" fmla="*/ 825 w 4200"/>
                <a:gd name="T77" fmla="*/ 0 h 788"/>
                <a:gd name="T78" fmla="*/ 1969 w 4200"/>
                <a:gd name="T79" fmla="*/ 0 h 788"/>
                <a:gd name="T80" fmla="*/ 1747 w 4200"/>
                <a:gd name="T81" fmla="*/ 788 h 788"/>
                <a:gd name="T82" fmla="*/ 0 w 4200"/>
                <a:gd name="T83" fmla="*/ 0 h 788"/>
                <a:gd name="T84" fmla="*/ 441 w 4200"/>
                <a:gd name="T85" fmla="*/ 0 h 788"/>
                <a:gd name="T86" fmla="*/ 522 w 4200"/>
                <a:gd name="T87" fmla="*/ 7 h 788"/>
                <a:gd name="T88" fmla="*/ 599 w 4200"/>
                <a:gd name="T89" fmla="*/ 25 h 788"/>
                <a:gd name="T90" fmla="*/ 667 w 4200"/>
                <a:gd name="T91" fmla="*/ 59 h 788"/>
                <a:gd name="T92" fmla="*/ 725 w 4200"/>
                <a:gd name="T93" fmla="*/ 112 h 788"/>
                <a:gd name="T94" fmla="*/ 766 w 4200"/>
                <a:gd name="T95" fmla="*/ 187 h 788"/>
                <a:gd name="T96" fmla="*/ 788 w 4200"/>
                <a:gd name="T97" fmla="*/ 289 h 788"/>
                <a:gd name="T98" fmla="*/ 790 w 4200"/>
                <a:gd name="T99" fmla="*/ 788 h 788"/>
                <a:gd name="T100" fmla="*/ 573 w 4200"/>
                <a:gd name="T101" fmla="*/ 427 h 788"/>
                <a:gd name="T102" fmla="*/ 567 w 4200"/>
                <a:gd name="T103" fmla="*/ 317 h 788"/>
                <a:gd name="T104" fmla="*/ 543 w 4200"/>
                <a:gd name="T105" fmla="*/ 244 h 788"/>
                <a:gd name="T106" fmla="*/ 500 w 4200"/>
                <a:gd name="T107" fmla="*/ 201 h 788"/>
                <a:gd name="T108" fmla="*/ 439 w 4200"/>
                <a:gd name="T109" fmla="*/ 179 h 788"/>
                <a:gd name="T110" fmla="*/ 224 w 4200"/>
                <a:gd name="T111" fmla="*/ 175 h 788"/>
                <a:gd name="T112" fmla="*/ 0 w 4200"/>
                <a:gd name="T113" fmla="*/ 78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200" h="788">
                  <a:moveTo>
                    <a:pt x="2325" y="171"/>
                  </a:moveTo>
                  <a:lnTo>
                    <a:pt x="2325" y="618"/>
                  </a:lnTo>
                  <a:lnTo>
                    <a:pt x="2420" y="618"/>
                  </a:lnTo>
                  <a:lnTo>
                    <a:pt x="2465" y="616"/>
                  </a:lnTo>
                  <a:lnTo>
                    <a:pt x="2505" y="608"/>
                  </a:lnTo>
                  <a:lnTo>
                    <a:pt x="2540" y="597"/>
                  </a:lnTo>
                  <a:lnTo>
                    <a:pt x="2572" y="579"/>
                  </a:lnTo>
                  <a:lnTo>
                    <a:pt x="2599" y="555"/>
                  </a:lnTo>
                  <a:lnTo>
                    <a:pt x="2619" y="526"/>
                  </a:lnTo>
                  <a:lnTo>
                    <a:pt x="2635" y="488"/>
                  </a:lnTo>
                  <a:lnTo>
                    <a:pt x="2644" y="445"/>
                  </a:lnTo>
                  <a:lnTo>
                    <a:pt x="2648" y="396"/>
                  </a:lnTo>
                  <a:lnTo>
                    <a:pt x="2644" y="344"/>
                  </a:lnTo>
                  <a:lnTo>
                    <a:pt x="2635" y="301"/>
                  </a:lnTo>
                  <a:lnTo>
                    <a:pt x="2619" y="266"/>
                  </a:lnTo>
                  <a:lnTo>
                    <a:pt x="2599" y="236"/>
                  </a:lnTo>
                  <a:lnTo>
                    <a:pt x="2572" y="212"/>
                  </a:lnTo>
                  <a:lnTo>
                    <a:pt x="2540" y="193"/>
                  </a:lnTo>
                  <a:lnTo>
                    <a:pt x="2505" y="181"/>
                  </a:lnTo>
                  <a:lnTo>
                    <a:pt x="2465" y="173"/>
                  </a:lnTo>
                  <a:lnTo>
                    <a:pt x="2420" y="171"/>
                  </a:lnTo>
                  <a:lnTo>
                    <a:pt x="2325" y="171"/>
                  </a:lnTo>
                  <a:close/>
                  <a:moveTo>
                    <a:pt x="3735" y="143"/>
                  </a:moveTo>
                  <a:lnTo>
                    <a:pt x="3597" y="512"/>
                  </a:lnTo>
                  <a:lnTo>
                    <a:pt x="3869" y="512"/>
                  </a:lnTo>
                  <a:lnTo>
                    <a:pt x="3735" y="143"/>
                  </a:lnTo>
                  <a:close/>
                  <a:moveTo>
                    <a:pt x="3887" y="0"/>
                  </a:moveTo>
                  <a:lnTo>
                    <a:pt x="4200" y="786"/>
                  </a:lnTo>
                  <a:lnTo>
                    <a:pt x="3962" y="786"/>
                  </a:lnTo>
                  <a:lnTo>
                    <a:pt x="3916" y="648"/>
                  </a:lnTo>
                  <a:lnTo>
                    <a:pt x="3548" y="648"/>
                  </a:lnTo>
                  <a:lnTo>
                    <a:pt x="3501" y="786"/>
                  </a:lnTo>
                  <a:lnTo>
                    <a:pt x="3280" y="786"/>
                  </a:lnTo>
                  <a:lnTo>
                    <a:pt x="3592" y="0"/>
                  </a:lnTo>
                  <a:lnTo>
                    <a:pt x="3887" y="0"/>
                  </a:lnTo>
                  <a:close/>
                  <a:moveTo>
                    <a:pt x="2969" y="0"/>
                  </a:moveTo>
                  <a:lnTo>
                    <a:pt x="3190" y="0"/>
                  </a:lnTo>
                  <a:lnTo>
                    <a:pt x="3190" y="788"/>
                  </a:lnTo>
                  <a:lnTo>
                    <a:pt x="2969" y="788"/>
                  </a:lnTo>
                  <a:lnTo>
                    <a:pt x="2969" y="0"/>
                  </a:lnTo>
                  <a:close/>
                  <a:moveTo>
                    <a:pt x="2105" y="0"/>
                  </a:moveTo>
                  <a:lnTo>
                    <a:pt x="2416" y="0"/>
                  </a:lnTo>
                  <a:lnTo>
                    <a:pt x="2489" y="2"/>
                  </a:lnTo>
                  <a:lnTo>
                    <a:pt x="2554" y="7"/>
                  </a:lnTo>
                  <a:lnTo>
                    <a:pt x="2613" y="17"/>
                  </a:lnTo>
                  <a:lnTo>
                    <a:pt x="2666" y="33"/>
                  </a:lnTo>
                  <a:lnTo>
                    <a:pt x="2713" y="57"/>
                  </a:lnTo>
                  <a:lnTo>
                    <a:pt x="2757" y="90"/>
                  </a:lnTo>
                  <a:lnTo>
                    <a:pt x="2794" y="132"/>
                  </a:lnTo>
                  <a:lnTo>
                    <a:pt x="2818" y="173"/>
                  </a:lnTo>
                  <a:lnTo>
                    <a:pt x="2839" y="222"/>
                  </a:lnTo>
                  <a:lnTo>
                    <a:pt x="2853" y="277"/>
                  </a:lnTo>
                  <a:lnTo>
                    <a:pt x="2863" y="337"/>
                  </a:lnTo>
                  <a:lnTo>
                    <a:pt x="2865" y="402"/>
                  </a:lnTo>
                  <a:lnTo>
                    <a:pt x="2863" y="461"/>
                  </a:lnTo>
                  <a:lnTo>
                    <a:pt x="2855" y="518"/>
                  </a:lnTo>
                  <a:lnTo>
                    <a:pt x="2843" y="569"/>
                  </a:lnTo>
                  <a:lnTo>
                    <a:pt x="2828" y="614"/>
                  </a:lnTo>
                  <a:lnTo>
                    <a:pt x="2810" y="654"/>
                  </a:lnTo>
                  <a:lnTo>
                    <a:pt x="2786" y="683"/>
                  </a:lnTo>
                  <a:lnTo>
                    <a:pt x="2761" y="709"/>
                  </a:lnTo>
                  <a:lnTo>
                    <a:pt x="2735" y="731"/>
                  </a:lnTo>
                  <a:lnTo>
                    <a:pt x="2705" y="748"/>
                  </a:lnTo>
                  <a:lnTo>
                    <a:pt x="2672" y="762"/>
                  </a:lnTo>
                  <a:lnTo>
                    <a:pt x="2633" y="772"/>
                  </a:lnTo>
                  <a:lnTo>
                    <a:pt x="2585" y="780"/>
                  </a:lnTo>
                  <a:lnTo>
                    <a:pt x="2530" y="786"/>
                  </a:lnTo>
                  <a:lnTo>
                    <a:pt x="2465" y="788"/>
                  </a:lnTo>
                  <a:lnTo>
                    <a:pt x="2105" y="788"/>
                  </a:lnTo>
                  <a:lnTo>
                    <a:pt x="2105" y="0"/>
                  </a:lnTo>
                  <a:close/>
                  <a:moveTo>
                    <a:pt x="825" y="0"/>
                  </a:moveTo>
                  <a:lnTo>
                    <a:pt x="1063" y="0"/>
                  </a:lnTo>
                  <a:lnTo>
                    <a:pt x="1240" y="624"/>
                  </a:lnTo>
                  <a:lnTo>
                    <a:pt x="1428" y="0"/>
                  </a:lnTo>
                  <a:lnTo>
                    <a:pt x="1654" y="0"/>
                  </a:lnTo>
                  <a:lnTo>
                    <a:pt x="1398" y="788"/>
                  </a:lnTo>
                  <a:lnTo>
                    <a:pt x="1077" y="788"/>
                  </a:lnTo>
                  <a:lnTo>
                    <a:pt x="825" y="0"/>
                  </a:lnTo>
                  <a:close/>
                  <a:moveTo>
                    <a:pt x="1747" y="0"/>
                  </a:moveTo>
                  <a:lnTo>
                    <a:pt x="1969" y="0"/>
                  </a:lnTo>
                  <a:lnTo>
                    <a:pt x="1969" y="788"/>
                  </a:lnTo>
                  <a:lnTo>
                    <a:pt x="1747" y="788"/>
                  </a:lnTo>
                  <a:lnTo>
                    <a:pt x="1747" y="0"/>
                  </a:lnTo>
                  <a:close/>
                  <a:moveTo>
                    <a:pt x="0" y="0"/>
                  </a:moveTo>
                  <a:lnTo>
                    <a:pt x="400" y="0"/>
                  </a:lnTo>
                  <a:lnTo>
                    <a:pt x="441" y="0"/>
                  </a:lnTo>
                  <a:lnTo>
                    <a:pt x="482" y="2"/>
                  </a:lnTo>
                  <a:lnTo>
                    <a:pt x="522" y="7"/>
                  </a:lnTo>
                  <a:lnTo>
                    <a:pt x="561" y="15"/>
                  </a:lnTo>
                  <a:lnTo>
                    <a:pt x="599" y="25"/>
                  </a:lnTo>
                  <a:lnTo>
                    <a:pt x="634" y="41"/>
                  </a:lnTo>
                  <a:lnTo>
                    <a:pt x="667" y="59"/>
                  </a:lnTo>
                  <a:lnTo>
                    <a:pt x="697" y="82"/>
                  </a:lnTo>
                  <a:lnTo>
                    <a:pt x="725" y="112"/>
                  </a:lnTo>
                  <a:lnTo>
                    <a:pt x="746" y="145"/>
                  </a:lnTo>
                  <a:lnTo>
                    <a:pt x="766" y="187"/>
                  </a:lnTo>
                  <a:lnTo>
                    <a:pt x="780" y="234"/>
                  </a:lnTo>
                  <a:lnTo>
                    <a:pt x="788" y="289"/>
                  </a:lnTo>
                  <a:lnTo>
                    <a:pt x="790" y="352"/>
                  </a:lnTo>
                  <a:lnTo>
                    <a:pt x="790" y="788"/>
                  </a:lnTo>
                  <a:lnTo>
                    <a:pt x="573" y="788"/>
                  </a:lnTo>
                  <a:lnTo>
                    <a:pt x="573" y="427"/>
                  </a:lnTo>
                  <a:lnTo>
                    <a:pt x="571" y="368"/>
                  </a:lnTo>
                  <a:lnTo>
                    <a:pt x="567" y="317"/>
                  </a:lnTo>
                  <a:lnTo>
                    <a:pt x="557" y="277"/>
                  </a:lnTo>
                  <a:lnTo>
                    <a:pt x="543" y="244"/>
                  </a:lnTo>
                  <a:lnTo>
                    <a:pt x="524" y="220"/>
                  </a:lnTo>
                  <a:lnTo>
                    <a:pt x="500" y="201"/>
                  </a:lnTo>
                  <a:lnTo>
                    <a:pt x="473" y="187"/>
                  </a:lnTo>
                  <a:lnTo>
                    <a:pt x="439" y="179"/>
                  </a:lnTo>
                  <a:lnTo>
                    <a:pt x="400" y="175"/>
                  </a:lnTo>
                  <a:lnTo>
                    <a:pt x="224" y="175"/>
                  </a:lnTo>
                  <a:lnTo>
                    <a:pt x="224" y="788"/>
                  </a:lnTo>
                  <a:lnTo>
                    <a:pt x="0" y="7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8775700" y="3552825"/>
              <a:ext cx="1436688" cy="952500"/>
            </a:xfrm>
            <a:custGeom>
              <a:avLst/>
              <a:gdLst>
                <a:gd name="T0" fmla="*/ 638 w 1810"/>
                <a:gd name="T1" fmla="*/ 451 h 1200"/>
                <a:gd name="T2" fmla="*/ 516 w 1810"/>
                <a:gd name="T3" fmla="*/ 502 h 1200"/>
                <a:gd name="T4" fmla="*/ 469 w 1810"/>
                <a:gd name="T5" fmla="*/ 546 h 1200"/>
                <a:gd name="T6" fmla="*/ 496 w 1810"/>
                <a:gd name="T7" fmla="*/ 613 h 1200"/>
                <a:gd name="T8" fmla="*/ 595 w 1810"/>
                <a:gd name="T9" fmla="*/ 735 h 1200"/>
                <a:gd name="T10" fmla="*/ 614 w 1810"/>
                <a:gd name="T11" fmla="*/ 851 h 1200"/>
                <a:gd name="T12" fmla="*/ 439 w 1810"/>
                <a:gd name="T13" fmla="*/ 733 h 1200"/>
                <a:gd name="T14" fmla="*/ 349 w 1810"/>
                <a:gd name="T15" fmla="*/ 595 h 1200"/>
                <a:gd name="T16" fmla="*/ 323 w 1810"/>
                <a:gd name="T17" fmla="*/ 530 h 1200"/>
                <a:gd name="T18" fmla="*/ 372 w 1810"/>
                <a:gd name="T19" fmla="*/ 485 h 1200"/>
                <a:gd name="T20" fmla="*/ 516 w 1810"/>
                <a:gd name="T21" fmla="*/ 400 h 1200"/>
                <a:gd name="T22" fmla="*/ 707 w 1810"/>
                <a:gd name="T23" fmla="*/ 248 h 1200"/>
                <a:gd name="T24" fmla="*/ 933 w 1810"/>
                <a:gd name="T25" fmla="*/ 296 h 1200"/>
                <a:gd name="T26" fmla="*/ 1097 w 1810"/>
                <a:gd name="T27" fmla="*/ 400 h 1200"/>
                <a:gd name="T28" fmla="*/ 1185 w 1810"/>
                <a:gd name="T29" fmla="*/ 489 h 1200"/>
                <a:gd name="T30" fmla="*/ 1185 w 1810"/>
                <a:gd name="T31" fmla="*/ 518 h 1200"/>
                <a:gd name="T32" fmla="*/ 1097 w 1810"/>
                <a:gd name="T33" fmla="*/ 617 h 1200"/>
                <a:gd name="T34" fmla="*/ 947 w 1810"/>
                <a:gd name="T35" fmla="*/ 737 h 1200"/>
                <a:gd name="T36" fmla="*/ 762 w 1810"/>
                <a:gd name="T37" fmla="*/ 794 h 1200"/>
                <a:gd name="T38" fmla="*/ 715 w 1810"/>
                <a:gd name="T39" fmla="*/ 459 h 1200"/>
                <a:gd name="T40" fmla="*/ 817 w 1810"/>
                <a:gd name="T41" fmla="*/ 528 h 1200"/>
                <a:gd name="T42" fmla="*/ 1038 w 1810"/>
                <a:gd name="T43" fmla="*/ 502 h 1200"/>
                <a:gd name="T44" fmla="*/ 985 w 1810"/>
                <a:gd name="T45" fmla="*/ 451 h 1200"/>
                <a:gd name="T46" fmla="*/ 839 w 1810"/>
                <a:gd name="T47" fmla="*/ 370 h 1200"/>
                <a:gd name="T48" fmla="*/ 675 w 1810"/>
                <a:gd name="T49" fmla="*/ 250 h 1200"/>
                <a:gd name="T50" fmla="*/ 603 w 1810"/>
                <a:gd name="T51" fmla="*/ 260 h 1200"/>
                <a:gd name="T52" fmla="*/ 370 w 1810"/>
                <a:gd name="T53" fmla="*/ 349 h 1200"/>
                <a:gd name="T54" fmla="*/ 232 w 1810"/>
                <a:gd name="T55" fmla="*/ 461 h 1200"/>
                <a:gd name="T56" fmla="*/ 185 w 1810"/>
                <a:gd name="T57" fmla="*/ 516 h 1200"/>
                <a:gd name="T58" fmla="*/ 211 w 1810"/>
                <a:gd name="T59" fmla="*/ 581 h 1200"/>
                <a:gd name="T60" fmla="*/ 293 w 1810"/>
                <a:gd name="T61" fmla="*/ 723 h 1200"/>
                <a:gd name="T62" fmla="*/ 445 w 1810"/>
                <a:gd name="T63" fmla="*/ 877 h 1200"/>
                <a:gd name="T64" fmla="*/ 675 w 1810"/>
                <a:gd name="T65" fmla="*/ 966 h 1200"/>
                <a:gd name="T66" fmla="*/ 453 w 1810"/>
                <a:gd name="T67" fmla="*/ 1001 h 1200"/>
                <a:gd name="T68" fmla="*/ 232 w 1810"/>
                <a:gd name="T69" fmla="*/ 849 h 1200"/>
                <a:gd name="T70" fmla="*/ 89 w 1810"/>
                <a:gd name="T71" fmla="*/ 674 h 1200"/>
                <a:gd name="T72" fmla="*/ 16 w 1810"/>
                <a:gd name="T73" fmla="*/ 536 h 1200"/>
                <a:gd name="T74" fmla="*/ 4 w 1810"/>
                <a:gd name="T75" fmla="*/ 495 h 1200"/>
                <a:gd name="T76" fmla="*/ 85 w 1810"/>
                <a:gd name="T77" fmla="*/ 426 h 1200"/>
                <a:gd name="T78" fmla="*/ 250 w 1810"/>
                <a:gd name="T79" fmla="*/ 311 h 1200"/>
                <a:gd name="T80" fmla="*/ 478 w 1810"/>
                <a:gd name="T81" fmla="*/ 205 h 1200"/>
                <a:gd name="T82" fmla="*/ 675 w 1810"/>
                <a:gd name="T83" fmla="*/ 0 h 1200"/>
                <a:gd name="T84" fmla="*/ 675 w 1810"/>
                <a:gd name="T85" fmla="*/ 1058 h 1200"/>
                <a:gd name="T86" fmla="*/ 977 w 1810"/>
                <a:gd name="T87" fmla="*/ 1038 h 1200"/>
                <a:gd name="T88" fmla="*/ 1321 w 1810"/>
                <a:gd name="T89" fmla="*/ 946 h 1200"/>
                <a:gd name="T90" fmla="*/ 1619 w 1810"/>
                <a:gd name="T91" fmla="*/ 802 h 1200"/>
                <a:gd name="T92" fmla="*/ 1605 w 1810"/>
                <a:gd name="T93" fmla="*/ 717 h 1200"/>
                <a:gd name="T94" fmla="*/ 1485 w 1810"/>
                <a:gd name="T95" fmla="*/ 648 h 1200"/>
                <a:gd name="T96" fmla="*/ 1276 w 1810"/>
                <a:gd name="T97" fmla="*/ 788 h 1200"/>
                <a:gd name="T98" fmla="*/ 992 w 1810"/>
                <a:gd name="T99" fmla="*/ 932 h 1200"/>
                <a:gd name="T100" fmla="*/ 709 w 1810"/>
                <a:gd name="T101" fmla="*/ 969 h 1200"/>
                <a:gd name="T102" fmla="*/ 758 w 1810"/>
                <a:gd name="T103" fmla="*/ 873 h 1200"/>
                <a:gd name="T104" fmla="*/ 979 w 1810"/>
                <a:gd name="T105" fmla="*/ 820 h 1200"/>
                <a:gd name="T106" fmla="*/ 1172 w 1810"/>
                <a:gd name="T107" fmla="*/ 701 h 1200"/>
                <a:gd name="T108" fmla="*/ 1315 w 1810"/>
                <a:gd name="T109" fmla="*/ 577 h 1200"/>
                <a:gd name="T110" fmla="*/ 1384 w 1810"/>
                <a:gd name="T111" fmla="*/ 502 h 1200"/>
                <a:gd name="T112" fmla="*/ 1359 w 1810"/>
                <a:gd name="T113" fmla="*/ 465 h 1200"/>
                <a:gd name="T114" fmla="*/ 1242 w 1810"/>
                <a:gd name="T115" fmla="*/ 357 h 1200"/>
                <a:gd name="T116" fmla="*/ 1048 w 1810"/>
                <a:gd name="T117" fmla="*/ 233 h 1200"/>
                <a:gd name="T118" fmla="*/ 782 w 1810"/>
                <a:gd name="T119" fmla="*/ 162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10" h="1200">
                  <a:moveTo>
                    <a:pt x="675" y="359"/>
                  </a:moveTo>
                  <a:lnTo>
                    <a:pt x="675" y="451"/>
                  </a:lnTo>
                  <a:lnTo>
                    <a:pt x="675" y="451"/>
                  </a:lnTo>
                  <a:lnTo>
                    <a:pt x="638" y="451"/>
                  </a:lnTo>
                  <a:lnTo>
                    <a:pt x="603" y="459"/>
                  </a:lnTo>
                  <a:lnTo>
                    <a:pt x="571" y="471"/>
                  </a:lnTo>
                  <a:lnTo>
                    <a:pt x="542" y="485"/>
                  </a:lnTo>
                  <a:lnTo>
                    <a:pt x="516" y="502"/>
                  </a:lnTo>
                  <a:lnTo>
                    <a:pt x="496" y="518"/>
                  </a:lnTo>
                  <a:lnTo>
                    <a:pt x="482" y="532"/>
                  </a:lnTo>
                  <a:lnTo>
                    <a:pt x="473" y="542"/>
                  </a:lnTo>
                  <a:lnTo>
                    <a:pt x="469" y="546"/>
                  </a:lnTo>
                  <a:lnTo>
                    <a:pt x="471" y="552"/>
                  </a:lnTo>
                  <a:lnTo>
                    <a:pt x="477" y="566"/>
                  </a:lnTo>
                  <a:lnTo>
                    <a:pt x="484" y="587"/>
                  </a:lnTo>
                  <a:lnTo>
                    <a:pt x="496" y="613"/>
                  </a:lnTo>
                  <a:lnTo>
                    <a:pt x="514" y="644"/>
                  </a:lnTo>
                  <a:lnTo>
                    <a:pt x="536" y="676"/>
                  </a:lnTo>
                  <a:lnTo>
                    <a:pt x="561" y="707"/>
                  </a:lnTo>
                  <a:lnTo>
                    <a:pt x="595" y="735"/>
                  </a:lnTo>
                  <a:lnTo>
                    <a:pt x="632" y="761"/>
                  </a:lnTo>
                  <a:lnTo>
                    <a:pt x="675" y="780"/>
                  </a:lnTo>
                  <a:lnTo>
                    <a:pt x="675" y="865"/>
                  </a:lnTo>
                  <a:lnTo>
                    <a:pt x="614" y="851"/>
                  </a:lnTo>
                  <a:lnTo>
                    <a:pt x="561" y="828"/>
                  </a:lnTo>
                  <a:lnTo>
                    <a:pt x="514" y="800"/>
                  </a:lnTo>
                  <a:lnTo>
                    <a:pt x="473" y="768"/>
                  </a:lnTo>
                  <a:lnTo>
                    <a:pt x="439" y="733"/>
                  </a:lnTo>
                  <a:lnTo>
                    <a:pt x="408" y="698"/>
                  </a:lnTo>
                  <a:lnTo>
                    <a:pt x="384" y="660"/>
                  </a:lnTo>
                  <a:lnTo>
                    <a:pt x="364" y="627"/>
                  </a:lnTo>
                  <a:lnTo>
                    <a:pt x="349" y="595"/>
                  </a:lnTo>
                  <a:lnTo>
                    <a:pt x="337" y="569"/>
                  </a:lnTo>
                  <a:lnTo>
                    <a:pt x="329" y="548"/>
                  </a:lnTo>
                  <a:lnTo>
                    <a:pt x="325" y="534"/>
                  </a:lnTo>
                  <a:lnTo>
                    <a:pt x="323" y="530"/>
                  </a:lnTo>
                  <a:lnTo>
                    <a:pt x="325" y="526"/>
                  </a:lnTo>
                  <a:lnTo>
                    <a:pt x="335" y="516"/>
                  </a:lnTo>
                  <a:lnTo>
                    <a:pt x="350" y="502"/>
                  </a:lnTo>
                  <a:lnTo>
                    <a:pt x="372" y="485"/>
                  </a:lnTo>
                  <a:lnTo>
                    <a:pt x="400" y="463"/>
                  </a:lnTo>
                  <a:lnTo>
                    <a:pt x="433" y="441"/>
                  </a:lnTo>
                  <a:lnTo>
                    <a:pt x="473" y="420"/>
                  </a:lnTo>
                  <a:lnTo>
                    <a:pt x="516" y="400"/>
                  </a:lnTo>
                  <a:lnTo>
                    <a:pt x="565" y="382"/>
                  </a:lnTo>
                  <a:lnTo>
                    <a:pt x="618" y="368"/>
                  </a:lnTo>
                  <a:lnTo>
                    <a:pt x="675" y="359"/>
                  </a:lnTo>
                  <a:close/>
                  <a:moveTo>
                    <a:pt x="707" y="248"/>
                  </a:moveTo>
                  <a:lnTo>
                    <a:pt x="770" y="250"/>
                  </a:lnTo>
                  <a:lnTo>
                    <a:pt x="827" y="260"/>
                  </a:lnTo>
                  <a:lnTo>
                    <a:pt x="882" y="274"/>
                  </a:lnTo>
                  <a:lnTo>
                    <a:pt x="933" y="296"/>
                  </a:lnTo>
                  <a:lnTo>
                    <a:pt x="981" y="319"/>
                  </a:lnTo>
                  <a:lnTo>
                    <a:pt x="1024" y="345"/>
                  </a:lnTo>
                  <a:lnTo>
                    <a:pt x="1063" y="372"/>
                  </a:lnTo>
                  <a:lnTo>
                    <a:pt x="1097" y="400"/>
                  </a:lnTo>
                  <a:lnTo>
                    <a:pt x="1126" y="426"/>
                  </a:lnTo>
                  <a:lnTo>
                    <a:pt x="1152" y="451"/>
                  </a:lnTo>
                  <a:lnTo>
                    <a:pt x="1172" y="471"/>
                  </a:lnTo>
                  <a:lnTo>
                    <a:pt x="1185" y="489"/>
                  </a:lnTo>
                  <a:lnTo>
                    <a:pt x="1195" y="499"/>
                  </a:lnTo>
                  <a:lnTo>
                    <a:pt x="1197" y="502"/>
                  </a:lnTo>
                  <a:lnTo>
                    <a:pt x="1193" y="506"/>
                  </a:lnTo>
                  <a:lnTo>
                    <a:pt x="1185" y="518"/>
                  </a:lnTo>
                  <a:lnTo>
                    <a:pt x="1170" y="538"/>
                  </a:lnTo>
                  <a:lnTo>
                    <a:pt x="1150" y="562"/>
                  </a:lnTo>
                  <a:lnTo>
                    <a:pt x="1126" y="587"/>
                  </a:lnTo>
                  <a:lnTo>
                    <a:pt x="1097" y="617"/>
                  </a:lnTo>
                  <a:lnTo>
                    <a:pt x="1065" y="648"/>
                  </a:lnTo>
                  <a:lnTo>
                    <a:pt x="1028" y="680"/>
                  </a:lnTo>
                  <a:lnTo>
                    <a:pt x="988" y="709"/>
                  </a:lnTo>
                  <a:lnTo>
                    <a:pt x="947" y="737"/>
                  </a:lnTo>
                  <a:lnTo>
                    <a:pt x="904" y="761"/>
                  </a:lnTo>
                  <a:lnTo>
                    <a:pt x="859" y="778"/>
                  </a:lnTo>
                  <a:lnTo>
                    <a:pt x="811" y="790"/>
                  </a:lnTo>
                  <a:lnTo>
                    <a:pt x="762" y="794"/>
                  </a:lnTo>
                  <a:lnTo>
                    <a:pt x="717" y="790"/>
                  </a:lnTo>
                  <a:lnTo>
                    <a:pt x="675" y="780"/>
                  </a:lnTo>
                  <a:lnTo>
                    <a:pt x="675" y="451"/>
                  </a:lnTo>
                  <a:lnTo>
                    <a:pt x="715" y="459"/>
                  </a:lnTo>
                  <a:lnTo>
                    <a:pt x="746" y="469"/>
                  </a:lnTo>
                  <a:lnTo>
                    <a:pt x="774" y="485"/>
                  </a:lnTo>
                  <a:lnTo>
                    <a:pt x="796" y="504"/>
                  </a:lnTo>
                  <a:lnTo>
                    <a:pt x="817" y="528"/>
                  </a:lnTo>
                  <a:lnTo>
                    <a:pt x="837" y="558"/>
                  </a:lnTo>
                  <a:lnTo>
                    <a:pt x="859" y="591"/>
                  </a:lnTo>
                  <a:lnTo>
                    <a:pt x="882" y="633"/>
                  </a:lnTo>
                  <a:lnTo>
                    <a:pt x="1038" y="502"/>
                  </a:lnTo>
                  <a:lnTo>
                    <a:pt x="1034" y="499"/>
                  </a:lnTo>
                  <a:lnTo>
                    <a:pt x="1024" y="487"/>
                  </a:lnTo>
                  <a:lnTo>
                    <a:pt x="1008" y="471"/>
                  </a:lnTo>
                  <a:lnTo>
                    <a:pt x="985" y="451"/>
                  </a:lnTo>
                  <a:lnTo>
                    <a:pt x="957" y="430"/>
                  </a:lnTo>
                  <a:lnTo>
                    <a:pt x="924" y="406"/>
                  </a:lnTo>
                  <a:lnTo>
                    <a:pt x="884" y="386"/>
                  </a:lnTo>
                  <a:lnTo>
                    <a:pt x="839" y="370"/>
                  </a:lnTo>
                  <a:lnTo>
                    <a:pt x="790" y="359"/>
                  </a:lnTo>
                  <a:lnTo>
                    <a:pt x="734" y="355"/>
                  </a:lnTo>
                  <a:lnTo>
                    <a:pt x="675" y="359"/>
                  </a:lnTo>
                  <a:lnTo>
                    <a:pt x="675" y="250"/>
                  </a:lnTo>
                  <a:lnTo>
                    <a:pt x="707" y="248"/>
                  </a:lnTo>
                  <a:close/>
                  <a:moveTo>
                    <a:pt x="675" y="162"/>
                  </a:moveTo>
                  <a:lnTo>
                    <a:pt x="675" y="250"/>
                  </a:lnTo>
                  <a:lnTo>
                    <a:pt x="603" y="260"/>
                  </a:lnTo>
                  <a:lnTo>
                    <a:pt x="536" y="276"/>
                  </a:lnTo>
                  <a:lnTo>
                    <a:pt x="475" y="296"/>
                  </a:lnTo>
                  <a:lnTo>
                    <a:pt x="419" y="321"/>
                  </a:lnTo>
                  <a:lnTo>
                    <a:pt x="370" y="349"/>
                  </a:lnTo>
                  <a:lnTo>
                    <a:pt x="327" y="378"/>
                  </a:lnTo>
                  <a:lnTo>
                    <a:pt x="289" y="408"/>
                  </a:lnTo>
                  <a:lnTo>
                    <a:pt x="258" y="435"/>
                  </a:lnTo>
                  <a:lnTo>
                    <a:pt x="232" y="461"/>
                  </a:lnTo>
                  <a:lnTo>
                    <a:pt x="211" y="483"/>
                  </a:lnTo>
                  <a:lnTo>
                    <a:pt x="197" y="500"/>
                  </a:lnTo>
                  <a:lnTo>
                    <a:pt x="187" y="512"/>
                  </a:lnTo>
                  <a:lnTo>
                    <a:pt x="185" y="516"/>
                  </a:lnTo>
                  <a:lnTo>
                    <a:pt x="187" y="522"/>
                  </a:lnTo>
                  <a:lnTo>
                    <a:pt x="191" y="534"/>
                  </a:lnTo>
                  <a:lnTo>
                    <a:pt x="199" y="554"/>
                  </a:lnTo>
                  <a:lnTo>
                    <a:pt x="211" y="581"/>
                  </a:lnTo>
                  <a:lnTo>
                    <a:pt x="224" y="611"/>
                  </a:lnTo>
                  <a:lnTo>
                    <a:pt x="244" y="646"/>
                  </a:lnTo>
                  <a:lnTo>
                    <a:pt x="266" y="684"/>
                  </a:lnTo>
                  <a:lnTo>
                    <a:pt x="293" y="723"/>
                  </a:lnTo>
                  <a:lnTo>
                    <a:pt x="325" y="765"/>
                  </a:lnTo>
                  <a:lnTo>
                    <a:pt x="360" y="804"/>
                  </a:lnTo>
                  <a:lnTo>
                    <a:pt x="400" y="841"/>
                  </a:lnTo>
                  <a:lnTo>
                    <a:pt x="445" y="877"/>
                  </a:lnTo>
                  <a:lnTo>
                    <a:pt x="494" y="906"/>
                  </a:lnTo>
                  <a:lnTo>
                    <a:pt x="549" y="934"/>
                  </a:lnTo>
                  <a:lnTo>
                    <a:pt x="610" y="954"/>
                  </a:lnTo>
                  <a:lnTo>
                    <a:pt x="675" y="966"/>
                  </a:lnTo>
                  <a:lnTo>
                    <a:pt x="675" y="1058"/>
                  </a:lnTo>
                  <a:lnTo>
                    <a:pt x="595" y="1046"/>
                  </a:lnTo>
                  <a:lnTo>
                    <a:pt x="522" y="1027"/>
                  </a:lnTo>
                  <a:lnTo>
                    <a:pt x="453" y="1001"/>
                  </a:lnTo>
                  <a:lnTo>
                    <a:pt x="390" y="969"/>
                  </a:lnTo>
                  <a:lnTo>
                    <a:pt x="331" y="932"/>
                  </a:lnTo>
                  <a:lnTo>
                    <a:pt x="280" y="893"/>
                  </a:lnTo>
                  <a:lnTo>
                    <a:pt x="232" y="849"/>
                  </a:lnTo>
                  <a:lnTo>
                    <a:pt x="189" y="806"/>
                  </a:lnTo>
                  <a:lnTo>
                    <a:pt x="152" y="761"/>
                  </a:lnTo>
                  <a:lnTo>
                    <a:pt x="118" y="717"/>
                  </a:lnTo>
                  <a:lnTo>
                    <a:pt x="89" y="674"/>
                  </a:lnTo>
                  <a:lnTo>
                    <a:pt x="65" y="633"/>
                  </a:lnTo>
                  <a:lnTo>
                    <a:pt x="43" y="597"/>
                  </a:lnTo>
                  <a:lnTo>
                    <a:pt x="28" y="564"/>
                  </a:lnTo>
                  <a:lnTo>
                    <a:pt x="16" y="536"/>
                  </a:lnTo>
                  <a:lnTo>
                    <a:pt x="6" y="516"/>
                  </a:lnTo>
                  <a:lnTo>
                    <a:pt x="2" y="502"/>
                  </a:lnTo>
                  <a:lnTo>
                    <a:pt x="0" y="499"/>
                  </a:lnTo>
                  <a:lnTo>
                    <a:pt x="4" y="495"/>
                  </a:lnTo>
                  <a:lnTo>
                    <a:pt x="14" y="485"/>
                  </a:lnTo>
                  <a:lnTo>
                    <a:pt x="32" y="469"/>
                  </a:lnTo>
                  <a:lnTo>
                    <a:pt x="55" y="449"/>
                  </a:lnTo>
                  <a:lnTo>
                    <a:pt x="85" y="426"/>
                  </a:lnTo>
                  <a:lnTo>
                    <a:pt x="118" y="400"/>
                  </a:lnTo>
                  <a:lnTo>
                    <a:pt x="158" y="370"/>
                  </a:lnTo>
                  <a:lnTo>
                    <a:pt x="203" y="341"/>
                  </a:lnTo>
                  <a:lnTo>
                    <a:pt x="250" y="311"/>
                  </a:lnTo>
                  <a:lnTo>
                    <a:pt x="303" y="282"/>
                  </a:lnTo>
                  <a:lnTo>
                    <a:pt x="358" y="252"/>
                  </a:lnTo>
                  <a:lnTo>
                    <a:pt x="417" y="227"/>
                  </a:lnTo>
                  <a:lnTo>
                    <a:pt x="478" y="205"/>
                  </a:lnTo>
                  <a:lnTo>
                    <a:pt x="542" y="185"/>
                  </a:lnTo>
                  <a:lnTo>
                    <a:pt x="608" y="171"/>
                  </a:lnTo>
                  <a:lnTo>
                    <a:pt x="675" y="162"/>
                  </a:lnTo>
                  <a:close/>
                  <a:moveTo>
                    <a:pt x="675" y="0"/>
                  </a:moveTo>
                  <a:lnTo>
                    <a:pt x="1810" y="0"/>
                  </a:lnTo>
                  <a:lnTo>
                    <a:pt x="1810" y="1200"/>
                  </a:lnTo>
                  <a:lnTo>
                    <a:pt x="675" y="1200"/>
                  </a:lnTo>
                  <a:lnTo>
                    <a:pt x="675" y="1058"/>
                  </a:lnTo>
                  <a:lnTo>
                    <a:pt x="748" y="1062"/>
                  </a:lnTo>
                  <a:lnTo>
                    <a:pt x="819" y="1060"/>
                  </a:lnTo>
                  <a:lnTo>
                    <a:pt x="894" y="1052"/>
                  </a:lnTo>
                  <a:lnTo>
                    <a:pt x="977" y="1038"/>
                  </a:lnTo>
                  <a:lnTo>
                    <a:pt x="1061" y="1021"/>
                  </a:lnTo>
                  <a:lnTo>
                    <a:pt x="1148" y="1001"/>
                  </a:lnTo>
                  <a:lnTo>
                    <a:pt x="1235" y="975"/>
                  </a:lnTo>
                  <a:lnTo>
                    <a:pt x="1321" y="946"/>
                  </a:lnTo>
                  <a:lnTo>
                    <a:pt x="1404" y="914"/>
                  </a:lnTo>
                  <a:lnTo>
                    <a:pt x="1483" y="879"/>
                  </a:lnTo>
                  <a:lnTo>
                    <a:pt x="1554" y="841"/>
                  </a:lnTo>
                  <a:lnTo>
                    <a:pt x="1619" y="802"/>
                  </a:lnTo>
                  <a:lnTo>
                    <a:pt x="1674" y="763"/>
                  </a:lnTo>
                  <a:lnTo>
                    <a:pt x="1658" y="749"/>
                  </a:lnTo>
                  <a:lnTo>
                    <a:pt x="1634" y="733"/>
                  </a:lnTo>
                  <a:lnTo>
                    <a:pt x="1605" y="717"/>
                  </a:lnTo>
                  <a:lnTo>
                    <a:pt x="1573" y="700"/>
                  </a:lnTo>
                  <a:lnTo>
                    <a:pt x="1540" y="682"/>
                  </a:lnTo>
                  <a:lnTo>
                    <a:pt x="1510" y="664"/>
                  </a:lnTo>
                  <a:lnTo>
                    <a:pt x="1485" y="648"/>
                  </a:lnTo>
                  <a:lnTo>
                    <a:pt x="1467" y="636"/>
                  </a:lnTo>
                  <a:lnTo>
                    <a:pt x="1404" y="690"/>
                  </a:lnTo>
                  <a:lnTo>
                    <a:pt x="1341" y="741"/>
                  </a:lnTo>
                  <a:lnTo>
                    <a:pt x="1276" y="788"/>
                  </a:lnTo>
                  <a:lnTo>
                    <a:pt x="1209" y="832"/>
                  </a:lnTo>
                  <a:lnTo>
                    <a:pt x="1140" y="871"/>
                  </a:lnTo>
                  <a:lnTo>
                    <a:pt x="1067" y="904"/>
                  </a:lnTo>
                  <a:lnTo>
                    <a:pt x="992" y="932"/>
                  </a:lnTo>
                  <a:lnTo>
                    <a:pt x="914" y="954"/>
                  </a:lnTo>
                  <a:lnTo>
                    <a:pt x="831" y="966"/>
                  </a:lnTo>
                  <a:lnTo>
                    <a:pt x="744" y="969"/>
                  </a:lnTo>
                  <a:lnTo>
                    <a:pt x="709" y="969"/>
                  </a:lnTo>
                  <a:lnTo>
                    <a:pt x="675" y="966"/>
                  </a:lnTo>
                  <a:lnTo>
                    <a:pt x="675" y="865"/>
                  </a:lnTo>
                  <a:lnTo>
                    <a:pt x="715" y="871"/>
                  </a:lnTo>
                  <a:lnTo>
                    <a:pt x="758" y="873"/>
                  </a:lnTo>
                  <a:lnTo>
                    <a:pt x="815" y="869"/>
                  </a:lnTo>
                  <a:lnTo>
                    <a:pt x="870" y="859"/>
                  </a:lnTo>
                  <a:lnTo>
                    <a:pt x="925" y="841"/>
                  </a:lnTo>
                  <a:lnTo>
                    <a:pt x="979" y="820"/>
                  </a:lnTo>
                  <a:lnTo>
                    <a:pt x="1030" y="794"/>
                  </a:lnTo>
                  <a:lnTo>
                    <a:pt x="1079" y="767"/>
                  </a:lnTo>
                  <a:lnTo>
                    <a:pt x="1126" y="735"/>
                  </a:lnTo>
                  <a:lnTo>
                    <a:pt x="1172" y="701"/>
                  </a:lnTo>
                  <a:lnTo>
                    <a:pt x="1213" y="670"/>
                  </a:lnTo>
                  <a:lnTo>
                    <a:pt x="1250" y="636"/>
                  </a:lnTo>
                  <a:lnTo>
                    <a:pt x="1284" y="605"/>
                  </a:lnTo>
                  <a:lnTo>
                    <a:pt x="1315" y="577"/>
                  </a:lnTo>
                  <a:lnTo>
                    <a:pt x="1339" y="550"/>
                  </a:lnTo>
                  <a:lnTo>
                    <a:pt x="1361" y="530"/>
                  </a:lnTo>
                  <a:lnTo>
                    <a:pt x="1374" y="512"/>
                  </a:lnTo>
                  <a:lnTo>
                    <a:pt x="1384" y="502"/>
                  </a:lnTo>
                  <a:lnTo>
                    <a:pt x="1386" y="499"/>
                  </a:lnTo>
                  <a:lnTo>
                    <a:pt x="1384" y="495"/>
                  </a:lnTo>
                  <a:lnTo>
                    <a:pt x="1374" y="483"/>
                  </a:lnTo>
                  <a:lnTo>
                    <a:pt x="1359" y="465"/>
                  </a:lnTo>
                  <a:lnTo>
                    <a:pt x="1339" y="443"/>
                  </a:lnTo>
                  <a:lnTo>
                    <a:pt x="1311" y="418"/>
                  </a:lnTo>
                  <a:lnTo>
                    <a:pt x="1280" y="388"/>
                  </a:lnTo>
                  <a:lnTo>
                    <a:pt x="1242" y="357"/>
                  </a:lnTo>
                  <a:lnTo>
                    <a:pt x="1201" y="325"/>
                  </a:lnTo>
                  <a:lnTo>
                    <a:pt x="1154" y="292"/>
                  </a:lnTo>
                  <a:lnTo>
                    <a:pt x="1103" y="262"/>
                  </a:lnTo>
                  <a:lnTo>
                    <a:pt x="1048" y="233"/>
                  </a:lnTo>
                  <a:lnTo>
                    <a:pt x="987" y="207"/>
                  </a:lnTo>
                  <a:lnTo>
                    <a:pt x="924" y="187"/>
                  </a:lnTo>
                  <a:lnTo>
                    <a:pt x="855" y="171"/>
                  </a:lnTo>
                  <a:lnTo>
                    <a:pt x="782" y="162"/>
                  </a:lnTo>
                  <a:lnTo>
                    <a:pt x="707" y="160"/>
                  </a:lnTo>
                  <a:lnTo>
                    <a:pt x="675" y="162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76B9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8398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30565" y="883158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l">
              <a:defRPr sz="1100">
                <a:latin typeface="Trebuchet MS" pitchFamily="34" charset="0"/>
                <a:ea typeface="ＭＳ Ｐゴシック" pitchFamily="-16" charset="-128"/>
                <a:cs typeface="+mn-cs"/>
              </a:defRPr>
            </a:lvl1pPr>
          </a:lstStyle>
          <a:p>
            <a:pPr>
              <a:defRPr/>
            </a:pPr>
            <a:fld id="{0EFD2D7F-A763-4126-9B71-A7F863137437}" type="datetimeFigureOut">
              <a:rPr lang="en-US" smtClean="0"/>
              <a:pPr>
                <a:defRPr/>
              </a:pPr>
              <a:t>4/10/2021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r">
              <a:defRPr sz="1100">
                <a:latin typeface="Trebuchet MS" pitchFamily="34" charset="0"/>
                <a:ea typeface="ＭＳ Ｐゴシック" pitchFamily="-16" charset="-128"/>
                <a:cs typeface="+mn-cs"/>
              </a:defRPr>
            </a:lvl1pPr>
          </a:lstStyle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528649" y="308894"/>
            <a:ext cx="1083012" cy="200064"/>
            <a:chOff x="8775700" y="3552825"/>
            <a:chExt cx="5156200" cy="952500"/>
          </a:xfrm>
        </p:grpSpPr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13817600" y="4265613"/>
              <a:ext cx="114300" cy="111125"/>
            </a:xfrm>
            <a:custGeom>
              <a:avLst/>
              <a:gdLst>
                <a:gd name="T0" fmla="*/ 59 w 144"/>
                <a:gd name="T1" fmla="*/ 63 h 139"/>
                <a:gd name="T2" fmla="*/ 79 w 144"/>
                <a:gd name="T3" fmla="*/ 63 h 139"/>
                <a:gd name="T4" fmla="*/ 85 w 144"/>
                <a:gd name="T5" fmla="*/ 61 h 139"/>
                <a:gd name="T6" fmla="*/ 87 w 144"/>
                <a:gd name="T7" fmla="*/ 53 h 139"/>
                <a:gd name="T8" fmla="*/ 83 w 144"/>
                <a:gd name="T9" fmla="*/ 47 h 139"/>
                <a:gd name="T10" fmla="*/ 75 w 144"/>
                <a:gd name="T11" fmla="*/ 45 h 139"/>
                <a:gd name="T12" fmla="*/ 59 w 144"/>
                <a:gd name="T13" fmla="*/ 45 h 139"/>
                <a:gd name="T14" fmla="*/ 73 w 144"/>
                <a:gd name="T15" fmla="*/ 33 h 139"/>
                <a:gd name="T16" fmla="*/ 101 w 144"/>
                <a:gd name="T17" fmla="*/ 41 h 139"/>
                <a:gd name="T18" fmla="*/ 103 w 144"/>
                <a:gd name="T19" fmla="*/ 61 h 139"/>
                <a:gd name="T20" fmla="*/ 99 w 144"/>
                <a:gd name="T21" fmla="*/ 68 h 139"/>
                <a:gd name="T22" fmla="*/ 91 w 144"/>
                <a:gd name="T23" fmla="*/ 74 h 139"/>
                <a:gd name="T24" fmla="*/ 105 w 144"/>
                <a:gd name="T25" fmla="*/ 106 h 139"/>
                <a:gd name="T26" fmla="*/ 67 w 144"/>
                <a:gd name="T27" fmla="*/ 76 h 139"/>
                <a:gd name="T28" fmla="*/ 59 w 144"/>
                <a:gd name="T29" fmla="*/ 106 h 139"/>
                <a:gd name="T30" fmla="*/ 44 w 144"/>
                <a:gd name="T31" fmla="*/ 33 h 139"/>
                <a:gd name="T32" fmla="*/ 51 w 144"/>
                <a:gd name="T33" fmla="*/ 21 h 139"/>
                <a:gd name="T34" fmla="*/ 24 w 144"/>
                <a:gd name="T35" fmla="*/ 49 h 139"/>
                <a:gd name="T36" fmla="*/ 24 w 144"/>
                <a:gd name="T37" fmla="*/ 92 h 139"/>
                <a:gd name="T38" fmla="*/ 51 w 144"/>
                <a:gd name="T39" fmla="*/ 120 h 139"/>
                <a:gd name="T40" fmla="*/ 71 w 144"/>
                <a:gd name="T41" fmla="*/ 124 h 139"/>
                <a:gd name="T42" fmla="*/ 109 w 144"/>
                <a:gd name="T43" fmla="*/ 108 h 139"/>
                <a:gd name="T44" fmla="*/ 122 w 144"/>
                <a:gd name="T45" fmla="*/ 70 h 139"/>
                <a:gd name="T46" fmla="*/ 109 w 144"/>
                <a:gd name="T47" fmla="*/ 31 h 139"/>
                <a:gd name="T48" fmla="*/ 71 w 144"/>
                <a:gd name="T49" fmla="*/ 17 h 139"/>
                <a:gd name="T50" fmla="*/ 95 w 144"/>
                <a:gd name="T51" fmla="*/ 3 h 139"/>
                <a:gd name="T52" fmla="*/ 130 w 144"/>
                <a:gd name="T53" fmla="*/ 27 h 139"/>
                <a:gd name="T54" fmla="*/ 144 w 144"/>
                <a:gd name="T55" fmla="*/ 70 h 139"/>
                <a:gd name="T56" fmla="*/ 130 w 144"/>
                <a:gd name="T57" fmla="*/ 114 h 139"/>
                <a:gd name="T58" fmla="*/ 95 w 144"/>
                <a:gd name="T59" fmla="*/ 135 h 139"/>
                <a:gd name="T60" fmla="*/ 50 w 144"/>
                <a:gd name="T61" fmla="*/ 135 h 139"/>
                <a:gd name="T62" fmla="*/ 14 w 144"/>
                <a:gd name="T63" fmla="*/ 114 h 139"/>
                <a:gd name="T64" fmla="*/ 0 w 144"/>
                <a:gd name="T65" fmla="*/ 70 h 139"/>
                <a:gd name="T66" fmla="*/ 14 w 144"/>
                <a:gd name="T67" fmla="*/ 27 h 139"/>
                <a:gd name="T68" fmla="*/ 50 w 144"/>
                <a:gd name="T69" fmla="*/ 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4" h="139">
                  <a:moveTo>
                    <a:pt x="59" y="45"/>
                  </a:moveTo>
                  <a:lnTo>
                    <a:pt x="59" y="63"/>
                  </a:lnTo>
                  <a:lnTo>
                    <a:pt x="75" y="63"/>
                  </a:lnTo>
                  <a:lnTo>
                    <a:pt x="79" y="63"/>
                  </a:lnTo>
                  <a:lnTo>
                    <a:pt x="83" y="63"/>
                  </a:lnTo>
                  <a:lnTo>
                    <a:pt x="85" y="61"/>
                  </a:lnTo>
                  <a:lnTo>
                    <a:pt x="87" y="57"/>
                  </a:lnTo>
                  <a:lnTo>
                    <a:pt x="87" y="53"/>
                  </a:lnTo>
                  <a:lnTo>
                    <a:pt x="85" y="49"/>
                  </a:lnTo>
                  <a:lnTo>
                    <a:pt x="83" y="47"/>
                  </a:lnTo>
                  <a:lnTo>
                    <a:pt x="79" y="45"/>
                  </a:lnTo>
                  <a:lnTo>
                    <a:pt x="75" y="45"/>
                  </a:lnTo>
                  <a:lnTo>
                    <a:pt x="71" y="45"/>
                  </a:lnTo>
                  <a:lnTo>
                    <a:pt x="59" y="45"/>
                  </a:lnTo>
                  <a:close/>
                  <a:moveTo>
                    <a:pt x="44" y="33"/>
                  </a:moveTo>
                  <a:lnTo>
                    <a:pt x="73" y="33"/>
                  </a:lnTo>
                  <a:lnTo>
                    <a:pt x="89" y="35"/>
                  </a:lnTo>
                  <a:lnTo>
                    <a:pt x="101" y="41"/>
                  </a:lnTo>
                  <a:lnTo>
                    <a:pt x="105" y="55"/>
                  </a:lnTo>
                  <a:lnTo>
                    <a:pt x="103" y="61"/>
                  </a:lnTo>
                  <a:lnTo>
                    <a:pt x="101" y="67"/>
                  </a:lnTo>
                  <a:lnTo>
                    <a:pt x="99" y="68"/>
                  </a:lnTo>
                  <a:lnTo>
                    <a:pt x="95" y="72"/>
                  </a:lnTo>
                  <a:lnTo>
                    <a:pt x="91" y="74"/>
                  </a:lnTo>
                  <a:lnTo>
                    <a:pt x="85" y="74"/>
                  </a:lnTo>
                  <a:lnTo>
                    <a:pt x="105" y="106"/>
                  </a:lnTo>
                  <a:lnTo>
                    <a:pt x="85" y="106"/>
                  </a:lnTo>
                  <a:lnTo>
                    <a:pt x="67" y="76"/>
                  </a:lnTo>
                  <a:lnTo>
                    <a:pt x="59" y="76"/>
                  </a:lnTo>
                  <a:lnTo>
                    <a:pt x="59" y="106"/>
                  </a:lnTo>
                  <a:lnTo>
                    <a:pt x="44" y="106"/>
                  </a:lnTo>
                  <a:lnTo>
                    <a:pt x="44" y="33"/>
                  </a:lnTo>
                  <a:close/>
                  <a:moveTo>
                    <a:pt x="71" y="17"/>
                  </a:moveTo>
                  <a:lnTo>
                    <a:pt x="51" y="21"/>
                  </a:lnTo>
                  <a:lnTo>
                    <a:pt x="36" y="31"/>
                  </a:lnTo>
                  <a:lnTo>
                    <a:pt x="24" y="49"/>
                  </a:lnTo>
                  <a:lnTo>
                    <a:pt x="20" y="70"/>
                  </a:lnTo>
                  <a:lnTo>
                    <a:pt x="24" y="92"/>
                  </a:lnTo>
                  <a:lnTo>
                    <a:pt x="36" y="108"/>
                  </a:lnTo>
                  <a:lnTo>
                    <a:pt x="51" y="120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91" y="120"/>
                  </a:lnTo>
                  <a:lnTo>
                    <a:pt x="109" y="108"/>
                  </a:lnTo>
                  <a:lnTo>
                    <a:pt x="118" y="92"/>
                  </a:lnTo>
                  <a:lnTo>
                    <a:pt x="122" y="70"/>
                  </a:lnTo>
                  <a:lnTo>
                    <a:pt x="118" y="49"/>
                  </a:lnTo>
                  <a:lnTo>
                    <a:pt x="109" y="31"/>
                  </a:lnTo>
                  <a:lnTo>
                    <a:pt x="91" y="21"/>
                  </a:lnTo>
                  <a:lnTo>
                    <a:pt x="71" y="17"/>
                  </a:lnTo>
                  <a:close/>
                  <a:moveTo>
                    <a:pt x="71" y="0"/>
                  </a:moveTo>
                  <a:lnTo>
                    <a:pt x="95" y="3"/>
                  </a:lnTo>
                  <a:lnTo>
                    <a:pt x="114" y="11"/>
                  </a:lnTo>
                  <a:lnTo>
                    <a:pt x="130" y="27"/>
                  </a:lnTo>
                  <a:lnTo>
                    <a:pt x="140" y="45"/>
                  </a:lnTo>
                  <a:lnTo>
                    <a:pt x="144" y="70"/>
                  </a:lnTo>
                  <a:lnTo>
                    <a:pt x="140" y="94"/>
                  </a:lnTo>
                  <a:lnTo>
                    <a:pt x="130" y="114"/>
                  </a:lnTo>
                  <a:lnTo>
                    <a:pt x="114" y="128"/>
                  </a:lnTo>
                  <a:lnTo>
                    <a:pt x="95" y="135"/>
                  </a:lnTo>
                  <a:lnTo>
                    <a:pt x="71" y="139"/>
                  </a:lnTo>
                  <a:lnTo>
                    <a:pt x="50" y="135"/>
                  </a:lnTo>
                  <a:lnTo>
                    <a:pt x="30" y="128"/>
                  </a:lnTo>
                  <a:lnTo>
                    <a:pt x="14" y="114"/>
                  </a:lnTo>
                  <a:lnTo>
                    <a:pt x="4" y="94"/>
                  </a:lnTo>
                  <a:lnTo>
                    <a:pt x="0" y="70"/>
                  </a:lnTo>
                  <a:lnTo>
                    <a:pt x="4" y="45"/>
                  </a:lnTo>
                  <a:lnTo>
                    <a:pt x="14" y="27"/>
                  </a:lnTo>
                  <a:lnTo>
                    <a:pt x="30" y="11"/>
                  </a:lnTo>
                  <a:lnTo>
                    <a:pt x="50" y="3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 noEditPoints="1"/>
            </p:cNvSpPr>
            <p:nvPr/>
          </p:nvSpPr>
          <p:spPr bwMode="auto">
            <a:xfrm>
              <a:off x="10447338" y="3732213"/>
              <a:ext cx="3333750" cy="625475"/>
            </a:xfrm>
            <a:custGeom>
              <a:avLst/>
              <a:gdLst>
                <a:gd name="T0" fmla="*/ 2325 w 4200"/>
                <a:gd name="T1" fmla="*/ 618 h 788"/>
                <a:gd name="T2" fmla="*/ 2465 w 4200"/>
                <a:gd name="T3" fmla="*/ 616 h 788"/>
                <a:gd name="T4" fmla="*/ 2540 w 4200"/>
                <a:gd name="T5" fmla="*/ 597 h 788"/>
                <a:gd name="T6" fmla="*/ 2599 w 4200"/>
                <a:gd name="T7" fmla="*/ 555 h 788"/>
                <a:gd name="T8" fmla="*/ 2635 w 4200"/>
                <a:gd name="T9" fmla="*/ 488 h 788"/>
                <a:gd name="T10" fmla="*/ 2648 w 4200"/>
                <a:gd name="T11" fmla="*/ 396 h 788"/>
                <a:gd name="T12" fmla="*/ 2635 w 4200"/>
                <a:gd name="T13" fmla="*/ 301 h 788"/>
                <a:gd name="T14" fmla="*/ 2599 w 4200"/>
                <a:gd name="T15" fmla="*/ 236 h 788"/>
                <a:gd name="T16" fmla="*/ 2540 w 4200"/>
                <a:gd name="T17" fmla="*/ 193 h 788"/>
                <a:gd name="T18" fmla="*/ 2465 w 4200"/>
                <a:gd name="T19" fmla="*/ 173 h 788"/>
                <a:gd name="T20" fmla="*/ 2325 w 4200"/>
                <a:gd name="T21" fmla="*/ 171 h 788"/>
                <a:gd name="T22" fmla="*/ 3597 w 4200"/>
                <a:gd name="T23" fmla="*/ 512 h 788"/>
                <a:gd name="T24" fmla="*/ 3735 w 4200"/>
                <a:gd name="T25" fmla="*/ 143 h 788"/>
                <a:gd name="T26" fmla="*/ 4200 w 4200"/>
                <a:gd name="T27" fmla="*/ 786 h 788"/>
                <a:gd name="T28" fmla="*/ 3916 w 4200"/>
                <a:gd name="T29" fmla="*/ 648 h 788"/>
                <a:gd name="T30" fmla="*/ 3501 w 4200"/>
                <a:gd name="T31" fmla="*/ 786 h 788"/>
                <a:gd name="T32" fmla="*/ 3592 w 4200"/>
                <a:gd name="T33" fmla="*/ 0 h 788"/>
                <a:gd name="T34" fmla="*/ 2969 w 4200"/>
                <a:gd name="T35" fmla="*/ 0 h 788"/>
                <a:gd name="T36" fmla="*/ 3190 w 4200"/>
                <a:gd name="T37" fmla="*/ 788 h 788"/>
                <a:gd name="T38" fmla="*/ 2969 w 4200"/>
                <a:gd name="T39" fmla="*/ 0 h 788"/>
                <a:gd name="T40" fmla="*/ 2416 w 4200"/>
                <a:gd name="T41" fmla="*/ 0 h 788"/>
                <a:gd name="T42" fmla="*/ 2554 w 4200"/>
                <a:gd name="T43" fmla="*/ 7 h 788"/>
                <a:gd name="T44" fmla="*/ 2666 w 4200"/>
                <a:gd name="T45" fmla="*/ 33 h 788"/>
                <a:gd name="T46" fmla="*/ 2757 w 4200"/>
                <a:gd name="T47" fmla="*/ 90 h 788"/>
                <a:gd name="T48" fmla="*/ 2818 w 4200"/>
                <a:gd name="T49" fmla="*/ 173 h 788"/>
                <a:gd name="T50" fmla="*/ 2853 w 4200"/>
                <a:gd name="T51" fmla="*/ 277 h 788"/>
                <a:gd name="T52" fmla="*/ 2865 w 4200"/>
                <a:gd name="T53" fmla="*/ 402 h 788"/>
                <a:gd name="T54" fmla="*/ 2855 w 4200"/>
                <a:gd name="T55" fmla="*/ 518 h 788"/>
                <a:gd name="T56" fmla="*/ 2828 w 4200"/>
                <a:gd name="T57" fmla="*/ 614 h 788"/>
                <a:gd name="T58" fmla="*/ 2786 w 4200"/>
                <a:gd name="T59" fmla="*/ 683 h 788"/>
                <a:gd name="T60" fmla="*/ 2735 w 4200"/>
                <a:gd name="T61" fmla="*/ 731 h 788"/>
                <a:gd name="T62" fmla="*/ 2672 w 4200"/>
                <a:gd name="T63" fmla="*/ 762 h 788"/>
                <a:gd name="T64" fmla="*/ 2585 w 4200"/>
                <a:gd name="T65" fmla="*/ 780 h 788"/>
                <a:gd name="T66" fmla="*/ 2465 w 4200"/>
                <a:gd name="T67" fmla="*/ 788 h 788"/>
                <a:gd name="T68" fmla="*/ 2105 w 4200"/>
                <a:gd name="T69" fmla="*/ 0 h 788"/>
                <a:gd name="T70" fmla="*/ 1063 w 4200"/>
                <a:gd name="T71" fmla="*/ 0 h 788"/>
                <a:gd name="T72" fmla="*/ 1428 w 4200"/>
                <a:gd name="T73" fmla="*/ 0 h 788"/>
                <a:gd name="T74" fmla="*/ 1398 w 4200"/>
                <a:gd name="T75" fmla="*/ 788 h 788"/>
                <a:gd name="T76" fmla="*/ 825 w 4200"/>
                <a:gd name="T77" fmla="*/ 0 h 788"/>
                <a:gd name="T78" fmla="*/ 1969 w 4200"/>
                <a:gd name="T79" fmla="*/ 0 h 788"/>
                <a:gd name="T80" fmla="*/ 1747 w 4200"/>
                <a:gd name="T81" fmla="*/ 788 h 788"/>
                <a:gd name="T82" fmla="*/ 0 w 4200"/>
                <a:gd name="T83" fmla="*/ 0 h 788"/>
                <a:gd name="T84" fmla="*/ 441 w 4200"/>
                <a:gd name="T85" fmla="*/ 0 h 788"/>
                <a:gd name="T86" fmla="*/ 522 w 4200"/>
                <a:gd name="T87" fmla="*/ 7 h 788"/>
                <a:gd name="T88" fmla="*/ 599 w 4200"/>
                <a:gd name="T89" fmla="*/ 25 h 788"/>
                <a:gd name="T90" fmla="*/ 667 w 4200"/>
                <a:gd name="T91" fmla="*/ 59 h 788"/>
                <a:gd name="T92" fmla="*/ 725 w 4200"/>
                <a:gd name="T93" fmla="*/ 112 h 788"/>
                <a:gd name="T94" fmla="*/ 766 w 4200"/>
                <a:gd name="T95" fmla="*/ 187 h 788"/>
                <a:gd name="T96" fmla="*/ 788 w 4200"/>
                <a:gd name="T97" fmla="*/ 289 h 788"/>
                <a:gd name="T98" fmla="*/ 790 w 4200"/>
                <a:gd name="T99" fmla="*/ 788 h 788"/>
                <a:gd name="T100" fmla="*/ 573 w 4200"/>
                <a:gd name="T101" fmla="*/ 427 h 788"/>
                <a:gd name="T102" fmla="*/ 567 w 4200"/>
                <a:gd name="T103" fmla="*/ 317 h 788"/>
                <a:gd name="T104" fmla="*/ 543 w 4200"/>
                <a:gd name="T105" fmla="*/ 244 h 788"/>
                <a:gd name="T106" fmla="*/ 500 w 4200"/>
                <a:gd name="T107" fmla="*/ 201 h 788"/>
                <a:gd name="T108" fmla="*/ 439 w 4200"/>
                <a:gd name="T109" fmla="*/ 179 h 788"/>
                <a:gd name="T110" fmla="*/ 224 w 4200"/>
                <a:gd name="T111" fmla="*/ 175 h 788"/>
                <a:gd name="T112" fmla="*/ 0 w 4200"/>
                <a:gd name="T113" fmla="*/ 788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200" h="788">
                  <a:moveTo>
                    <a:pt x="2325" y="171"/>
                  </a:moveTo>
                  <a:lnTo>
                    <a:pt x="2325" y="618"/>
                  </a:lnTo>
                  <a:lnTo>
                    <a:pt x="2420" y="618"/>
                  </a:lnTo>
                  <a:lnTo>
                    <a:pt x="2465" y="616"/>
                  </a:lnTo>
                  <a:lnTo>
                    <a:pt x="2505" y="608"/>
                  </a:lnTo>
                  <a:lnTo>
                    <a:pt x="2540" y="597"/>
                  </a:lnTo>
                  <a:lnTo>
                    <a:pt x="2572" y="579"/>
                  </a:lnTo>
                  <a:lnTo>
                    <a:pt x="2599" y="555"/>
                  </a:lnTo>
                  <a:lnTo>
                    <a:pt x="2619" y="526"/>
                  </a:lnTo>
                  <a:lnTo>
                    <a:pt x="2635" y="488"/>
                  </a:lnTo>
                  <a:lnTo>
                    <a:pt x="2644" y="445"/>
                  </a:lnTo>
                  <a:lnTo>
                    <a:pt x="2648" y="396"/>
                  </a:lnTo>
                  <a:lnTo>
                    <a:pt x="2644" y="344"/>
                  </a:lnTo>
                  <a:lnTo>
                    <a:pt x="2635" y="301"/>
                  </a:lnTo>
                  <a:lnTo>
                    <a:pt x="2619" y="266"/>
                  </a:lnTo>
                  <a:lnTo>
                    <a:pt x="2599" y="236"/>
                  </a:lnTo>
                  <a:lnTo>
                    <a:pt x="2572" y="212"/>
                  </a:lnTo>
                  <a:lnTo>
                    <a:pt x="2540" y="193"/>
                  </a:lnTo>
                  <a:lnTo>
                    <a:pt x="2505" y="181"/>
                  </a:lnTo>
                  <a:lnTo>
                    <a:pt x="2465" y="173"/>
                  </a:lnTo>
                  <a:lnTo>
                    <a:pt x="2420" y="171"/>
                  </a:lnTo>
                  <a:lnTo>
                    <a:pt x="2325" y="171"/>
                  </a:lnTo>
                  <a:close/>
                  <a:moveTo>
                    <a:pt x="3735" y="143"/>
                  </a:moveTo>
                  <a:lnTo>
                    <a:pt x="3597" y="512"/>
                  </a:lnTo>
                  <a:lnTo>
                    <a:pt x="3869" y="512"/>
                  </a:lnTo>
                  <a:lnTo>
                    <a:pt x="3735" y="143"/>
                  </a:lnTo>
                  <a:close/>
                  <a:moveTo>
                    <a:pt x="3887" y="0"/>
                  </a:moveTo>
                  <a:lnTo>
                    <a:pt x="4200" y="786"/>
                  </a:lnTo>
                  <a:lnTo>
                    <a:pt x="3962" y="786"/>
                  </a:lnTo>
                  <a:lnTo>
                    <a:pt x="3916" y="648"/>
                  </a:lnTo>
                  <a:lnTo>
                    <a:pt x="3548" y="648"/>
                  </a:lnTo>
                  <a:lnTo>
                    <a:pt x="3501" y="786"/>
                  </a:lnTo>
                  <a:lnTo>
                    <a:pt x="3280" y="786"/>
                  </a:lnTo>
                  <a:lnTo>
                    <a:pt x="3592" y="0"/>
                  </a:lnTo>
                  <a:lnTo>
                    <a:pt x="3887" y="0"/>
                  </a:lnTo>
                  <a:close/>
                  <a:moveTo>
                    <a:pt x="2969" y="0"/>
                  </a:moveTo>
                  <a:lnTo>
                    <a:pt x="3190" y="0"/>
                  </a:lnTo>
                  <a:lnTo>
                    <a:pt x="3190" y="788"/>
                  </a:lnTo>
                  <a:lnTo>
                    <a:pt x="2969" y="788"/>
                  </a:lnTo>
                  <a:lnTo>
                    <a:pt x="2969" y="0"/>
                  </a:lnTo>
                  <a:close/>
                  <a:moveTo>
                    <a:pt x="2105" y="0"/>
                  </a:moveTo>
                  <a:lnTo>
                    <a:pt x="2416" y="0"/>
                  </a:lnTo>
                  <a:lnTo>
                    <a:pt x="2489" y="2"/>
                  </a:lnTo>
                  <a:lnTo>
                    <a:pt x="2554" y="7"/>
                  </a:lnTo>
                  <a:lnTo>
                    <a:pt x="2613" y="17"/>
                  </a:lnTo>
                  <a:lnTo>
                    <a:pt x="2666" y="33"/>
                  </a:lnTo>
                  <a:lnTo>
                    <a:pt x="2713" y="57"/>
                  </a:lnTo>
                  <a:lnTo>
                    <a:pt x="2757" y="90"/>
                  </a:lnTo>
                  <a:lnTo>
                    <a:pt x="2794" y="132"/>
                  </a:lnTo>
                  <a:lnTo>
                    <a:pt x="2818" y="173"/>
                  </a:lnTo>
                  <a:lnTo>
                    <a:pt x="2839" y="222"/>
                  </a:lnTo>
                  <a:lnTo>
                    <a:pt x="2853" y="277"/>
                  </a:lnTo>
                  <a:lnTo>
                    <a:pt x="2863" y="337"/>
                  </a:lnTo>
                  <a:lnTo>
                    <a:pt x="2865" y="402"/>
                  </a:lnTo>
                  <a:lnTo>
                    <a:pt x="2863" y="461"/>
                  </a:lnTo>
                  <a:lnTo>
                    <a:pt x="2855" y="518"/>
                  </a:lnTo>
                  <a:lnTo>
                    <a:pt x="2843" y="569"/>
                  </a:lnTo>
                  <a:lnTo>
                    <a:pt x="2828" y="614"/>
                  </a:lnTo>
                  <a:lnTo>
                    <a:pt x="2810" y="654"/>
                  </a:lnTo>
                  <a:lnTo>
                    <a:pt x="2786" y="683"/>
                  </a:lnTo>
                  <a:lnTo>
                    <a:pt x="2761" y="709"/>
                  </a:lnTo>
                  <a:lnTo>
                    <a:pt x="2735" y="731"/>
                  </a:lnTo>
                  <a:lnTo>
                    <a:pt x="2705" y="748"/>
                  </a:lnTo>
                  <a:lnTo>
                    <a:pt x="2672" y="762"/>
                  </a:lnTo>
                  <a:lnTo>
                    <a:pt x="2633" y="772"/>
                  </a:lnTo>
                  <a:lnTo>
                    <a:pt x="2585" y="780"/>
                  </a:lnTo>
                  <a:lnTo>
                    <a:pt x="2530" y="786"/>
                  </a:lnTo>
                  <a:lnTo>
                    <a:pt x="2465" y="788"/>
                  </a:lnTo>
                  <a:lnTo>
                    <a:pt x="2105" y="788"/>
                  </a:lnTo>
                  <a:lnTo>
                    <a:pt x="2105" y="0"/>
                  </a:lnTo>
                  <a:close/>
                  <a:moveTo>
                    <a:pt x="825" y="0"/>
                  </a:moveTo>
                  <a:lnTo>
                    <a:pt x="1063" y="0"/>
                  </a:lnTo>
                  <a:lnTo>
                    <a:pt x="1240" y="624"/>
                  </a:lnTo>
                  <a:lnTo>
                    <a:pt x="1428" y="0"/>
                  </a:lnTo>
                  <a:lnTo>
                    <a:pt x="1654" y="0"/>
                  </a:lnTo>
                  <a:lnTo>
                    <a:pt x="1398" y="788"/>
                  </a:lnTo>
                  <a:lnTo>
                    <a:pt x="1077" y="788"/>
                  </a:lnTo>
                  <a:lnTo>
                    <a:pt x="825" y="0"/>
                  </a:lnTo>
                  <a:close/>
                  <a:moveTo>
                    <a:pt x="1747" y="0"/>
                  </a:moveTo>
                  <a:lnTo>
                    <a:pt x="1969" y="0"/>
                  </a:lnTo>
                  <a:lnTo>
                    <a:pt x="1969" y="788"/>
                  </a:lnTo>
                  <a:lnTo>
                    <a:pt x="1747" y="788"/>
                  </a:lnTo>
                  <a:lnTo>
                    <a:pt x="1747" y="0"/>
                  </a:lnTo>
                  <a:close/>
                  <a:moveTo>
                    <a:pt x="0" y="0"/>
                  </a:moveTo>
                  <a:lnTo>
                    <a:pt x="400" y="0"/>
                  </a:lnTo>
                  <a:lnTo>
                    <a:pt x="441" y="0"/>
                  </a:lnTo>
                  <a:lnTo>
                    <a:pt x="482" y="2"/>
                  </a:lnTo>
                  <a:lnTo>
                    <a:pt x="522" y="7"/>
                  </a:lnTo>
                  <a:lnTo>
                    <a:pt x="561" y="15"/>
                  </a:lnTo>
                  <a:lnTo>
                    <a:pt x="599" y="25"/>
                  </a:lnTo>
                  <a:lnTo>
                    <a:pt x="634" y="41"/>
                  </a:lnTo>
                  <a:lnTo>
                    <a:pt x="667" y="59"/>
                  </a:lnTo>
                  <a:lnTo>
                    <a:pt x="697" y="82"/>
                  </a:lnTo>
                  <a:lnTo>
                    <a:pt x="725" y="112"/>
                  </a:lnTo>
                  <a:lnTo>
                    <a:pt x="746" y="145"/>
                  </a:lnTo>
                  <a:lnTo>
                    <a:pt x="766" y="187"/>
                  </a:lnTo>
                  <a:lnTo>
                    <a:pt x="780" y="234"/>
                  </a:lnTo>
                  <a:lnTo>
                    <a:pt x="788" y="289"/>
                  </a:lnTo>
                  <a:lnTo>
                    <a:pt x="790" y="352"/>
                  </a:lnTo>
                  <a:lnTo>
                    <a:pt x="790" y="788"/>
                  </a:lnTo>
                  <a:lnTo>
                    <a:pt x="573" y="788"/>
                  </a:lnTo>
                  <a:lnTo>
                    <a:pt x="573" y="427"/>
                  </a:lnTo>
                  <a:lnTo>
                    <a:pt x="571" y="368"/>
                  </a:lnTo>
                  <a:lnTo>
                    <a:pt x="567" y="317"/>
                  </a:lnTo>
                  <a:lnTo>
                    <a:pt x="557" y="277"/>
                  </a:lnTo>
                  <a:lnTo>
                    <a:pt x="543" y="244"/>
                  </a:lnTo>
                  <a:lnTo>
                    <a:pt x="524" y="220"/>
                  </a:lnTo>
                  <a:lnTo>
                    <a:pt x="500" y="201"/>
                  </a:lnTo>
                  <a:lnTo>
                    <a:pt x="473" y="187"/>
                  </a:lnTo>
                  <a:lnTo>
                    <a:pt x="439" y="179"/>
                  </a:lnTo>
                  <a:lnTo>
                    <a:pt x="400" y="175"/>
                  </a:lnTo>
                  <a:lnTo>
                    <a:pt x="224" y="175"/>
                  </a:lnTo>
                  <a:lnTo>
                    <a:pt x="224" y="788"/>
                  </a:lnTo>
                  <a:lnTo>
                    <a:pt x="0" y="7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8775700" y="3552825"/>
              <a:ext cx="1436688" cy="952500"/>
            </a:xfrm>
            <a:custGeom>
              <a:avLst/>
              <a:gdLst>
                <a:gd name="T0" fmla="*/ 638 w 1810"/>
                <a:gd name="T1" fmla="*/ 451 h 1200"/>
                <a:gd name="T2" fmla="*/ 516 w 1810"/>
                <a:gd name="T3" fmla="*/ 502 h 1200"/>
                <a:gd name="T4" fmla="*/ 469 w 1810"/>
                <a:gd name="T5" fmla="*/ 546 h 1200"/>
                <a:gd name="T6" fmla="*/ 496 w 1810"/>
                <a:gd name="T7" fmla="*/ 613 h 1200"/>
                <a:gd name="T8" fmla="*/ 595 w 1810"/>
                <a:gd name="T9" fmla="*/ 735 h 1200"/>
                <a:gd name="T10" fmla="*/ 614 w 1810"/>
                <a:gd name="T11" fmla="*/ 851 h 1200"/>
                <a:gd name="T12" fmla="*/ 439 w 1810"/>
                <a:gd name="T13" fmla="*/ 733 h 1200"/>
                <a:gd name="T14" fmla="*/ 349 w 1810"/>
                <a:gd name="T15" fmla="*/ 595 h 1200"/>
                <a:gd name="T16" fmla="*/ 323 w 1810"/>
                <a:gd name="T17" fmla="*/ 530 h 1200"/>
                <a:gd name="T18" fmla="*/ 372 w 1810"/>
                <a:gd name="T19" fmla="*/ 485 h 1200"/>
                <a:gd name="T20" fmla="*/ 516 w 1810"/>
                <a:gd name="T21" fmla="*/ 400 h 1200"/>
                <a:gd name="T22" fmla="*/ 707 w 1810"/>
                <a:gd name="T23" fmla="*/ 248 h 1200"/>
                <a:gd name="T24" fmla="*/ 933 w 1810"/>
                <a:gd name="T25" fmla="*/ 296 h 1200"/>
                <a:gd name="T26" fmla="*/ 1097 w 1810"/>
                <a:gd name="T27" fmla="*/ 400 h 1200"/>
                <a:gd name="T28" fmla="*/ 1185 w 1810"/>
                <a:gd name="T29" fmla="*/ 489 h 1200"/>
                <a:gd name="T30" fmla="*/ 1185 w 1810"/>
                <a:gd name="T31" fmla="*/ 518 h 1200"/>
                <a:gd name="T32" fmla="*/ 1097 w 1810"/>
                <a:gd name="T33" fmla="*/ 617 h 1200"/>
                <a:gd name="T34" fmla="*/ 947 w 1810"/>
                <a:gd name="T35" fmla="*/ 737 h 1200"/>
                <a:gd name="T36" fmla="*/ 762 w 1810"/>
                <a:gd name="T37" fmla="*/ 794 h 1200"/>
                <a:gd name="T38" fmla="*/ 715 w 1810"/>
                <a:gd name="T39" fmla="*/ 459 h 1200"/>
                <a:gd name="T40" fmla="*/ 817 w 1810"/>
                <a:gd name="T41" fmla="*/ 528 h 1200"/>
                <a:gd name="T42" fmla="*/ 1038 w 1810"/>
                <a:gd name="T43" fmla="*/ 502 h 1200"/>
                <a:gd name="T44" fmla="*/ 985 w 1810"/>
                <a:gd name="T45" fmla="*/ 451 h 1200"/>
                <a:gd name="T46" fmla="*/ 839 w 1810"/>
                <a:gd name="T47" fmla="*/ 370 h 1200"/>
                <a:gd name="T48" fmla="*/ 675 w 1810"/>
                <a:gd name="T49" fmla="*/ 250 h 1200"/>
                <a:gd name="T50" fmla="*/ 603 w 1810"/>
                <a:gd name="T51" fmla="*/ 260 h 1200"/>
                <a:gd name="T52" fmla="*/ 370 w 1810"/>
                <a:gd name="T53" fmla="*/ 349 h 1200"/>
                <a:gd name="T54" fmla="*/ 232 w 1810"/>
                <a:gd name="T55" fmla="*/ 461 h 1200"/>
                <a:gd name="T56" fmla="*/ 185 w 1810"/>
                <a:gd name="T57" fmla="*/ 516 h 1200"/>
                <a:gd name="T58" fmla="*/ 211 w 1810"/>
                <a:gd name="T59" fmla="*/ 581 h 1200"/>
                <a:gd name="T60" fmla="*/ 293 w 1810"/>
                <a:gd name="T61" fmla="*/ 723 h 1200"/>
                <a:gd name="T62" fmla="*/ 445 w 1810"/>
                <a:gd name="T63" fmla="*/ 877 h 1200"/>
                <a:gd name="T64" fmla="*/ 675 w 1810"/>
                <a:gd name="T65" fmla="*/ 966 h 1200"/>
                <a:gd name="T66" fmla="*/ 453 w 1810"/>
                <a:gd name="T67" fmla="*/ 1001 h 1200"/>
                <a:gd name="T68" fmla="*/ 232 w 1810"/>
                <a:gd name="T69" fmla="*/ 849 h 1200"/>
                <a:gd name="T70" fmla="*/ 89 w 1810"/>
                <a:gd name="T71" fmla="*/ 674 h 1200"/>
                <a:gd name="T72" fmla="*/ 16 w 1810"/>
                <a:gd name="T73" fmla="*/ 536 h 1200"/>
                <a:gd name="T74" fmla="*/ 4 w 1810"/>
                <a:gd name="T75" fmla="*/ 495 h 1200"/>
                <a:gd name="T76" fmla="*/ 85 w 1810"/>
                <a:gd name="T77" fmla="*/ 426 h 1200"/>
                <a:gd name="T78" fmla="*/ 250 w 1810"/>
                <a:gd name="T79" fmla="*/ 311 h 1200"/>
                <a:gd name="T80" fmla="*/ 478 w 1810"/>
                <a:gd name="T81" fmla="*/ 205 h 1200"/>
                <a:gd name="T82" fmla="*/ 675 w 1810"/>
                <a:gd name="T83" fmla="*/ 0 h 1200"/>
                <a:gd name="T84" fmla="*/ 675 w 1810"/>
                <a:gd name="T85" fmla="*/ 1058 h 1200"/>
                <a:gd name="T86" fmla="*/ 977 w 1810"/>
                <a:gd name="T87" fmla="*/ 1038 h 1200"/>
                <a:gd name="T88" fmla="*/ 1321 w 1810"/>
                <a:gd name="T89" fmla="*/ 946 h 1200"/>
                <a:gd name="T90" fmla="*/ 1619 w 1810"/>
                <a:gd name="T91" fmla="*/ 802 h 1200"/>
                <a:gd name="T92" fmla="*/ 1605 w 1810"/>
                <a:gd name="T93" fmla="*/ 717 h 1200"/>
                <a:gd name="T94" fmla="*/ 1485 w 1810"/>
                <a:gd name="T95" fmla="*/ 648 h 1200"/>
                <a:gd name="T96" fmla="*/ 1276 w 1810"/>
                <a:gd name="T97" fmla="*/ 788 h 1200"/>
                <a:gd name="T98" fmla="*/ 992 w 1810"/>
                <a:gd name="T99" fmla="*/ 932 h 1200"/>
                <a:gd name="T100" fmla="*/ 709 w 1810"/>
                <a:gd name="T101" fmla="*/ 969 h 1200"/>
                <a:gd name="T102" fmla="*/ 758 w 1810"/>
                <a:gd name="T103" fmla="*/ 873 h 1200"/>
                <a:gd name="T104" fmla="*/ 979 w 1810"/>
                <a:gd name="T105" fmla="*/ 820 h 1200"/>
                <a:gd name="T106" fmla="*/ 1172 w 1810"/>
                <a:gd name="T107" fmla="*/ 701 h 1200"/>
                <a:gd name="T108" fmla="*/ 1315 w 1810"/>
                <a:gd name="T109" fmla="*/ 577 h 1200"/>
                <a:gd name="T110" fmla="*/ 1384 w 1810"/>
                <a:gd name="T111" fmla="*/ 502 h 1200"/>
                <a:gd name="T112" fmla="*/ 1359 w 1810"/>
                <a:gd name="T113" fmla="*/ 465 h 1200"/>
                <a:gd name="T114" fmla="*/ 1242 w 1810"/>
                <a:gd name="T115" fmla="*/ 357 h 1200"/>
                <a:gd name="T116" fmla="*/ 1048 w 1810"/>
                <a:gd name="T117" fmla="*/ 233 h 1200"/>
                <a:gd name="T118" fmla="*/ 782 w 1810"/>
                <a:gd name="T119" fmla="*/ 162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10" h="1200">
                  <a:moveTo>
                    <a:pt x="675" y="359"/>
                  </a:moveTo>
                  <a:lnTo>
                    <a:pt x="675" y="451"/>
                  </a:lnTo>
                  <a:lnTo>
                    <a:pt x="675" y="451"/>
                  </a:lnTo>
                  <a:lnTo>
                    <a:pt x="638" y="451"/>
                  </a:lnTo>
                  <a:lnTo>
                    <a:pt x="603" y="459"/>
                  </a:lnTo>
                  <a:lnTo>
                    <a:pt x="571" y="471"/>
                  </a:lnTo>
                  <a:lnTo>
                    <a:pt x="542" y="485"/>
                  </a:lnTo>
                  <a:lnTo>
                    <a:pt x="516" y="502"/>
                  </a:lnTo>
                  <a:lnTo>
                    <a:pt x="496" y="518"/>
                  </a:lnTo>
                  <a:lnTo>
                    <a:pt x="482" y="532"/>
                  </a:lnTo>
                  <a:lnTo>
                    <a:pt x="473" y="542"/>
                  </a:lnTo>
                  <a:lnTo>
                    <a:pt x="469" y="546"/>
                  </a:lnTo>
                  <a:lnTo>
                    <a:pt x="471" y="552"/>
                  </a:lnTo>
                  <a:lnTo>
                    <a:pt x="477" y="566"/>
                  </a:lnTo>
                  <a:lnTo>
                    <a:pt x="484" y="587"/>
                  </a:lnTo>
                  <a:lnTo>
                    <a:pt x="496" y="613"/>
                  </a:lnTo>
                  <a:lnTo>
                    <a:pt x="514" y="644"/>
                  </a:lnTo>
                  <a:lnTo>
                    <a:pt x="536" y="676"/>
                  </a:lnTo>
                  <a:lnTo>
                    <a:pt x="561" y="707"/>
                  </a:lnTo>
                  <a:lnTo>
                    <a:pt x="595" y="735"/>
                  </a:lnTo>
                  <a:lnTo>
                    <a:pt x="632" y="761"/>
                  </a:lnTo>
                  <a:lnTo>
                    <a:pt x="675" y="780"/>
                  </a:lnTo>
                  <a:lnTo>
                    <a:pt x="675" y="865"/>
                  </a:lnTo>
                  <a:lnTo>
                    <a:pt x="614" y="851"/>
                  </a:lnTo>
                  <a:lnTo>
                    <a:pt x="561" y="828"/>
                  </a:lnTo>
                  <a:lnTo>
                    <a:pt x="514" y="800"/>
                  </a:lnTo>
                  <a:lnTo>
                    <a:pt x="473" y="768"/>
                  </a:lnTo>
                  <a:lnTo>
                    <a:pt x="439" y="733"/>
                  </a:lnTo>
                  <a:lnTo>
                    <a:pt x="408" y="698"/>
                  </a:lnTo>
                  <a:lnTo>
                    <a:pt x="384" y="660"/>
                  </a:lnTo>
                  <a:lnTo>
                    <a:pt x="364" y="627"/>
                  </a:lnTo>
                  <a:lnTo>
                    <a:pt x="349" y="595"/>
                  </a:lnTo>
                  <a:lnTo>
                    <a:pt x="337" y="569"/>
                  </a:lnTo>
                  <a:lnTo>
                    <a:pt x="329" y="548"/>
                  </a:lnTo>
                  <a:lnTo>
                    <a:pt x="325" y="534"/>
                  </a:lnTo>
                  <a:lnTo>
                    <a:pt x="323" y="530"/>
                  </a:lnTo>
                  <a:lnTo>
                    <a:pt x="325" y="526"/>
                  </a:lnTo>
                  <a:lnTo>
                    <a:pt x="335" y="516"/>
                  </a:lnTo>
                  <a:lnTo>
                    <a:pt x="350" y="502"/>
                  </a:lnTo>
                  <a:lnTo>
                    <a:pt x="372" y="485"/>
                  </a:lnTo>
                  <a:lnTo>
                    <a:pt x="400" y="463"/>
                  </a:lnTo>
                  <a:lnTo>
                    <a:pt x="433" y="441"/>
                  </a:lnTo>
                  <a:lnTo>
                    <a:pt x="473" y="420"/>
                  </a:lnTo>
                  <a:lnTo>
                    <a:pt x="516" y="400"/>
                  </a:lnTo>
                  <a:lnTo>
                    <a:pt x="565" y="382"/>
                  </a:lnTo>
                  <a:lnTo>
                    <a:pt x="618" y="368"/>
                  </a:lnTo>
                  <a:lnTo>
                    <a:pt x="675" y="359"/>
                  </a:lnTo>
                  <a:close/>
                  <a:moveTo>
                    <a:pt x="707" y="248"/>
                  </a:moveTo>
                  <a:lnTo>
                    <a:pt x="770" y="250"/>
                  </a:lnTo>
                  <a:lnTo>
                    <a:pt x="827" y="260"/>
                  </a:lnTo>
                  <a:lnTo>
                    <a:pt x="882" y="274"/>
                  </a:lnTo>
                  <a:lnTo>
                    <a:pt x="933" y="296"/>
                  </a:lnTo>
                  <a:lnTo>
                    <a:pt x="981" y="319"/>
                  </a:lnTo>
                  <a:lnTo>
                    <a:pt x="1024" y="345"/>
                  </a:lnTo>
                  <a:lnTo>
                    <a:pt x="1063" y="372"/>
                  </a:lnTo>
                  <a:lnTo>
                    <a:pt x="1097" y="400"/>
                  </a:lnTo>
                  <a:lnTo>
                    <a:pt x="1126" y="426"/>
                  </a:lnTo>
                  <a:lnTo>
                    <a:pt x="1152" y="451"/>
                  </a:lnTo>
                  <a:lnTo>
                    <a:pt x="1172" y="471"/>
                  </a:lnTo>
                  <a:lnTo>
                    <a:pt x="1185" y="489"/>
                  </a:lnTo>
                  <a:lnTo>
                    <a:pt x="1195" y="499"/>
                  </a:lnTo>
                  <a:lnTo>
                    <a:pt x="1197" y="502"/>
                  </a:lnTo>
                  <a:lnTo>
                    <a:pt x="1193" y="506"/>
                  </a:lnTo>
                  <a:lnTo>
                    <a:pt x="1185" y="518"/>
                  </a:lnTo>
                  <a:lnTo>
                    <a:pt x="1170" y="538"/>
                  </a:lnTo>
                  <a:lnTo>
                    <a:pt x="1150" y="562"/>
                  </a:lnTo>
                  <a:lnTo>
                    <a:pt x="1126" y="587"/>
                  </a:lnTo>
                  <a:lnTo>
                    <a:pt x="1097" y="617"/>
                  </a:lnTo>
                  <a:lnTo>
                    <a:pt x="1065" y="648"/>
                  </a:lnTo>
                  <a:lnTo>
                    <a:pt x="1028" y="680"/>
                  </a:lnTo>
                  <a:lnTo>
                    <a:pt x="988" y="709"/>
                  </a:lnTo>
                  <a:lnTo>
                    <a:pt x="947" y="737"/>
                  </a:lnTo>
                  <a:lnTo>
                    <a:pt x="904" y="761"/>
                  </a:lnTo>
                  <a:lnTo>
                    <a:pt x="859" y="778"/>
                  </a:lnTo>
                  <a:lnTo>
                    <a:pt x="811" y="790"/>
                  </a:lnTo>
                  <a:lnTo>
                    <a:pt x="762" y="794"/>
                  </a:lnTo>
                  <a:lnTo>
                    <a:pt x="717" y="790"/>
                  </a:lnTo>
                  <a:lnTo>
                    <a:pt x="675" y="780"/>
                  </a:lnTo>
                  <a:lnTo>
                    <a:pt x="675" y="451"/>
                  </a:lnTo>
                  <a:lnTo>
                    <a:pt x="715" y="459"/>
                  </a:lnTo>
                  <a:lnTo>
                    <a:pt x="746" y="469"/>
                  </a:lnTo>
                  <a:lnTo>
                    <a:pt x="774" y="485"/>
                  </a:lnTo>
                  <a:lnTo>
                    <a:pt x="796" y="504"/>
                  </a:lnTo>
                  <a:lnTo>
                    <a:pt x="817" y="528"/>
                  </a:lnTo>
                  <a:lnTo>
                    <a:pt x="837" y="558"/>
                  </a:lnTo>
                  <a:lnTo>
                    <a:pt x="859" y="591"/>
                  </a:lnTo>
                  <a:lnTo>
                    <a:pt x="882" y="633"/>
                  </a:lnTo>
                  <a:lnTo>
                    <a:pt x="1038" y="502"/>
                  </a:lnTo>
                  <a:lnTo>
                    <a:pt x="1034" y="499"/>
                  </a:lnTo>
                  <a:lnTo>
                    <a:pt x="1024" y="487"/>
                  </a:lnTo>
                  <a:lnTo>
                    <a:pt x="1008" y="471"/>
                  </a:lnTo>
                  <a:lnTo>
                    <a:pt x="985" y="451"/>
                  </a:lnTo>
                  <a:lnTo>
                    <a:pt x="957" y="430"/>
                  </a:lnTo>
                  <a:lnTo>
                    <a:pt x="924" y="406"/>
                  </a:lnTo>
                  <a:lnTo>
                    <a:pt x="884" y="386"/>
                  </a:lnTo>
                  <a:lnTo>
                    <a:pt x="839" y="370"/>
                  </a:lnTo>
                  <a:lnTo>
                    <a:pt x="790" y="359"/>
                  </a:lnTo>
                  <a:lnTo>
                    <a:pt x="734" y="355"/>
                  </a:lnTo>
                  <a:lnTo>
                    <a:pt x="675" y="359"/>
                  </a:lnTo>
                  <a:lnTo>
                    <a:pt x="675" y="250"/>
                  </a:lnTo>
                  <a:lnTo>
                    <a:pt x="707" y="248"/>
                  </a:lnTo>
                  <a:close/>
                  <a:moveTo>
                    <a:pt x="675" y="162"/>
                  </a:moveTo>
                  <a:lnTo>
                    <a:pt x="675" y="250"/>
                  </a:lnTo>
                  <a:lnTo>
                    <a:pt x="603" y="260"/>
                  </a:lnTo>
                  <a:lnTo>
                    <a:pt x="536" y="276"/>
                  </a:lnTo>
                  <a:lnTo>
                    <a:pt x="475" y="296"/>
                  </a:lnTo>
                  <a:lnTo>
                    <a:pt x="419" y="321"/>
                  </a:lnTo>
                  <a:lnTo>
                    <a:pt x="370" y="349"/>
                  </a:lnTo>
                  <a:lnTo>
                    <a:pt x="327" y="378"/>
                  </a:lnTo>
                  <a:lnTo>
                    <a:pt x="289" y="408"/>
                  </a:lnTo>
                  <a:lnTo>
                    <a:pt x="258" y="435"/>
                  </a:lnTo>
                  <a:lnTo>
                    <a:pt x="232" y="461"/>
                  </a:lnTo>
                  <a:lnTo>
                    <a:pt x="211" y="483"/>
                  </a:lnTo>
                  <a:lnTo>
                    <a:pt x="197" y="500"/>
                  </a:lnTo>
                  <a:lnTo>
                    <a:pt x="187" y="512"/>
                  </a:lnTo>
                  <a:lnTo>
                    <a:pt x="185" y="516"/>
                  </a:lnTo>
                  <a:lnTo>
                    <a:pt x="187" y="522"/>
                  </a:lnTo>
                  <a:lnTo>
                    <a:pt x="191" y="534"/>
                  </a:lnTo>
                  <a:lnTo>
                    <a:pt x="199" y="554"/>
                  </a:lnTo>
                  <a:lnTo>
                    <a:pt x="211" y="581"/>
                  </a:lnTo>
                  <a:lnTo>
                    <a:pt x="224" y="611"/>
                  </a:lnTo>
                  <a:lnTo>
                    <a:pt x="244" y="646"/>
                  </a:lnTo>
                  <a:lnTo>
                    <a:pt x="266" y="684"/>
                  </a:lnTo>
                  <a:lnTo>
                    <a:pt x="293" y="723"/>
                  </a:lnTo>
                  <a:lnTo>
                    <a:pt x="325" y="765"/>
                  </a:lnTo>
                  <a:lnTo>
                    <a:pt x="360" y="804"/>
                  </a:lnTo>
                  <a:lnTo>
                    <a:pt x="400" y="841"/>
                  </a:lnTo>
                  <a:lnTo>
                    <a:pt x="445" y="877"/>
                  </a:lnTo>
                  <a:lnTo>
                    <a:pt x="494" y="906"/>
                  </a:lnTo>
                  <a:lnTo>
                    <a:pt x="549" y="934"/>
                  </a:lnTo>
                  <a:lnTo>
                    <a:pt x="610" y="954"/>
                  </a:lnTo>
                  <a:lnTo>
                    <a:pt x="675" y="966"/>
                  </a:lnTo>
                  <a:lnTo>
                    <a:pt x="675" y="1058"/>
                  </a:lnTo>
                  <a:lnTo>
                    <a:pt x="595" y="1046"/>
                  </a:lnTo>
                  <a:lnTo>
                    <a:pt x="522" y="1027"/>
                  </a:lnTo>
                  <a:lnTo>
                    <a:pt x="453" y="1001"/>
                  </a:lnTo>
                  <a:lnTo>
                    <a:pt x="390" y="969"/>
                  </a:lnTo>
                  <a:lnTo>
                    <a:pt x="331" y="932"/>
                  </a:lnTo>
                  <a:lnTo>
                    <a:pt x="280" y="893"/>
                  </a:lnTo>
                  <a:lnTo>
                    <a:pt x="232" y="849"/>
                  </a:lnTo>
                  <a:lnTo>
                    <a:pt x="189" y="806"/>
                  </a:lnTo>
                  <a:lnTo>
                    <a:pt x="152" y="761"/>
                  </a:lnTo>
                  <a:lnTo>
                    <a:pt x="118" y="717"/>
                  </a:lnTo>
                  <a:lnTo>
                    <a:pt x="89" y="674"/>
                  </a:lnTo>
                  <a:lnTo>
                    <a:pt x="65" y="633"/>
                  </a:lnTo>
                  <a:lnTo>
                    <a:pt x="43" y="597"/>
                  </a:lnTo>
                  <a:lnTo>
                    <a:pt x="28" y="564"/>
                  </a:lnTo>
                  <a:lnTo>
                    <a:pt x="16" y="536"/>
                  </a:lnTo>
                  <a:lnTo>
                    <a:pt x="6" y="516"/>
                  </a:lnTo>
                  <a:lnTo>
                    <a:pt x="2" y="502"/>
                  </a:lnTo>
                  <a:lnTo>
                    <a:pt x="0" y="499"/>
                  </a:lnTo>
                  <a:lnTo>
                    <a:pt x="4" y="495"/>
                  </a:lnTo>
                  <a:lnTo>
                    <a:pt x="14" y="485"/>
                  </a:lnTo>
                  <a:lnTo>
                    <a:pt x="32" y="469"/>
                  </a:lnTo>
                  <a:lnTo>
                    <a:pt x="55" y="449"/>
                  </a:lnTo>
                  <a:lnTo>
                    <a:pt x="85" y="426"/>
                  </a:lnTo>
                  <a:lnTo>
                    <a:pt x="118" y="400"/>
                  </a:lnTo>
                  <a:lnTo>
                    <a:pt x="158" y="370"/>
                  </a:lnTo>
                  <a:lnTo>
                    <a:pt x="203" y="341"/>
                  </a:lnTo>
                  <a:lnTo>
                    <a:pt x="250" y="311"/>
                  </a:lnTo>
                  <a:lnTo>
                    <a:pt x="303" y="282"/>
                  </a:lnTo>
                  <a:lnTo>
                    <a:pt x="358" y="252"/>
                  </a:lnTo>
                  <a:lnTo>
                    <a:pt x="417" y="227"/>
                  </a:lnTo>
                  <a:lnTo>
                    <a:pt x="478" y="205"/>
                  </a:lnTo>
                  <a:lnTo>
                    <a:pt x="542" y="185"/>
                  </a:lnTo>
                  <a:lnTo>
                    <a:pt x="608" y="171"/>
                  </a:lnTo>
                  <a:lnTo>
                    <a:pt x="675" y="162"/>
                  </a:lnTo>
                  <a:close/>
                  <a:moveTo>
                    <a:pt x="675" y="0"/>
                  </a:moveTo>
                  <a:lnTo>
                    <a:pt x="1810" y="0"/>
                  </a:lnTo>
                  <a:lnTo>
                    <a:pt x="1810" y="1200"/>
                  </a:lnTo>
                  <a:lnTo>
                    <a:pt x="675" y="1200"/>
                  </a:lnTo>
                  <a:lnTo>
                    <a:pt x="675" y="1058"/>
                  </a:lnTo>
                  <a:lnTo>
                    <a:pt x="748" y="1062"/>
                  </a:lnTo>
                  <a:lnTo>
                    <a:pt x="819" y="1060"/>
                  </a:lnTo>
                  <a:lnTo>
                    <a:pt x="894" y="1052"/>
                  </a:lnTo>
                  <a:lnTo>
                    <a:pt x="977" y="1038"/>
                  </a:lnTo>
                  <a:lnTo>
                    <a:pt x="1061" y="1021"/>
                  </a:lnTo>
                  <a:lnTo>
                    <a:pt x="1148" y="1001"/>
                  </a:lnTo>
                  <a:lnTo>
                    <a:pt x="1235" y="975"/>
                  </a:lnTo>
                  <a:lnTo>
                    <a:pt x="1321" y="946"/>
                  </a:lnTo>
                  <a:lnTo>
                    <a:pt x="1404" y="914"/>
                  </a:lnTo>
                  <a:lnTo>
                    <a:pt x="1483" y="879"/>
                  </a:lnTo>
                  <a:lnTo>
                    <a:pt x="1554" y="841"/>
                  </a:lnTo>
                  <a:lnTo>
                    <a:pt x="1619" y="802"/>
                  </a:lnTo>
                  <a:lnTo>
                    <a:pt x="1674" y="763"/>
                  </a:lnTo>
                  <a:lnTo>
                    <a:pt x="1658" y="749"/>
                  </a:lnTo>
                  <a:lnTo>
                    <a:pt x="1634" y="733"/>
                  </a:lnTo>
                  <a:lnTo>
                    <a:pt x="1605" y="717"/>
                  </a:lnTo>
                  <a:lnTo>
                    <a:pt x="1573" y="700"/>
                  </a:lnTo>
                  <a:lnTo>
                    <a:pt x="1540" y="682"/>
                  </a:lnTo>
                  <a:lnTo>
                    <a:pt x="1510" y="664"/>
                  </a:lnTo>
                  <a:lnTo>
                    <a:pt x="1485" y="648"/>
                  </a:lnTo>
                  <a:lnTo>
                    <a:pt x="1467" y="636"/>
                  </a:lnTo>
                  <a:lnTo>
                    <a:pt x="1404" y="690"/>
                  </a:lnTo>
                  <a:lnTo>
                    <a:pt x="1341" y="741"/>
                  </a:lnTo>
                  <a:lnTo>
                    <a:pt x="1276" y="788"/>
                  </a:lnTo>
                  <a:lnTo>
                    <a:pt x="1209" y="832"/>
                  </a:lnTo>
                  <a:lnTo>
                    <a:pt x="1140" y="871"/>
                  </a:lnTo>
                  <a:lnTo>
                    <a:pt x="1067" y="904"/>
                  </a:lnTo>
                  <a:lnTo>
                    <a:pt x="992" y="932"/>
                  </a:lnTo>
                  <a:lnTo>
                    <a:pt x="914" y="954"/>
                  </a:lnTo>
                  <a:lnTo>
                    <a:pt x="831" y="966"/>
                  </a:lnTo>
                  <a:lnTo>
                    <a:pt x="744" y="969"/>
                  </a:lnTo>
                  <a:lnTo>
                    <a:pt x="709" y="969"/>
                  </a:lnTo>
                  <a:lnTo>
                    <a:pt x="675" y="966"/>
                  </a:lnTo>
                  <a:lnTo>
                    <a:pt x="675" y="865"/>
                  </a:lnTo>
                  <a:lnTo>
                    <a:pt x="715" y="871"/>
                  </a:lnTo>
                  <a:lnTo>
                    <a:pt x="758" y="873"/>
                  </a:lnTo>
                  <a:lnTo>
                    <a:pt x="815" y="869"/>
                  </a:lnTo>
                  <a:lnTo>
                    <a:pt x="870" y="859"/>
                  </a:lnTo>
                  <a:lnTo>
                    <a:pt x="925" y="841"/>
                  </a:lnTo>
                  <a:lnTo>
                    <a:pt x="979" y="820"/>
                  </a:lnTo>
                  <a:lnTo>
                    <a:pt x="1030" y="794"/>
                  </a:lnTo>
                  <a:lnTo>
                    <a:pt x="1079" y="767"/>
                  </a:lnTo>
                  <a:lnTo>
                    <a:pt x="1126" y="735"/>
                  </a:lnTo>
                  <a:lnTo>
                    <a:pt x="1172" y="701"/>
                  </a:lnTo>
                  <a:lnTo>
                    <a:pt x="1213" y="670"/>
                  </a:lnTo>
                  <a:lnTo>
                    <a:pt x="1250" y="636"/>
                  </a:lnTo>
                  <a:lnTo>
                    <a:pt x="1284" y="605"/>
                  </a:lnTo>
                  <a:lnTo>
                    <a:pt x="1315" y="577"/>
                  </a:lnTo>
                  <a:lnTo>
                    <a:pt x="1339" y="550"/>
                  </a:lnTo>
                  <a:lnTo>
                    <a:pt x="1361" y="530"/>
                  </a:lnTo>
                  <a:lnTo>
                    <a:pt x="1374" y="512"/>
                  </a:lnTo>
                  <a:lnTo>
                    <a:pt x="1384" y="502"/>
                  </a:lnTo>
                  <a:lnTo>
                    <a:pt x="1386" y="499"/>
                  </a:lnTo>
                  <a:lnTo>
                    <a:pt x="1384" y="495"/>
                  </a:lnTo>
                  <a:lnTo>
                    <a:pt x="1374" y="483"/>
                  </a:lnTo>
                  <a:lnTo>
                    <a:pt x="1359" y="465"/>
                  </a:lnTo>
                  <a:lnTo>
                    <a:pt x="1339" y="443"/>
                  </a:lnTo>
                  <a:lnTo>
                    <a:pt x="1311" y="418"/>
                  </a:lnTo>
                  <a:lnTo>
                    <a:pt x="1280" y="388"/>
                  </a:lnTo>
                  <a:lnTo>
                    <a:pt x="1242" y="357"/>
                  </a:lnTo>
                  <a:lnTo>
                    <a:pt x="1201" y="325"/>
                  </a:lnTo>
                  <a:lnTo>
                    <a:pt x="1154" y="292"/>
                  </a:lnTo>
                  <a:lnTo>
                    <a:pt x="1103" y="262"/>
                  </a:lnTo>
                  <a:lnTo>
                    <a:pt x="1048" y="233"/>
                  </a:lnTo>
                  <a:lnTo>
                    <a:pt x="987" y="207"/>
                  </a:lnTo>
                  <a:lnTo>
                    <a:pt x="924" y="187"/>
                  </a:lnTo>
                  <a:lnTo>
                    <a:pt x="855" y="171"/>
                  </a:lnTo>
                  <a:lnTo>
                    <a:pt x="782" y="162"/>
                  </a:lnTo>
                  <a:lnTo>
                    <a:pt x="707" y="160"/>
                  </a:lnTo>
                  <a:lnTo>
                    <a:pt x="675" y="162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76B9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67120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lack.now.sh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-dot-devsite-v2-prod.appspot.com/machine-learning/crash-course/backprop-scroll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uora.com/How-does-TensorFlow-calculate-gradients#:~:text=There%20are%20a%20few%20different,another%20to%20approximate%20the%20derivative.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73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600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852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자,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방금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어떤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것들을 학습했나요</a:t>
            </a:r>
            <a:r>
              <a:rPr lang="en-US" altLang="ko-KR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?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단계별로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검토해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보겠습니다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우리는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데이터를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로드하고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시각화했습니다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데이터를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편집하여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적절한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모양으로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바꾸었고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값을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0~1로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정규화했습니다</a:t>
            </a:r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또한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'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답'을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숫자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대신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모델이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훨씬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효율적으로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트레이닝할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답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유형인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범주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형식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(categorical)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으로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편집했습니다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</a:p>
          <a:p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다음에는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모델을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생성하고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컴파일한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후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데이터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트레이닝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86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우리</a:t>
            </a:r>
            <a:r>
              <a:rPr lang="en-US" dirty="0"/>
              <a:t> </a:t>
            </a:r>
            <a:r>
              <a:rPr lang="en-US" dirty="0" err="1"/>
              <a:t>데이터로</a:t>
            </a:r>
            <a:r>
              <a:rPr lang="en-US" dirty="0"/>
              <a:t> </a:t>
            </a:r>
            <a:r>
              <a:rPr lang="en-US" dirty="0" err="1"/>
              <a:t>시작해</a:t>
            </a:r>
            <a:r>
              <a:rPr lang="en-US" dirty="0"/>
              <a:t> </a:t>
            </a:r>
            <a:r>
              <a:rPr lang="en-US" dirty="0" err="1"/>
              <a:t>보겠습니다</a:t>
            </a:r>
            <a:r>
              <a:rPr lang="en-US" dirty="0"/>
              <a:t>. </a:t>
            </a:r>
            <a:r>
              <a:rPr lang="en-US" dirty="0" err="1"/>
              <a:t>우리는</a:t>
            </a:r>
            <a:r>
              <a:rPr lang="en-US" dirty="0"/>
              <a:t> 28x28픽셀 </a:t>
            </a:r>
            <a:r>
              <a:rPr lang="en-US" dirty="0" err="1"/>
              <a:t>이미지</a:t>
            </a:r>
            <a:r>
              <a:rPr lang="en-US" dirty="0"/>
              <a:t> </a:t>
            </a:r>
            <a:r>
              <a:rPr lang="en-US" dirty="0" err="1"/>
              <a:t>각각을</a:t>
            </a:r>
            <a:r>
              <a:rPr lang="en-US" dirty="0"/>
              <a:t> </a:t>
            </a:r>
            <a:r>
              <a:rPr lang="en-US" dirty="0" err="1"/>
              <a:t>정수</a:t>
            </a:r>
            <a:r>
              <a:rPr lang="en-US" dirty="0"/>
              <a:t> 784개의 </a:t>
            </a:r>
            <a:r>
              <a:rPr lang="ko-KR" altLang="en-US" dirty="0"/>
              <a:t>배열</a:t>
            </a:r>
            <a:r>
              <a:rPr lang="en-US" dirty="0"/>
              <a:t>로 </a:t>
            </a:r>
            <a:r>
              <a:rPr lang="en-US" dirty="0" err="1"/>
              <a:t>받았습니다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그런</a:t>
            </a:r>
            <a:r>
              <a:rPr lang="en-US" dirty="0"/>
              <a:t> </a:t>
            </a:r>
            <a:r>
              <a:rPr lang="en-US" dirty="0" err="1"/>
              <a:t>다음에는</a:t>
            </a:r>
            <a:r>
              <a:rPr lang="en-US" dirty="0"/>
              <a:t> 255(</a:t>
            </a:r>
            <a:r>
              <a:rPr lang="en-US" dirty="0" err="1"/>
              <a:t>픽셀의</a:t>
            </a:r>
            <a:r>
              <a:rPr lang="en-US" dirty="0"/>
              <a:t> </a:t>
            </a:r>
            <a:r>
              <a:rPr lang="en-US" dirty="0" err="1"/>
              <a:t>최대값</a:t>
            </a:r>
            <a:r>
              <a:rPr lang="en-US" dirty="0"/>
              <a:t>)로 </a:t>
            </a:r>
            <a:r>
              <a:rPr lang="en-US" dirty="0" err="1"/>
              <a:t>나누어</a:t>
            </a:r>
            <a:r>
              <a:rPr lang="en-US" dirty="0"/>
              <a:t> </a:t>
            </a:r>
            <a:r>
              <a:rPr lang="en-US" dirty="0" err="1"/>
              <a:t>해당</a:t>
            </a:r>
            <a:r>
              <a:rPr lang="en-US" dirty="0"/>
              <a:t>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정규화했습니다</a:t>
            </a:r>
            <a:r>
              <a:rPr lang="en-US" dirty="0"/>
              <a:t>(0~1로 </a:t>
            </a:r>
            <a:r>
              <a:rPr lang="en-US" dirty="0" err="1"/>
              <a:t>만듦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019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이어서</a:t>
            </a:r>
            <a:r>
              <a:rPr lang="en-US" dirty="0"/>
              <a:t> 0~9의 </a:t>
            </a:r>
            <a:r>
              <a:rPr lang="en-US" dirty="0" err="1"/>
              <a:t>정수</a:t>
            </a:r>
            <a:r>
              <a:rPr lang="en-US" dirty="0"/>
              <a:t> </a:t>
            </a:r>
            <a:r>
              <a:rPr lang="en-US" dirty="0" err="1"/>
              <a:t>형식이었던</a:t>
            </a:r>
            <a:r>
              <a:rPr lang="en-US" dirty="0"/>
              <a:t> '답'(</a:t>
            </a:r>
            <a:r>
              <a:rPr lang="en-US" dirty="0" err="1"/>
              <a:t>또는</a:t>
            </a:r>
            <a:r>
              <a:rPr lang="en-US" dirty="0"/>
              <a:t> </a:t>
            </a:r>
            <a:r>
              <a:rPr lang="en-US" dirty="0" err="1"/>
              <a:t>타깃</a:t>
            </a:r>
            <a:r>
              <a:rPr lang="en-US" dirty="0"/>
              <a:t>)을 </a:t>
            </a:r>
            <a:r>
              <a:rPr lang="en-US" dirty="0" err="1"/>
              <a:t>범주</a:t>
            </a:r>
            <a:r>
              <a:rPr lang="en-US" dirty="0"/>
              <a:t> </a:t>
            </a:r>
            <a:r>
              <a:rPr lang="en-US" dirty="0" err="1"/>
              <a:t>형식으로</a:t>
            </a:r>
            <a:r>
              <a:rPr lang="en-US" dirty="0"/>
              <a:t> </a:t>
            </a:r>
            <a:r>
              <a:rPr lang="en-US" dirty="0" err="1"/>
              <a:t>만들어</a:t>
            </a:r>
            <a:r>
              <a:rPr lang="en-US" dirty="0"/>
              <a:t> </a:t>
            </a:r>
            <a:r>
              <a:rPr lang="en-US" dirty="0" err="1"/>
              <a:t>올바른</a:t>
            </a:r>
            <a:r>
              <a:rPr lang="en-US" dirty="0"/>
              <a:t> </a:t>
            </a:r>
            <a:r>
              <a:rPr lang="en-US" dirty="0" err="1"/>
              <a:t>숫자의</a:t>
            </a:r>
            <a:r>
              <a:rPr lang="en-US" dirty="0"/>
              <a:t> </a:t>
            </a:r>
            <a:r>
              <a:rPr lang="en-US" dirty="0" err="1"/>
              <a:t>인덱스에서</a:t>
            </a:r>
            <a:r>
              <a:rPr lang="en-US" dirty="0"/>
              <a:t> 1을 </a:t>
            </a:r>
            <a:r>
              <a:rPr lang="en-US" dirty="0" err="1"/>
              <a:t>포함하는</a:t>
            </a:r>
            <a:r>
              <a:rPr lang="en-US" dirty="0"/>
              <a:t> 0의 </a:t>
            </a:r>
            <a:r>
              <a:rPr lang="ko-KR" altLang="en-US" dirty="0"/>
              <a:t>배열로</a:t>
            </a:r>
            <a:r>
              <a:rPr lang="en-US" dirty="0"/>
              <a:t> </a:t>
            </a:r>
            <a:r>
              <a:rPr lang="en-US" dirty="0" err="1"/>
              <a:t>표현했습니다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36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다음으로는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모델에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대해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애기해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보겠습니다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(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모델의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표시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)</a:t>
            </a:r>
          </a:p>
          <a:p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연결이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많기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때문에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슬라이드에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완전히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표현할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수는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없습니다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입력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784개,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뉴런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(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노드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) 512개로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이루어진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두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개의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레이어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,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그리고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뉴런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10개(각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숫자당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1개)로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이루어진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출력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레이어가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있다는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사실을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기억하십시오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각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레이어의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모든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뉴런은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레이어의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모든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뉴런에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연결되어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것을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바로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'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밀집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(Dense)'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Keras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레이어라고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하는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것입니다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  <a:b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</a:b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*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대부분의 슬라이드에서</a:t>
            </a:r>
            <a:r>
              <a:rPr lang="en-US" altLang="ko-KR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, ‘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밀집</a:t>
            </a:r>
            <a:r>
              <a:rPr lang="en-US" altLang="ko-KR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＇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이라는 단어는 </a:t>
            </a:r>
            <a:r>
              <a:rPr lang="en-US" altLang="ko-KR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Dense(=Fully connected)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altLang="ko-KR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layer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를 나타낸다고 이해해주시면 감사하겠습니다</a:t>
            </a:r>
            <a:r>
              <a:rPr lang="en-US" altLang="ko-KR" sz="1100" b="0" i="0" u="none" strike="noStrike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연결이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많음을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의미합니다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(784x512 + 512x512 + 512x10). </a:t>
            </a:r>
          </a:p>
          <a:p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보고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대략적인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규모를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맞출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사람이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있습니까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?</a:t>
            </a:r>
          </a:p>
          <a:p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668,672개의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연결입니다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</a:p>
          <a:p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4개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레이어의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네트워크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치고는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엄청난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수치입니다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여기에는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엄청나게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많은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정보를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담을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메가바이트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(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백만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바이트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)의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정보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,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그리고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메가바이트가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대략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텍스트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500페이지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분량이라는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사실을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생각해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보십시오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  <a:endParaRPr lang="en-US" dirty="0"/>
          </a:p>
          <a:p>
            <a:endParaRPr lang="en-US" dirty="0"/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각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뉴런이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뉴런과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연결되어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있다면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정보를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어떻게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저장할까요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?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두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뉴런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간의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'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가중치'에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정보를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저장합니다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인간의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뇌에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뉴런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간의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연결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강도와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흡사하지만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메커니즘에는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어느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정도의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차이가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</a:p>
          <a:p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그렇다면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이러한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가중치는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어떻게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업데이트할까요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34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이러한 네트워크가 어떻게 발생했는지를 이해하기 위해 최대한 단순한 모델을 살펴보겠습니다. 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59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앞의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슬라이드의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각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원은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뉴런입니다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이러한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뉴런의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가장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사용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사례는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회귀선을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만드는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것이었습니다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(y = mx + b).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회귀란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지속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입력을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사용하여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지속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출력을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예측하는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경우를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말하며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,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물이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담긴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냄비가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난로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위에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몇 초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동안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놓여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있었는지를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활용하여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물의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온도를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예측하는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것과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비슷합니다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뉴런으로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들어오는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각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변수에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대해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기울기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(m)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'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가중치'를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구하겠습니다</a:t>
            </a:r>
            <a:r>
              <a:rPr lang="en-US" altLang="ko-KR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y = mx +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b의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y절편인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'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b'가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뉴런과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함께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저장됩니다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38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여기서 목표는 이러한 점을 통과할 수 있는 선을 찾는 것입니다. 그러면 해당 선을 사용하여 예측을 수행할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26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전에 통계 처리를 해본 적이 있는 사람이라면 m과 b를 구할 수 있는 좀 더 확정적인 방법을 알고 있을 것입니다. (대수학 m = 2 및 b = 1을 통해 검증 가능) 좀 더 시행착오적 접근 방식을 이용하겠습니다. 시작을 위해 무작위 값을 고르겠습니다(보통은 -1과 1이지만 m에는 5, b에는 -1을 선택하여 시각화를 용이하게 하겠습니다).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여기서 y hat(위에 작은 갓이 달림)은 참값 y의 근사치가 됩니다. 대부분의 경우에는 추측이 약간 벗어나게 됩니다. 그렇다면 이를 어떻게 수정해야 할까요?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20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기존의 회귀선은 최소제곱오차의 개념에 기반합니다. 즉, 참값과 각 근사치의 차를 제곱합니다. 이 방법은 오차를 양수로 유지하므로 총 오차를 파악할 때 서로를 상쇄하지 않습니다. 또한 잘못된 추측을 강하게 처벌합니다.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374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따라서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이러한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수학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기호를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본 지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한참이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지난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경우에도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RMSE를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이렇게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코딩할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있으므로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문제가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없습니다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각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점에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대해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y와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mx+b의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차가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어떻게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되는지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파악하겠습니다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다음에는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그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차를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제곱한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후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제곱된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모든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차이의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평균을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구하겠습니다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dirty="0">
                <a:hlinkClick r:id="rId3"/>
              </a:rPr>
              <a:t>https://black.now.sh/</a:t>
            </a:r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코드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: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data = [(1, 3), (2, 5)]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m = -1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b = 5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def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get_mse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(data, m, b):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"""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평균제곱오차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계산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"""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n =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len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(data)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squared_error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= 0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for x, y in data: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    #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예측된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y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찾기</a:t>
            </a:r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	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y_hat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= m*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x+b</a:t>
            </a:r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	#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예측과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참값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사이의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	#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차이를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제곱</a:t>
            </a:r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	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squared_error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+= (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	    y -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y_hat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)**2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#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평균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제곱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차이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구하기</a:t>
            </a:r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mse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=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squared_error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/ n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return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mse</a:t>
            </a:r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69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꽤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까다로운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수학이었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평균제곱오차에 관한 m과 b를 그래프로 그려 보겠습니다. 왼쪽에는 손실 함수의 표면도가 있습니다. 이는 모델을 평가하기 위해 우리가 선택한 오차 함수 즉, MSE입니다.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해석하기가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약간 까다롭기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때문에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오른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쪽에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등고선도를 마련해 놓았습니다. 이를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통해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최소값을 갖는 영역이 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b=1과 m=2인 포물선 타원과 같다는 사실을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4571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따라서 이것이 추측된 선이라면 현재 위치가 곡선 어디에 위치하는지 알 수 있습니다. 목표는 최소 오차를 찾는 것이며, 이것은 단순한 토이(toy) 예제이므로 최소값이 0임을 알고 있습니다. 인간의 경우 바닥이 m = 2와 b = 1 주변임을 쉽게 확인할 수 있지만 컴퓨터는 그렇지 않습니다. (컴퓨터는 도움 없이 이러한 손실 곡선을 시각화할 수 없으므로 우리가 x,y 점의 그리드를 제공하고 해당 영역을 그래프로 표시하도록 지시했습니다). 컴퓨터는 미적분에 적합하지 않다는 사실을 알게 되었으므로 도움을 주도록 하겠습니다.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이동을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진행할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m과 b가 있습니다. 절편인 b 또는 기울기인 m을 변경할 수 있습니다. 절편인 b로 시작해 보겠습니다. 1을 빼면...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5756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좋습니다. 이제 선이 점 중 하나를 만났지만 다른 하나는 떨어져 있습니다. 기울기를 1만큼 늘리겠습니다.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914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저런, 두 점을 모두 놓쳤군요. 하지만 MSE는 2.5에서 1로 감소했습니다.</a:t>
            </a:r>
          </a:p>
          <a:p>
            <a:pPr rtl="0" fontAlgn="base"/>
            <a:endParaRPr lang="en-US" sz="1100" b="0" i="0" u="none" strike="noStrike" kern="120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endParaRPr lang="en-US" sz="1100" b="0" i="0" u="none" strike="noStrike" kern="120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02707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컴퓨터에는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이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그래프의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바닥에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도달하기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위해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변경해야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할지를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추측할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능력이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없습니다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따라서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주어진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현재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점에서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그래디언트를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계산할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것입니다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그래디언트는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다변량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기울기를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설명하기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위한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고급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단어입니다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컴퓨터는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손실이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어느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방향에서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가장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많이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감소하고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있는지를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파악할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것이며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,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m에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대한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b의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어떤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비율이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될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것입니다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방향이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확보되면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얼마나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멀리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이동할지를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파악해야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합니다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그래디언트는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현재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위치에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따라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바뀌게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되므로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큰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단계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(step)를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취하지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않는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것이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좋습니다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실수로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타깃에서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더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멀리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이동할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수도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때문입니다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너무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작아도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안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되는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이유는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목표에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도달하는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데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너무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오랜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시간이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걸릴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때문입니다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모델이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트레이닝을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완료할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때까지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기다리기에는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인생이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너무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짧으니까요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새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위치에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도착했으니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과정을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반복하겠습니다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즉, 새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그래디언트를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찾고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또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단계를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취해야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합니다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학습 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진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행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상태를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측정할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몇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가지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방법이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전체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데이터세트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에 대한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또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이름인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에포크가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기존에는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전체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데이터세트를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사용하여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그래디언트를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계산했지만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요즘에는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데이터세트의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샘플이나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배치를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사용하는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편이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훨씬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효율적임을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사람들이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깨닫게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되었습니다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전체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데이터세트를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사용하든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배치를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사용하든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어떤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경우든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,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단계에서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그래디언트를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계산한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해당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그래디언트와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학습률로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매개변수를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업데이트합니다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418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몇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단계를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거치면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이러한 순서로 이동하게 됩니다</a:t>
            </a:r>
            <a:r>
              <a:rPr lang="en-US" altLang="ko-KR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8147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다행히 학습률을 가장 적절히 정의할 수 있는 방법에 대한 수많은 연구가 진행되었으며, 머신 러닝 프레임워크에는 학습률을 자동으로 조정해주는 몇 개의 도구가 있습니다.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가장 일반적인 도구의 예로 Adam(Adaptive Momentum)이 있습니다. 이 도구에서는 손실 곡선을 산으로, 위치를 구슬로 생각합니다. 산 위에서 구슬을 떨어뜨리면 속도가 붙게 되며 도랑(지역 최소값) 위를 뛰어넘은 후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최소값에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이르게 됩니다.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현재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TensorFlow의 기본 옵티마이저는 ‘RMSprop’이라고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183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64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핵심</a:t>
            </a:r>
            <a:r>
              <a:rPr lang="en-US" dirty="0"/>
              <a:t> </a:t>
            </a:r>
            <a:r>
              <a:rPr lang="en-US" dirty="0" err="1"/>
              <a:t>개념을</a:t>
            </a:r>
            <a:r>
              <a:rPr lang="en-US" dirty="0"/>
              <a:t> </a:t>
            </a:r>
            <a:r>
              <a:rPr lang="en-US" dirty="0" err="1"/>
              <a:t>수립했으니</a:t>
            </a:r>
            <a:r>
              <a:rPr lang="en-US" dirty="0"/>
              <a:t> </a:t>
            </a:r>
            <a:r>
              <a:rPr lang="en-US" dirty="0" err="1"/>
              <a:t>이제</a:t>
            </a:r>
            <a:r>
              <a:rPr lang="en-US" dirty="0"/>
              <a:t> </a:t>
            </a:r>
            <a:r>
              <a:rPr lang="en-US" dirty="0" err="1"/>
              <a:t>네트워크</a:t>
            </a:r>
            <a:r>
              <a:rPr lang="en-US" dirty="0"/>
              <a:t> </a:t>
            </a:r>
            <a:r>
              <a:rPr lang="en-US" dirty="0" err="1"/>
              <a:t>구축을</a:t>
            </a:r>
            <a:r>
              <a:rPr lang="en-US" dirty="0"/>
              <a:t> </a:t>
            </a:r>
            <a:r>
              <a:rPr lang="en-US" dirty="0" err="1"/>
              <a:t>시작할</a:t>
            </a:r>
            <a:r>
              <a:rPr lang="en-US" dirty="0"/>
              <a:t> 수 </a:t>
            </a:r>
            <a:r>
              <a:rPr lang="en-US" dirty="0" err="1"/>
              <a:t>있습니다</a:t>
            </a:r>
            <a:r>
              <a:rPr lang="en-US" dirty="0"/>
              <a:t>. </a:t>
            </a:r>
            <a:r>
              <a:rPr lang="en-US" dirty="0" err="1"/>
              <a:t>기울기</a:t>
            </a:r>
            <a:r>
              <a:rPr lang="en-US" dirty="0"/>
              <a:t>(m)와 </a:t>
            </a:r>
            <a:r>
              <a:rPr lang="en-US" dirty="0" err="1"/>
              <a:t>함께</a:t>
            </a:r>
            <a:r>
              <a:rPr lang="en-US" dirty="0"/>
              <a:t> </a:t>
            </a:r>
            <a:r>
              <a:rPr lang="en-US" dirty="0" err="1"/>
              <a:t>단일</a:t>
            </a:r>
            <a:r>
              <a:rPr lang="en-US" dirty="0"/>
              <a:t> x </a:t>
            </a:r>
            <a:r>
              <a:rPr lang="en-US" dirty="0" err="1"/>
              <a:t>입력을</a:t>
            </a:r>
            <a:r>
              <a:rPr lang="en-US" dirty="0"/>
              <a:t> </a:t>
            </a:r>
            <a:r>
              <a:rPr lang="en-US" dirty="0" err="1"/>
              <a:t>사용하는</a:t>
            </a:r>
            <a:r>
              <a:rPr lang="en-US" dirty="0"/>
              <a:t> </a:t>
            </a:r>
            <a:r>
              <a:rPr lang="en-US" dirty="0" err="1"/>
              <a:t>대신</a:t>
            </a:r>
            <a:r>
              <a:rPr lang="en-US" dirty="0"/>
              <a:t> </a:t>
            </a:r>
            <a:r>
              <a:rPr lang="en-US" dirty="0" err="1"/>
              <a:t>여러</a:t>
            </a:r>
            <a:r>
              <a:rPr lang="en-US" dirty="0"/>
              <a:t> x </a:t>
            </a:r>
            <a:r>
              <a:rPr lang="en-US" dirty="0" err="1"/>
              <a:t>입력</a:t>
            </a:r>
            <a:r>
              <a:rPr lang="ko-KR" altLang="en-US" dirty="0"/>
              <a:t>변수</a:t>
            </a:r>
            <a:r>
              <a:rPr lang="en-US" dirty="0"/>
              <a:t>(x1, x2, x3…)을 </a:t>
            </a:r>
            <a:r>
              <a:rPr lang="en-US" dirty="0" err="1"/>
              <a:t>사용한</a:t>
            </a:r>
            <a:r>
              <a:rPr lang="en-US" dirty="0"/>
              <a:t> </a:t>
            </a:r>
            <a:r>
              <a:rPr lang="en-US" dirty="0" err="1"/>
              <a:t>다음</a:t>
            </a:r>
            <a:r>
              <a:rPr lang="en-US" dirty="0"/>
              <a:t> 각 </a:t>
            </a:r>
            <a:r>
              <a:rPr lang="en-US" dirty="0" err="1"/>
              <a:t>입력에</a:t>
            </a:r>
            <a:r>
              <a:rPr lang="en-US" dirty="0"/>
              <a:t> </a:t>
            </a:r>
            <a:r>
              <a:rPr lang="en-US" dirty="0" err="1"/>
              <a:t>가중치를</a:t>
            </a:r>
            <a:r>
              <a:rPr lang="en-US" dirty="0"/>
              <a:t> </a:t>
            </a:r>
            <a:r>
              <a:rPr lang="en-US" dirty="0" err="1"/>
              <a:t>찾아</a:t>
            </a:r>
            <a:r>
              <a:rPr lang="en-US" dirty="0"/>
              <a:t> </a:t>
            </a:r>
            <a:r>
              <a:rPr lang="en-US" dirty="0" err="1"/>
              <a:t>주겠습니다</a:t>
            </a:r>
            <a:r>
              <a:rPr lang="en-US" dirty="0"/>
              <a:t>. </a:t>
            </a:r>
            <a:r>
              <a:rPr lang="en-US" dirty="0" err="1"/>
              <a:t>이전의</a:t>
            </a:r>
            <a:r>
              <a:rPr lang="en-US" dirty="0"/>
              <a:t> </a:t>
            </a:r>
            <a:r>
              <a:rPr lang="en-US" dirty="0" err="1"/>
              <a:t>수학은</a:t>
            </a:r>
            <a:r>
              <a:rPr lang="en-US" dirty="0"/>
              <a:t> </a:t>
            </a:r>
            <a:r>
              <a:rPr lang="en-US" dirty="0" err="1"/>
              <a:t>대부분</a:t>
            </a:r>
            <a:r>
              <a:rPr lang="en-US" dirty="0"/>
              <a:t> </a:t>
            </a:r>
            <a:r>
              <a:rPr lang="en-US" dirty="0" err="1"/>
              <a:t>동일하게</a:t>
            </a:r>
            <a:r>
              <a:rPr lang="en-US" dirty="0"/>
              <a:t> </a:t>
            </a:r>
            <a:r>
              <a:rPr lang="ko-KR" altLang="en-US" dirty="0"/>
              <a:t>적용</a:t>
            </a:r>
            <a:r>
              <a:rPr lang="en-US" dirty="0" err="1"/>
              <a:t>되며</a:t>
            </a:r>
            <a:r>
              <a:rPr lang="en-US" dirty="0"/>
              <a:t>, </a:t>
            </a:r>
            <a:r>
              <a:rPr lang="ko-KR" altLang="en-US" dirty="0"/>
              <a:t>이전 변수에서 진행했던 것과 동일하게</a:t>
            </a:r>
            <a:r>
              <a:rPr lang="en-US" dirty="0"/>
              <a:t> 새 </a:t>
            </a:r>
            <a:r>
              <a:rPr lang="en-US" dirty="0" err="1"/>
              <a:t>변수의</a:t>
            </a:r>
            <a:r>
              <a:rPr lang="en-US" dirty="0"/>
              <a:t> </a:t>
            </a:r>
            <a:r>
              <a:rPr lang="en-US" dirty="0" err="1"/>
              <a:t>그래디언트만</a:t>
            </a:r>
            <a:r>
              <a:rPr lang="en-US" dirty="0"/>
              <a:t> </a:t>
            </a:r>
            <a:r>
              <a:rPr lang="en-US" dirty="0" err="1"/>
              <a:t>찾으면</a:t>
            </a:r>
            <a:r>
              <a:rPr lang="en-US" dirty="0"/>
              <a:t> </a:t>
            </a:r>
            <a:r>
              <a:rPr lang="en-US" dirty="0" err="1"/>
              <a:t>됩니다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462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또한</a:t>
            </a:r>
            <a:r>
              <a:rPr lang="en-US" dirty="0"/>
              <a:t> </a:t>
            </a:r>
            <a:r>
              <a:rPr lang="ko-KR" altLang="en-US" dirty="0"/>
              <a:t>하나의</a:t>
            </a:r>
            <a:r>
              <a:rPr lang="en-US" dirty="0"/>
              <a:t> </a:t>
            </a:r>
            <a:r>
              <a:rPr lang="en-US" dirty="0" err="1"/>
              <a:t>출력</a:t>
            </a:r>
            <a:r>
              <a:rPr lang="ko-KR" altLang="en-US" dirty="0"/>
              <a:t>값에 대해 여러개의 뉴런을 연결할 수 있으며</a:t>
            </a:r>
            <a:r>
              <a:rPr lang="en-US" dirty="0"/>
              <a:t>, </a:t>
            </a:r>
            <a:r>
              <a:rPr lang="en-US" dirty="0" err="1"/>
              <a:t>루프만</a:t>
            </a:r>
            <a:r>
              <a:rPr lang="en-US" dirty="0"/>
              <a:t> </a:t>
            </a:r>
            <a:r>
              <a:rPr lang="en-US" dirty="0" err="1"/>
              <a:t>형성하지</a:t>
            </a:r>
            <a:r>
              <a:rPr lang="en-US" dirty="0"/>
              <a:t> </a:t>
            </a:r>
            <a:r>
              <a:rPr lang="en-US" dirty="0" err="1"/>
              <a:t>않는다면</a:t>
            </a:r>
            <a:r>
              <a:rPr lang="en-US" dirty="0"/>
              <a:t> </a:t>
            </a:r>
            <a:r>
              <a:rPr lang="en-US" dirty="0" err="1"/>
              <a:t>같은</a:t>
            </a:r>
            <a:r>
              <a:rPr lang="en-US" dirty="0"/>
              <a:t> </a:t>
            </a:r>
            <a:r>
              <a:rPr lang="en-US" dirty="0" err="1"/>
              <a:t>출력을</a:t>
            </a:r>
            <a:r>
              <a:rPr lang="en-US" dirty="0"/>
              <a:t> </a:t>
            </a:r>
            <a:r>
              <a:rPr lang="en-US" dirty="0" err="1"/>
              <a:t>복수의</a:t>
            </a:r>
            <a:r>
              <a:rPr lang="en-US" dirty="0"/>
              <a:t> </a:t>
            </a:r>
            <a:r>
              <a:rPr lang="en-US" dirty="0" err="1"/>
              <a:t>입력에</a:t>
            </a:r>
            <a:r>
              <a:rPr lang="en-US" dirty="0"/>
              <a:t> </a:t>
            </a:r>
            <a:r>
              <a:rPr lang="en-US" dirty="0" err="1"/>
              <a:t>연결할</a:t>
            </a:r>
            <a:r>
              <a:rPr lang="en-US" dirty="0"/>
              <a:t> 수 </a:t>
            </a:r>
            <a:r>
              <a:rPr lang="en-US" dirty="0" err="1"/>
              <a:t>있습니다</a:t>
            </a:r>
            <a:r>
              <a:rPr lang="en-US" dirty="0"/>
              <a:t>. 자! </a:t>
            </a:r>
            <a:r>
              <a:rPr lang="en-US" dirty="0" err="1"/>
              <a:t>이렇게</a:t>
            </a:r>
            <a:r>
              <a:rPr lang="en-US" dirty="0"/>
              <a:t> </a:t>
            </a:r>
            <a:r>
              <a:rPr lang="en-US" dirty="0" err="1"/>
              <a:t>딥러닝</a:t>
            </a:r>
            <a:r>
              <a:rPr lang="en-US" dirty="0"/>
              <a:t> </a:t>
            </a:r>
            <a:r>
              <a:rPr lang="en-US" dirty="0" err="1"/>
              <a:t>네트워크가</a:t>
            </a:r>
            <a:r>
              <a:rPr lang="en-US" dirty="0"/>
              <a:t> </a:t>
            </a:r>
            <a:r>
              <a:rPr lang="en-US" dirty="0" err="1"/>
              <a:t>공식적으로</a:t>
            </a:r>
            <a:r>
              <a:rPr lang="en-US" dirty="0"/>
              <a:t> </a:t>
            </a:r>
            <a:r>
              <a:rPr lang="en-US" dirty="0" err="1"/>
              <a:t>완성되었습니다</a:t>
            </a:r>
            <a:r>
              <a:rPr lang="en-US" dirty="0"/>
              <a:t>. </a:t>
            </a:r>
            <a:r>
              <a:rPr lang="en-US" dirty="0" err="1"/>
              <a:t>그래디언트</a:t>
            </a:r>
            <a:r>
              <a:rPr lang="en-US" dirty="0"/>
              <a:t> </a:t>
            </a:r>
            <a:r>
              <a:rPr lang="en-US" dirty="0" err="1"/>
              <a:t>하강법을</a:t>
            </a:r>
            <a:r>
              <a:rPr lang="en-US" dirty="0"/>
              <a:t> </a:t>
            </a:r>
            <a:r>
              <a:rPr lang="en-US" dirty="0" err="1"/>
              <a:t>통해</a:t>
            </a:r>
            <a:r>
              <a:rPr lang="en-US" dirty="0"/>
              <a:t> 새 </a:t>
            </a:r>
            <a:r>
              <a:rPr lang="en-US" dirty="0" err="1"/>
              <a:t>가중치를</a:t>
            </a:r>
            <a:r>
              <a:rPr lang="en-US" dirty="0"/>
              <a:t> </a:t>
            </a:r>
            <a:r>
              <a:rPr lang="en-US" dirty="0" err="1"/>
              <a:t>계산할</a:t>
            </a:r>
            <a:r>
              <a:rPr lang="en-US" dirty="0"/>
              <a:t> </a:t>
            </a:r>
            <a:r>
              <a:rPr lang="en-US" dirty="0" err="1"/>
              <a:t>때는</a:t>
            </a:r>
            <a:r>
              <a:rPr lang="en-US" dirty="0"/>
              <a:t> </a:t>
            </a:r>
            <a:r>
              <a:rPr lang="en-US" dirty="0" err="1"/>
              <a:t>나중의</a:t>
            </a:r>
            <a:r>
              <a:rPr lang="en-US" dirty="0"/>
              <a:t> </a:t>
            </a:r>
            <a:r>
              <a:rPr lang="en-US" dirty="0" err="1"/>
              <a:t>뉴런에서</a:t>
            </a:r>
            <a:r>
              <a:rPr lang="en-US" dirty="0"/>
              <a:t> </a:t>
            </a:r>
            <a:r>
              <a:rPr lang="en-US" dirty="0" err="1"/>
              <a:t>계산된</a:t>
            </a:r>
            <a:r>
              <a:rPr lang="en-US" dirty="0"/>
              <a:t> </a:t>
            </a:r>
            <a:r>
              <a:rPr lang="en-US" dirty="0" err="1"/>
              <a:t>오차를</a:t>
            </a:r>
            <a:r>
              <a:rPr lang="en-US" dirty="0"/>
              <a:t> </a:t>
            </a:r>
            <a:r>
              <a:rPr lang="en-US" dirty="0" err="1"/>
              <a:t>연결된</a:t>
            </a:r>
            <a:r>
              <a:rPr lang="en-US" dirty="0"/>
              <a:t> </a:t>
            </a:r>
            <a:r>
              <a:rPr lang="en-US" dirty="0" err="1"/>
              <a:t>이전</a:t>
            </a:r>
            <a:r>
              <a:rPr lang="en-US" dirty="0"/>
              <a:t> </a:t>
            </a:r>
            <a:r>
              <a:rPr lang="en-US" dirty="0" err="1"/>
              <a:t>뉴런의</a:t>
            </a:r>
            <a:r>
              <a:rPr lang="en-US" dirty="0"/>
              <a:t> </a:t>
            </a:r>
            <a:r>
              <a:rPr lang="en-US" dirty="0" err="1"/>
              <a:t>오차</a:t>
            </a:r>
            <a:r>
              <a:rPr lang="en-US" dirty="0"/>
              <a:t> 중 </a:t>
            </a:r>
            <a:r>
              <a:rPr lang="en-US" dirty="0" err="1"/>
              <a:t>일부로</a:t>
            </a:r>
            <a:r>
              <a:rPr lang="en-US" dirty="0"/>
              <a:t> </a:t>
            </a:r>
            <a:r>
              <a:rPr lang="en-US" dirty="0" err="1"/>
              <a:t>사용할</a:t>
            </a:r>
            <a:r>
              <a:rPr lang="en-US" dirty="0"/>
              <a:t> 수 </a:t>
            </a:r>
            <a:r>
              <a:rPr lang="en-US" dirty="0" err="1"/>
              <a:t>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대부분의</a:t>
            </a:r>
            <a:r>
              <a:rPr lang="en-US" dirty="0"/>
              <a:t> </a:t>
            </a:r>
            <a:r>
              <a:rPr lang="en-US" dirty="0" err="1"/>
              <a:t>프레임워크에서는</a:t>
            </a:r>
            <a:r>
              <a:rPr lang="en-US" dirty="0"/>
              <a:t> </a:t>
            </a:r>
            <a:r>
              <a:rPr lang="en-US" dirty="0" err="1"/>
              <a:t>이러한</a:t>
            </a:r>
            <a:r>
              <a:rPr lang="en-US" dirty="0"/>
              <a:t> </a:t>
            </a:r>
            <a:r>
              <a:rPr lang="en-US" dirty="0" err="1"/>
              <a:t>부분이</a:t>
            </a:r>
            <a:r>
              <a:rPr lang="en-US" dirty="0"/>
              <a:t> </a:t>
            </a:r>
            <a:r>
              <a:rPr lang="en-US" dirty="0" err="1"/>
              <a:t>자동으로</a:t>
            </a:r>
            <a:r>
              <a:rPr lang="en-US" dirty="0"/>
              <a:t> </a:t>
            </a:r>
            <a:r>
              <a:rPr lang="en-US" dirty="0" err="1"/>
              <a:t>처리되므로</a:t>
            </a:r>
            <a:r>
              <a:rPr lang="en-US" dirty="0"/>
              <a:t> 수</a:t>
            </a:r>
            <a:r>
              <a:rPr lang="ko-KR" altLang="en-US" dirty="0"/>
              <a:t>식자체</a:t>
            </a:r>
            <a:r>
              <a:rPr lang="en-US" dirty="0"/>
              <a:t>에 </a:t>
            </a:r>
            <a:r>
              <a:rPr lang="en-US" dirty="0" err="1"/>
              <a:t>대해</a:t>
            </a:r>
            <a:r>
              <a:rPr lang="en-US" dirty="0"/>
              <a:t> </a:t>
            </a:r>
            <a:r>
              <a:rPr lang="en-US" dirty="0" err="1"/>
              <a:t>깊게</a:t>
            </a:r>
            <a:r>
              <a:rPr lang="en-US" dirty="0"/>
              <a:t> </a:t>
            </a:r>
            <a:r>
              <a:rPr lang="en-US" dirty="0" err="1"/>
              <a:t>들어갈</a:t>
            </a:r>
            <a:r>
              <a:rPr lang="en-US" dirty="0"/>
              <a:t> </a:t>
            </a:r>
            <a:r>
              <a:rPr lang="en-US" dirty="0" err="1"/>
              <a:t>필요는</a:t>
            </a:r>
            <a:r>
              <a:rPr lang="en-US" dirty="0"/>
              <a:t> </a:t>
            </a:r>
            <a:r>
              <a:rPr lang="en-US" dirty="0" err="1"/>
              <a:t>없지만</a:t>
            </a:r>
            <a:r>
              <a:rPr lang="en-US" dirty="0"/>
              <a:t> 그 </a:t>
            </a:r>
            <a:r>
              <a:rPr lang="en-US" dirty="0" err="1"/>
              <a:t>원리에</a:t>
            </a:r>
            <a:r>
              <a:rPr lang="en-US" dirty="0"/>
              <a:t> </a:t>
            </a:r>
            <a:r>
              <a:rPr lang="en-US" dirty="0" err="1"/>
              <a:t>대해</a:t>
            </a:r>
            <a:r>
              <a:rPr lang="en-US" dirty="0"/>
              <a:t> </a:t>
            </a:r>
            <a:r>
              <a:rPr lang="en-US" dirty="0" err="1"/>
              <a:t>상세히</a:t>
            </a:r>
            <a:r>
              <a:rPr lang="en-US" dirty="0"/>
              <a:t> </a:t>
            </a:r>
            <a:r>
              <a:rPr lang="en-US" dirty="0" err="1"/>
              <a:t>보여주는</a:t>
            </a:r>
            <a:r>
              <a:rPr lang="en-US" dirty="0"/>
              <a:t> </a:t>
            </a:r>
            <a:r>
              <a:rPr lang="en-US" dirty="0" err="1"/>
              <a:t>유용한</a:t>
            </a:r>
            <a:r>
              <a:rPr lang="en-US" dirty="0"/>
              <a:t> </a:t>
            </a:r>
            <a:r>
              <a:rPr lang="en-US" dirty="0" err="1"/>
              <a:t>자기</a:t>
            </a:r>
            <a:r>
              <a:rPr lang="en-US" dirty="0"/>
              <a:t> </a:t>
            </a:r>
            <a:r>
              <a:rPr lang="en-US" dirty="0" err="1"/>
              <a:t>주도</a:t>
            </a:r>
            <a:r>
              <a:rPr lang="en-US" dirty="0"/>
              <a:t> </a:t>
            </a:r>
            <a:r>
              <a:rPr lang="en-US" dirty="0" err="1"/>
              <a:t>애니메이션이</a:t>
            </a:r>
            <a:r>
              <a:rPr lang="en-US" dirty="0"/>
              <a:t> </a:t>
            </a:r>
            <a:r>
              <a:rPr lang="en-US" dirty="0" err="1"/>
              <a:t>있습니다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https://developers-dot-devsite-v2-prod.appspot.com/machine-learning/crash-course/backprop-scroll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062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주목해야하는 기술은</a:t>
            </a:r>
            <a:r>
              <a:rPr lang="en-US" dirty="0"/>
              <a:t> </a:t>
            </a:r>
            <a:r>
              <a:rPr lang="en-US" dirty="0" err="1"/>
              <a:t>바로</a:t>
            </a:r>
            <a:r>
              <a:rPr lang="en-US" dirty="0"/>
              <a:t> '</a:t>
            </a:r>
            <a:r>
              <a:rPr lang="en-US" dirty="0" err="1"/>
              <a:t>활성화</a:t>
            </a:r>
            <a:r>
              <a:rPr lang="en-US" dirty="0"/>
              <a:t> </a:t>
            </a:r>
            <a:r>
              <a:rPr lang="en-US" dirty="0" err="1"/>
              <a:t>함수'입니다</a:t>
            </a:r>
            <a:r>
              <a:rPr lang="en-US" dirty="0"/>
              <a:t>. </a:t>
            </a:r>
            <a:r>
              <a:rPr lang="en-US" dirty="0" err="1"/>
              <a:t>지금</a:t>
            </a:r>
            <a:r>
              <a:rPr lang="ko-KR" altLang="en-US" dirty="0"/>
              <a:t>은</a:t>
            </a:r>
            <a:r>
              <a:rPr lang="en-US" dirty="0"/>
              <a:t> </a:t>
            </a:r>
            <a:r>
              <a:rPr lang="en-US" dirty="0" err="1"/>
              <a:t>단순히</a:t>
            </a:r>
            <a:r>
              <a:rPr lang="en-US" dirty="0"/>
              <a:t> </a:t>
            </a:r>
            <a:r>
              <a:rPr lang="en-US" dirty="0" err="1"/>
              <a:t>선형합</a:t>
            </a:r>
            <a:r>
              <a:rPr lang="ko-KR" altLang="en-US" dirty="0"/>
              <a:t>만을 </a:t>
            </a:r>
            <a:r>
              <a:rPr lang="en-US" dirty="0" err="1"/>
              <a:t>수행</a:t>
            </a:r>
            <a:r>
              <a:rPr lang="en-US" dirty="0"/>
              <a:t> </a:t>
            </a:r>
            <a:r>
              <a:rPr lang="en-US" dirty="0" err="1"/>
              <a:t>중이므로</a:t>
            </a:r>
            <a:r>
              <a:rPr lang="en-US" dirty="0"/>
              <a:t> 2D </a:t>
            </a:r>
            <a:r>
              <a:rPr lang="en-US" dirty="0" err="1"/>
              <a:t>선과</a:t>
            </a:r>
            <a:r>
              <a:rPr lang="en-US" dirty="0"/>
              <a:t> 3D </a:t>
            </a:r>
            <a:r>
              <a:rPr lang="en-US" dirty="0" err="1"/>
              <a:t>평면을</a:t>
            </a:r>
            <a:r>
              <a:rPr lang="en-US" dirty="0"/>
              <a:t> </a:t>
            </a:r>
            <a:r>
              <a:rPr lang="en-US" dirty="0" err="1"/>
              <a:t>얻게</a:t>
            </a:r>
            <a:r>
              <a:rPr lang="en-US" dirty="0"/>
              <a:t> </a:t>
            </a:r>
            <a:r>
              <a:rPr lang="en-US" dirty="0" err="1"/>
              <a:t>됩니다</a:t>
            </a:r>
            <a:r>
              <a:rPr lang="en-US" dirty="0"/>
              <a:t>. </a:t>
            </a:r>
            <a:r>
              <a:rPr lang="ko-KR" altLang="en-US" dirty="0"/>
              <a:t>이와 같은 </a:t>
            </a:r>
            <a:r>
              <a:rPr lang="en-US" dirty="0" err="1"/>
              <a:t>뉴럴</a:t>
            </a:r>
            <a:r>
              <a:rPr lang="en-US" dirty="0"/>
              <a:t> </a:t>
            </a:r>
            <a:r>
              <a:rPr lang="en-US" dirty="0" err="1"/>
              <a:t>네트워크에서</a:t>
            </a:r>
            <a:r>
              <a:rPr lang="en-US" dirty="0"/>
              <a:t> </a:t>
            </a:r>
            <a:r>
              <a:rPr lang="en-US" dirty="0" err="1"/>
              <a:t>유일한</a:t>
            </a:r>
            <a:r>
              <a:rPr lang="en-US" dirty="0"/>
              <a:t> </a:t>
            </a:r>
            <a:r>
              <a:rPr lang="en-US" dirty="0" err="1"/>
              <a:t>출력은</a:t>
            </a:r>
            <a:r>
              <a:rPr lang="en-US" dirty="0"/>
              <a:t> 또 </a:t>
            </a:r>
            <a:r>
              <a:rPr lang="en-US" dirty="0" err="1"/>
              <a:t>다른</a:t>
            </a:r>
            <a:r>
              <a:rPr lang="en-US" dirty="0"/>
              <a:t> </a:t>
            </a:r>
            <a:r>
              <a:rPr lang="en-US" dirty="0" err="1"/>
              <a:t>선이기</a:t>
            </a:r>
            <a:r>
              <a:rPr lang="en-US" dirty="0"/>
              <a:t> </a:t>
            </a:r>
            <a:r>
              <a:rPr lang="en-US" dirty="0" err="1"/>
              <a:t>때문</a:t>
            </a:r>
            <a:r>
              <a:rPr lang="ko-KR" altLang="en-US" dirty="0"/>
              <a:t>에</a:t>
            </a:r>
            <a:r>
              <a:rPr lang="en-US" dirty="0"/>
              <a:t>, </a:t>
            </a:r>
            <a:r>
              <a:rPr lang="en-US" dirty="0" err="1"/>
              <a:t>복잡한</a:t>
            </a:r>
            <a:r>
              <a:rPr lang="en-US" dirty="0"/>
              <a:t> </a:t>
            </a:r>
            <a:r>
              <a:rPr lang="en-US" dirty="0" err="1"/>
              <a:t>모양</a:t>
            </a:r>
            <a:r>
              <a:rPr lang="en-US" dirty="0"/>
              <a:t>(</a:t>
            </a:r>
            <a:r>
              <a:rPr lang="ko-KR" altLang="en-US" dirty="0"/>
              <a:t>다차원을 갖는</a:t>
            </a:r>
            <a:r>
              <a:rPr lang="en-US" altLang="ko-KR" dirty="0"/>
              <a:t>)</a:t>
            </a:r>
            <a:r>
              <a:rPr lang="en-US" dirty="0"/>
              <a:t>을 </a:t>
            </a:r>
            <a:r>
              <a:rPr lang="ko-KR" altLang="en-US" dirty="0"/>
              <a:t>얻어낼 수 없습니다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519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973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 = 1, b = 0인 그래프의 경우</a:t>
            </a:r>
          </a:p>
          <a:p>
            <a:endParaRPr lang="en-US" dirty="0"/>
          </a:p>
          <a:p>
            <a:r>
              <a:rPr lang="ko-KR" altLang="en-US" dirty="0"/>
              <a:t>학습전략은</a:t>
            </a:r>
            <a:r>
              <a:rPr lang="en-US" dirty="0"/>
              <a:t> 다음과 같습니다. 컴퓨터는 빠르게 계산할 수 있기 때문에 선형 방정식을 선호하고, 우리는 그 구분 방법에 대한 규칙을 쉽게 부여할 수 있습니다. </a:t>
            </a:r>
          </a:p>
          <a:p>
            <a:endParaRPr lang="en-US" dirty="0"/>
          </a:p>
          <a:p>
            <a:r>
              <a:rPr lang="en-US" dirty="0"/>
              <a:t>비선형성을 더할 수 있는 한 가지 쉬운 방법은 선형 방정식을 또 다른 비선형 함수에 공급하는 것입니다. 가장 일반적인 방법 중 하나는 ReLU(Rectified Linear Unit)입니다. 쉽게 말해, 이 방법에서는 선의 출력이 음수일 때마다 이를 0으로 설정하게 됩니다. 뉴런의 출력에 가중치가 할당되므로, 또 다른 뉴런에 공급될 경우 출력이 음수가 될 가능성이 있습니다.</a:t>
            </a:r>
          </a:p>
          <a:p>
            <a:endParaRPr lang="en-US" dirty="0"/>
          </a:p>
          <a:p>
            <a:r>
              <a:rPr lang="en-US" dirty="0"/>
              <a:t>또 다른 중요한 활성화 함수는 시그모이드입니다. 시그모이드는 선을 조작하여 0~1 범위의 S 모양을 얻게 해줍니다. 이 함수가 유용한 이유는 뉴런을 사용하여 예측에 확률을 할당할 수 있기 때문입니다.</a:t>
            </a:r>
          </a:p>
          <a:p>
            <a:endParaRPr lang="en-US" dirty="0"/>
          </a:p>
          <a:p>
            <a:r>
              <a:rPr lang="en-US" dirty="0"/>
              <a:t>코드:</a:t>
            </a:r>
          </a:p>
          <a:p>
            <a:r>
              <a:rPr lang="en-US" dirty="0"/>
              <a:t># 각 입력을</a:t>
            </a:r>
          </a:p>
          <a:p>
            <a:r>
              <a:rPr lang="en-US" dirty="0"/>
              <a:t># 가중치(w)로 곱하고 </a:t>
            </a:r>
          </a:p>
          <a:p>
            <a:r>
              <a:rPr lang="en-US" dirty="0"/>
              <a:t># 절편(b)를 더함</a:t>
            </a:r>
          </a:p>
          <a:p>
            <a:r>
              <a:rPr lang="en-US" dirty="0"/>
              <a:t>y_hat = wx+b</a:t>
            </a:r>
          </a:p>
          <a:p>
            <a:endParaRPr lang="en-US" dirty="0"/>
          </a:p>
          <a:p>
            <a:r>
              <a:rPr lang="en-US" dirty="0"/>
              <a:t># 결과만 반환</a:t>
            </a:r>
          </a:p>
          <a:p>
            <a:r>
              <a:rPr lang="en-US" dirty="0"/>
              <a:t># 총합이 양수인 경우</a:t>
            </a:r>
          </a:p>
          <a:p>
            <a:r>
              <a:rPr lang="en-US" dirty="0"/>
              <a:t>y_hat = wx+b</a:t>
            </a:r>
          </a:p>
          <a:p>
            <a:r>
              <a:rPr lang="en-US" dirty="0"/>
              <a:t>y_hat = y_hat * (y_hat &gt; 0) </a:t>
            </a:r>
          </a:p>
          <a:p>
            <a:endParaRPr lang="en-US" dirty="0"/>
          </a:p>
          <a:p>
            <a:r>
              <a:rPr lang="en-US" dirty="0"/>
              <a:t># 선으로 시작</a:t>
            </a:r>
          </a:p>
          <a:p>
            <a:r>
              <a:rPr lang="en-US" dirty="0"/>
              <a:t>linear = wx + b</a:t>
            </a:r>
          </a:p>
          <a:p>
            <a:r>
              <a:rPr lang="en-US" dirty="0"/>
              <a:t># -inf에서 0으로 워프</a:t>
            </a:r>
          </a:p>
          <a:p>
            <a:r>
              <a:rPr lang="en-US" dirty="0"/>
              <a:t>inf_to_zero = np.exp(-1 * linear)</a:t>
            </a:r>
          </a:p>
          <a:p>
            <a:r>
              <a:rPr lang="en-US" dirty="0"/>
              <a:t># -1에서 1로 스퀴시</a:t>
            </a:r>
          </a:p>
          <a:p>
            <a:r>
              <a:rPr lang="en-US" dirty="0"/>
              <a:t>y_hat = 1 / (1 + inf_to_zero)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587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이러한 모든 그래프는 선형</a:t>
            </a:r>
            <a:r>
              <a:rPr lang="en-US" sz="800" dirty="0">
                <a:solidFill>
                  <a:schemeClr val="bg1"/>
                </a:solidFill>
              </a:rPr>
              <a:t>으로 시작된 다음 활성화 함수를 통해 평면/선이 변환됩니다. </a:t>
            </a:r>
            <a:endParaRPr lang="en-US" dirty="0"/>
          </a:p>
          <a:p>
            <a:r>
              <a:rPr lang="en-US" dirty="0"/>
              <a:t>w1 = 1, w2 = 1, b = 0인 그래프의 경우</a:t>
            </a:r>
          </a:p>
          <a:p>
            <a:endParaRPr lang="en-US" dirty="0"/>
          </a:p>
          <a:p>
            <a:r>
              <a:rPr lang="en-US" dirty="0"/>
              <a:t>실제로는 두 개 이상의 입력이 뉴런에 유입될 가능성이 높으며, 이러한 활성화 함수는 3D 공간에서 뉴런에 이런 모양을 부여하게 됩니다. </a:t>
            </a:r>
            <a:r>
              <a:rPr lang="en-US" dirty="0" err="1"/>
              <a:t>Linear은</a:t>
            </a:r>
            <a:r>
              <a:rPr lang="en-US" dirty="0"/>
              <a:t> 종이 한 장과 같은 그냥 평면입니다. ReLU는 쐐기 모양 같고, 시그모이드는 파도 모양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587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여기서는 이러한 모든 수학을 이해하는 것이 어떻게 도움이 되는지를 보여줍니다. 두 파형의 합으로 추정되는 입력 1개, 출력 1개의 데이터세트가 있다고 가정해 보겠습니다. 첫 번째 레이어에는 </a:t>
            </a:r>
            <a:r>
              <a:rPr lang="en-US" b="0" i="0" dirty="0">
                <a:solidFill>
                  <a:srgbClr val="222222"/>
                </a:solidFill>
                <a:effectLst/>
                <a:latin typeface="Trebuchet MS"/>
              </a:rPr>
              <a:t>정현파 </a:t>
            </a:r>
            <a:r>
              <a:rPr lang="en-US" dirty="0"/>
              <a:t>활성화 함수를, 마지막 레이어에는 </a:t>
            </a: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ko-KR" altLang="en-US" dirty="0"/>
              <a:t>변환을</a:t>
            </a:r>
            <a:r>
              <a:rPr lang="en-US" dirty="0"/>
              <a:t> 사용하여 두 레이어를 추가할 수 있습니다.</a:t>
            </a:r>
          </a:p>
          <a:p>
            <a:endParaRPr lang="en-US" dirty="0"/>
          </a:p>
          <a:p>
            <a:r>
              <a:rPr lang="en-US" dirty="0" err="1"/>
              <a:t>충분한</a:t>
            </a:r>
            <a:r>
              <a:rPr lang="en-US" dirty="0"/>
              <a:t> </a:t>
            </a:r>
            <a:r>
              <a:rPr lang="en-US" dirty="0" err="1"/>
              <a:t>데이터가</a:t>
            </a:r>
            <a:r>
              <a:rPr lang="en-US" dirty="0"/>
              <a:t> </a:t>
            </a:r>
            <a:r>
              <a:rPr lang="en-US" dirty="0" err="1"/>
              <a:t>주어지면</a:t>
            </a:r>
            <a:r>
              <a:rPr lang="en-US" dirty="0"/>
              <a:t> </a:t>
            </a:r>
            <a:r>
              <a:rPr lang="en-US" dirty="0" err="1"/>
              <a:t>뉴럴</a:t>
            </a:r>
            <a:r>
              <a:rPr lang="en-US" dirty="0"/>
              <a:t> </a:t>
            </a:r>
            <a:r>
              <a:rPr lang="en-US" dirty="0" err="1"/>
              <a:t>네트워크는</a:t>
            </a:r>
            <a:r>
              <a:rPr lang="en-US" dirty="0"/>
              <a:t> </a:t>
            </a:r>
            <a:r>
              <a:rPr lang="en-US" dirty="0" err="1"/>
              <a:t>이러한</a:t>
            </a:r>
            <a:r>
              <a:rPr lang="en-US" dirty="0"/>
              <a:t> 각 </a:t>
            </a:r>
            <a:r>
              <a:rPr lang="en-US" dirty="0" err="1"/>
              <a:t>하위</a:t>
            </a:r>
            <a:r>
              <a:rPr lang="en-US" dirty="0"/>
              <a:t> </a:t>
            </a:r>
            <a:r>
              <a:rPr lang="en-US" dirty="0" err="1"/>
              <a:t>구성</a:t>
            </a:r>
            <a:r>
              <a:rPr lang="en-US" dirty="0"/>
              <a:t> </a:t>
            </a:r>
            <a:r>
              <a:rPr lang="en-US" dirty="0" err="1"/>
              <a:t>요소의</a:t>
            </a:r>
            <a:r>
              <a:rPr lang="en-US" dirty="0"/>
              <a:t> </a:t>
            </a:r>
            <a:r>
              <a:rPr lang="en-US" dirty="0" err="1"/>
              <a:t>매개변수를</a:t>
            </a:r>
            <a:r>
              <a:rPr lang="en-US" dirty="0"/>
              <a:t> </a:t>
            </a:r>
            <a:r>
              <a:rPr lang="en-US" dirty="0" err="1"/>
              <a:t>자동으로</a:t>
            </a:r>
            <a:r>
              <a:rPr lang="en-US" dirty="0"/>
              <a:t> </a:t>
            </a:r>
            <a:r>
              <a:rPr lang="en-US" dirty="0" err="1"/>
              <a:t>파악해</a:t>
            </a:r>
            <a:r>
              <a:rPr lang="en-US" dirty="0"/>
              <a:t> </a:t>
            </a:r>
            <a:r>
              <a:rPr lang="en-US" dirty="0" err="1"/>
              <a:t>줍니다</a:t>
            </a:r>
            <a:r>
              <a:rPr lang="en-US" dirty="0"/>
              <a:t>. </a:t>
            </a:r>
            <a:r>
              <a:rPr lang="en-US" dirty="0" err="1"/>
              <a:t>데이터의</a:t>
            </a:r>
            <a:r>
              <a:rPr lang="en-US" dirty="0"/>
              <a:t> </a:t>
            </a:r>
            <a:r>
              <a:rPr lang="en-US" dirty="0" err="1"/>
              <a:t>모양과</a:t>
            </a:r>
            <a:r>
              <a:rPr lang="en-US" dirty="0"/>
              <a:t> </a:t>
            </a:r>
            <a:r>
              <a:rPr lang="en-US" dirty="0" err="1"/>
              <a:t>변수</a:t>
            </a:r>
            <a:r>
              <a:rPr lang="en-US" dirty="0"/>
              <a:t> </a:t>
            </a:r>
            <a:r>
              <a:rPr lang="en-US" dirty="0" err="1"/>
              <a:t>간의</a:t>
            </a:r>
            <a:r>
              <a:rPr lang="en-US" dirty="0"/>
              <a:t> </a:t>
            </a:r>
            <a:r>
              <a:rPr lang="en-US" dirty="0" err="1"/>
              <a:t>관계를</a:t>
            </a:r>
            <a:r>
              <a:rPr lang="en-US" dirty="0"/>
              <a:t> </a:t>
            </a:r>
            <a:r>
              <a:rPr lang="en-US" dirty="0" err="1"/>
              <a:t>전반적으로</a:t>
            </a:r>
            <a:r>
              <a:rPr lang="en-US" dirty="0"/>
              <a:t> </a:t>
            </a:r>
            <a:r>
              <a:rPr lang="en-US" dirty="0" err="1"/>
              <a:t>이해할</a:t>
            </a:r>
            <a:r>
              <a:rPr lang="en-US" dirty="0"/>
              <a:t> </a:t>
            </a:r>
            <a:r>
              <a:rPr lang="en-US" dirty="0" err="1"/>
              <a:t>경우</a:t>
            </a:r>
            <a:r>
              <a:rPr lang="en-US" dirty="0"/>
              <a:t>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좀 더 </a:t>
            </a:r>
            <a:r>
              <a:rPr lang="en-US" dirty="0" err="1"/>
              <a:t>효율적인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구성하여</a:t>
            </a:r>
            <a:r>
              <a:rPr lang="en-US" dirty="0"/>
              <a:t> </a:t>
            </a:r>
            <a:r>
              <a:rPr lang="en-US" dirty="0" err="1"/>
              <a:t>시간</a:t>
            </a:r>
            <a:r>
              <a:rPr lang="en-US" dirty="0"/>
              <a:t>, </a:t>
            </a:r>
            <a:r>
              <a:rPr lang="en-US" dirty="0" err="1"/>
              <a:t>연산</a:t>
            </a:r>
            <a:r>
              <a:rPr lang="en-US" dirty="0"/>
              <a:t>, </a:t>
            </a:r>
            <a:r>
              <a:rPr lang="en-US" dirty="0" err="1"/>
              <a:t>궁극적으로는</a:t>
            </a:r>
            <a:r>
              <a:rPr lang="en-US" dirty="0"/>
              <a:t> </a:t>
            </a:r>
            <a:r>
              <a:rPr lang="en-US" dirty="0" err="1"/>
              <a:t>비용을</a:t>
            </a:r>
            <a:r>
              <a:rPr lang="en-US" dirty="0"/>
              <a:t> </a:t>
            </a:r>
            <a:r>
              <a:rPr lang="en-US" dirty="0" err="1"/>
              <a:t>절감하는</a:t>
            </a:r>
            <a:r>
              <a:rPr lang="en-US" dirty="0"/>
              <a:t> 데 </a:t>
            </a:r>
            <a:r>
              <a:rPr lang="en-US" dirty="0" err="1"/>
              <a:t>도움이</a:t>
            </a:r>
            <a:r>
              <a:rPr lang="en-US" dirty="0"/>
              <a:t> </a:t>
            </a:r>
            <a:r>
              <a:rPr lang="en-US" dirty="0" err="1"/>
              <a:t>됩니다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390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따라서 추가적인 레이어와 뉴런으로 이렇게 복잡한 모양을 만들 수 있다면, 모든 문제를 해결할 수 있는 거대한 뉴럴 네트워크를 구축하면 되지 않을까요?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466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모델이 너무 큰 경우에는 어떤 문제가 있을 것 같나요?</a:t>
            </a:r>
          </a:p>
          <a:p>
            <a:endParaRPr lang="en-US"/>
          </a:p>
          <a:p>
            <a:r>
              <a:rPr lang="en-US"/>
              <a:t>연산 리소스가 낭비되고 트레이닝하는 데 더 긴 시간이 소요될 수도 있지만, 유의해야 할 또 다른 문제가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363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전형적인</a:t>
            </a:r>
            <a:r>
              <a:rPr lang="en-US" dirty="0"/>
              <a:t> </a:t>
            </a:r>
            <a:r>
              <a:rPr lang="en-US" dirty="0" err="1"/>
              <a:t>통계</a:t>
            </a:r>
            <a:r>
              <a:rPr lang="en-US" dirty="0"/>
              <a:t> </a:t>
            </a:r>
            <a:r>
              <a:rPr lang="en-US" dirty="0" err="1"/>
              <a:t>문제로</a:t>
            </a:r>
            <a:r>
              <a:rPr lang="en-US" dirty="0"/>
              <a:t> </a:t>
            </a:r>
            <a:r>
              <a:rPr lang="en-US" dirty="0" err="1"/>
              <a:t>귀착되는데</a:t>
            </a:r>
            <a:r>
              <a:rPr lang="en-US" dirty="0"/>
              <a:t>, </a:t>
            </a:r>
            <a:r>
              <a:rPr lang="en-US" dirty="0" err="1"/>
              <a:t>이는</a:t>
            </a:r>
            <a:r>
              <a:rPr lang="en-US" dirty="0"/>
              <a:t> </a:t>
            </a:r>
            <a:r>
              <a:rPr lang="en-US" dirty="0" err="1"/>
              <a:t>여전히</a:t>
            </a:r>
            <a:r>
              <a:rPr lang="en-US" dirty="0"/>
              <a:t> </a:t>
            </a:r>
            <a:r>
              <a:rPr lang="en-US" dirty="0" err="1"/>
              <a:t>뉴럴</a:t>
            </a:r>
            <a:r>
              <a:rPr lang="en-US" dirty="0"/>
              <a:t> </a:t>
            </a:r>
            <a:r>
              <a:rPr lang="en-US" dirty="0" err="1"/>
              <a:t>네트워크의</a:t>
            </a:r>
            <a:r>
              <a:rPr lang="en-US" dirty="0"/>
              <a:t> </a:t>
            </a:r>
            <a:r>
              <a:rPr lang="en-US" dirty="0" err="1"/>
              <a:t>골칫거리입니다</a:t>
            </a:r>
            <a:r>
              <a:rPr lang="en-US" dirty="0"/>
              <a:t>.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수집하여</a:t>
            </a:r>
            <a:r>
              <a:rPr lang="en-US" dirty="0"/>
              <a:t> 두 </a:t>
            </a:r>
            <a:r>
              <a:rPr lang="en-US" dirty="0" err="1"/>
              <a:t>개의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만들었다고</a:t>
            </a:r>
            <a:r>
              <a:rPr lang="en-US" dirty="0"/>
              <a:t> </a:t>
            </a:r>
            <a:r>
              <a:rPr lang="en-US" dirty="0" err="1"/>
              <a:t>가정해</a:t>
            </a:r>
            <a:r>
              <a:rPr lang="en-US" dirty="0"/>
              <a:t> </a:t>
            </a:r>
            <a:r>
              <a:rPr lang="en-US" dirty="0" err="1"/>
              <a:t>보겠습니다</a:t>
            </a:r>
            <a:r>
              <a:rPr lang="en-US" dirty="0"/>
              <a:t>. 둘 중 </a:t>
            </a:r>
            <a:r>
              <a:rPr lang="en-US" dirty="0" err="1"/>
              <a:t>뭐가</a:t>
            </a:r>
            <a:r>
              <a:rPr lang="en-US" dirty="0"/>
              <a:t> </a:t>
            </a:r>
            <a:r>
              <a:rPr lang="en-US" dirty="0" err="1"/>
              <a:t>나을까요</a:t>
            </a:r>
            <a:r>
              <a:rPr lang="en-US" dirty="0"/>
              <a:t>?</a:t>
            </a:r>
          </a:p>
          <a:p>
            <a:r>
              <a:rPr lang="en-US" dirty="0" err="1"/>
              <a:t>RMSE에</a:t>
            </a:r>
            <a:r>
              <a:rPr lang="en-US" dirty="0"/>
              <a:t> </a:t>
            </a:r>
            <a:r>
              <a:rPr lang="en-US" dirty="0" err="1"/>
              <a:t>따르면</a:t>
            </a:r>
            <a:r>
              <a:rPr lang="en-US" dirty="0"/>
              <a:t> </a:t>
            </a:r>
            <a:r>
              <a:rPr lang="en-US" dirty="0" err="1"/>
              <a:t>왼쪽에</a:t>
            </a:r>
            <a:r>
              <a:rPr lang="en-US" dirty="0"/>
              <a:t> </a:t>
            </a:r>
            <a:r>
              <a:rPr lang="en-US" dirty="0" err="1"/>
              <a:t>있는</a:t>
            </a:r>
            <a:r>
              <a:rPr lang="en-US" dirty="0"/>
              <a:t> </a:t>
            </a:r>
            <a:r>
              <a:rPr lang="en-US" dirty="0" err="1"/>
              <a:t>모델이</a:t>
            </a:r>
            <a:r>
              <a:rPr lang="en-US" dirty="0"/>
              <a:t> </a:t>
            </a:r>
            <a:r>
              <a:rPr lang="en-US" dirty="0" err="1"/>
              <a:t>낫습니다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하지만</a:t>
            </a:r>
            <a:r>
              <a:rPr lang="en-US" dirty="0"/>
              <a:t> </a:t>
            </a:r>
            <a:r>
              <a:rPr lang="en-US" dirty="0" err="1"/>
              <a:t>새로운</a:t>
            </a:r>
            <a:r>
              <a:rPr lang="en-US" dirty="0"/>
              <a:t> </a:t>
            </a: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샘플을</a:t>
            </a:r>
            <a:r>
              <a:rPr lang="en-US" dirty="0"/>
              <a:t> </a:t>
            </a:r>
            <a:r>
              <a:rPr lang="en-US" dirty="0" err="1"/>
              <a:t>구하면</a:t>
            </a:r>
            <a:r>
              <a:rPr lang="en-US" dirty="0"/>
              <a:t> </a:t>
            </a:r>
            <a:r>
              <a:rPr lang="en-US" dirty="0" err="1"/>
              <a:t>어떨까요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272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결과는</a:t>
            </a:r>
            <a:r>
              <a:rPr lang="en-US" dirty="0"/>
              <a:t> 더 </a:t>
            </a:r>
            <a:r>
              <a:rPr lang="en-US" dirty="0" err="1"/>
              <a:t>단순한</a:t>
            </a:r>
            <a:r>
              <a:rPr lang="en-US" dirty="0"/>
              <a:t> </a:t>
            </a:r>
            <a:r>
              <a:rPr lang="en-US" dirty="0" err="1"/>
              <a:t>모델이</a:t>
            </a:r>
            <a:r>
              <a:rPr lang="en-US" dirty="0"/>
              <a:t> 새 </a:t>
            </a:r>
            <a:r>
              <a:rPr lang="en-US" dirty="0" err="1"/>
              <a:t>데이터를</a:t>
            </a:r>
            <a:r>
              <a:rPr lang="en-US" dirty="0"/>
              <a:t> 더 잘 </a:t>
            </a:r>
            <a:r>
              <a:rPr lang="en-US" dirty="0" err="1"/>
              <a:t>일반화합니다</a:t>
            </a:r>
            <a:r>
              <a:rPr lang="en-US" dirty="0"/>
              <a:t>. </a:t>
            </a:r>
            <a:r>
              <a:rPr lang="en-US" dirty="0" err="1"/>
              <a:t>모든</a:t>
            </a:r>
            <a:r>
              <a:rPr lang="en-US" dirty="0"/>
              <a:t> </a:t>
            </a:r>
            <a:r>
              <a:rPr lang="en-US" dirty="0" err="1"/>
              <a:t>문제가</a:t>
            </a:r>
            <a:r>
              <a:rPr lang="en-US" dirty="0"/>
              <a:t> </a:t>
            </a:r>
            <a:r>
              <a:rPr lang="en-US" dirty="0" err="1"/>
              <a:t>그렇게</a:t>
            </a:r>
            <a:r>
              <a:rPr lang="en-US" dirty="0"/>
              <a:t> </a:t>
            </a:r>
            <a:r>
              <a:rPr lang="en-US" dirty="0" err="1"/>
              <a:t>단순하지는</a:t>
            </a:r>
            <a:r>
              <a:rPr lang="en-US" dirty="0"/>
              <a:t> </a:t>
            </a:r>
            <a:r>
              <a:rPr lang="en-US" dirty="0" err="1"/>
              <a:t>않으므로</a:t>
            </a:r>
            <a:r>
              <a:rPr lang="en-US" dirty="0"/>
              <a:t> </a:t>
            </a: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사이언티스트는</a:t>
            </a:r>
            <a:r>
              <a:rPr lang="en-US" dirty="0"/>
              <a:t> </a:t>
            </a:r>
            <a:r>
              <a:rPr lang="en-US" dirty="0" err="1"/>
              <a:t>주어진</a:t>
            </a:r>
            <a:r>
              <a:rPr lang="en-US" dirty="0"/>
              <a:t> </a:t>
            </a:r>
            <a:r>
              <a:rPr lang="en-US" dirty="0" err="1"/>
              <a:t>모델의</a:t>
            </a:r>
            <a:r>
              <a:rPr lang="en-US" dirty="0"/>
              <a:t> </a:t>
            </a:r>
            <a:r>
              <a:rPr lang="en-US" dirty="0" err="1"/>
              <a:t>올바른</a:t>
            </a:r>
            <a:r>
              <a:rPr lang="en-US" dirty="0"/>
              <a:t> </a:t>
            </a:r>
            <a:r>
              <a:rPr lang="en-US" dirty="0" err="1"/>
              <a:t>복잡성을</a:t>
            </a:r>
            <a:r>
              <a:rPr lang="en-US" dirty="0"/>
              <a:t> </a:t>
            </a:r>
            <a:r>
              <a:rPr lang="en-US" dirty="0" err="1"/>
              <a:t>파악할</a:t>
            </a:r>
            <a:r>
              <a:rPr lang="en-US" dirty="0"/>
              <a:t> 수 </a:t>
            </a:r>
            <a:r>
              <a:rPr lang="en-US" dirty="0" err="1"/>
              <a:t>있어야</a:t>
            </a:r>
            <a:r>
              <a:rPr lang="en-US" dirty="0"/>
              <a:t> </a:t>
            </a:r>
            <a:r>
              <a:rPr lang="en-US" dirty="0" err="1"/>
              <a:t>합니다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827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별도의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데이터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풀 두 개(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트레이닝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및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검증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)가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있었던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것을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기억하시나요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?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그러니까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네트워크가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학습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중인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데이터를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단순히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‘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암기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'만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하는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것은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아닌지를 확인해야합니다</a:t>
            </a:r>
            <a:r>
              <a:rPr lang="en-US" altLang="ko-KR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그를 위해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새롭고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이미지를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볼 때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역시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정확한지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확인해야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합니다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모델이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트레이닝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데이터에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대해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높은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성능을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보이지만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새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데이터에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대해서는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그렇지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않을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경우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과적합이라고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부릅니다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32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이제까지 뉴럴 네트워크의 많은 부분에 대해 살펴보았습니다. 마지막 랩에 어떻게 적용되는지 확인해 보겠습니다.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148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랩의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모델을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시각화한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것이었습니다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방금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배운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구성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요소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중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일부의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이름을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이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다이어그램에서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말할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있으십니까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014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100" b="0" i="0" u="none" strike="noStrike" kern="1200" dirty="0" err="1">
                <a:latin typeface="Trebuchet MS"/>
              </a:rPr>
              <a:t>다음은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다이어그램의</a:t>
            </a:r>
            <a:r>
              <a:rPr lang="en-US" sz="1100" b="0" i="0" u="none" strike="noStrike" kern="1200" dirty="0">
                <a:latin typeface="Trebuchet MS"/>
              </a:rPr>
              <a:t> 좀 더 </a:t>
            </a:r>
            <a:r>
              <a:rPr lang="en-US" sz="1100" b="0" i="0" u="none" strike="noStrike" kern="1200" dirty="0" err="1">
                <a:latin typeface="Trebuchet MS"/>
              </a:rPr>
              <a:t>상세한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버전으로</a:t>
            </a:r>
            <a:r>
              <a:rPr lang="en-US" sz="1100" b="0" i="0" u="none" strike="noStrike" kern="1200" dirty="0">
                <a:latin typeface="Trebuchet MS"/>
              </a:rPr>
              <a:t>, </a:t>
            </a:r>
            <a:r>
              <a:rPr lang="en-US" sz="1100" b="0" i="0" u="none" strike="noStrike" kern="1200" dirty="0" err="1">
                <a:latin typeface="Trebuchet MS"/>
              </a:rPr>
              <a:t>이번에는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활성화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함수</a:t>
            </a:r>
            <a:r>
              <a:rPr lang="ko-KR" altLang="en-US" sz="1100" b="0" i="0" u="none" strike="noStrike" kern="1200" dirty="0">
                <a:latin typeface="Trebuchet MS"/>
              </a:rPr>
              <a:t>를 표시했습니다</a:t>
            </a:r>
            <a:r>
              <a:rPr lang="en-US" altLang="ko-KR" sz="1100" b="0" i="0" u="none" strike="noStrike" kern="1200" dirty="0">
                <a:latin typeface="Trebuchet MS"/>
              </a:rPr>
              <a:t>.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ReLu를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숨겨진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레이어</a:t>
            </a:r>
            <a:r>
              <a:rPr lang="en-US" sz="1100" b="0" i="0" u="none" strike="noStrike" kern="1200" dirty="0">
                <a:latin typeface="Trebuchet MS"/>
              </a:rPr>
              <a:t>(Hidden layer)에 </a:t>
            </a:r>
            <a:r>
              <a:rPr lang="en-US" sz="1100" b="0" i="0" u="none" strike="noStrike" kern="1200" dirty="0" err="1">
                <a:latin typeface="Trebuchet MS"/>
              </a:rPr>
              <a:t>사용하여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효율적인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비선형성을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더하기는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했지만</a:t>
            </a:r>
            <a:r>
              <a:rPr lang="en-US" sz="1100" b="0" i="0" u="none" strike="noStrike" kern="1200" dirty="0">
                <a:latin typeface="Trebuchet MS"/>
              </a:rPr>
              <a:t>  왜 </a:t>
            </a:r>
            <a:r>
              <a:rPr lang="en-US" sz="1100" b="0" i="0" u="none" strike="noStrike" kern="1200" dirty="0" err="1">
                <a:latin typeface="Trebuchet MS"/>
              </a:rPr>
              <a:t>끝에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시그모이드를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사용하는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걸까요</a:t>
            </a:r>
            <a:r>
              <a:rPr lang="en-US" sz="1100" b="0" i="0" u="none" strike="noStrike" kern="1200" dirty="0">
                <a:latin typeface="Trebuchet MS"/>
              </a:rPr>
              <a:t>? </a:t>
            </a:r>
            <a:r>
              <a:rPr lang="en-US" sz="1100" b="0" i="0" u="none" strike="noStrike" kern="1200" dirty="0" err="1">
                <a:latin typeface="Trebuchet MS"/>
              </a:rPr>
              <a:t>이렇게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하면</a:t>
            </a:r>
            <a:r>
              <a:rPr lang="en-US" sz="1100" b="0" i="0" u="none" strike="noStrike" kern="1200" dirty="0">
                <a:latin typeface="Trebuchet MS"/>
              </a:rPr>
              <a:t> 각 </a:t>
            </a:r>
            <a:r>
              <a:rPr lang="en-US" sz="1100" b="0" i="0" u="none" strike="noStrike" kern="1200" dirty="0" err="1">
                <a:latin typeface="Trebuchet MS"/>
              </a:rPr>
              <a:t>숫자의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확률을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구할</a:t>
            </a:r>
            <a:r>
              <a:rPr lang="en-US" sz="1100" b="0" i="0" u="none" strike="noStrike" kern="1200" dirty="0">
                <a:latin typeface="Trebuchet MS"/>
              </a:rPr>
              <a:t> 수 </a:t>
            </a:r>
            <a:r>
              <a:rPr lang="en-US" sz="1100" b="0" i="0" u="none" strike="noStrike" kern="1200" dirty="0" err="1">
                <a:latin typeface="Trebuchet MS"/>
              </a:rPr>
              <a:t>있기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때문입니다</a:t>
            </a:r>
            <a:r>
              <a:rPr lang="en-US" sz="1100" b="0" i="0" u="none" strike="noStrike" kern="1200" dirty="0">
                <a:latin typeface="Trebuchet MS"/>
              </a:rPr>
              <a:t>!</a:t>
            </a:r>
          </a:p>
          <a:p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/>
              </a:rPr>
              <a:t>음,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/>
              </a:rPr>
              <a:t>그런데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/>
              </a:rPr>
              <a:t> 10개의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/>
              </a:rPr>
              <a:t>숫자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/>
              </a:rPr>
              <a:t>모두의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/>
              </a:rPr>
              <a:t>확률이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/>
              </a:rPr>
              <a:t>전부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/>
              </a:rPr>
              <a:t>합쳐서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/>
              </a:rPr>
              <a:t> 100%가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/>
              </a:rPr>
              <a:t>되면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/>
              </a:rPr>
              <a:t>유용하지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/>
              </a:rPr>
              <a:t>않을까요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/>
              </a:rPr>
              <a:t>?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/>
              </a:rPr>
              <a:t>이걸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/>
              </a:rPr>
              <a:t>어떻게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/>
              </a:rPr>
              <a:t>하냐고요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/>
              </a:rPr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20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100" b="0" i="0" u="none" strike="noStrike" kern="1200" dirty="0" err="1">
                <a:latin typeface="Trebuchet MS"/>
              </a:rPr>
              <a:t>문제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없습니다</a:t>
            </a:r>
            <a:r>
              <a:rPr lang="en-US" sz="1100" b="0" i="0" u="none" strike="noStrike" kern="1200" dirty="0">
                <a:latin typeface="Trebuchet MS"/>
              </a:rPr>
              <a:t>. </a:t>
            </a:r>
            <a:r>
              <a:rPr lang="en-US" dirty="0" err="1">
                <a:latin typeface="Trebuchet MS"/>
              </a:rPr>
              <a:t>다수의</a:t>
            </a:r>
            <a:r>
              <a:rPr lang="en-US" dirty="0">
                <a:latin typeface="Trebuchet MS"/>
              </a:rPr>
              <a:t> ML </a:t>
            </a:r>
            <a:r>
              <a:rPr lang="en-US" dirty="0" err="1">
                <a:latin typeface="Trebuchet MS"/>
              </a:rPr>
              <a:t>라이브러리에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포함되어</a:t>
            </a:r>
            <a:r>
              <a:rPr lang="en-US" dirty="0">
                <a:latin typeface="Trebuchet MS"/>
              </a:rPr>
              <a:t> </a:t>
            </a:r>
            <a:r>
              <a:rPr lang="en-US" dirty="0" err="1">
                <a:latin typeface="Trebuchet MS"/>
              </a:rPr>
              <a:t>있는</a:t>
            </a:r>
            <a:r>
              <a:rPr lang="en-US" dirty="0">
                <a:latin typeface="Trebuchet MS"/>
              </a:rPr>
              <a:t> 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softmax라는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함수가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있습니다</a:t>
            </a:r>
            <a:r>
              <a:rPr lang="en-US" sz="1100" b="0" i="0" u="none" strike="noStrike" kern="1200" dirty="0">
                <a:latin typeface="Trebuchet MS"/>
              </a:rPr>
              <a:t>. 이 </a:t>
            </a:r>
            <a:r>
              <a:rPr lang="en-US" sz="1100" b="0" i="0" u="none" strike="noStrike" kern="1200" dirty="0" err="1">
                <a:latin typeface="Trebuchet MS"/>
              </a:rPr>
              <a:t>함수는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레이어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전반에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걸친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모든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시그모이드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함수의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결과를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더한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다음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합계가</a:t>
            </a:r>
            <a:r>
              <a:rPr lang="en-US" sz="1100" b="0" i="0" u="none" strike="noStrike" kern="1200" dirty="0">
                <a:latin typeface="Trebuchet MS"/>
              </a:rPr>
              <a:t> 100%가 </a:t>
            </a:r>
            <a:r>
              <a:rPr lang="en-US" sz="1100" b="0" i="0" u="none" strike="noStrike" kern="1200" dirty="0" err="1">
                <a:latin typeface="Trebuchet MS"/>
              </a:rPr>
              <a:t>되도록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가중치를</a:t>
            </a:r>
            <a:r>
              <a:rPr lang="en-US" sz="1100" b="0" i="0" u="none" strike="noStrike" kern="1200" dirty="0">
                <a:latin typeface="Trebuchet MS"/>
              </a:rPr>
              <a:t> </a:t>
            </a:r>
            <a:r>
              <a:rPr lang="en-US" sz="1100" b="0" i="0" u="none" strike="noStrike" kern="1200" dirty="0" err="1">
                <a:latin typeface="Trebuchet MS"/>
              </a:rPr>
              <a:t>재적용합니다</a:t>
            </a:r>
            <a:r>
              <a:rPr lang="en-US" sz="1100" b="0" i="0" u="none" strike="noStrike" kern="1200" dirty="0">
                <a:latin typeface="Trebuchet M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7574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>
                <a:latin typeface="Trebuchet MS"/>
              </a:rPr>
              <a:t>색상으로 분류된 점 그룹이 있다고 가정해 보겠습니다. 어떻게  RMSE 선을 사용하여 새 데이터포인트가 빨간색이 될지 아니면 파란색이 될지를 예측할 수 있을까요?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51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rebuchet MS"/>
              </a:rPr>
              <a:t>이번에는</a:t>
            </a:r>
            <a:r>
              <a:rPr lang="en-US" sz="1100" b="0" i="0" u="none" strike="noStrike" kern="1200">
                <a:latin typeface="Trebuchet MS"/>
              </a:rPr>
              <a:t> 데이터를 가장 적절히 구분하는 선을 찾으려고 합니다. 그래디언트 하강법을 계산하기 위해 사용하는 오차 함수를 손실 함수 또는 비용 함수라 부릅니다. RMSE 및 MSE는 손실의 한 유형입니다. 이러한 색상에 숫자를 할당하고 RMSE를 사용해볼 수도 있지만 더 나은 방법이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918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이러한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문제에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접근하기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위한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가장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일반적인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방법은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범주형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크로스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엔트로피를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사용하는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것입니다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수학을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분석하기에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앞서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논리에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대해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얘기해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보겠습니다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빨간색이든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파란색이든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, 각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점에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확률을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할당하겠습니다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이러한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확률은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특정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클래스에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속한다는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확신쯤으로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생각할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크로스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엔트로피는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다음과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같이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설계되었습니다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점이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파란색이라고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100%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확신하고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이러한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확신이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맞다면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손실은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0이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됩니다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하지만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확신이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틀린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경우에는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패널티로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무한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손실을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얻게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됩니다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!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반대의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경우에도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동일하게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적용됩니다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점에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파란색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0%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확률을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할당하고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(즉,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빨간색이라고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100%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확신하는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경우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)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파란색이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아닌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경우에는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손실이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없습니다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하지만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파란색인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경우에는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무한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손실을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얻게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됩니다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02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다음은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바이너리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크로스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엔트로피의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수학적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공식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입니다</a:t>
            </a:r>
            <a:r>
              <a:rPr lang="en-US" altLang="ko-KR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즉,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클래스가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2개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밖에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없습니다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Log가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사용되어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거의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무한대의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손실을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얻습니다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수식이 복잡해보이지만</a:t>
            </a:r>
            <a:r>
              <a:rPr lang="en-US" altLang="ko-KR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약간의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요령이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왼쪽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절반은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타깃이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false이면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0으로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상쇄되고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오른쪽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절반은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타깃이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true이면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0으로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상쇄됩니다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5981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프로그래머들을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위한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코드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가 있습니다</a:t>
            </a:r>
            <a:r>
              <a:rPr lang="en-US" altLang="ko-KR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이전 슬라이드와 동일한 수학이지만 코드 형식으로 되어 있습니다.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y_hat은 점이 파란색이라는 예측이며 y_actual은 점이 실제로 파란색인지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여부입니다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코드: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def cross_entropy(y_hat, y_actual):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"""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잘못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예측한 값에 대한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무한 오류"""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loss = log(y_hat) if y_actual else log(1-y_hat)</a:t>
            </a: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   return -1*loss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639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주요 원리에 대해 알게 되었으니 이제 다음 랩에 대해 얘기해 보겠습니다.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6303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다른 데이터세트로 이 연습을 다시 시도해 보겠습니다.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미국 수화 알파벳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지난 번과 같은 모양(28x28픽셀)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marL="342900" indent="-342900">
              <a:buFontTx/>
              <a:buChar char="-"/>
            </a:pPr>
            <a:r>
              <a:rPr lang="en-US" sz="1100" dirty="0" err="1"/>
              <a:t>Grayscale의</a:t>
            </a:r>
            <a:r>
              <a:rPr lang="en-US" sz="1100" dirty="0"/>
              <a:t> 같은 모양(28x28픽셀)</a:t>
            </a:r>
          </a:p>
          <a:p>
            <a:pPr marL="342900" indent="-342900">
              <a:buFontTx/>
              <a:buChar char="-"/>
            </a:pPr>
            <a:r>
              <a:rPr lang="en-US" sz="1100" dirty="0"/>
              <a:t>동작이 필요한 J와 Z는 제외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334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넘어가겠습니다! 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34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8430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모델이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주어진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경우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MSE를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계산하는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법은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알고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이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정보로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뭘 할 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있을까요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?</a:t>
            </a:r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미적분을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활용하여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오차를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최소화하겠습니다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최소값을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찾고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싶은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경우에는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모든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점의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값을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연결하고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다변량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미적분을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수행하여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m과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b를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찾을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있지만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,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컴퓨터는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미적분에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취약하므로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컴퓨터가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약간의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편법을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쓸 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있도록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도와주겠습니다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여기서는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2개의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x,y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데이터포인트인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(1,3)과 (2,5)를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포함하도록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MSE를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확장했습니다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결국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컴퓨터는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함수의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전역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최소값을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찾는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데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어려움을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겪지만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입력이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주어진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경우에는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함수의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기울기를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계산함에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꽤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괜찮은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성능을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발휘합니다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함수가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다차원인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경우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(2개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이상의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입력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)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에는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기울기를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그래디언트라고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부릅니다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컴퓨터가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이 Quora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답변에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설명된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대로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그래디언트를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얻기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위해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사용할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있는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방법은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많습니다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dirty="0">
                <a:hlinkClick r:id="rId3"/>
              </a:rPr>
              <a:t>https://www.quora.com/How-does-TensorFlow-calculate-gradients#:~:text=There%20are%20a%20few%20different,another%20to%20approximate%20the%20derivative.</a:t>
            </a:r>
            <a:endParaRPr lang="en-US" dirty="0"/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  <a:p>
            <a:pPr rtl="0" fontAlgn="base"/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한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가지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쉬운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방법은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아주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가까운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점 두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개를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취한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다음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두 점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간의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그래디언트를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계산하는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것입니다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그래디언트를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계산함으로써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학습하고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싶은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각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매개변수의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기울기가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계산되며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,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기울기가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모든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변수에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대해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0이면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지역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최소값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(Local Minimum)을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찾게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된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것입니다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  <a:p>
            <a:pPr rtl="0" fontAlgn="base"/>
            <a:endParaRPr lang="en-US" sz="1100" b="0" i="0" u="none" strike="noStrike" kern="1200" dirty="0">
              <a:solidFill>
                <a:schemeClr val="tx1"/>
              </a:solidFill>
              <a:effectLst/>
              <a:latin typeface="Trebuchet MS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8271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앞서 계산한 그래디언트를 사용하여 근사치를 목표로 유도하겠습니다.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927385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둘 다 음수이므로 0에 근접해지게 하기 위해 둘을 늘려야 합니다. 그래디언트가 올바른 방향은 제시하지만 규모가 너무 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859299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학습률(람바 λ로 표현됨)이라는 새로운 매개변수를 도입하겠습니다. 이를 </a:t>
            </a:r>
            <a:r>
              <a:rPr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통해</a:t>
            </a:r>
            <a:r>
              <a:rPr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매개변수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의</a:t>
            </a:r>
            <a:r>
              <a:rPr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변경 규모를 조정할 수 있습니다. 데이터 사이언티스트는 직접 이를 정의하지만, 다행히 이 주제에 대한 충분한 연구가 있었던 덕분에 머신 러닝 라이브러리에 </a:t>
            </a:r>
            <a:r>
              <a:rPr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나름의</a:t>
            </a:r>
            <a:r>
              <a:rPr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알고리즘</a:t>
            </a:r>
            <a:r>
              <a:rPr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 포함되어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32799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학습률을 너무 높게 설정하면 목표에서 더 멀리 벗어나게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10485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너무 작게 설정하면 목표에 도달하는 데 너무 오래 걸립니다. 또한 훨씬 복잡한 문제에 대해 트레이닝하면 지역 최소값에 머물러 있게 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25135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일단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0.1의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학습률을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유지하겠습니다</a:t>
            </a:r>
            <a:r>
              <a:rPr lang="en-US" altLang="ko-KR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자,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올바른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방향으로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이동했지만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충분히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가깝지는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않습니다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ko-KR" alt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그래도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문제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없습니다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그냥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계속해서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과정을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반복하며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b와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m의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새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값을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적용해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그래디언트를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찾으면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 </a:t>
            </a:r>
            <a:r>
              <a:rPr lang="en-US" sz="1100" b="0" i="0" u="none" strike="noStrike" kern="1200" dirty="0" err="1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됩니다</a:t>
            </a: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410632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2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3" name="Google Shape;513;p20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Trebuchet MS"/>
                <a:cs typeface="Trebuchet MS"/>
                <a:sym typeface="Trebuchet M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t>54</a:t>
            </a:fld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843279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.emf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Title Slide -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29699"/>
            <a:ext cx="10972800" cy="59425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9FFCD0-CFA5-4BC7-BCE6-3E92554098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740" y="2648250"/>
            <a:ext cx="2015928" cy="706351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520850" y="1787097"/>
            <a:ext cx="8700706" cy="341632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800" b="0">
                <a:solidFill>
                  <a:schemeClr val="bg2">
                    <a:lumMod val="50000"/>
                  </a:schemeClr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 userDrawn="1">
            <p:ph type="title" hasCustomPrompt="1"/>
          </p:nvPr>
        </p:nvSpPr>
        <p:spPr>
          <a:xfrm>
            <a:off x="481662" y="839286"/>
            <a:ext cx="8739340" cy="98285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600" b="1" cap="all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43030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29699"/>
            <a:ext cx="10972800" cy="59425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85E20E-9E0B-4DBA-ADE0-F4952632A5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337" y="3902417"/>
            <a:ext cx="3232858" cy="11327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A3ACD0-451D-4ABB-8870-656D424348FF}"/>
              </a:ext>
            </a:extLst>
          </p:cNvPr>
          <p:cNvSpPr txBox="1"/>
          <p:nvPr userDrawn="1"/>
        </p:nvSpPr>
        <p:spPr>
          <a:xfrm>
            <a:off x="481641" y="5310989"/>
            <a:ext cx="2512291" cy="3693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2000">
                <a:solidFill>
                  <a:schemeClr val="tx2"/>
                </a:solidFill>
                <a:latin typeface="Trebuchet MS" panose="020B0603020202020204" pitchFamily="34" charset="0"/>
              </a:rPr>
              <a:t>www.nvidia.com/dli</a:t>
            </a:r>
          </a:p>
        </p:txBody>
      </p:sp>
    </p:spTree>
    <p:extLst>
      <p:ext uri="{BB962C8B-B14F-4D97-AF65-F5344CB8AC3E}">
        <p14:creationId xmlns:p14="http://schemas.microsoft.com/office/powerpoint/2010/main" val="425478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370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with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7049729" y="5781717"/>
            <a:ext cx="2762866" cy="24814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0" kern="0">
                <a:solidFill>
                  <a:schemeClr val="bg1"/>
                </a:solidFill>
                <a:latin typeface="Trebuchet MS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69192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9948672" cy="3693758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221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33526"/>
            <a:ext cx="5922117" cy="618631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5905833" cy="3693758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5922117" cy="525463"/>
          </a:xfrm>
        </p:spPr>
        <p:txBody>
          <a:bodyPr/>
          <a:lstStyle>
            <a:lvl1pPr marL="0" indent="0" algn="l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366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6630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764AE4-97B7-4C45-A0D0-BEE3BA17B70F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46E4A-4011-49A2-955F-F689C05DCB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0972800" cy="6172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DE1DF3-9BB4-4DC8-8A61-394EC1805CCA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87F1F-4ACA-4D48-ACDC-152646CBD130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5110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54352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348" y="2111661"/>
            <a:ext cx="4945063" cy="3693521"/>
          </a:xfrm>
        </p:spPr>
        <p:txBody>
          <a:bodyPr/>
          <a:lstStyle>
            <a:lvl1pPr marL="231775" indent="-231775">
              <a:buSzPct val="100000"/>
              <a:buFontTx/>
              <a:buBlip>
                <a:blip r:embed="rId2"/>
              </a:buBlip>
              <a:defRPr sz="2400" b="0">
                <a:solidFill>
                  <a:schemeClr val="bg1"/>
                </a:solidFill>
              </a:defRPr>
            </a:lvl1pPr>
            <a:lvl2pPr marL="803275" indent="-231775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2pPr>
            <a:lvl3pPr marL="1255713" indent="-166688">
              <a:buSzPct val="100000"/>
              <a:buFontTx/>
              <a:buBlip>
                <a:blip r:embed="rId2"/>
              </a:buBlip>
              <a:defRPr sz="1800" b="0">
                <a:solidFill>
                  <a:schemeClr val="bg1"/>
                </a:solidFill>
              </a:defRPr>
            </a:lvl3pPr>
            <a:lvl4pPr marL="17748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4pPr>
            <a:lvl5pPr marL="21177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29390" y="2111661"/>
            <a:ext cx="4945062" cy="3693521"/>
          </a:xfrm>
        </p:spPr>
        <p:txBody>
          <a:bodyPr/>
          <a:lstStyle>
            <a:lvl1pPr marL="231775" indent="-231775">
              <a:buSzPct val="100000"/>
              <a:buFontTx/>
              <a:buBlip>
                <a:blip r:embed="rId2"/>
              </a:buBlip>
              <a:defRPr sz="2400" b="0">
                <a:solidFill>
                  <a:schemeClr val="bg1"/>
                </a:solidFill>
              </a:defRPr>
            </a:lvl1pPr>
            <a:lvl2pPr marL="803275" indent="-231775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2pPr>
            <a:lvl3pPr marL="1255713" indent="-166688">
              <a:buSzPct val="100000"/>
              <a:buFontTx/>
              <a:buBlip>
                <a:blip r:embed="rId2"/>
              </a:buBlip>
              <a:defRPr sz="1800" b="0">
                <a:solidFill>
                  <a:schemeClr val="bg1"/>
                </a:solidFill>
              </a:defRPr>
            </a:lvl3pPr>
            <a:lvl4pPr marL="17748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4pPr>
            <a:lvl5pPr marL="21177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0568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097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497" y="5352631"/>
            <a:ext cx="7865806" cy="369332"/>
          </a:xfrm>
        </p:spPr>
        <p:txBody>
          <a:bodyPr anchor="b"/>
          <a:lstStyle>
            <a:lvl1pPr algn="l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3271" y="5142126"/>
            <a:ext cx="7546258" cy="10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35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82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</p:spPr>
        <p:txBody>
          <a:bodyPr anchor="ctr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43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3CF5E6-4F92-46E0-8DC2-62095040401C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9ABDF-4D75-49CA-83AC-B3309B79A6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0972800" cy="6172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E186C6-9892-4B49-86F3-D3AE54301309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D92F76-2157-4482-88C8-AE386F9B730D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19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85800" y="4974336"/>
            <a:ext cx="5815584" cy="286232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400" b="0">
                <a:solidFill>
                  <a:schemeClr val="tx2"/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05" name="Title 304"/>
          <p:cNvSpPr>
            <a:spLocks noGrp="1"/>
          </p:cNvSpPr>
          <p:nvPr>
            <p:ph type="title" hasCustomPrompt="1"/>
          </p:nvPr>
        </p:nvSpPr>
        <p:spPr>
          <a:xfrm>
            <a:off x="685800" y="4023360"/>
            <a:ext cx="5815584" cy="98285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3600" b="1" cap="all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768260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Title Slide -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bg1">
                  <a:alpha val="58000"/>
                </a:schemeClr>
              </a:gs>
              <a:gs pos="58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4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520850" y="1787097"/>
            <a:ext cx="8700706" cy="341632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800" b="0">
                <a:solidFill>
                  <a:schemeClr val="tx1"/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 userDrawn="1">
            <p:ph type="title" hasCustomPrompt="1"/>
          </p:nvPr>
        </p:nvSpPr>
        <p:spPr>
          <a:xfrm>
            <a:off x="481662" y="839286"/>
            <a:ext cx="8739340" cy="98285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600" b="1" cap="all" baseline="0">
                <a:solidFill>
                  <a:schemeClr val="tx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259" y="2527241"/>
            <a:ext cx="1626671" cy="3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45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7468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with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7049729" y="5781717"/>
            <a:ext cx="2762866" cy="24814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0" kern="0">
                <a:solidFill>
                  <a:schemeClr val="bg1"/>
                </a:solidFill>
                <a:latin typeface="Trebuchet MS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41438446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9948672" cy="3693758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3966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33526"/>
            <a:ext cx="5922117" cy="618631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5905833" cy="3693758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5922117" cy="525463"/>
          </a:xfrm>
        </p:spPr>
        <p:txBody>
          <a:bodyPr/>
          <a:lstStyle>
            <a:lvl1pPr marL="0" indent="0" algn="l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9980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85242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72939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54352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348" y="2111661"/>
            <a:ext cx="4945063" cy="3693521"/>
          </a:xfrm>
        </p:spPr>
        <p:txBody>
          <a:bodyPr/>
          <a:lstStyle>
            <a:lvl1pPr marL="231775" indent="-231775">
              <a:buSzPct val="100000"/>
              <a:buFontTx/>
              <a:buBlip>
                <a:blip r:embed="rId2"/>
              </a:buBlip>
              <a:defRPr sz="2400" b="0">
                <a:solidFill>
                  <a:schemeClr val="bg1"/>
                </a:solidFill>
              </a:defRPr>
            </a:lvl1pPr>
            <a:lvl2pPr marL="803275" indent="-231775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2pPr>
            <a:lvl3pPr marL="1255713" indent="-166688">
              <a:buSzPct val="100000"/>
              <a:buFontTx/>
              <a:buBlip>
                <a:blip r:embed="rId2"/>
              </a:buBlip>
              <a:defRPr sz="1800" b="0">
                <a:solidFill>
                  <a:schemeClr val="bg1"/>
                </a:solidFill>
              </a:defRPr>
            </a:lvl3pPr>
            <a:lvl4pPr marL="17748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4pPr>
            <a:lvl5pPr marL="21177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29390" y="2111661"/>
            <a:ext cx="4945062" cy="3693521"/>
          </a:xfrm>
        </p:spPr>
        <p:txBody>
          <a:bodyPr/>
          <a:lstStyle>
            <a:lvl1pPr marL="231775" indent="-231775">
              <a:buSzPct val="100000"/>
              <a:buFontTx/>
              <a:buBlip>
                <a:blip r:embed="rId2"/>
              </a:buBlip>
              <a:defRPr sz="2400" b="0">
                <a:solidFill>
                  <a:schemeClr val="bg1"/>
                </a:solidFill>
              </a:defRPr>
            </a:lvl1pPr>
            <a:lvl2pPr marL="803275" indent="-231775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2pPr>
            <a:lvl3pPr marL="1255713" indent="-166688">
              <a:buSzPct val="100000"/>
              <a:buFontTx/>
              <a:buBlip>
                <a:blip r:embed="rId2"/>
              </a:buBlip>
              <a:defRPr sz="1800" b="0">
                <a:solidFill>
                  <a:schemeClr val="bg1"/>
                </a:solidFill>
              </a:defRPr>
            </a:lvl3pPr>
            <a:lvl4pPr marL="17748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4pPr>
            <a:lvl5pPr marL="21177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0568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88670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497" y="5352631"/>
            <a:ext cx="7865806" cy="369332"/>
          </a:xfrm>
        </p:spPr>
        <p:txBody>
          <a:bodyPr anchor="b"/>
          <a:lstStyle>
            <a:lvl1pPr algn="l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3271" y="5142126"/>
            <a:ext cx="7546258" cy="10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004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428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</p:spPr>
        <p:txBody>
          <a:bodyPr anchor="ctr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99957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869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4"/>
            <a:ext cx="9976104" cy="52546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454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8938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101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8974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41613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7620"/>
            <a:ext cx="10972800" cy="617982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6361" y="2164081"/>
            <a:ext cx="6990242" cy="1481672"/>
          </a:xfrm>
        </p:spPr>
        <p:txBody>
          <a:bodyPr anchor="b">
            <a:noAutofit/>
          </a:bodyPr>
          <a:lstStyle>
            <a:lvl1pPr algn="r">
              <a:defRPr sz="486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6361" y="3645750"/>
            <a:ext cx="6990242" cy="98720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22496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34823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430781"/>
            <a:ext cx="7737001" cy="1643923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4074703"/>
            <a:ext cx="7737001" cy="77436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26476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944530"/>
            <a:ext cx="3765632" cy="3492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0973" y="1944530"/>
            <a:ext cx="3765631" cy="3492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17874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171" y="1944885"/>
            <a:ext cx="3767061" cy="518636"/>
          </a:xfrm>
        </p:spPr>
        <p:txBody>
          <a:bodyPr anchor="b">
            <a:noAutofit/>
          </a:bodyPr>
          <a:lstStyle>
            <a:lvl1pPr marL="0" indent="0">
              <a:buNone/>
              <a:defRPr sz="2160" b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171" y="2463521"/>
            <a:ext cx="3767061" cy="297370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9545" y="1944885"/>
            <a:ext cx="3767056" cy="518636"/>
          </a:xfrm>
        </p:spPr>
        <p:txBody>
          <a:bodyPr anchor="b">
            <a:noAutofit/>
          </a:bodyPr>
          <a:lstStyle>
            <a:lvl1pPr marL="0" indent="0">
              <a:buNone/>
              <a:defRPr sz="2160" b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9546" y="2463521"/>
            <a:ext cx="3767055" cy="297370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8878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548640"/>
            <a:ext cx="7737001" cy="11887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7EE64E-31D4-446B-8708-22FB4FB5B3BB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769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7828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348744"/>
            <a:ext cx="3469075" cy="1150619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4415" y="463432"/>
            <a:ext cx="4062187" cy="497379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499363"/>
            <a:ext cx="3469075" cy="2326004"/>
          </a:xfrm>
        </p:spPr>
        <p:txBody>
          <a:bodyPr>
            <a:normAutofit/>
          </a:bodyPr>
          <a:lstStyle>
            <a:lvl1pPr marL="0" indent="0">
              <a:buNone/>
              <a:defRPr sz="1260"/>
            </a:lvl1pPr>
            <a:lvl2pPr marL="411357" indent="0">
              <a:buNone/>
              <a:defRPr sz="1260"/>
            </a:lvl2pPr>
            <a:lvl3pPr marL="822713" indent="0">
              <a:buNone/>
              <a:defRPr sz="1080"/>
            </a:lvl3pPr>
            <a:lvl4pPr marL="1234070" indent="0">
              <a:buNone/>
              <a:defRPr sz="900"/>
            </a:lvl4pPr>
            <a:lvl5pPr marL="1645426" indent="0">
              <a:buNone/>
              <a:defRPr sz="900"/>
            </a:lvl5pPr>
            <a:lvl6pPr marL="2056783" indent="0">
              <a:buNone/>
              <a:defRPr sz="900"/>
            </a:lvl6pPr>
            <a:lvl7pPr marL="2468139" indent="0">
              <a:buNone/>
              <a:defRPr sz="900"/>
            </a:lvl7pPr>
            <a:lvl8pPr marL="2879496" indent="0">
              <a:buNone/>
              <a:defRPr sz="900"/>
            </a:lvl8pPr>
            <a:lvl9pPr marL="329085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94023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320540"/>
            <a:ext cx="7737000" cy="510064"/>
          </a:xfrm>
        </p:spPr>
        <p:txBody>
          <a:bodyPr anchor="b">
            <a:normAutofit/>
          </a:bodyPr>
          <a:lstStyle>
            <a:lvl1pPr algn="l">
              <a:defRPr sz="216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601" y="548640"/>
            <a:ext cx="7737001" cy="3461146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80" indent="0">
              <a:buNone/>
              <a:defRPr sz="1440"/>
            </a:lvl2pPr>
            <a:lvl3pPr marL="822960" indent="0">
              <a:buNone/>
              <a:defRPr sz="1440"/>
            </a:lvl3pPr>
            <a:lvl4pPr marL="1234440" indent="0">
              <a:buNone/>
              <a:defRPr sz="1440"/>
            </a:lvl4pPr>
            <a:lvl5pPr marL="1645920" indent="0">
              <a:buNone/>
              <a:defRPr sz="1440"/>
            </a:lvl5pPr>
            <a:lvl6pPr marL="2057400" indent="0">
              <a:buNone/>
              <a:defRPr sz="1440"/>
            </a:lvl6pPr>
            <a:lvl7pPr marL="2468880" indent="0">
              <a:buNone/>
              <a:defRPr sz="1440"/>
            </a:lvl7pPr>
            <a:lvl8pPr marL="2880360" indent="0">
              <a:buNone/>
              <a:defRPr sz="1440"/>
            </a:lvl8pPr>
            <a:lvl9pPr marL="3291840" indent="0">
              <a:buNone/>
              <a:defRPr sz="144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4830604"/>
            <a:ext cx="7737000" cy="606622"/>
          </a:xfrm>
        </p:spPr>
        <p:txBody>
          <a:bodyPr>
            <a:normAutofit/>
          </a:bodyPr>
          <a:lstStyle>
            <a:lvl1pPr marL="0" indent="0">
              <a:buNone/>
              <a:defRPr sz="108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51381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548640"/>
            <a:ext cx="7737001" cy="3063240"/>
          </a:xfrm>
        </p:spPr>
        <p:txBody>
          <a:bodyPr anchor="ctr">
            <a:normAutofit/>
          </a:bodyPr>
          <a:lstStyle>
            <a:lvl1pPr algn="l">
              <a:defRPr sz="396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4023360"/>
            <a:ext cx="7737001" cy="1413866"/>
          </a:xfrm>
        </p:spPr>
        <p:txBody>
          <a:bodyPr anchor="ctr">
            <a:normAutofit/>
          </a:bodyPr>
          <a:lstStyle>
            <a:lvl1pPr marL="0" indent="0" algn="l">
              <a:buNone/>
              <a:defRPr sz="162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46170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8640"/>
            <a:ext cx="7284721" cy="2720340"/>
          </a:xfrm>
        </p:spPr>
        <p:txBody>
          <a:bodyPr anchor="ctr">
            <a:normAutofit/>
          </a:bodyPr>
          <a:lstStyle>
            <a:lvl1pPr algn="l">
              <a:defRPr sz="396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29525" y="3268980"/>
            <a:ext cx="6502072" cy="3429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44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11480" indent="0">
              <a:buFontTx/>
              <a:buNone/>
              <a:defRPr/>
            </a:lvl2pPr>
            <a:lvl3pPr marL="822960" indent="0">
              <a:buFontTx/>
              <a:buNone/>
              <a:defRPr/>
            </a:lvl3pPr>
            <a:lvl4pPr marL="1234440" indent="0">
              <a:buFontTx/>
              <a:buNone/>
              <a:defRPr/>
            </a:lvl4pPr>
            <a:lvl5pPr marL="164592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4023360"/>
            <a:ext cx="7737001" cy="1413866"/>
          </a:xfrm>
        </p:spPr>
        <p:txBody>
          <a:bodyPr anchor="ctr">
            <a:normAutofit/>
          </a:bodyPr>
          <a:lstStyle>
            <a:lvl1pPr marL="0" indent="0" algn="l">
              <a:buNone/>
              <a:defRPr sz="162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87683" y="711340"/>
            <a:ext cx="548640" cy="526298"/>
          </a:xfrm>
          <a:prstGeom prst="rect">
            <a:avLst/>
          </a:prstGeom>
        </p:spPr>
        <p:txBody>
          <a:bodyPr vert="horz" lIns="82296" tIns="41148" rIns="82296" bIns="41148" rtlCol="0" anchor="ctr">
            <a:noAutofit/>
          </a:bodyPr>
          <a:lstStyle/>
          <a:p>
            <a:pPr lvl="0"/>
            <a:r>
              <a:rPr lang="en-US" sz="72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3710" y="2597901"/>
            <a:ext cx="548640" cy="526298"/>
          </a:xfrm>
          <a:prstGeom prst="rect">
            <a:avLst/>
          </a:prstGeom>
        </p:spPr>
        <p:txBody>
          <a:bodyPr vert="horz" lIns="82296" tIns="41148" rIns="82296" bIns="41148" rtlCol="0" anchor="ctr">
            <a:noAutofit/>
          </a:bodyPr>
          <a:lstStyle/>
          <a:p>
            <a:pPr lvl="0"/>
            <a:r>
              <a:rPr lang="en-US" sz="72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4276543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1738789"/>
            <a:ext cx="7737001" cy="2335914"/>
          </a:xfrm>
        </p:spPr>
        <p:txBody>
          <a:bodyPr anchor="b">
            <a:normAutofit/>
          </a:bodyPr>
          <a:lstStyle>
            <a:lvl1pPr algn="l">
              <a:defRPr sz="396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4074703"/>
            <a:ext cx="7737001" cy="1362523"/>
          </a:xfrm>
        </p:spPr>
        <p:txBody>
          <a:bodyPr anchor="t">
            <a:normAutofit/>
          </a:bodyPr>
          <a:lstStyle>
            <a:lvl1pPr marL="0" indent="0" algn="l">
              <a:buNone/>
              <a:defRPr sz="162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28288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8640"/>
            <a:ext cx="7284721" cy="2720340"/>
          </a:xfrm>
        </p:spPr>
        <p:txBody>
          <a:bodyPr anchor="ctr">
            <a:normAutofit/>
          </a:bodyPr>
          <a:lstStyle>
            <a:lvl1pPr algn="l">
              <a:defRPr sz="396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9" y="3611880"/>
            <a:ext cx="7737002" cy="46282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80" indent="0">
              <a:buFontTx/>
              <a:buNone/>
              <a:defRPr/>
            </a:lvl2pPr>
            <a:lvl3pPr marL="822960" indent="0">
              <a:buFontTx/>
              <a:buNone/>
              <a:defRPr/>
            </a:lvl3pPr>
            <a:lvl4pPr marL="1234440" indent="0">
              <a:buFontTx/>
              <a:buNone/>
              <a:defRPr/>
            </a:lvl4pPr>
            <a:lvl5pPr marL="164592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4074703"/>
            <a:ext cx="7737001" cy="1362523"/>
          </a:xfrm>
        </p:spPr>
        <p:txBody>
          <a:bodyPr anchor="t">
            <a:normAutofit/>
          </a:bodyPr>
          <a:lstStyle>
            <a:lvl1pPr marL="0" indent="0" algn="l">
              <a:buNone/>
              <a:defRPr sz="16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7683" y="711340"/>
            <a:ext cx="548640" cy="526298"/>
          </a:xfrm>
          <a:prstGeom prst="rect">
            <a:avLst/>
          </a:prstGeom>
        </p:spPr>
        <p:txBody>
          <a:bodyPr vert="horz" lIns="82296" tIns="41148" rIns="82296" bIns="41148" rtlCol="0" anchor="ctr">
            <a:noAutofit/>
          </a:bodyPr>
          <a:lstStyle/>
          <a:p>
            <a:pPr lvl="0"/>
            <a:r>
              <a:rPr lang="en-US" sz="72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3710" y="2597901"/>
            <a:ext cx="548640" cy="526298"/>
          </a:xfrm>
          <a:prstGeom prst="rect">
            <a:avLst/>
          </a:prstGeom>
        </p:spPr>
        <p:txBody>
          <a:bodyPr vert="horz" lIns="82296" tIns="41148" rIns="82296" bIns="41148" rtlCol="0" anchor="ctr">
            <a:noAutofit/>
          </a:bodyPr>
          <a:lstStyle/>
          <a:p>
            <a:pPr lvl="0"/>
            <a:r>
              <a:rPr lang="en-US" sz="72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9753465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19" y="548640"/>
            <a:ext cx="7729383" cy="2720340"/>
          </a:xfrm>
        </p:spPr>
        <p:txBody>
          <a:bodyPr anchor="ctr">
            <a:normAutofit/>
          </a:bodyPr>
          <a:lstStyle>
            <a:lvl1pPr algn="l">
              <a:defRPr sz="396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9" y="3611880"/>
            <a:ext cx="7737002" cy="46282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160">
                <a:solidFill>
                  <a:schemeClr val="accent1"/>
                </a:solidFill>
              </a:defRPr>
            </a:lvl1pPr>
            <a:lvl2pPr marL="411480" indent="0">
              <a:buFontTx/>
              <a:buNone/>
              <a:defRPr/>
            </a:lvl2pPr>
            <a:lvl3pPr marL="822960" indent="0">
              <a:buFontTx/>
              <a:buNone/>
              <a:defRPr/>
            </a:lvl3pPr>
            <a:lvl4pPr marL="1234440" indent="0">
              <a:buFontTx/>
              <a:buNone/>
              <a:defRPr/>
            </a:lvl4pPr>
            <a:lvl5pPr marL="164592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4074703"/>
            <a:ext cx="7737001" cy="1362523"/>
          </a:xfrm>
        </p:spPr>
        <p:txBody>
          <a:bodyPr anchor="t">
            <a:normAutofit/>
          </a:bodyPr>
          <a:lstStyle>
            <a:lvl1pPr marL="0" indent="0" algn="l">
              <a:buNone/>
              <a:defRPr sz="16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161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56922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70906" y="548640"/>
            <a:ext cx="1174269" cy="4726306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548640"/>
            <a:ext cx="6354135" cy="47263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04633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70498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6001" y="722069"/>
            <a:ext cx="7773366" cy="2287288"/>
          </a:xfrm>
        </p:spPr>
        <p:txBody>
          <a:bodyPr bIns="0" anchor="b">
            <a:normAutofit/>
          </a:bodyPr>
          <a:lstStyle>
            <a:lvl1pPr algn="l">
              <a:defRPr sz="59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6002" y="3178084"/>
            <a:ext cx="7773365" cy="879859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20" b="0" cap="all" baseline="0">
                <a:solidFill>
                  <a:schemeClr val="tx1"/>
                </a:solidFill>
              </a:defRPr>
            </a:lvl1pPr>
            <a:lvl2pPr marL="411480" indent="0" algn="ctr">
              <a:buNone/>
              <a:defRPr sz="162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4850" y="296377"/>
            <a:ext cx="4476524" cy="27828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93898" y="719076"/>
            <a:ext cx="729917" cy="45322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176002" y="3175688"/>
            <a:ext cx="777336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659997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308506" y="1662379"/>
            <a:ext cx="86467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620099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815" y="1580517"/>
            <a:ext cx="7778839" cy="1699155"/>
          </a:xfrm>
        </p:spPr>
        <p:txBody>
          <a:bodyPr anchor="b">
            <a:normAutofit/>
          </a:bodyPr>
          <a:lstStyle>
            <a:lvl1pPr algn="l">
              <a:defRPr sz="3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8815" y="3425576"/>
            <a:ext cx="7767401" cy="911636"/>
          </a:xfrm>
        </p:spPr>
        <p:txBody>
          <a:bodyPr tIns="91440">
            <a:normAutofit/>
          </a:bodyPr>
          <a:lstStyle>
            <a:lvl1pPr marL="0" indent="0" algn="l">
              <a:buNone/>
              <a:defRPr sz="1620">
                <a:solidFill>
                  <a:schemeClr val="tx1"/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08815" y="3424487"/>
            <a:ext cx="776740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129381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4296" y="724400"/>
            <a:ext cx="8645072" cy="9533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2598" y="1809790"/>
            <a:ext cx="4180637" cy="31037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72394" y="1815609"/>
            <a:ext cx="4180637" cy="30973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308506" y="1662379"/>
            <a:ext cx="86467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746436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2472" y="723747"/>
            <a:ext cx="8646895" cy="9506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2472" y="1817594"/>
            <a:ext cx="4180637" cy="721749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980" b="0" cap="all" baseline="0">
                <a:solidFill>
                  <a:schemeClr val="accent1"/>
                </a:solidFill>
              </a:defRPr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2472" y="2541843"/>
            <a:ext cx="4180637" cy="2380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71126" y="1820703"/>
            <a:ext cx="4180637" cy="72201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980" b="0" cap="all" baseline="0">
                <a:solidFill>
                  <a:schemeClr val="accent1"/>
                </a:solidFill>
              </a:defRPr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71126" y="2539342"/>
            <a:ext cx="4180637" cy="23736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308506" y="1662379"/>
            <a:ext cx="86467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395111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308506" y="1662379"/>
            <a:ext cx="86467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A34F37B-3DDD-4163-901A-E0BA247B64D2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2666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616025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0204" y="719076"/>
            <a:ext cx="2945789" cy="2022405"/>
          </a:xfrm>
        </p:spPr>
        <p:txBody>
          <a:bodyPr anchor="b">
            <a:normAutofit/>
          </a:bodyPr>
          <a:lstStyle>
            <a:lvl1pPr algn="l">
              <a:defRPr sz="2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9343" y="719077"/>
            <a:ext cx="5411223" cy="4192943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0204" y="2884942"/>
            <a:ext cx="2947512" cy="2023363"/>
          </a:xfrm>
        </p:spPr>
        <p:txBody>
          <a:bodyPr/>
          <a:lstStyle>
            <a:lvl1pPr marL="0" indent="0" algn="l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303452" y="2884942"/>
            <a:ext cx="29425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339152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6729649" y="433953"/>
            <a:ext cx="3667080" cy="463419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086" y="1016562"/>
            <a:ext cx="4979095" cy="1647526"/>
          </a:xfrm>
        </p:spPr>
        <p:txBody>
          <a:bodyPr anchor="b">
            <a:normAutofit/>
          </a:bodyPr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11951" y="1010288"/>
            <a:ext cx="2512054" cy="3479694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5296" y="2831393"/>
            <a:ext cx="4971964" cy="1803368"/>
          </a:xfrm>
        </p:spPr>
        <p:txBody>
          <a:bodyPr>
            <a:normAutofit/>
          </a:bodyPr>
          <a:lstStyle>
            <a:lvl1pPr marL="0" indent="0" algn="l">
              <a:buNone/>
              <a:defRPr sz="162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302644" y="4922871"/>
            <a:ext cx="4974616" cy="288111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02644" y="286776"/>
            <a:ext cx="4986904" cy="2888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302644" y="2829245"/>
            <a:ext cx="497461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62363"/>
      </p:ext>
    </p:extLst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308506" y="1662379"/>
            <a:ext cx="86467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181496"/>
      </p:ext>
    </p:extLst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95200" y="719076"/>
            <a:ext cx="1454168" cy="419390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0205" y="719076"/>
            <a:ext cx="7045947" cy="4193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8495200" y="719076"/>
            <a:ext cx="0" cy="419390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528562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6036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A28B2A9-89D6-4CF3-BBAF-1CA0E88E14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pic>
        <p:nvPicPr>
          <p:cNvPr id="10" name="Picture 9" descr="A picture containing text  Description automatically generated">
            <a:extLst>
              <a:ext uri="{FF2B5EF4-FFF2-40B4-BE49-F238E27FC236}">
                <a16:creationId xmlns:a16="http://schemas.microsoft.com/office/drawing/2014/main" id="{9E96A302-1F38-4275-8241-37FF3CB49A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449" y="1896465"/>
            <a:ext cx="1601595" cy="1298628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85800" y="4974336"/>
            <a:ext cx="5815584" cy="286232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400" b="0">
                <a:solidFill>
                  <a:schemeClr val="tx2"/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05" name="Title 304"/>
          <p:cNvSpPr>
            <a:spLocks noGrp="1"/>
          </p:cNvSpPr>
          <p:nvPr>
            <p:ph type="title" hasCustomPrompt="1"/>
          </p:nvPr>
        </p:nvSpPr>
        <p:spPr>
          <a:xfrm>
            <a:off x="685800" y="4023360"/>
            <a:ext cx="5815584" cy="98285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3600" b="1" cap="all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87DABAD-3709-40C3-9EFD-BF1A6B6A20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401" r="-3502"/>
          <a:stretch/>
        </p:blipFill>
        <p:spPr>
          <a:xfrm>
            <a:off x="1996931" y="1981572"/>
            <a:ext cx="2011680" cy="110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79249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pider  Description automatically generated">
            <a:extLst>
              <a:ext uri="{FF2B5EF4-FFF2-40B4-BE49-F238E27FC236}">
                <a16:creationId xmlns:a16="http://schemas.microsoft.com/office/drawing/2014/main" id="{312387AB-4080-4B69-BFCF-F134EF12C7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pic>
        <p:nvPicPr>
          <p:cNvPr id="10" name="Picture 9" descr="A picture containing text  Description automatically generated">
            <a:extLst>
              <a:ext uri="{FF2B5EF4-FFF2-40B4-BE49-F238E27FC236}">
                <a16:creationId xmlns:a16="http://schemas.microsoft.com/office/drawing/2014/main" id="{B8805453-93BD-4B24-A658-29DCC01129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9525" y="4416800"/>
            <a:ext cx="1601595" cy="129862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FDA9BB0-5ECC-460A-9E7D-23BD2DACDB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401" r="-3502"/>
          <a:stretch/>
        </p:blipFill>
        <p:spPr>
          <a:xfrm>
            <a:off x="8732027" y="4513850"/>
            <a:ext cx="2011680" cy="1104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774754-18AC-4562-9252-B324D08D6F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29699"/>
            <a:ext cx="10972800" cy="59425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2FEAB9F-B8FB-4DDF-A798-8DD7C188E8CF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70FE4B-00AC-4CCA-9E38-68EC7097B98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337" y="3902417"/>
            <a:ext cx="3232858" cy="11327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6CC84F-66F9-4828-9311-7F4BD9BF9DBB}"/>
              </a:ext>
            </a:extLst>
          </p:cNvPr>
          <p:cNvSpPr txBox="1"/>
          <p:nvPr userDrawn="1"/>
        </p:nvSpPr>
        <p:spPr>
          <a:xfrm>
            <a:off x="481641" y="5310989"/>
            <a:ext cx="2512291" cy="3693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2000">
                <a:solidFill>
                  <a:schemeClr val="tx2"/>
                </a:solidFill>
                <a:latin typeface="Trebuchet MS" panose="020B0603020202020204" pitchFamily="34" charset="0"/>
              </a:rPr>
              <a:t>www.nvidia.com/dli</a:t>
            </a:r>
          </a:p>
        </p:txBody>
      </p:sp>
    </p:spTree>
    <p:extLst>
      <p:ext uri="{BB962C8B-B14F-4D97-AF65-F5344CB8AC3E}">
        <p14:creationId xmlns:p14="http://schemas.microsoft.com/office/powerpoint/2010/main" val="164473535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400">
                <a:solidFill>
                  <a:schemeClr val="accent4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610668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ICON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230188" indent="-230188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400">
                <a:solidFill>
                  <a:schemeClr val="accent4"/>
                </a:solidFill>
              </a:defRPr>
            </a:lvl1pPr>
            <a:lvl2pPr marL="800100" indent="-228600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200">
                <a:solidFill>
                  <a:schemeClr val="accent4"/>
                </a:solidFill>
              </a:defRPr>
            </a:lvl2pPr>
            <a:lvl3pPr marL="1258888" indent="-169863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000">
                <a:solidFill>
                  <a:schemeClr val="accent4"/>
                </a:solidFill>
                <a:latin typeface="Trebuchet MS" panose="020B0603020202020204" pitchFamily="34" charset="0"/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4230010"/>
      </p:ext>
    </p:extLst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400">
                <a:solidFill>
                  <a:schemeClr val="accent4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283" y="5775855"/>
            <a:ext cx="2762866" cy="24814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l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i="0" kern="0" dirty="0">
                <a:solidFill>
                  <a:schemeClr val="bg1"/>
                </a:solidFill>
                <a:latin typeface="Trebuchet MS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1369657140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9962388" cy="3547957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400">
                <a:solidFill>
                  <a:schemeClr val="accent4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6305635"/>
      </p:ext>
    </p:extLst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32" y="1798590"/>
            <a:ext cx="4204402" cy="618631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231" y="3071579"/>
            <a:ext cx="4192841" cy="2517089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1pPr>
            <a:lvl2pPr marL="57150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2pPr>
            <a:lvl3pPr marL="1089025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9232" y="2348397"/>
            <a:ext cx="4204402" cy="525463"/>
          </a:xfrm>
        </p:spPr>
        <p:txBody>
          <a:bodyPr/>
          <a:lstStyle>
            <a:lvl1pPr marL="0" indent="0" algn="l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8D17E3-38C6-477D-BB1D-F00E2FCDFFFE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96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0" y="1798590"/>
            <a:ext cx="5440680" cy="618631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3480" y="2916936"/>
            <a:ext cx="5431536" cy="2517089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1pPr>
            <a:lvl2pPr marL="57150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2pPr>
            <a:lvl3pPr marL="1089025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0" y="2368296"/>
            <a:ext cx="5440680" cy="525463"/>
          </a:xfrm>
        </p:spPr>
        <p:txBody>
          <a:bodyPr/>
          <a:lstStyle>
            <a:lvl1pPr marL="0" indent="0" algn="l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5231198"/>
      </p:ext>
    </p:extLst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  Description automatically generated">
            <a:extLst>
              <a:ext uri="{FF2B5EF4-FFF2-40B4-BE49-F238E27FC236}">
                <a16:creationId xmlns:a16="http://schemas.microsoft.com/office/drawing/2014/main" id="{6302B7CA-37AE-4D42-BAAD-C239CA228A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F5B998-8BDE-41DF-AD78-57E6F0E5984D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553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C9D3D8-33FC-4EE7-AE65-7535FEAB06AA}"/>
              </a:ext>
            </a:extLst>
          </p:cNvPr>
          <p:cNvSpPr/>
          <p:nvPr/>
        </p:nvSpPr>
        <p:spPr>
          <a:xfrm>
            <a:off x="0" y="0"/>
            <a:ext cx="10727473" cy="56509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237F93-475E-4F72-B8BB-63FFD59AB701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418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/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AE616-A526-467A-9354-356237D56F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4336" y="4224528"/>
            <a:ext cx="5376672" cy="1373939"/>
          </a:xfrm>
        </p:spPr>
        <p:txBody>
          <a:bodyPr anchor="b"/>
          <a:lstStyle>
            <a:lvl1pPr algn="ctr">
              <a:defRPr sz="3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61703"/>
      </p:ext>
    </p:extLst>
  </p:cSld>
  <p:clrMapOvr>
    <a:masterClrMapping/>
  </p:clrMapOvr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barg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5E518B9-8953-4D61-86EB-BF726D7CE198}"/>
              </a:ext>
            </a:extLst>
          </p:cNvPr>
          <p:cNvGrpSpPr/>
          <p:nvPr/>
        </p:nvGrpSpPr>
        <p:grpSpPr>
          <a:xfrm>
            <a:off x="-1327308" y="-404866"/>
            <a:ext cx="13626669" cy="6983326"/>
            <a:chOff x="-1327308" y="-404866"/>
            <a:chExt cx="13626669" cy="69833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486AA18-85AA-4ECF-BC7C-6CDDDFA8AED1}"/>
                </a:ext>
              </a:extLst>
            </p:cNvPr>
            <p:cNvSpPr/>
            <p:nvPr/>
          </p:nvSpPr>
          <p:spPr>
            <a:xfrm>
              <a:off x="0" y="0"/>
              <a:ext cx="10972800" cy="6172200"/>
            </a:xfrm>
            <a:prstGeom prst="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779DBA0E-78FD-499D-B7C5-9610ED16A5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4856087B-5738-47BA-B257-0AE16578FE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30EA3BC0-CA75-4A9F-844C-9DF7651395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09D9D0DC-416F-4D02-AE51-DC94179FE3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B3F11494-DD54-4DA3-999D-60884617AB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B8DA5A4A-C129-4A6A-8590-D776A55A56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A72853C-EBAC-4426-B8F7-4D7FF7CE76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AA148D7-A843-4289-9E59-D4B56EBE96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3DFDAB2E-4FBE-4EA1-9068-98D2A1969C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1CB7337C-1F1B-4024-8C1B-1145290410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3AC71E65-025E-4CD8-9C62-5C672876AB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CC69994B-2A96-4E6B-90E0-7C6012E438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95DA46AF-2C01-438F-ABE1-131B508F70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D1F7F7D-46C6-41FC-9A05-60CDDDABC9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E6044945-DD35-4A1F-B666-67B79DB3B9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B6707B12-7E15-44BA-A75C-D231A0BD9D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C9CA6F74-E612-4E07-826D-3714EA654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9C232950-AF88-4D8C-98A2-58E2906C02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577A18B0-195A-44F8-8045-DEE9F4805C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C57DA582-5E40-4087-915C-A8AFB763CE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6B9446B2-AA95-41F1-8CE9-9C293FF2FF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09C2F6DB-63BE-4BEF-BD50-8E85A06AF3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6">
              <a:extLst>
                <a:ext uri="{FF2B5EF4-FFF2-40B4-BE49-F238E27FC236}">
                  <a16:creationId xmlns:a16="http://schemas.microsoft.com/office/drawing/2014/main" id="{AB269B44-FFE3-44F5-9547-2D66569163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D7B33E0B-D54D-4AD0-93EB-2D85D95AA7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C82CDED5-DC3C-4291-8FB5-4FBECACC09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38B0CFAC-4CC8-4BD7-9602-D3F62B4111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9D7BB7E2-49CE-405B-BBC3-0D3235E735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D724979D-D321-46A4-8BFB-4BE56A78ED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A90ECEE1-1C0E-48A4-8212-4FDF80E340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6A4F312E-AC0E-438F-85DE-734894B59F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1143C46B-BB0E-42E1-91DB-CF7866DEF0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8789D5ED-08F4-45B7-96D5-9DB37E826F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C71D4383-262D-49BE-8F2A-35EABE4CA5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B2D051A4-B41D-49C5-BCBA-B200CE9274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A204CAE-8CAD-4182-AFDF-6D71A5318A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F2D419D0-1198-497F-8FCB-0E4E01ABEB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42DA3B58-E508-46A3-B351-BFD7A44A34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E56F4597-4576-4F1D-9E8B-57D61B7AF9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C16A7CB5-E8F5-43EC-B4DA-8367563CBA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B63EEF7E-F8C7-40A7-9EC5-7A2377B3E9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18561612-6FBC-464D-9063-754B5DF158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9FB80B49-CDD0-491F-B397-AF746CB745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F04631F3-C493-4A64-AAFD-4686A560F6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A457E3A0-7D3B-4D8D-909F-FA0F06B944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D8E8EADD-8531-47CC-A9F2-A5B20F7DA1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24D2EADF-B7B9-4986-AEDB-A2D41F636C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0683D26A-EB07-4380-8914-B6AECFE4BF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78C3AD2F-A184-4332-ADCE-E7FEDE7BA6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01ACBB54-13C8-4052-B203-3996848511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892B4C18-A783-475D-8EEF-F11FBA1A32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A62353FE-8604-486E-9560-78C474AC8F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4A5FC7DA-BB86-43EB-AC23-48D1752A6A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57B12D9F-3BBD-4FAF-A8AB-5C32680329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16">
              <a:extLst>
                <a:ext uri="{FF2B5EF4-FFF2-40B4-BE49-F238E27FC236}">
                  <a16:creationId xmlns:a16="http://schemas.microsoft.com/office/drawing/2014/main" id="{B7B50CA6-941B-4F77-891D-BA2C28D0CA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0194FC04-B2A1-4C52-B275-3D32DD41DD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16">
              <a:extLst>
                <a:ext uri="{FF2B5EF4-FFF2-40B4-BE49-F238E27FC236}">
                  <a16:creationId xmlns:a16="http://schemas.microsoft.com/office/drawing/2014/main" id="{3055B924-F529-4C4C-A7F1-F0D1B50A73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1DCBE022-831C-4DEF-8567-F73AB476C6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4677A0E0-1BE9-4AD9-8081-3970B6DE76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5056D7AA-7E9E-4019-92DE-9258C7BADC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16">
              <a:extLst>
                <a:ext uri="{FF2B5EF4-FFF2-40B4-BE49-F238E27FC236}">
                  <a16:creationId xmlns:a16="http://schemas.microsoft.com/office/drawing/2014/main" id="{B52F2FF3-8B1D-4A44-8280-D43163EC0C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16">
              <a:extLst>
                <a:ext uri="{FF2B5EF4-FFF2-40B4-BE49-F238E27FC236}">
                  <a16:creationId xmlns:a16="http://schemas.microsoft.com/office/drawing/2014/main" id="{8B2B15A4-341E-44E2-AA50-1BF44E9387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16">
              <a:extLst>
                <a:ext uri="{FF2B5EF4-FFF2-40B4-BE49-F238E27FC236}">
                  <a16:creationId xmlns:a16="http://schemas.microsoft.com/office/drawing/2014/main" id="{ACC84E38-6617-4E04-B995-881604F99C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16">
              <a:extLst>
                <a:ext uri="{FF2B5EF4-FFF2-40B4-BE49-F238E27FC236}">
                  <a16:creationId xmlns:a16="http://schemas.microsoft.com/office/drawing/2014/main" id="{C6B285A5-12A2-48AF-893D-598301661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6">
              <a:extLst>
                <a:ext uri="{FF2B5EF4-FFF2-40B4-BE49-F238E27FC236}">
                  <a16:creationId xmlns:a16="http://schemas.microsoft.com/office/drawing/2014/main" id="{47084835-C1A6-434A-A2AB-3E7DA4267B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6">
              <a:extLst>
                <a:ext uri="{FF2B5EF4-FFF2-40B4-BE49-F238E27FC236}">
                  <a16:creationId xmlns:a16="http://schemas.microsoft.com/office/drawing/2014/main" id="{82D26294-EE4F-4381-8B0F-4CE7F3A1A3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6">
              <a:extLst>
                <a:ext uri="{FF2B5EF4-FFF2-40B4-BE49-F238E27FC236}">
                  <a16:creationId xmlns:a16="http://schemas.microsoft.com/office/drawing/2014/main" id="{B1EE9A53-A80E-4B20-9E04-100060C781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16">
              <a:extLst>
                <a:ext uri="{FF2B5EF4-FFF2-40B4-BE49-F238E27FC236}">
                  <a16:creationId xmlns:a16="http://schemas.microsoft.com/office/drawing/2014/main" id="{C3C136FE-F981-49F6-8875-8AD586CA85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FC84C1D9-DA95-4BF6-A71F-86DC6A2FA9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6">
              <a:extLst>
                <a:ext uri="{FF2B5EF4-FFF2-40B4-BE49-F238E27FC236}">
                  <a16:creationId xmlns:a16="http://schemas.microsoft.com/office/drawing/2014/main" id="{EC336BD7-D0E5-4907-BEDB-AA01C56DDA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6">
              <a:extLst>
                <a:ext uri="{FF2B5EF4-FFF2-40B4-BE49-F238E27FC236}">
                  <a16:creationId xmlns:a16="http://schemas.microsoft.com/office/drawing/2014/main" id="{BAAF41C9-7EAA-475D-83F2-1253B7055B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C4C84E12-C6BC-4AF0-9151-76A20D031C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16">
              <a:extLst>
                <a:ext uri="{FF2B5EF4-FFF2-40B4-BE49-F238E27FC236}">
                  <a16:creationId xmlns:a16="http://schemas.microsoft.com/office/drawing/2014/main" id="{98FB1073-101D-401C-B499-E80B2DCCDB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3E52FE15-A88E-4B8E-B23B-7E81075312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16">
              <a:extLst>
                <a:ext uri="{FF2B5EF4-FFF2-40B4-BE49-F238E27FC236}">
                  <a16:creationId xmlns:a16="http://schemas.microsoft.com/office/drawing/2014/main" id="{E83FECA9-6276-4B79-96AD-84BED6F80D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16">
              <a:extLst>
                <a:ext uri="{FF2B5EF4-FFF2-40B4-BE49-F238E27FC236}">
                  <a16:creationId xmlns:a16="http://schemas.microsoft.com/office/drawing/2014/main" id="{B18137A3-C9B0-4C35-8A20-53EC5864E5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52DE848A-E413-47C4-8173-DB2CA8EEA3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16">
              <a:extLst>
                <a:ext uri="{FF2B5EF4-FFF2-40B4-BE49-F238E27FC236}">
                  <a16:creationId xmlns:a16="http://schemas.microsoft.com/office/drawing/2014/main" id="{14D3DEFF-25FB-44EA-876C-8BD7E213C1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F8DD5E7B-8D6A-46DF-B7B8-0A96095CA7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16">
              <a:extLst>
                <a:ext uri="{FF2B5EF4-FFF2-40B4-BE49-F238E27FC236}">
                  <a16:creationId xmlns:a16="http://schemas.microsoft.com/office/drawing/2014/main" id="{140EA7A3-E20E-49A8-B7DF-746F09BE22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16">
              <a:extLst>
                <a:ext uri="{FF2B5EF4-FFF2-40B4-BE49-F238E27FC236}">
                  <a16:creationId xmlns:a16="http://schemas.microsoft.com/office/drawing/2014/main" id="{A30FB1C7-E929-4CCD-BEC9-3D5F967B88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16">
              <a:extLst>
                <a:ext uri="{FF2B5EF4-FFF2-40B4-BE49-F238E27FC236}">
                  <a16:creationId xmlns:a16="http://schemas.microsoft.com/office/drawing/2014/main" id="{106589F0-5AFE-476A-B71B-0A4F474828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16">
              <a:extLst>
                <a:ext uri="{FF2B5EF4-FFF2-40B4-BE49-F238E27FC236}">
                  <a16:creationId xmlns:a16="http://schemas.microsoft.com/office/drawing/2014/main" id="{852272BE-007F-4591-87D4-4C058623A4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16">
              <a:extLst>
                <a:ext uri="{FF2B5EF4-FFF2-40B4-BE49-F238E27FC236}">
                  <a16:creationId xmlns:a16="http://schemas.microsoft.com/office/drawing/2014/main" id="{2D5A05AC-D4E7-4583-9D07-33F99E8EE1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FA87D9B9-82A6-4511-B55E-096518071A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82686F07-3802-48D8-BD5E-CF63B4EBB3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16">
              <a:extLst>
                <a:ext uri="{FF2B5EF4-FFF2-40B4-BE49-F238E27FC236}">
                  <a16:creationId xmlns:a16="http://schemas.microsoft.com/office/drawing/2014/main" id="{F1444EAF-3866-48AD-95F7-91B593B795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16">
              <a:extLst>
                <a:ext uri="{FF2B5EF4-FFF2-40B4-BE49-F238E27FC236}">
                  <a16:creationId xmlns:a16="http://schemas.microsoft.com/office/drawing/2014/main" id="{938A681C-25A3-449B-A881-F76613FC96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16">
              <a:extLst>
                <a:ext uri="{FF2B5EF4-FFF2-40B4-BE49-F238E27FC236}">
                  <a16:creationId xmlns:a16="http://schemas.microsoft.com/office/drawing/2014/main" id="{98089678-D463-4C4A-9D1A-1FC1390E4B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16">
              <a:extLst>
                <a:ext uri="{FF2B5EF4-FFF2-40B4-BE49-F238E27FC236}">
                  <a16:creationId xmlns:a16="http://schemas.microsoft.com/office/drawing/2014/main" id="{045CD8C6-72C7-424E-8145-FCCA8DA124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16">
              <a:extLst>
                <a:ext uri="{FF2B5EF4-FFF2-40B4-BE49-F238E27FC236}">
                  <a16:creationId xmlns:a16="http://schemas.microsoft.com/office/drawing/2014/main" id="{BCBD54C4-E64F-46E5-B0A1-0FBF34779A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16">
              <a:extLst>
                <a:ext uri="{FF2B5EF4-FFF2-40B4-BE49-F238E27FC236}">
                  <a16:creationId xmlns:a16="http://schemas.microsoft.com/office/drawing/2014/main" id="{B158F302-8B95-435F-8FB0-83556B22F4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16">
              <a:extLst>
                <a:ext uri="{FF2B5EF4-FFF2-40B4-BE49-F238E27FC236}">
                  <a16:creationId xmlns:a16="http://schemas.microsoft.com/office/drawing/2014/main" id="{169E18F6-73D6-442E-8CB4-23C90D727B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16">
              <a:extLst>
                <a:ext uri="{FF2B5EF4-FFF2-40B4-BE49-F238E27FC236}">
                  <a16:creationId xmlns:a16="http://schemas.microsoft.com/office/drawing/2014/main" id="{ABAC07F3-4764-4532-A67C-B8DDA82C5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6">
              <a:extLst>
                <a:ext uri="{FF2B5EF4-FFF2-40B4-BE49-F238E27FC236}">
                  <a16:creationId xmlns:a16="http://schemas.microsoft.com/office/drawing/2014/main" id="{3EE3A1D8-3AAF-4FAE-91BD-EE716E1E52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16">
              <a:extLst>
                <a:ext uri="{FF2B5EF4-FFF2-40B4-BE49-F238E27FC236}">
                  <a16:creationId xmlns:a16="http://schemas.microsoft.com/office/drawing/2014/main" id="{78F80FF2-18C9-4DE9-8D2D-648C6F9570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16">
              <a:extLst>
                <a:ext uri="{FF2B5EF4-FFF2-40B4-BE49-F238E27FC236}">
                  <a16:creationId xmlns:a16="http://schemas.microsoft.com/office/drawing/2014/main" id="{E9B1FC89-6E1D-463F-B7E4-4F62397C50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16">
              <a:extLst>
                <a:ext uri="{FF2B5EF4-FFF2-40B4-BE49-F238E27FC236}">
                  <a16:creationId xmlns:a16="http://schemas.microsoft.com/office/drawing/2014/main" id="{1504CF42-A3AD-43AF-BC77-F4293F7821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16">
              <a:extLst>
                <a:ext uri="{FF2B5EF4-FFF2-40B4-BE49-F238E27FC236}">
                  <a16:creationId xmlns:a16="http://schemas.microsoft.com/office/drawing/2014/main" id="{F0742A4B-B722-474E-833A-AF064D3CD9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6">
              <a:extLst>
                <a:ext uri="{FF2B5EF4-FFF2-40B4-BE49-F238E27FC236}">
                  <a16:creationId xmlns:a16="http://schemas.microsoft.com/office/drawing/2014/main" id="{56AB6434-0B69-41B7-841E-1A9ECDA5F2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16">
              <a:extLst>
                <a:ext uri="{FF2B5EF4-FFF2-40B4-BE49-F238E27FC236}">
                  <a16:creationId xmlns:a16="http://schemas.microsoft.com/office/drawing/2014/main" id="{409BE632-16FF-4B4D-93DE-08E52DEE5A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6">
              <a:extLst>
                <a:ext uri="{FF2B5EF4-FFF2-40B4-BE49-F238E27FC236}">
                  <a16:creationId xmlns:a16="http://schemas.microsoft.com/office/drawing/2014/main" id="{F6D1D24A-DEFB-4B95-9E28-5334F985B9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6">
              <a:extLst>
                <a:ext uri="{FF2B5EF4-FFF2-40B4-BE49-F238E27FC236}">
                  <a16:creationId xmlns:a16="http://schemas.microsoft.com/office/drawing/2014/main" id="{4D490E6F-B375-40F3-B24C-E712E32AFA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B1156AD0-A975-4D2C-B96A-5C2D1D5006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6">
              <a:extLst>
                <a:ext uri="{FF2B5EF4-FFF2-40B4-BE49-F238E27FC236}">
                  <a16:creationId xmlns:a16="http://schemas.microsoft.com/office/drawing/2014/main" id="{8C5C7092-27B9-46A8-A5CB-88DDD889D6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BF4DD3C7-5444-4AE1-8656-CFEA1F9643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D467BF95-5ED3-4FD4-83F5-8070D7EE77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16">
              <a:extLst>
                <a:ext uri="{FF2B5EF4-FFF2-40B4-BE49-F238E27FC236}">
                  <a16:creationId xmlns:a16="http://schemas.microsoft.com/office/drawing/2014/main" id="{CDB313B9-C607-49FC-BC0F-4BDDB157AF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6">
              <a:extLst>
                <a:ext uri="{FF2B5EF4-FFF2-40B4-BE49-F238E27FC236}">
                  <a16:creationId xmlns:a16="http://schemas.microsoft.com/office/drawing/2014/main" id="{23871273-FB35-489A-824B-B8913F9CC4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6">
              <a:extLst>
                <a:ext uri="{FF2B5EF4-FFF2-40B4-BE49-F238E27FC236}">
                  <a16:creationId xmlns:a16="http://schemas.microsoft.com/office/drawing/2014/main" id="{6C17C940-E405-42C7-95FF-4654386A89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6">
              <a:extLst>
                <a:ext uri="{FF2B5EF4-FFF2-40B4-BE49-F238E27FC236}">
                  <a16:creationId xmlns:a16="http://schemas.microsoft.com/office/drawing/2014/main" id="{F26C33C6-2F43-40B4-BB2D-1DD906A228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6">
              <a:extLst>
                <a:ext uri="{FF2B5EF4-FFF2-40B4-BE49-F238E27FC236}">
                  <a16:creationId xmlns:a16="http://schemas.microsoft.com/office/drawing/2014/main" id="{4AF169A6-6482-40AF-85D0-0743C46622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6">
              <a:extLst>
                <a:ext uri="{FF2B5EF4-FFF2-40B4-BE49-F238E27FC236}">
                  <a16:creationId xmlns:a16="http://schemas.microsoft.com/office/drawing/2014/main" id="{E0513C84-01AF-4A9C-9822-98303318D0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6">
              <a:extLst>
                <a:ext uri="{FF2B5EF4-FFF2-40B4-BE49-F238E27FC236}">
                  <a16:creationId xmlns:a16="http://schemas.microsoft.com/office/drawing/2014/main" id="{BC2CD672-1D59-47B2-8BA3-8F1F5D7E66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6">
              <a:extLst>
                <a:ext uri="{FF2B5EF4-FFF2-40B4-BE49-F238E27FC236}">
                  <a16:creationId xmlns:a16="http://schemas.microsoft.com/office/drawing/2014/main" id="{5CF49A84-7902-40A6-A48F-B657DB995E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6">
              <a:extLst>
                <a:ext uri="{FF2B5EF4-FFF2-40B4-BE49-F238E27FC236}">
                  <a16:creationId xmlns:a16="http://schemas.microsoft.com/office/drawing/2014/main" id="{0413E21A-6735-49F7-84A0-262341ED43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B3515FD2-D67D-4964-A1C7-366A2381E2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6">
              <a:extLst>
                <a:ext uri="{FF2B5EF4-FFF2-40B4-BE49-F238E27FC236}">
                  <a16:creationId xmlns:a16="http://schemas.microsoft.com/office/drawing/2014/main" id="{988F666F-A0C2-4684-BAAE-BF79FEBCB1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6">
              <a:extLst>
                <a:ext uri="{FF2B5EF4-FFF2-40B4-BE49-F238E27FC236}">
                  <a16:creationId xmlns:a16="http://schemas.microsoft.com/office/drawing/2014/main" id="{D64D2D99-CFE5-40EB-81E4-E291053599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6">
              <a:extLst>
                <a:ext uri="{FF2B5EF4-FFF2-40B4-BE49-F238E27FC236}">
                  <a16:creationId xmlns:a16="http://schemas.microsoft.com/office/drawing/2014/main" id="{6F1D8EC0-2F8B-4B55-829F-5D11897D2E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6">
              <a:extLst>
                <a:ext uri="{FF2B5EF4-FFF2-40B4-BE49-F238E27FC236}">
                  <a16:creationId xmlns:a16="http://schemas.microsoft.com/office/drawing/2014/main" id="{7612A0CC-BF09-49BF-BA72-D8A7162378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6">
              <a:extLst>
                <a:ext uri="{FF2B5EF4-FFF2-40B4-BE49-F238E27FC236}">
                  <a16:creationId xmlns:a16="http://schemas.microsoft.com/office/drawing/2014/main" id="{5834C3D7-D7F3-46F0-95B2-22E7990457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6">
              <a:extLst>
                <a:ext uri="{FF2B5EF4-FFF2-40B4-BE49-F238E27FC236}">
                  <a16:creationId xmlns:a16="http://schemas.microsoft.com/office/drawing/2014/main" id="{FD9ABA39-4B6C-4C7A-BFF6-C9192C33F5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6">
              <a:extLst>
                <a:ext uri="{FF2B5EF4-FFF2-40B4-BE49-F238E27FC236}">
                  <a16:creationId xmlns:a16="http://schemas.microsoft.com/office/drawing/2014/main" id="{7A304270-705C-435B-A170-7613148DB7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6">
              <a:extLst>
                <a:ext uri="{FF2B5EF4-FFF2-40B4-BE49-F238E27FC236}">
                  <a16:creationId xmlns:a16="http://schemas.microsoft.com/office/drawing/2014/main" id="{78BD2E8E-0F2A-497D-A0F8-D0D05765BA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F8691056-2A9C-4EAE-898B-E8C145A3A0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6">
              <a:extLst>
                <a:ext uri="{FF2B5EF4-FFF2-40B4-BE49-F238E27FC236}">
                  <a16:creationId xmlns:a16="http://schemas.microsoft.com/office/drawing/2014/main" id="{7644BFA6-53D3-4200-97D5-A0826C9122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6">
              <a:extLst>
                <a:ext uri="{FF2B5EF4-FFF2-40B4-BE49-F238E27FC236}">
                  <a16:creationId xmlns:a16="http://schemas.microsoft.com/office/drawing/2014/main" id="{31DD1366-4AF2-4675-8C09-B16FF18F4A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6">
              <a:extLst>
                <a:ext uri="{FF2B5EF4-FFF2-40B4-BE49-F238E27FC236}">
                  <a16:creationId xmlns:a16="http://schemas.microsoft.com/office/drawing/2014/main" id="{05FAFC32-B238-4EC6-9F94-250901C58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6">
              <a:extLst>
                <a:ext uri="{FF2B5EF4-FFF2-40B4-BE49-F238E27FC236}">
                  <a16:creationId xmlns:a16="http://schemas.microsoft.com/office/drawing/2014/main" id="{94EDFDD1-CC0F-4CE9-A5E1-6F34763C59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6">
              <a:extLst>
                <a:ext uri="{FF2B5EF4-FFF2-40B4-BE49-F238E27FC236}">
                  <a16:creationId xmlns:a16="http://schemas.microsoft.com/office/drawing/2014/main" id="{89391791-3406-405C-A52A-325E0ACEF0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6">
              <a:extLst>
                <a:ext uri="{FF2B5EF4-FFF2-40B4-BE49-F238E27FC236}">
                  <a16:creationId xmlns:a16="http://schemas.microsoft.com/office/drawing/2014/main" id="{C45408BD-5A4C-4B71-9A10-180FFAA3CF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6">
              <a:extLst>
                <a:ext uri="{FF2B5EF4-FFF2-40B4-BE49-F238E27FC236}">
                  <a16:creationId xmlns:a16="http://schemas.microsoft.com/office/drawing/2014/main" id="{262DA3C5-1F52-431A-AA77-2EBDF5CD4D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6">
              <a:extLst>
                <a:ext uri="{FF2B5EF4-FFF2-40B4-BE49-F238E27FC236}">
                  <a16:creationId xmlns:a16="http://schemas.microsoft.com/office/drawing/2014/main" id="{158567EE-7ECE-4308-AF7E-DEA507E8E4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D2894DDF-45DE-4178-BFC7-4F0B8D8EF9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6">
              <a:extLst>
                <a:ext uri="{FF2B5EF4-FFF2-40B4-BE49-F238E27FC236}">
                  <a16:creationId xmlns:a16="http://schemas.microsoft.com/office/drawing/2014/main" id="{36B1E453-1287-45A9-9339-730E3914F1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6">
              <a:extLst>
                <a:ext uri="{FF2B5EF4-FFF2-40B4-BE49-F238E27FC236}">
                  <a16:creationId xmlns:a16="http://schemas.microsoft.com/office/drawing/2014/main" id="{4D1CFF21-2793-4E1D-A631-989F34A2CB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6">
              <a:extLst>
                <a:ext uri="{FF2B5EF4-FFF2-40B4-BE49-F238E27FC236}">
                  <a16:creationId xmlns:a16="http://schemas.microsoft.com/office/drawing/2014/main" id="{FFFFE495-6317-4046-8780-509B3F7DE4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07F2B335-6843-4188-BE58-F99705AE73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6">
              <a:extLst>
                <a:ext uri="{FF2B5EF4-FFF2-40B4-BE49-F238E27FC236}">
                  <a16:creationId xmlns:a16="http://schemas.microsoft.com/office/drawing/2014/main" id="{6A1AA564-0530-4B23-B215-595CC54E23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6">
              <a:extLst>
                <a:ext uri="{FF2B5EF4-FFF2-40B4-BE49-F238E27FC236}">
                  <a16:creationId xmlns:a16="http://schemas.microsoft.com/office/drawing/2014/main" id="{4876FBCA-0D51-4B33-9375-D3F71918F7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6">
              <a:extLst>
                <a:ext uri="{FF2B5EF4-FFF2-40B4-BE49-F238E27FC236}">
                  <a16:creationId xmlns:a16="http://schemas.microsoft.com/office/drawing/2014/main" id="{B025D520-F3BC-4D3B-BF86-05B537F248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6">
              <a:extLst>
                <a:ext uri="{FF2B5EF4-FFF2-40B4-BE49-F238E27FC236}">
                  <a16:creationId xmlns:a16="http://schemas.microsoft.com/office/drawing/2014/main" id="{24765AAF-1343-40B6-9F77-11BC4F9E47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6">
              <a:extLst>
                <a:ext uri="{FF2B5EF4-FFF2-40B4-BE49-F238E27FC236}">
                  <a16:creationId xmlns:a16="http://schemas.microsoft.com/office/drawing/2014/main" id="{CAE5A3F7-0924-495D-8844-A0BFFEA3F5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6">
              <a:extLst>
                <a:ext uri="{FF2B5EF4-FFF2-40B4-BE49-F238E27FC236}">
                  <a16:creationId xmlns:a16="http://schemas.microsoft.com/office/drawing/2014/main" id="{CFDA1116-035D-4E54-AFBB-4D27A956C2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6">
              <a:extLst>
                <a:ext uri="{FF2B5EF4-FFF2-40B4-BE49-F238E27FC236}">
                  <a16:creationId xmlns:a16="http://schemas.microsoft.com/office/drawing/2014/main" id="{5F363A19-6283-48F8-85FA-6B7CCCB518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16">
              <a:extLst>
                <a:ext uri="{FF2B5EF4-FFF2-40B4-BE49-F238E27FC236}">
                  <a16:creationId xmlns:a16="http://schemas.microsoft.com/office/drawing/2014/main" id="{2A698C8C-4D32-4D3F-9F80-BEC6A13B84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6">
              <a:extLst>
                <a:ext uri="{FF2B5EF4-FFF2-40B4-BE49-F238E27FC236}">
                  <a16:creationId xmlns:a16="http://schemas.microsoft.com/office/drawing/2014/main" id="{4570646F-A2EF-470F-BE69-65F48D8F63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6">
              <a:extLst>
                <a:ext uri="{FF2B5EF4-FFF2-40B4-BE49-F238E27FC236}">
                  <a16:creationId xmlns:a16="http://schemas.microsoft.com/office/drawing/2014/main" id="{6076E36D-73D2-4127-BE4A-21CD4864C9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6">
              <a:extLst>
                <a:ext uri="{FF2B5EF4-FFF2-40B4-BE49-F238E27FC236}">
                  <a16:creationId xmlns:a16="http://schemas.microsoft.com/office/drawing/2014/main" id="{7C8BE7DC-9C93-4AE4-849A-1438EF43DA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6">
              <a:extLst>
                <a:ext uri="{FF2B5EF4-FFF2-40B4-BE49-F238E27FC236}">
                  <a16:creationId xmlns:a16="http://schemas.microsoft.com/office/drawing/2014/main" id="{7A7E7F5E-396F-402D-87C2-4ECEE23A83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6">
              <a:extLst>
                <a:ext uri="{FF2B5EF4-FFF2-40B4-BE49-F238E27FC236}">
                  <a16:creationId xmlns:a16="http://schemas.microsoft.com/office/drawing/2014/main" id="{97EC6D43-68CC-4F32-BFB8-1B15CFBD59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6">
              <a:extLst>
                <a:ext uri="{FF2B5EF4-FFF2-40B4-BE49-F238E27FC236}">
                  <a16:creationId xmlns:a16="http://schemas.microsoft.com/office/drawing/2014/main" id="{AA1D0C14-2069-4DE9-A088-6C76A61F20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6">
              <a:extLst>
                <a:ext uri="{FF2B5EF4-FFF2-40B4-BE49-F238E27FC236}">
                  <a16:creationId xmlns:a16="http://schemas.microsoft.com/office/drawing/2014/main" id="{72C3829D-1796-4F37-B8F1-5C9A26E28C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6">
              <a:extLst>
                <a:ext uri="{FF2B5EF4-FFF2-40B4-BE49-F238E27FC236}">
                  <a16:creationId xmlns:a16="http://schemas.microsoft.com/office/drawing/2014/main" id="{F74CEB28-F72C-46BF-955A-1DFBE9110A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6">
              <a:extLst>
                <a:ext uri="{FF2B5EF4-FFF2-40B4-BE49-F238E27FC236}">
                  <a16:creationId xmlns:a16="http://schemas.microsoft.com/office/drawing/2014/main" id="{7052B90E-88FE-46F1-B64B-F574689D4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6">
              <a:extLst>
                <a:ext uri="{FF2B5EF4-FFF2-40B4-BE49-F238E27FC236}">
                  <a16:creationId xmlns:a16="http://schemas.microsoft.com/office/drawing/2014/main" id="{F8F128E0-3AD1-4260-A7E5-19E8751009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6">
              <a:extLst>
                <a:ext uri="{FF2B5EF4-FFF2-40B4-BE49-F238E27FC236}">
                  <a16:creationId xmlns:a16="http://schemas.microsoft.com/office/drawing/2014/main" id="{969B39FA-8605-4E46-98D4-7C699D24F4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6">
              <a:extLst>
                <a:ext uri="{FF2B5EF4-FFF2-40B4-BE49-F238E27FC236}">
                  <a16:creationId xmlns:a16="http://schemas.microsoft.com/office/drawing/2014/main" id="{DD141AA4-FDDD-4DF1-A51F-34017775CB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6">
              <a:extLst>
                <a:ext uri="{FF2B5EF4-FFF2-40B4-BE49-F238E27FC236}">
                  <a16:creationId xmlns:a16="http://schemas.microsoft.com/office/drawing/2014/main" id="{855CBA53-E52B-4687-96C6-EBA404B23D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6">
              <a:extLst>
                <a:ext uri="{FF2B5EF4-FFF2-40B4-BE49-F238E27FC236}">
                  <a16:creationId xmlns:a16="http://schemas.microsoft.com/office/drawing/2014/main" id="{BA45AD96-F5AF-4075-86DE-27366EF279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6">
              <a:extLst>
                <a:ext uri="{FF2B5EF4-FFF2-40B4-BE49-F238E27FC236}">
                  <a16:creationId xmlns:a16="http://schemas.microsoft.com/office/drawing/2014/main" id="{BB34F054-D296-4BA7-A495-E174D9BE84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6">
              <a:extLst>
                <a:ext uri="{FF2B5EF4-FFF2-40B4-BE49-F238E27FC236}">
                  <a16:creationId xmlns:a16="http://schemas.microsoft.com/office/drawing/2014/main" id="{F429DE27-C226-4AA5-9816-E6376A4E2A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6">
              <a:extLst>
                <a:ext uri="{FF2B5EF4-FFF2-40B4-BE49-F238E27FC236}">
                  <a16:creationId xmlns:a16="http://schemas.microsoft.com/office/drawing/2014/main" id="{EE6506CD-9CC1-4BC6-BC32-DFD6FB136A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6">
              <a:extLst>
                <a:ext uri="{FF2B5EF4-FFF2-40B4-BE49-F238E27FC236}">
                  <a16:creationId xmlns:a16="http://schemas.microsoft.com/office/drawing/2014/main" id="{B3A7E91D-34EB-4744-A1A0-13EC637748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6">
              <a:extLst>
                <a:ext uri="{FF2B5EF4-FFF2-40B4-BE49-F238E27FC236}">
                  <a16:creationId xmlns:a16="http://schemas.microsoft.com/office/drawing/2014/main" id="{65A23728-E731-4707-AC6B-35FB937AE7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6">
              <a:extLst>
                <a:ext uri="{FF2B5EF4-FFF2-40B4-BE49-F238E27FC236}">
                  <a16:creationId xmlns:a16="http://schemas.microsoft.com/office/drawing/2014/main" id="{D8983A2E-8721-4A78-B55C-FD0940B28E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6">
              <a:extLst>
                <a:ext uri="{FF2B5EF4-FFF2-40B4-BE49-F238E27FC236}">
                  <a16:creationId xmlns:a16="http://schemas.microsoft.com/office/drawing/2014/main" id="{FD4BBBB1-537D-4BF3-9BCC-DB166F1B91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6">
              <a:extLst>
                <a:ext uri="{FF2B5EF4-FFF2-40B4-BE49-F238E27FC236}">
                  <a16:creationId xmlns:a16="http://schemas.microsoft.com/office/drawing/2014/main" id="{AB55ADFF-1418-463B-9F69-0448C6BC55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6">
              <a:extLst>
                <a:ext uri="{FF2B5EF4-FFF2-40B4-BE49-F238E27FC236}">
                  <a16:creationId xmlns:a16="http://schemas.microsoft.com/office/drawing/2014/main" id="{7DB31205-26C8-4B40-84B2-A21E04286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A55615A4-EA9A-41B6-9F9B-5608693927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6">
              <a:extLst>
                <a:ext uri="{FF2B5EF4-FFF2-40B4-BE49-F238E27FC236}">
                  <a16:creationId xmlns:a16="http://schemas.microsoft.com/office/drawing/2014/main" id="{A66AFF9B-47A8-431E-A764-E6AFD67771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6">
              <a:extLst>
                <a:ext uri="{FF2B5EF4-FFF2-40B4-BE49-F238E27FC236}">
                  <a16:creationId xmlns:a16="http://schemas.microsoft.com/office/drawing/2014/main" id="{BB50F388-4C4F-4B03-AD18-01111D1C59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6">
              <a:extLst>
                <a:ext uri="{FF2B5EF4-FFF2-40B4-BE49-F238E27FC236}">
                  <a16:creationId xmlns:a16="http://schemas.microsoft.com/office/drawing/2014/main" id="{CF3FB584-0B0E-423F-925C-1180324EBD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6">
              <a:extLst>
                <a:ext uri="{FF2B5EF4-FFF2-40B4-BE49-F238E27FC236}">
                  <a16:creationId xmlns:a16="http://schemas.microsoft.com/office/drawing/2014/main" id="{ED4EC88C-3F33-4DC1-85B0-07C4415BBD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6">
              <a:extLst>
                <a:ext uri="{FF2B5EF4-FFF2-40B4-BE49-F238E27FC236}">
                  <a16:creationId xmlns:a16="http://schemas.microsoft.com/office/drawing/2014/main" id="{1C4B329A-FB4F-44FB-B230-B1047E59B3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6">
              <a:extLst>
                <a:ext uri="{FF2B5EF4-FFF2-40B4-BE49-F238E27FC236}">
                  <a16:creationId xmlns:a16="http://schemas.microsoft.com/office/drawing/2014/main" id="{BE396084-F429-410A-AF78-35CDD96AF6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6">
              <a:extLst>
                <a:ext uri="{FF2B5EF4-FFF2-40B4-BE49-F238E27FC236}">
                  <a16:creationId xmlns:a16="http://schemas.microsoft.com/office/drawing/2014/main" id="{6F0A9973-4361-4CB5-876A-37B001931E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6">
              <a:extLst>
                <a:ext uri="{FF2B5EF4-FFF2-40B4-BE49-F238E27FC236}">
                  <a16:creationId xmlns:a16="http://schemas.microsoft.com/office/drawing/2014/main" id="{1F716BE4-ED9D-4AFC-8882-0079178438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6">
              <a:extLst>
                <a:ext uri="{FF2B5EF4-FFF2-40B4-BE49-F238E27FC236}">
                  <a16:creationId xmlns:a16="http://schemas.microsoft.com/office/drawing/2014/main" id="{A3188B9A-07AD-4D67-9017-92061B138A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6">
              <a:extLst>
                <a:ext uri="{FF2B5EF4-FFF2-40B4-BE49-F238E27FC236}">
                  <a16:creationId xmlns:a16="http://schemas.microsoft.com/office/drawing/2014/main" id="{DE8AD78A-ABB9-4B8E-A0F9-F7CCA2E2EF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6">
              <a:extLst>
                <a:ext uri="{FF2B5EF4-FFF2-40B4-BE49-F238E27FC236}">
                  <a16:creationId xmlns:a16="http://schemas.microsoft.com/office/drawing/2014/main" id="{02865DC5-04F0-4328-8C93-50994C40E4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6">
              <a:extLst>
                <a:ext uri="{FF2B5EF4-FFF2-40B4-BE49-F238E27FC236}">
                  <a16:creationId xmlns:a16="http://schemas.microsoft.com/office/drawing/2014/main" id="{541DB8F0-C031-42C1-A57D-729DA2CFF3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6">
              <a:extLst>
                <a:ext uri="{FF2B5EF4-FFF2-40B4-BE49-F238E27FC236}">
                  <a16:creationId xmlns:a16="http://schemas.microsoft.com/office/drawing/2014/main" id="{E74F6813-CEDF-4C90-9515-18F2D2808D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6">
              <a:extLst>
                <a:ext uri="{FF2B5EF4-FFF2-40B4-BE49-F238E27FC236}">
                  <a16:creationId xmlns:a16="http://schemas.microsoft.com/office/drawing/2014/main" id="{178439D5-98F9-4547-AA18-8F0D15FA50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16">
              <a:extLst>
                <a:ext uri="{FF2B5EF4-FFF2-40B4-BE49-F238E27FC236}">
                  <a16:creationId xmlns:a16="http://schemas.microsoft.com/office/drawing/2014/main" id="{FF65ACCA-B29A-4B23-99DF-9E8988FE77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6">
              <a:extLst>
                <a:ext uri="{FF2B5EF4-FFF2-40B4-BE49-F238E27FC236}">
                  <a16:creationId xmlns:a16="http://schemas.microsoft.com/office/drawing/2014/main" id="{08202144-2699-405E-B70E-10ACB62504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6">
              <a:extLst>
                <a:ext uri="{FF2B5EF4-FFF2-40B4-BE49-F238E27FC236}">
                  <a16:creationId xmlns:a16="http://schemas.microsoft.com/office/drawing/2014/main" id="{8F59B94B-2422-4834-BD86-CFE3D8A53F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16">
              <a:extLst>
                <a:ext uri="{FF2B5EF4-FFF2-40B4-BE49-F238E27FC236}">
                  <a16:creationId xmlns:a16="http://schemas.microsoft.com/office/drawing/2014/main" id="{C5893D12-2CAA-4072-80FB-D3E9971005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C5D33650-F7DF-4640-8624-E4A406586B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6">
              <a:extLst>
                <a:ext uri="{FF2B5EF4-FFF2-40B4-BE49-F238E27FC236}">
                  <a16:creationId xmlns:a16="http://schemas.microsoft.com/office/drawing/2014/main" id="{D8E569D6-7F89-4731-A6B8-6AFEB4544E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16">
              <a:extLst>
                <a:ext uri="{FF2B5EF4-FFF2-40B4-BE49-F238E27FC236}">
                  <a16:creationId xmlns:a16="http://schemas.microsoft.com/office/drawing/2014/main" id="{80CEE136-CAF7-4993-84B3-67A0917C53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FFDB2B08-42EF-46F1-9397-9A855C1A24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6">
              <a:extLst>
                <a:ext uri="{FF2B5EF4-FFF2-40B4-BE49-F238E27FC236}">
                  <a16:creationId xmlns:a16="http://schemas.microsoft.com/office/drawing/2014/main" id="{AB77A349-A09C-4B90-9A2C-EA856A8D86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16">
              <a:extLst>
                <a:ext uri="{FF2B5EF4-FFF2-40B4-BE49-F238E27FC236}">
                  <a16:creationId xmlns:a16="http://schemas.microsoft.com/office/drawing/2014/main" id="{48608721-EE4A-426A-91C2-C463004F97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16">
              <a:extLst>
                <a:ext uri="{FF2B5EF4-FFF2-40B4-BE49-F238E27FC236}">
                  <a16:creationId xmlns:a16="http://schemas.microsoft.com/office/drawing/2014/main" id="{B927CE31-5623-45C2-9E5E-6EF0145365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6">
              <a:extLst>
                <a:ext uri="{FF2B5EF4-FFF2-40B4-BE49-F238E27FC236}">
                  <a16:creationId xmlns:a16="http://schemas.microsoft.com/office/drawing/2014/main" id="{664A9588-E7C2-4376-869E-12661D073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6">
              <a:extLst>
                <a:ext uri="{FF2B5EF4-FFF2-40B4-BE49-F238E27FC236}">
                  <a16:creationId xmlns:a16="http://schemas.microsoft.com/office/drawing/2014/main" id="{C07EBDA9-99B9-4FEA-8E61-CF7766C803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16">
              <a:extLst>
                <a:ext uri="{FF2B5EF4-FFF2-40B4-BE49-F238E27FC236}">
                  <a16:creationId xmlns:a16="http://schemas.microsoft.com/office/drawing/2014/main" id="{E44A3FF9-F9CA-4868-B495-9C7AAE9DDF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16">
              <a:extLst>
                <a:ext uri="{FF2B5EF4-FFF2-40B4-BE49-F238E27FC236}">
                  <a16:creationId xmlns:a16="http://schemas.microsoft.com/office/drawing/2014/main" id="{CCF5D671-0529-4209-8A7C-1149C28011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16">
              <a:extLst>
                <a:ext uri="{FF2B5EF4-FFF2-40B4-BE49-F238E27FC236}">
                  <a16:creationId xmlns:a16="http://schemas.microsoft.com/office/drawing/2014/main" id="{DCA290DC-6B1F-40EB-A9F0-F96F5851B3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16">
              <a:extLst>
                <a:ext uri="{FF2B5EF4-FFF2-40B4-BE49-F238E27FC236}">
                  <a16:creationId xmlns:a16="http://schemas.microsoft.com/office/drawing/2014/main" id="{36C813C9-8C14-4372-801A-DBB3E037EE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16">
              <a:extLst>
                <a:ext uri="{FF2B5EF4-FFF2-40B4-BE49-F238E27FC236}">
                  <a16:creationId xmlns:a16="http://schemas.microsoft.com/office/drawing/2014/main" id="{F253EC72-B338-4BBF-9042-C191E60067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16">
              <a:extLst>
                <a:ext uri="{FF2B5EF4-FFF2-40B4-BE49-F238E27FC236}">
                  <a16:creationId xmlns:a16="http://schemas.microsoft.com/office/drawing/2014/main" id="{7B28B5DF-2DA6-4E8F-817A-C1902DCD45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16">
              <a:extLst>
                <a:ext uri="{FF2B5EF4-FFF2-40B4-BE49-F238E27FC236}">
                  <a16:creationId xmlns:a16="http://schemas.microsoft.com/office/drawing/2014/main" id="{09D7394F-F75D-4FED-8923-575F140FA2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16">
              <a:extLst>
                <a:ext uri="{FF2B5EF4-FFF2-40B4-BE49-F238E27FC236}">
                  <a16:creationId xmlns:a16="http://schemas.microsoft.com/office/drawing/2014/main" id="{F172134A-6C32-4752-97D8-E661E6A263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16">
              <a:extLst>
                <a:ext uri="{FF2B5EF4-FFF2-40B4-BE49-F238E27FC236}">
                  <a16:creationId xmlns:a16="http://schemas.microsoft.com/office/drawing/2014/main" id="{6CAB8EBC-D1A2-4B27-9297-ADFA1B5C1A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16">
              <a:extLst>
                <a:ext uri="{FF2B5EF4-FFF2-40B4-BE49-F238E27FC236}">
                  <a16:creationId xmlns:a16="http://schemas.microsoft.com/office/drawing/2014/main" id="{6E5A44D5-4DED-4075-8C18-C4EE1E61AB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16">
              <a:extLst>
                <a:ext uri="{FF2B5EF4-FFF2-40B4-BE49-F238E27FC236}">
                  <a16:creationId xmlns:a16="http://schemas.microsoft.com/office/drawing/2014/main" id="{47E67357-8F43-4716-AF36-C4D3FAD577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16">
              <a:extLst>
                <a:ext uri="{FF2B5EF4-FFF2-40B4-BE49-F238E27FC236}">
                  <a16:creationId xmlns:a16="http://schemas.microsoft.com/office/drawing/2014/main" id="{CDB9D3D1-A9FF-4CC6-B6AD-51D73FCAE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16">
              <a:extLst>
                <a:ext uri="{FF2B5EF4-FFF2-40B4-BE49-F238E27FC236}">
                  <a16:creationId xmlns:a16="http://schemas.microsoft.com/office/drawing/2014/main" id="{B1C55A0F-DE6D-4BE9-B90E-6857701710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16">
              <a:extLst>
                <a:ext uri="{FF2B5EF4-FFF2-40B4-BE49-F238E27FC236}">
                  <a16:creationId xmlns:a16="http://schemas.microsoft.com/office/drawing/2014/main" id="{6627EE65-8BCE-41D8-BE30-34A95B9424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16">
              <a:extLst>
                <a:ext uri="{FF2B5EF4-FFF2-40B4-BE49-F238E27FC236}">
                  <a16:creationId xmlns:a16="http://schemas.microsoft.com/office/drawing/2014/main" id="{FA999AE1-300A-4580-A684-3752E1FB0E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16">
              <a:extLst>
                <a:ext uri="{FF2B5EF4-FFF2-40B4-BE49-F238E27FC236}">
                  <a16:creationId xmlns:a16="http://schemas.microsoft.com/office/drawing/2014/main" id="{9BB492A4-E274-4551-A97A-AD8A2538EB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16">
              <a:extLst>
                <a:ext uri="{FF2B5EF4-FFF2-40B4-BE49-F238E27FC236}">
                  <a16:creationId xmlns:a16="http://schemas.microsoft.com/office/drawing/2014/main" id="{CBF53111-DF01-47C3-8596-B57862E0C3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16">
              <a:extLst>
                <a:ext uri="{FF2B5EF4-FFF2-40B4-BE49-F238E27FC236}">
                  <a16:creationId xmlns:a16="http://schemas.microsoft.com/office/drawing/2014/main" id="{C53F7DDB-439E-47C6-90BD-B22EA9B7CD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16">
              <a:extLst>
                <a:ext uri="{FF2B5EF4-FFF2-40B4-BE49-F238E27FC236}">
                  <a16:creationId xmlns:a16="http://schemas.microsoft.com/office/drawing/2014/main" id="{81E7F6E6-2542-47E1-AE43-9B182D3758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16">
              <a:extLst>
                <a:ext uri="{FF2B5EF4-FFF2-40B4-BE49-F238E27FC236}">
                  <a16:creationId xmlns:a16="http://schemas.microsoft.com/office/drawing/2014/main" id="{E777532A-71A5-494B-820C-48C05EC74C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16">
              <a:extLst>
                <a:ext uri="{FF2B5EF4-FFF2-40B4-BE49-F238E27FC236}">
                  <a16:creationId xmlns:a16="http://schemas.microsoft.com/office/drawing/2014/main" id="{70329985-9DF6-417E-8BE0-929232945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16">
              <a:extLst>
                <a:ext uri="{FF2B5EF4-FFF2-40B4-BE49-F238E27FC236}">
                  <a16:creationId xmlns:a16="http://schemas.microsoft.com/office/drawing/2014/main" id="{00252936-908A-4F1A-B1D6-E291EDBA6E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16">
              <a:extLst>
                <a:ext uri="{FF2B5EF4-FFF2-40B4-BE49-F238E27FC236}">
                  <a16:creationId xmlns:a16="http://schemas.microsoft.com/office/drawing/2014/main" id="{1614E059-CFCA-409A-8521-5A7B0CD0E4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16">
              <a:extLst>
                <a:ext uri="{FF2B5EF4-FFF2-40B4-BE49-F238E27FC236}">
                  <a16:creationId xmlns:a16="http://schemas.microsoft.com/office/drawing/2014/main" id="{D67A4711-AC1A-4F94-B614-DDA70F4AB3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Freeform 16">
              <a:extLst>
                <a:ext uri="{FF2B5EF4-FFF2-40B4-BE49-F238E27FC236}">
                  <a16:creationId xmlns:a16="http://schemas.microsoft.com/office/drawing/2014/main" id="{7AC93D6D-B965-4CFB-82B3-C2F8189DD7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16">
              <a:extLst>
                <a:ext uri="{FF2B5EF4-FFF2-40B4-BE49-F238E27FC236}">
                  <a16:creationId xmlns:a16="http://schemas.microsoft.com/office/drawing/2014/main" id="{00CA144B-A572-487C-B67D-E0784F6971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16">
              <a:extLst>
                <a:ext uri="{FF2B5EF4-FFF2-40B4-BE49-F238E27FC236}">
                  <a16:creationId xmlns:a16="http://schemas.microsoft.com/office/drawing/2014/main" id="{E1487B58-3826-42D4-A325-3E4E0478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16">
              <a:extLst>
                <a:ext uri="{FF2B5EF4-FFF2-40B4-BE49-F238E27FC236}">
                  <a16:creationId xmlns:a16="http://schemas.microsoft.com/office/drawing/2014/main" id="{3C65D50D-4B63-4F19-93C9-926E0DA625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Freeform 16">
              <a:extLst>
                <a:ext uri="{FF2B5EF4-FFF2-40B4-BE49-F238E27FC236}">
                  <a16:creationId xmlns:a16="http://schemas.microsoft.com/office/drawing/2014/main" id="{91A9FD33-BBFB-4EB4-B633-06A023CB60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Freeform 16">
              <a:extLst>
                <a:ext uri="{FF2B5EF4-FFF2-40B4-BE49-F238E27FC236}">
                  <a16:creationId xmlns:a16="http://schemas.microsoft.com/office/drawing/2014/main" id="{8A25449F-C96E-43A9-BE7E-8415CB8CA9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Freeform 16">
              <a:extLst>
                <a:ext uri="{FF2B5EF4-FFF2-40B4-BE49-F238E27FC236}">
                  <a16:creationId xmlns:a16="http://schemas.microsoft.com/office/drawing/2014/main" id="{E852D294-5AE3-4C12-AE2F-1361C06DF2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Freeform 16">
              <a:extLst>
                <a:ext uri="{FF2B5EF4-FFF2-40B4-BE49-F238E27FC236}">
                  <a16:creationId xmlns:a16="http://schemas.microsoft.com/office/drawing/2014/main" id="{D75B22CF-07E7-4A6F-B17D-758BBE5538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16">
              <a:extLst>
                <a:ext uri="{FF2B5EF4-FFF2-40B4-BE49-F238E27FC236}">
                  <a16:creationId xmlns:a16="http://schemas.microsoft.com/office/drawing/2014/main" id="{45BB4DE2-44BF-43BF-9C16-259FA34503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16">
              <a:extLst>
                <a:ext uri="{FF2B5EF4-FFF2-40B4-BE49-F238E27FC236}">
                  <a16:creationId xmlns:a16="http://schemas.microsoft.com/office/drawing/2014/main" id="{9082519B-328F-4D85-9648-AA99F35AF4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16">
              <a:extLst>
                <a:ext uri="{FF2B5EF4-FFF2-40B4-BE49-F238E27FC236}">
                  <a16:creationId xmlns:a16="http://schemas.microsoft.com/office/drawing/2014/main" id="{D9C1B58C-398E-452F-88B1-1E2D056BC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16">
              <a:extLst>
                <a:ext uri="{FF2B5EF4-FFF2-40B4-BE49-F238E27FC236}">
                  <a16:creationId xmlns:a16="http://schemas.microsoft.com/office/drawing/2014/main" id="{1215C438-62B6-48E8-93BD-2400CE7DCB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16">
              <a:extLst>
                <a:ext uri="{FF2B5EF4-FFF2-40B4-BE49-F238E27FC236}">
                  <a16:creationId xmlns:a16="http://schemas.microsoft.com/office/drawing/2014/main" id="{74287A1C-61DC-4764-AD91-0D8AE5D32F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16">
              <a:extLst>
                <a:ext uri="{FF2B5EF4-FFF2-40B4-BE49-F238E27FC236}">
                  <a16:creationId xmlns:a16="http://schemas.microsoft.com/office/drawing/2014/main" id="{935F5F69-3B06-47EE-8A58-9EFC1B83EC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16">
              <a:extLst>
                <a:ext uri="{FF2B5EF4-FFF2-40B4-BE49-F238E27FC236}">
                  <a16:creationId xmlns:a16="http://schemas.microsoft.com/office/drawing/2014/main" id="{1101FFF9-CF37-4721-8186-544775DE50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Freeform 16">
              <a:extLst>
                <a:ext uri="{FF2B5EF4-FFF2-40B4-BE49-F238E27FC236}">
                  <a16:creationId xmlns:a16="http://schemas.microsoft.com/office/drawing/2014/main" id="{DA07B02B-AB92-4E6D-BE68-38C0C55A70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Freeform 16">
              <a:extLst>
                <a:ext uri="{FF2B5EF4-FFF2-40B4-BE49-F238E27FC236}">
                  <a16:creationId xmlns:a16="http://schemas.microsoft.com/office/drawing/2014/main" id="{5C7F6697-9CF8-4C52-8134-856F37E69B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Freeform 16">
              <a:extLst>
                <a:ext uri="{FF2B5EF4-FFF2-40B4-BE49-F238E27FC236}">
                  <a16:creationId xmlns:a16="http://schemas.microsoft.com/office/drawing/2014/main" id="{71AE8640-CA8D-45ED-B293-E41C04107B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Freeform 16">
              <a:extLst>
                <a:ext uri="{FF2B5EF4-FFF2-40B4-BE49-F238E27FC236}">
                  <a16:creationId xmlns:a16="http://schemas.microsoft.com/office/drawing/2014/main" id="{63C196AF-4D4C-4362-BDBF-EC89D3AF7E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Freeform 16">
              <a:extLst>
                <a:ext uri="{FF2B5EF4-FFF2-40B4-BE49-F238E27FC236}">
                  <a16:creationId xmlns:a16="http://schemas.microsoft.com/office/drawing/2014/main" id="{ACA5D87D-1923-4B8B-9B95-C833F20B3F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Freeform 16">
              <a:extLst>
                <a:ext uri="{FF2B5EF4-FFF2-40B4-BE49-F238E27FC236}">
                  <a16:creationId xmlns:a16="http://schemas.microsoft.com/office/drawing/2014/main" id="{5168EF6E-C030-46F7-940B-B2259B19D5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Freeform 16">
              <a:extLst>
                <a:ext uri="{FF2B5EF4-FFF2-40B4-BE49-F238E27FC236}">
                  <a16:creationId xmlns:a16="http://schemas.microsoft.com/office/drawing/2014/main" id="{A141EFDE-9FF6-4BED-B3E7-F887DDD960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16">
              <a:extLst>
                <a:ext uri="{FF2B5EF4-FFF2-40B4-BE49-F238E27FC236}">
                  <a16:creationId xmlns:a16="http://schemas.microsoft.com/office/drawing/2014/main" id="{F1BD7350-6598-41F6-9255-7CC3E31388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Freeform 16">
              <a:extLst>
                <a:ext uri="{FF2B5EF4-FFF2-40B4-BE49-F238E27FC236}">
                  <a16:creationId xmlns:a16="http://schemas.microsoft.com/office/drawing/2014/main" id="{22AC9D57-87D8-4EB4-9431-D6A909D9B3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Freeform 16">
              <a:extLst>
                <a:ext uri="{FF2B5EF4-FFF2-40B4-BE49-F238E27FC236}">
                  <a16:creationId xmlns:a16="http://schemas.microsoft.com/office/drawing/2014/main" id="{5E5F28C9-581C-4582-AFD5-64DAF5C058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Freeform 16">
              <a:extLst>
                <a:ext uri="{FF2B5EF4-FFF2-40B4-BE49-F238E27FC236}">
                  <a16:creationId xmlns:a16="http://schemas.microsoft.com/office/drawing/2014/main" id="{A3946BBE-EEEB-45AB-8953-28E740687D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Freeform 16">
              <a:extLst>
                <a:ext uri="{FF2B5EF4-FFF2-40B4-BE49-F238E27FC236}">
                  <a16:creationId xmlns:a16="http://schemas.microsoft.com/office/drawing/2014/main" id="{6CBC4E02-AAC1-4F30-A6A1-640557D976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16">
              <a:extLst>
                <a:ext uri="{FF2B5EF4-FFF2-40B4-BE49-F238E27FC236}">
                  <a16:creationId xmlns:a16="http://schemas.microsoft.com/office/drawing/2014/main" id="{B048D2CD-AC09-4285-A6D5-6EA03B3903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16">
              <a:extLst>
                <a:ext uri="{FF2B5EF4-FFF2-40B4-BE49-F238E27FC236}">
                  <a16:creationId xmlns:a16="http://schemas.microsoft.com/office/drawing/2014/main" id="{15EF59CC-EAE4-472E-9711-C258CA6562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16">
              <a:extLst>
                <a:ext uri="{FF2B5EF4-FFF2-40B4-BE49-F238E27FC236}">
                  <a16:creationId xmlns:a16="http://schemas.microsoft.com/office/drawing/2014/main" id="{0C37583E-F9BD-44A9-BE2D-5885FBF11A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16">
              <a:extLst>
                <a:ext uri="{FF2B5EF4-FFF2-40B4-BE49-F238E27FC236}">
                  <a16:creationId xmlns:a16="http://schemas.microsoft.com/office/drawing/2014/main" id="{C8F816AA-7759-4D40-8B9F-93CE389699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16">
              <a:extLst>
                <a:ext uri="{FF2B5EF4-FFF2-40B4-BE49-F238E27FC236}">
                  <a16:creationId xmlns:a16="http://schemas.microsoft.com/office/drawing/2014/main" id="{B65B9489-7839-490A-B77D-E0E3DFA52E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16">
              <a:extLst>
                <a:ext uri="{FF2B5EF4-FFF2-40B4-BE49-F238E27FC236}">
                  <a16:creationId xmlns:a16="http://schemas.microsoft.com/office/drawing/2014/main" id="{BECB7B9E-23EE-46B4-90EA-B68B9533FE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Freeform 16">
              <a:extLst>
                <a:ext uri="{FF2B5EF4-FFF2-40B4-BE49-F238E27FC236}">
                  <a16:creationId xmlns:a16="http://schemas.microsoft.com/office/drawing/2014/main" id="{37F81689-425B-4586-BA28-A52EA6461B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16">
              <a:extLst>
                <a:ext uri="{FF2B5EF4-FFF2-40B4-BE49-F238E27FC236}">
                  <a16:creationId xmlns:a16="http://schemas.microsoft.com/office/drawing/2014/main" id="{F4E46C55-E55C-4DB9-84CB-12BA4E8360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AutoShape 3">
              <a:extLst>
                <a:ext uri="{FF2B5EF4-FFF2-40B4-BE49-F238E27FC236}">
                  <a16:creationId xmlns:a16="http://schemas.microsoft.com/office/drawing/2014/main" id="{9F7F7C91-FA75-4191-AB66-8DE3A6C2C91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9912350" y="127000"/>
              <a:ext cx="400050" cy="4278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B79D6001-5C23-4D4D-89FC-00A862D67E58}"/>
                </a:ext>
              </a:extLst>
            </p:cNvPr>
            <p:cNvGrpSpPr/>
            <p:nvPr/>
          </p:nvGrpSpPr>
          <p:grpSpPr>
            <a:xfrm>
              <a:off x="-664463" y="1060450"/>
              <a:ext cx="2884436" cy="4051302"/>
              <a:chOff x="-831850" y="581026"/>
              <a:chExt cx="3567113" cy="5010150"/>
            </a:xfrm>
          </p:grpSpPr>
          <p:sp>
            <p:nvSpPr>
              <p:cNvPr id="272" name="Freeform 10">
                <a:extLst>
                  <a:ext uri="{FF2B5EF4-FFF2-40B4-BE49-F238E27FC236}">
                    <a16:creationId xmlns:a16="http://schemas.microsoft.com/office/drawing/2014/main" id="{93E9F37A-6F37-4C9E-8DC1-2BE258746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831850" y="2471738"/>
                <a:ext cx="3567113" cy="3119438"/>
              </a:xfrm>
              <a:custGeom>
                <a:avLst/>
                <a:gdLst>
                  <a:gd name="T0" fmla="*/ 434 w 464"/>
                  <a:gd name="T1" fmla="*/ 406 h 406"/>
                  <a:gd name="T2" fmla="*/ 30 w 464"/>
                  <a:gd name="T3" fmla="*/ 406 h 406"/>
                  <a:gd name="T4" fmla="*/ 0 w 464"/>
                  <a:gd name="T5" fmla="*/ 376 h 406"/>
                  <a:gd name="T6" fmla="*/ 0 w 464"/>
                  <a:gd name="T7" fmla="*/ 30 h 406"/>
                  <a:gd name="T8" fmla="*/ 30 w 464"/>
                  <a:gd name="T9" fmla="*/ 0 h 406"/>
                  <a:gd name="T10" fmla="*/ 434 w 464"/>
                  <a:gd name="T11" fmla="*/ 0 h 406"/>
                  <a:gd name="T12" fmla="*/ 464 w 464"/>
                  <a:gd name="T13" fmla="*/ 30 h 406"/>
                  <a:gd name="T14" fmla="*/ 464 w 464"/>
                  <a:gd name="T15" fmla="*/ 376 h 406"/>
                  <a:gd name="T16" fmla="*/ 434 w 464"/>
                  <a:gd name="T17" fmla="*/ 406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4" h="406">
                    <a:moveTo>
                      <a:pt x="434" y="406"/>
                    </a:moveTo>
                    <a:cubicBezTo>
                      <a:pt x="30" y="406"/>
                      <a:pt x="30" y="406"/>
                      <a:pt x="30" y="406"/>
                    </a:cubicBezTo>
                    <a:cubicBezTo>
                      <a:pt x="13" y="406"/>
                      <a:pt x="0" y="393"/>
                      <a:pt x="0" y="376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434" y="0"/>
                      <a:pt x="434" y="0"/>
                      <a:pt x="434" y="0"/>
                    </a:cubicBezTo>
                    <a:cubicBezTo>
                      <a:pt x="450" y="0"/>
                      <a:pt x="464" y="14"/>
                      <a:pt x="464" y="30"/>
                    </a:cubicBezTo>
                    <a:cubicBezTo>
                      <a:pt x="464" y="376"/>
                      <a:pt x="464" y="376"/>
                      <a:pt x="464" y="376"/>
                    </a:cubicBezTo>
                    <a:cubicBezTo>
                      <a:pt x="464" y="393"/>
                      <a:pt x="450" y="406"/>
                      <a:pt x="434" y="406"/>
                    </a:cubicBezTo>
                    <a:close/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3" name="Freeform 11">
                <a:extLst>
                  <a:ext uri="{FF2B5EF4-FFF2-40B4-BE49-F238E27FC236}">
                    <a16:creationId xmlns:a16="http://schemas.microsoft.com/office/drawing/2014/main" id="{9622CA32-E887-4015-BE52-CE59C58A50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538" y="3262313"/>
                <a:ext cx="914400" cy="1590675"/>
              </a:xfrm>
              <a:custGeom>
                <a:avLst/>
                <a:gdLst>
                  <a:gd name="T0" fmla="*/ 119 w 119"/>
                  <a:gd name="T1" fmla="*/ 60 h 207"/>
                  <a:gd name="T2" fmla="*/ 60 w 119"/>
                  <a:gd name="T3" fmla="*/ 0 h 207"/>
                  <a:gd name="T4" fmla="*/ 0 w 119"/>
                  <a:gd name="T5" fmla="*/ 60 h 207"/>
                  <a:gd name="T6" fmla="*/ 30 w 119"/>
                  <a:gd name="T7" fmla="*/ 112 h 207"/>
                  <a:gd name="T8" fmla="*/ 11 w 119"/>
                  <a:gd name="T9" fmla="*/ 207 h 207"/>
                  <a:gd name="T10" fmla="*/ 108 w 119"/>
                  <a:gd name="T11" fmla="*/ 207 h 207"/>
                  <a:gd name="T12" fmla="*/ 89 w 119"/>
                  <a:gd name="T13" fmla="*/ 112 h 207"/>
                  <a:gd name="T14" fmla="*/ 119 w 119"/>
                  <a:gd name="T15" fmla="*/ 6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207">
                    <a:moveTo>
                      <a:pt x="119" y="60"/>
                    </a:moveTo>
                    <a:cubicBezTo>
                      <a:pt x="119" y="27"/>
                      <a:pt x="93" y="0"/>
                      <a:pt x="60" y="0"/>
                    </a:cubicBezTo>
                    <a:cubicBezTo>
                      <a:pt x="27" y="0"/>
                      <a:pt x="0" y="27"/>
                      <a:pt x="0" y="60"/>
                    </a:cubicBezTo>
                    <a:cubicBezTo>
                      <a:pt x="0" y="82"/>
                      <a:pt x="12" y="102"/>
                      <a:pt x="30" y="112"/>
                    </a:cubicBezTo>
                    <a:cubicBezTo>
                      <a:pt x="11" y="207"/>
                      <a:pt x="11" y="207"/>
                      <a:pt x="11" y="207"/>
                    </a:cubicBezTo>
                    <a:cubicBezTo>
                      <a:pt x="108" y="207"/>
                      <a:pt x="108" y="207"/>
                      <a:pt x="108" y="207"/>
                    </a:cubicBezTo>
                    <a:cubicBezTo>
                      <a:pt x="89" y="112"/>
                      <a:pt x="89" y="112"/>
                      <a:pt x="89" y="112"/>
                    </a:cubicBezTo>
                    <a:cubicBezTo>
                      <a:pt x="107" y="102"/>
                      <a:pt x="119" y="82"/>
                      <a:pt x="119" y="60"/>
                    </a:cubicBezTo>
                    <a:close/>
                  </a:path>
                </a:pathLst>
              </a:custGeom>
              <a:solidFill>
                <a:srgbClr val="920000"/>
              </a:solidFill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4" name="Freeform 12">
                <a:extLst>
                  <a:ext uri="{FF2B5EF4-FFF2-40B4-BE49-F238E27FC236}">
                    <a16:creationId xmlns:a16="http://schemas.microsoft.com/office/drawing/2014/main" id="{15857072-129D-4B83-AEDA-E98AD3A5A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39713" y="581026"/>
                <a:ext cx="2382838" cy="1958975"/>
              </a:xfrm>
              <a:custGeom>
                <a:avLst/>
                <a:gdLst>
                  <a:gd name="T0" fmla="*/ 0 w 310"/>
                  <a:gd name="T1" fmla="*/ 253 h 255"/>
                  <a:gd name="T2" fmla="*/ 0 w 310"/>
                  <a:gd name="T3" fmla="*/ 155 h 255"/>
                  <a:gd name="T4" fmla="*/ 155 w 310"/>
                  <a:gd name="T5" fmla="*/ 0 h 255"/>
                  <a:gd name="T6" fmla="*/ 310 w 310"/>
                  <a:gd name="T7" fmla="*/ 155 h 255"/>
                  <a:gd name="T8" fmla="*/ 310 w 310"/>
                  <a:gd name="T9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0" h="255">
                    <a:moveTo>
                      <a:pt x="0" y="253"/>
                    </a:moveTo>
                    <a:cubicBezTo>
                      <a:pt x="0" y="155"/>
                      <a:pt x="0" y="155"/>
                      <a:pt x="0" y="155"/>
                    </a:cubicBezTo>
                    <a:cubicBezTo>
                      <a:pt x="0" y="69"/>
                      <a:pt x="69" y="0"/>
                      <a:pt x="155" y="0"/>
                    </a:cubicBezTo>
                    <a:cubicBezTo>
                      <a:pt x="240" y="0"/>
                      <a:pt x="310" y="69"/>
                      <a:pt x="310" y="155"/>
                    </a:cubicBezTo>
                    <a:cubicBezTo>
                      <a:pt x="310" y="255"/>
                      <a:pt x="310" y="255"/>
                      <a:pt x="310" y="255"/>
                    </a:cubicBezTo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395FD607-A9EB-4369-8C8B-71A1A9564207}"/>
                </a:ext>
              </a:extLst>
            </p:cNvPr>
            <p:cNvSpPr/>
            <p:nvPr/>
          </p:nvSpPr>
          <p:spPr>
            <a:xfrm>
              <a:off x="-1327308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5CCAC69A-2B74-4981-825D-C3244AD95072}"/>
                </a:ext>
              </a:extLst>
            </p:cNvPr>
            <p:cNvSpPr/>
            <p:nvPr/>
          </p:nvSpPr>
          <p:spPr>
            <a:xfrm>
              <a:off x="10973671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660DB5A1-D3C7-4B82-A883-81AAAD318502}"/>
                </a:ext>
              </a:extLst>
            </p:cNvPr>
            <p:cNvSpPr/>
            <p:nvPr/>
          </p:nvSpPr>
          <p:spPr>
            <a:xfrm rot="16200000">
              <a:off x="5129275" y="-5934192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02F05F0F-A34E-4FE9-AFF6-B23AF6C59A1F}"/>
                </a:ext>
              </a:extLst>
            </p:cNvPr>
            <p:cNvSpPr/>
            <p:nvPr/>
          </p:nvSpPr>
          <p:spPr>
            <a:xfrm rot="16200000">
              <a:off x="5129270" y="643723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2072" y="3767328"/>
            <a:ext cx="7461504" cy="590931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62072" y="4361688"/>
            <a:ext cx="7461504" cy="525463"/>
          </a:xfrm>
        </p:spPr>
        <p:txBody>
          <a:bodyPr/>
          <a:lstStyle>
            <a:lvl1pPr marL="0" indent="0" algn="l">
              <a:buFontTx/>
              <a:buNone/>
              <a:defRPr sz="2400" b="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5074516"/>
      </p:ext>
    </p:extLst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37218"/>
      </p:ext>
    </p:extLst>
  </p:cSld>
  <p:clrMapOvr>
    <a:masterClrMapping/>
  </p:clrMapOvr>
  <p:hf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0972800" cy="5597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63137"/>
      </p:ext>
    </p:extLst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0972800" cy="57050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</p:spPr>
        <p:txBody>
          <a:bodyPr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EEB69-C51E-4B27-B8D0-CAF14DF83205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8783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n object  Description automatically generated">
            <a:extLst>
              <a:ext uri="{FF2B5EF4-FFF2-40B4-BE49-F238E27FC236}">
                <a16:creationId xmlns:a16="http://schemas.microsoft.com/office/drawing/2014/main" id="{DB5BC97F-BE1C-4CC1-A0F8-EF37ABD2FD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01306"/>
      </p:ext>
    </p:extLst>
  </p:cSld>
  <p:clrMapOvr>
    <a:masterClrMapping/>
  </p:clrMapOvr>
  <p:hf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1_Title, Subtitle,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16750" y="2103036"/>
            <a:ext cx="9976104" cy="359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—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—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—"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0268141" y="5699821"/>
            <a:ext cx="658500" cy="47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5663839"/>
      </p:ext>
    </p:extLst>
  </p:cSld>
  <p:clrMapOvr>
    <a:masterClrMapping/>
  </p:clrMapOvr>
  <p:hf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Title Slide -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29699"/>
            <a:ext cx="10972800" cy="59425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9FFCD0-CFA5-4BC7-BCE6-3E92554098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740" y="2648250"/>
            <a:ext cx="2015928" cy="706351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520850" y="1787097"/>
            <a:ext cx="8700706" cy="341632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800" b="0">
                <a:solidFill>
                  <a:schemeClr val="bg2">
                    <a:lumMod val="50000"/>
                  </a:schemeClr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 userDrawn="1">
            <p:ph type="title" hasCustomPrompt="1"/>
          </p:nvPr>
        </p:nvSpPr>
        <p:spPr>
          <a:xfrm>
            <a:off x="481662" y="839286"/>
            <a:ext cx="8739340" cy="98285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600" b="1" cap="all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574595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siti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764AE4-97B7-4C45-A0D0-BEE3BA17B70F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46E4A-4011-49A2-955F-F689C05DCB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0972800" cy="6172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DE1DF3-9BB4-4DC8-8A61-394EC1805CCA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87F1F-4ACA-4D48-ACDC-152646CBD130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946196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 preserve="1">
  <p:cSld name="Title, Subtitle, and Conte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498347" y="661227"/>
            <a:ext cx="99762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00" cy="3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marR="0" lvl="0" indent="-355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—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—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—"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2"/>
          </p:nvPr>
        </p:nvSpPr>
        <p:spPr>
          <a:xfrm>
            <a:off x="498347" y="1183333"/>
            <a:ext cx="99762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083464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 preserve="1">
  <p:cSld name="Closing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7" b="-229"/>
          <a:stretch/>
        </p:blipFill>
        <p:spPr>
          <a:xfrm>
            <a:off x="1" y="0"/>
            <a:ext cx="10972800" cy="59424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 rot="10800000" flipH="1">
            <a:off x="1" y="0"/>
            <a:ext cx="10972800" cy="6172200"/>
          </a:xfrm>
          <a:prstGeom prst="rect">
            <a:avLst/>
          </a:prstGeom>
          <a:gradFill>
            <a:gsLst>
              <a:gs pos="0">
                <a:schemeClr val="lt1"/>
              </a:gs>
              <a:gs pos="34000">
                <a:schemeClr val="lt1"/>
              </a:gs>
              <a:gs pos="100000">
                <a:srgbClr val="FFFFFF">
                  <a:alpha val="34509"/>
                </a:srgbClr>
              </a:gs>
            </a:gsLst>
            <a:lin ang="300012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3338" y="3902418"/>
            <a:ext cx="3232856" cy="113274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481641" y="5310989"/>
            <a:ext cx="253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Trebuchet MS"/>
              <a:buNone/>
            </a:pPr>
            <a:r>
              <a:rPr lang="en-US" sz="20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www.nvidia.com/dli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95512178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with CONFIDENTIAL" preserve="1">
  <p:cSld name="Title, Subtitle, and Content with CONFIDENTIAL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498347" y="661227"/>
            <a:ext cx="99762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00" cy="3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2"/>
          </p:nvPr>
        </p:nvSpPr>
        <p:spPr>
          <a:xfrm>
            <a:off x="498347" y="1183333"/>
            <a:ext cx="99762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Google Shape;100;p18"/>
          <p:cNvSpPr/>
          <p:nvPr/>
        </p:nvSpPr>
        <p:spPr>
          <a:xfrm>
            <a:off x="7049728" y="5781718"/>
            <a:ext cx="27630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"/>
              <a:buFont typeface="Trebuchet MS"/>
              <a:buNone/>
            </a:pPr>
            <a:r>
              <a:rPr lang="en-US" sz="8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CONFIDENTIAL. DO NOT DISTRIBUTE.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1021556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graph" preserve="1">
  <p:cSld name="Content with Photograph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/>
          <p:nvPr/>
        </p:nvSpPr>
        <p:spPr>
          <a:xfrm>
            <a:off x="1" y="1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498347" y="633527"/>
            <a:ext cx="59223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512064" y="2103034"/>
            <a:ext cx="5905800" cy="3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2"/>
          </p:nvPr>
        </p:nvSpPr>
        <p:spPr>
          <a:xfrm>
            <a:off x="498347" y="1183333"/>
            <a:ext cx="59223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6" name="Google Shape;106;p1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8" y="5785420"/>
            <a:ext cx="580800" cy="20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6709541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/>
          <p:nvPr/>
        </p:nvSpPr>
        <p:spPr>
          <a:xfrm>
            <a:off x="1" y="1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498347" y="661227"/>
            <a:ext cx="99762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8" y="5785420"/>
            <a:ext cx="580800" cy="20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17089259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 type="titleOnly" preserve="1">
  <p:cSld name="Video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>
            <a:off x="1" y="1"/>
            <a:ext cx="10972799" cy="57219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1553496" y="5352632"/>
            <a:ext cx="78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None/>
              <a:defRPr sz="20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13271" y="5142126"/>
            <a:ext cx="7546260" cy="1040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03814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/>
          <p:nvPr/>
        </p:nvSpPr>
        <p:spPr>
          <a:xfrm>
            <a:off x="1" y="1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8" y="5785420"/>
            <a:ext cx="580800" cy="20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314151847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Placeholder" preserve="1">
  <p:cSld name="DEMO Placeholder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/>
          <p:nvPr/>
        </p:nvSpPr>
        <p:spPr>
          <a:xfrm>
            <a:off x="1" y="1"/>
            <a:ext cx="10972799" cy="61721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498347" y="5169474"/>
            <a:ext cx="9976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97574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and Segue" preserve="1">
  <p:cSld name="Quote and Segu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/>
          <p:nvPr/>
        </p:nvSpPr>
        <p:spPr>
          <a:xfrm>
            <a:off x="1" y="1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675" b="-5541"/>
          <a:stretch/>
        </p:blipFill>
        <p:spPr>
          <a:xfrm rot="10800000" flipH="1">
            <a:off x="1" y="2"/>
            <a:ext cx="10972799" cy="617219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/>
          <p:nvPr/>
        </p:nvSpPr>
        <p:spPr>
          <a:xfrm>
            <a:off x="1" y="1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40000">
                <a:schemeClr val="lt2"/>
              </a:gs>
              <a:gs pos="100000">
                <a:srgbClr val="76B900">
                  <a:alpha val="0"/>
                </a:srgbClr>
              </a:gs>
            </a:gsLst>
            <a:lin ang="300012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/>
          <p:nvPr/>
        </p:nvSpPr>
        <p:spPr>
          <a:xfrm>
            <a:off x="1" y="1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76B900">
                  <a:alpha val="29411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286335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Quote and Segue" preserve="1">
  <p:cSld name="1_Quote and Segu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/>
          <p:nvPr/>
        </p:nvSpPr>
        <p:spPr>
          <a:xfrm>
            <a:off x="1" y="1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069" b="-11668"/>
          <a:stretch/>
        </p:blipFill>
        <p:spPr>
          <a:xfrm flipH="1">
            <a:off x="1" y="1"/>
            <a:ext cx="10972799" cy="617219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/>
          <p:nvPr/>
        </p:nvSpPr>
        <p:spPr>
          <a:xfrm rot="10800000"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1"/>
              </a:gs>
              <a:gs pos="40000">
                <a:schemeClr val="lt1"/>
              </a:gs>
              <a:gs pos="100000">
                <a:srgbClr val="FFFFFF">
                  <a:alpha val="0"/>
                </a:srgbClr>
              </a:gs>
            </a:gsLst>
            <a:lin ang="300012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 rot="10800000"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29411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599576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>
            <a:spLocks noGrp="1"/>
          </p:cNvSpPr>
          <p:nvPr>
            <p:ph type="title"/>
          </p:nvPr>
        </p:nvSpPr>
        <p:spPr>
          <a:xfrm>
            <a:off x="499744" y="653531"/>
            <a:ext cx="99732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b" anchorCtr="0"/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1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body" idx="1"/>
          </p:nvPr>
        </p:nvSpPr>
        <p:spPr>
          <a:xfrm>
            <a:off x="517403" y="2002367"/>
            <a:ext cx="9948900" cy="3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–"/>
              <a:defRPr/>
            </a:lvl4pPr>
            <a:lvl5pPr marL="228600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5pPr>
            <a:lvl6pPr marL="2743200" lvl="5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6pPr>
            <a:lvl7pPr marL="3200400" lvl="6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7pPr>
            <a:lvl8pPr marL="3657600" lvl="7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8pPr>
            <a:lvl9pPr marL="4114800" lvl="8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7" name="Google Shape;137;p2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70000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70000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70000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41125" rIns="82275" bIns="4112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063274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 - Images" preserve="1">
  <p:cSld name="12_Title Slide - Image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>
            <a:off x="0" y="0"/>
            <a:ext cx="10972800" cy="5942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/>
          <p:nvPr/>
        </p:nvSpPr>
        <p:spPr>
          <a:xfrm rot="10800000" flipH="1"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1"/>
              </a:gs>
              <a:gs pos="34000">
                <a:schemeClr val="lt1"/>
              </a:gs>
              <a:gs pos="100000">
                <a:srgbClr val="FFFFFF">
                  <a:alpha val="34509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490973" y="4612301"/>
            <a:ext cx="60571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000" b="0" i="0" u="none" strike="noStrike" cap="none">
                <a:solidFill>
                  <a:srgbClr val="59595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–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490973" y="3434608"/>
            <a:ext cx="6057133" cy="98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8" name="Google Shape;18;p2"/>
          <p:cNvCxnSpPr/>
          <p:nvPr/>
        </p:nvCxnSpPr>
        <p:spPr>
          <a:xfrm>
            <a:off x="583337" y="4490990"/>
            <a:ext cx="5456769" cy="0"/>
          </a:xfrm>
          <a:prstGeom prst="straightConnector1">
            <a:avLst/>
          </a:prstGeom>
          <a:noFill/>
          <a:ln w="9525" cap="rnd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9" name="Google Shape;19;p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3337" y="483260"/>
            <a:ext cx="2284591" cy="8004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239645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- Green" preserve="1">
  <p:cSld name="Transition - Gree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680" b="-5537"/>
          <a:stretch/>
        </p:blipFill>
        <p:spPr>
          <a:xfrm rot="10800000" flipH="1">
            <a:off x="0" y="0"/>
            <a:ext cx="109728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40000">
                <a:schemeClr val="lt2"/>
              </a:gs>
              <a:gs pos="100000">
                <a:srgbClr val="76B900">
                  <a:alpha val="0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76B900">
                  <a:alpha val="2941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522508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 preserve="1">
  <p:cSld name="Title, Subtitle,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—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—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—"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551106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- NO LOGO &amp; PAGE NUMBER" preserve="1">
  <p:cSld name="Title, Subtitle, and Content - NO LOGO &amp; PAGE NUMB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512064" y="2103035"/>
            <a:ext cx="9948672" cy="369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78;p14">
            <a:extLst>
              <a:ext uri="{FF2B5EF4-FFF2-40B4-BE49-F238E27FC236}">
                <a16:creationId xmlns:a16="http://schemas.microsoft.com/office/drawing/2014/main" id="{496D5249-0994-491D-81F3-2799C9D8E20D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79;p14">
            <a:extLst>
              <a:ext uri="{FF2B5EF4-FFF2-40B4-BE49-F238E27FC236}">
                <a16:creationId xmlns:a16="http://schemas.microsoft.com/office/drawing/2014/main" id="{F2A57630-6538-4213-B46C-9640641493D0}"/>
              </a:ext>
            </a:extLst>
          </p:cNvPr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33136679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 preserve="1">
  <p:cSld name="Closing Slid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>
            <a:off x="0" y="0"/>
            <a:ext cx="10972800" cy="5942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/>
          <p:nvPr/>
        </p:nvSpPr>
        <p:spPr>
          <a:xfrm rot="10800000" flipH="1"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1"/>
              </a:gs>
              <a:gs pos="34000">
                <a:schemeClr val="lt1"/>
              </a:gs>
              <a:gs pos="100000">
                <a:srgbClr val="FFFFFF">
                  <a:alpha val="34509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3337" y="3902417"/>
            <a:ext cx="3232858" cy="113274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/>
        </p:nvSpPr>
        <p:spPr>
          <a:xfrm>
            <a:off x="481651" y="5158600"/>
            <a:ext cx="274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www.nvidia.com/dli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331017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with CONFIDENTIAL" preserve="1">
  <p:cSld name="Title, Subtitle, and Content with CONFIDENTIAL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Google Shape;49;p7"/>
          <p:cNvSpPr/>
          <p:nvPr/>
        </p:nvSpPr>
        <p:spPr>
          <a:xfrm>
            <a:off x="7049729" y="5781717"/>
            <a:ext cx="2762866" cy="24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Trebuchet MS"/>
              <a:buNone/>
            </a:pPr>
            <a:r>
              <a:rPr lang="en-US" sz="8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CONFIDENTIAL. DO NOT DISTRIBUTE.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978485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Two Content" preserve="1">
  <p:cSld name="Title, Subtitle, and Two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498348" y="654352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498348" y="2111661"/>
            <a:ext cx="4945063" cy="36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Char char="•"/>
              <a:defRPr sz="2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2"/>
          </p:nvPr>
        </p:nvSpPr>
        <p:spPr>
          <a:xfrm>
            <a:off x="5529390" y="2111661"/>
            <a:ext cx="4945062" cy="36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Char char="•"/>
              <a:defRPr sz="2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3"/>
          </p:nvPr>
        </p:nvSpPr>
        <p:spPr>
          <a:xfrm>
            <a:off x="498348" y="1180568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268141" y="5699821"/>
            <a:ext cx="658500" cy="47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246430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 type="titleOnly" preserve="1">
  <p:cSld name="Video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1553497" y="5352631"/>
            <a:ext cx="7865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60" name="Google Shape;60;p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13271" y="5142126"/>
            <a:ext cx="7546258" cy="104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78;p14">
            <a:extLst>
              <a:ext uri="{FF2B5EF4-FFF2-40B4-BE49-F238E27FC236}">
                <a16:creationId xmlns:a16="http://schemas.microsoft.com/office/drawing/2014/main" id="{722B69C8-508F-4D8D-A772-E096FC74E731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9;p14">
            <a:extLst>
              <a:ext uri="{FF2B5EF4-FFF2-40B4-BE49-F238E27FC236}">
                <a16:creationId xmlns:a16="http://schemas.microsoft.com/office/drawing/2014/main" id="{94999CF4-3895-49ED-9ED5-9C70F89C59C6}"/>
              </a:ext>
            </a:extLst>
          </p:cNvPr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176788358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Placeholder" preserve="1">
  <p:cSld name="DEMO Placehol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5" name="Google Shape;78;p14">
            <a:extLst>
              <a:ext uri="{FF2B5EF4-FFF2-40B4-BE49-F238E27FC236}">
                <a16:creationId xmlns:a16="http://schemas.microsoft.com/office/drawing/2014/main" id="{07B80B36-1082-4A2B-AC98-80CA016F3CEB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9;p14">
            <a:extLst>
              <a:ext uri="{FF2B5EF4-FFF2-40B4-BE49-F238E27FC236}">
                <a16:creationId xmlns:a16="http://schemas.microsoft.com/office/drawing/2014/main" id="{313C6A65-4A4B-45E1-BBB3-7538FF56FC82}"/>
              </a:ext>
            </a:extLst>
          </p:cNvPr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44038383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78;p14">
            <a:extLst>
              <a:ext uri="{FF2B5EF4-FFF2-40B4-BE49-F238E27FC236}">
                <a16:creationId xmlns:a16="http://schemas.microsoft.com/office/drawing/2014/main" id="{BB4B2EC2-0304-4EEE-993C-3406A0DDC2C7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9;p14">
            <a:extLst>
              <a:ext uri="{FF2B5EF4-FFF2-40B4-BE49-F238E27FC236}">
                <a16:creationId xmlns:a16="http://schemas.microsoft.com/office/drawing/2014/main" id="{321A5EDB-35FE-4B84-881B-48331D08B2A9}"/>
              </a:ext>
            </a:extLst>
          </p:cNvPr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345873815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Content - NO LOGO &amp; PAGE NUMBER" preserve="1">
  <p:cSld name="Title, Subtitle, Content - NO LOGO &amp; PAGE NUMB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98348" y="737426"/>
            <a:ext cx="99762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>
            <a:off x="512064" y="2103035"/>
            <a:ext cx="9948600" cy="3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rebuchet MS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rebuchet MS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▪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2"/>
          </p:nvPr>
        </p:nvSpPr>
        <p:spPr>
          <a:xfrm>
            <a:off x="498348" y="1259533"/>
            <a:ext cx="99762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366697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Title only" preserve="1">
  <p:cSld name="Bullet_Title 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525319" y="409580"/>
            <a:ext cx="10014600" cy="8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9068523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A28B2A9-89D6-4CF3-BBAF-1CA0E88E14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pic>
        <p:nvPicPr>
          <p:cNvPr id="10" name="Picture 9" descr="A picture containing text  Description automatically generated">
            <a:extLst>
              <a:ext uri="{FF2B5EF4-FFF2-40B4-BE49-F238E27FC236}">
                <a16:creationId xmlns:a16="http://schemas.microsoft.com/office/drawing/2014/main" id="{9E96A302-1F38-4275-8241-37FF3CB49A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449" y="1896465"/>
            <a:ext cx="1601595" cy="1298628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85800" y="4974336"/>
            <a:ext cx="5815584" cy="286232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400" b="0">
                <a:solidFill>
                  <a:schemeClr val="tx2"/>
                </a:solidFill>
                <a:latin typeface="Trebuchet MS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>
            <p:ph type="title" hasCustomPrompt="1"/>
          </p:nvPr>
        </p:nvSpPr>
        <p:spPr>
          <a:xfrm>
            <a:off x="685800" y="4023360"/>
            <a:ext cx="5815584" cy="98285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3600" b="1" cap="all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87DABAD-3709-40C3-9EFD-BF1A6B6A20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401" r="-3502"/>
          <a:stretch/>
        </p:blipFill>
        <p:spPr>
          <a:xfrm>
            <a:off x="1996931" y="1981572"/>
            <a:ext cx="2011680" cy="110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45696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pider  Description automatically generated">
            <a:extLst>
              <a:ext uri="{FF2B5EF4-FFF2-40B4-BE49-F238E27FC236}">
                <a16:creationId xmlns:a16="http://schemas.microsoft.com/office/drawing/2014/main" id="{312387AB-4080-4B69-BFCF-F134EF12C7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pic>
        <p:nvPicPr>
          <p:cNvPr id="10" name="Picture 9" descr="A picture containing text  Description automatically generated">
            <a:extLst>
              <a:ext uri="{FF2B5EF4-FFF2-40B4-BE49-F238E27FC236}">
                <a16:creationId xmlns:a16="http://schemas.microsoft.com/office/drawing/2014/main" id="{B8805453-93BD-4B24-A658-29DCC01129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9525" y="4416800"/>
            <a:ext cx="1601595" cy="129862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FDA9BB0-5ECC-460A-9E7D-23BD2DACDB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401" r="-3502"/>
          <a:stretch/>
        </p:blipFill>
        <p:spPr>
          <a:xfrm>
            <a:off x="8732027" y="4513850"/>
            <a:ext cx="2011680" cy="110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123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400">
                <a:solidFill>
                  <a:schemeClr val="accent4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960532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ICON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230188" indent="-230188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400">
                <a:solidFill>
                  <a:schemeClr val="accent4"/>
                </a:solidFill>
              </a:defRPr>
            </a:lvl1pPr>
            <a:lvl2pPr marL="800100" indent="-228600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200">
                <a:solidFill>
                  <a:schemeClr val="accent4"/>
                </a:solidFill>
              </a:defRPr>
            </a:lvl2pPr>
            <a:lvl3pPr marL="1258888" indent="-169863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000">
                <a:solidFill>
                  <a:schemeClr val="accent4"/>
                </a:solidFill>
                <a:latin typeface="Trebuchet MS" panose="020B0603020202020204" pitchFamily="34" charset="0"/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31928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400">
                <a:solidFill>
                  <a:schemeClr val="accent4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283" y="5775855"/>
            <a:ext cx="2762866" cy="24814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l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i="0" kern="0" dirty="0">
                <a:solidFill>
                  <a:schemeClr val="bg1"/>
                </a:solidFill>
                <a:latin typeface="Trebuchet MS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01366342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9962388" cy="3547957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400">
                <a:solidFill>
                  <a:schemeClr val="accent4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088136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982574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32" y="1798590"/>
            <a:ext cx="4204402" cy="618631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231" y="3071579"/>
            <a:ext cx="4192841" cy="2517089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1pPr>
            <a:lvl2pPr marL="57150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2pPr>
            <a:lvl3pPr marL="1089025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9232" y="2348397"/>
            <a:ext cx="4204402" cy="525463"/>
          </a:xfrm>
        </p:spPr>
        <p:txBody>
          <a:bodyPr/>
          <a:lstStyle>
            <a:lvl1pPr marL="0" indent="0" algn="l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503678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0" y="1798590"/>
            <a:ext cx="5440680" cy="618631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3480" y="2916936"/>
            <a:ext cx="5431536" cy="2517089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1pPr>
            <a:lvl2pPr marL="571500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2pPr>
            <a:lvl3pPr marL="1089025" indent="0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Pct val="100000"/>
              <a:buFontTx/>
              <a:buNone/>
              <a:defRPr sz="1100">
                <a:solidFill>
                  <a:schemeClr val="accent4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0" y="2368296"/>
            <a:ext cx="5440680" cy="525463"/>
          </a:xfrm>
        </p:spPr>
        <p:txBody>
          <a:bodyPr/>
          <a:lstStyle>
            <a:lvl1pPr marL="0" indent="0" algn="l">
              <a:buFontTx/>
              <a:buNone/>
              <a:defRPr sz="18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280025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  Description automatically generated">
            <a:extLst>
              <a:ext uri="{FF2B5EF4-FFF2-40B4-BE49-F238E27FC236}">
                <a16:creationId xmlns:a16="http://schemas.microsoft.com/office/drawing/2014/main" id="{6302B7CA-37AE-4D42-BAAD-C239CA228A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05087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C9D3D8-33FC-4EE7-AE65-7535FEAB06AA}"/>
              </a:ext>
            </a:extLst>
          </p:cNvPr>
          <p:cNvSpPr/>
          <p:nvPr/>
        </p:nvSpPr>
        <p:spPr>
          <a:xfrm>
            <a:off x="0" y="0"/>
            <a:ext cx="10727473" cy="56509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21208"/>
            <a:ext cx="9976104" cy="590931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322753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/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AE616-A526-467A-9354-356237D56F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4336" y="4224528"/>
            <a:ext cx="5376672" cy="1373939"/>
          </a:xfrm>
        </p:spPr>
        <p:txBody>
          <a:bodyPr anchor="b"/>
          <a:lstStyle>
            <a:lvl1pPr algn="ctr">
              <a:defRPr sz="3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586938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barg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5E518B9-8953-4D61-86EB-BF726D7CE198}"/>
              </a:ext>
            </a:extLst>
          </p:cNvPr>
          <p:cNvGrpSpPr/>
          <p:nvPr/>
        </p:nvGrpSpPr>
        <p:grpSpPr>
          <a:xfrm>
            <a:off x="-1327308" y="-404866"/>
            <a:ext cx="13626669" cy="6983326"/>
            <a:chOff x="-1327308" y="-404866"/>
            <a:chExt cx="13626669" cy="69833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486AA18-85AA-4ECF-BC7C-6CDDDFA8AED1}"/>
                </a:ext>
              </a:extLst>
            </p:cNvPr>
            <p:cNvSpPr/>
            <p:nvPr userDrawn="1"/>
          </p:nvSpPr>
          <p:spPr>
            <a:xfrm>
              <a:off x="0" y="0"/>
              <a:ext cx="10972800" cy="6172200"/>
            </a:xfrm>
            <a:prstGeom prst="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779DBA0E-78FD-499D-B7C5-9610ED16A5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4856087B-5738-47BA-B257-0AE16578FE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30EA3BC0-CA75-4A9F-844C-9DF7651395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09D9D0DC-416F-4D02-AE51-DC94179FE3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B3F11494-DD54-4DA3-999D-60884617AB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B8DA5A4A-C129-4A6A-8590-D776A55A56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A72853C-EBAC-4426-B8F7-4D7FF7CE76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AA148D7-A843-4289-9E59-D4B56EBE96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3DFDAB2E-4FBE-4EA1-9068-98D2A1969C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1CB7337C-1F1B-4024-8C1B-1145290410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3AC71E65-025E-4CD8-9C62-5C672876A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CC69994B-2A96-4E6B-90E0-7C6012E438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95DA46AF-2C01-438F-ABE1-131B508F70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D1F7F7D-46C6-41FC-9A05-60CDDDABC9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E6044945-DD35-4A1F-B666-67B79DB3B9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B6707B12-7E15-44BA-A75C-D231A0BD9D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C9CA6F74-E612-4E07-826D-3714EA654B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9C232950-AF88-4D8C-98A2-58E2906C0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577A18B0-195A-44F8-8045-DEE9F4805C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C57DA582-5E40-4087-915C-A8AFB763C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6B9446B2-AA95-41F1-8CE9-9C293FF2FF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09C2F6DB-63BE-4BEF-BD50-8E85A06AF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6">
              <a:extLst>
                <a:ext uri="{FF2B5EF4-FFF2-40B4-BE49-F238E27FC236}">
                  <a16:creationId xmlns:a16="http://schemas.microsoft.com/office/drawing/2014/main" id="{AB269B44-FFE3-44F5-9547-2D66569163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D7B33E0B-D54D-4AD0-93EB-2D85D95AA7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C82CDED5-DC3C-4291-8FB5-4FBECACC09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38B0CFAC-4CC8-4BD7-9602-D3F62B4111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9D7BB7E2-49CE-405B-BBC3-0D3235E735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D724979D-D321-46A4-8BFB-4BE56A78ED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A90ECEE1-1C0E-48A4-8212-4FDF80E340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6A4F312E-AC0E-438F-85DE-734894B59F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1143C46B-BB0E-42E1-91DB-CF7866DEF0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8789D5ED-08F4-45B7-96D5-9DB37E826F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C71D4383-262D-49BE-8F2A-35EABE4CA5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B2D051A4-B41D-49C5-BCBA-B200CE9274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A204CAE-8CAD-4182-AFDF-6D71A5318A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F2D419D0-1198-497F-8FCB-0E4E01ABEB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42DA3B58-E508-46A3-B351-BFD7A44A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E56F4597-4576-4F1D-9E8B-57D61B7AF9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C16A7CB5-E8F5-43EC-B4DA-8367563CBA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B63EEF7E-F8C7-40A7-9EC5-7A2377B3E9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18561612-6FBC-464D-9063-754B5DF15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9FB80B49-CDD0-491F-B397-AF746CB745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F04631F3-C493-4A64-AAFD-4686A560F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A457E3A0-7D3B-4D8D-909F-FA0F06B944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D8E8EADD-8531-47CC-A9F2-A5B20F7DA1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24D2EADF-B7B9-4986-AEDB-A2D41F636C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0683D26A-EB07-4380-8914-B6AECFE4BF3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78C3AD2F-A184-4332-ADCE-E7FEDE7BA6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01ACBB54-13C8-4052-B203-3996848511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892B4C18-A783-475D-8EEF-F11FBA1A32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A62353FE-8604-486E-9560-78C474AC8F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4A5FC7DA-BB86-43EB-AC23-48D1752A6A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57B12D9F-3BBD-4FAF-A8AB-5C32680329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16">
              <a:extLst>
                <a:ext uri="{FF2B5EF4-FFF2-40B4-BE49-F238E27FC236}">
                  <a16:creationId xmlns:a16="http://schemas.microsoft.com/office/drawing/2014/main" id="{B7B50CA6-941B-4F77-891D-BA2C28D0CA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0194FC04-B2A1-4C52-B275-3D32DD41DD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16">
              <a:extLst>
                <a:ext uri="{FF2B5EF4-FFF2-40B4-BE49-F238E27FC236}">
                  <a16:creationId xmlns:a16="http://schemas.microsoft.com/office/drawing/2014/main" id="{3055B924-F529-4C4C-A7F1-F0D1B50A73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1DCBE022-831C-4DEF-8567-F73AB476C6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4677A0E0-1BE9-4AD9-8081-3970B6DE76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5056D7AA-7E9E-4019-92DE-9258C7BADC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16">
              <a:extLst>
                <a:ext uri="{FF2B5EF4-FFF2-40B4-BE49-F238E27FC236}">
                  <a16:creationId xmlns:a16="http://schemas.microsoft.com/office/drawing/2014/main" id="{B52F2FF3-8B1D-4A44-8280-D43163EC0C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16">
              <a:extLst>
                <a:ext uri="{FF2B5EF4-FFF2-40B4-BE49-F238E27FC236}">
                  <a16:creationId xmlns:a16="http://schemas.microsoft.com/office/drawing/2014/main" id="{8B2B15A4-341E-44E2-AA50-1BF44E9387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16">
              <a:extLst>
                <a:ext uri="{FF2B5EF4-FFF2-40B4-BE49-F238E27FC236}">
                  <a16:creationId xmlns:a16="http://schemas.microsoft.com/office/drawing/2014/main" id="{ACC84E38-6617-4E04-B995-881604F99C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16">
              <a:extLst>
                <a:ext uri="{FF2B5EF4-FFF2-40B4-BE49-F238E27FC236}">
                  <a16:creationId xmlns:a16="http://schemas.microsoft.com/office/drawing/2014/main" id="{C6B285A5-12A2-48AF-893D-598301661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6">
              <a:extLst>
                <a:ext uri="{FF2B5EF4-FFF2-40B4-BE49-F238E27FC236}">
                  <a16:creationId xmlns:a16="http://schemas.microsoft.com/office/drawing/2014/main" id="{47084835-C1A6-434A-A2AB-3E7DA4267B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6">
              <a:extLst>
                <a:ext uri="{FF2B5EF4-FFF2-40B4-BE49-F238E27FC236}">
                  <a16:creationId xmlns:a16="http://schemas.microsoft.com/office/drawing/2014/main" id="{82D26294-EE4F-4381-8B0F-4CE7F3A1A3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6">
              <a:extLst>
                <a:ext uri="{FF2B5EF4-FFF2-40B4-BE49-F238E27FC236}">
                  <a16:creationId xmlns:a16="http://schemas.microsoft.com/office/drawing/2014/main" id="{B1EE9A53-A80E-4B20-9E04-100060C781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16">
              <a:extLst>
                <a:ext uri="{FF2B5EF4-FFF2-40B4-BE49-F238E27FC236}">
                  <a16:creationId xmlns:a16="http://schemas.microsoft.com/office/drawing/2014/main" id="{C3C136FE-F981-49F6-8875-8AD586CA85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FC84C1D9-DA95-4BF6-A71F-86DC6A2FA9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6">
              <a:extLst>
                <a:ext uri="{FF2B5EF4-FFF2-40B4-BE49-F238E27FC236}">
                  <a16:creationId xmlns:a16="http://schemas.microsoft.com/office/drawing/2014/main" id="{EC336BD7-D0E5-4907-BEDB-AA01C56DDA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6">
              <a:extLst>
                <a:ext uri="{FF2B5EF4-FFF2-40B4-BE49-F238E27FC236}">
                  <a16:creationId xmlns:a16="http://schemas.microsoft.com/office/drawing/2014/main" id="{BAAF41C9-7EAA-475D-83F2-1253B7055B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C4C84E12-C6BC-4AF0-9151-76A20D031C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16">
              <a:extLst>
                <a:ext uri="{FF2B5EF4-FFF2-40B4-BE49-F238E27FC236}">
                  <a16:creationId xmlns:a16="http://schemas.microsoft.com/office/drawing/2014/main" id="{98FB1073-101D-401C-B499-E80B2DCCDB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3E52FE15-A88E-4B8E-B23B-7E81075312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16">
              <a:extLst>
                <a:ext uri="{FF2B5EF4-FFF2-40B4-BE49-F238E27FC236}">
                  <a16:creationId xmlns:a16="http://schemas.microsoft.com/office/drawing/2014/main" id="{E83FECA9-6276-4B79-96AD-84BED6F80D9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16">
              <a:extLst>
                <a:ext uri="{FF2B5EF4-FFF2-40B4-BE49-F238E27FC236}">
                  <a16:creationId xmlns:a16="http://schemas.microsoft.com/office/drawing/2014/main" id="{B18137A3-C9B0-4C35-8A20-53EC5864E5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52DE848A-E413-47C4-8173-DB2CA8EEA3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16">
              <a:extLst>
                <a:ext uri="{FF2B5EF4-FFF2-40B4-BE49-F238E27FC236}">
                  <a16:creationId xmlns:a16="http://schemas.microsoft.com/office/drawing/2014/main" id="{14D3DEFF-25FB-44EA-876C-8BD7E213C1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F8DD5E7B-8D6A-46DF-B7B8-0A96095CA7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16">
              <a:extLst>
                <a:ext uri="{FF2B5EF4-FFF2-40B4-BE49-F238E27FC236}">
                  <a16:creationId xmlns:a16="http://schemas.microsoft.com/office/drawing/2014/main" id="{140EA7A3-E20E-49A8-B7DF-746F09BE22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16">
              <a:extLst>
                <a:ext uri="{FF2B5EF4-FFF2-40B4-BE49-F238E27FC236}">
                  <a16:creationId xmlns:a16="http://schemas.microsoft.com/office/drawing/2014/main" id="{A30FB1C7-E929-4CCD-BEC9-3D5F967B88F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16">
              <a:extLst>
                <a:ext uri="{FF2B5EF4-FFF2-40B4-BE49-F238E27FC236}">
                  <a16:creationId xmlns:a16="http://schemas.microsoft.com/office/drawing/2014/main" id="{106589F0-5AFE-476A-B71B-0A4F474828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16">
              <a:extLst>
                <a:ext uri="{FF2B5EF4-FFF2-40B4-BE49-F238E27FC236}">
                  <a16:creationId xmlns:a16="http://schemas.microsoft.com/office/drawing/2014/main" id="{852272BE-007F-4591-87D4-4C058623A4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16">
              <a:extLst>
                <a:ext uri="{FF2B5EF4-FFF2-40B4-BE49-F238E27FC236}">
                  <a16:creationId xmlns:a16="http://schemas.microsoft.com/office/drawing/2014/main" id="{2D5A05AC-D4E7-4583-9D07-33F99E8EE1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FA87D9B9-82A6-4511-B55E-096518071A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82686F07-3802-48D8-BD5E-CF63B4EBB3C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16">
              <a:extLst>
                <a:ext uri="{FF2B5EF4-FFF2-40B4-BE49-F238E27FC236}">
                  <a16:creationId xmlns:a16="http://schemas.microsoft.com/office/drawing/2014/main" id="{F1444EAF-3866-48AD-95F7-91B593B795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16">
              <a:extLst>
                <a:ext uri="{FF2B5EF4-FFF2-40B4-BE49-F238E27FC236}">
                  <a16:creationId xmlns:a16="http://schemas.microsoft.com/office/drawing/2014/main" id="{938A681C-25A3-449B-A881-F76613FC96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16">
              <a:extLst>
                <a:ext uri="{FF2B5EF4-FFF2-40B4-BE49-F238E27FC236}">
                  <a16:creationId xmlns:a16="http://schemas.microsoft.com/office/drawing/2014/main" id="{98089678-D463-4C4A-9D1A-1FC1390E4B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16">
              <a:extLst>
                <a:ext uri="{FF2B5EF4-FFF2-40B4-BE49-F238E27FC236}">
                  <a16:creationId xmlns:a16="http://schemas.microsoft.com/office/drawing/2014/main" id="{045CD8C6-72C7-424E-8145-FCCA8DA12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16">
              <a:extLst>
                <a:ext uri="{FF2B5EF4-FFF2-40B4-BE49-F238E27FC236}">
                  <a16:creationId xmlns:a16="http://schemas.microsoft.com/office/drawing/2014/main" id="{BCBD54C4-E64F-46E5-B0A1-0FBF34779A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16">
              <a:extLst>
                <a:ext uri="{FF2B5EF4-FFF2-40B4-BE49-F238E27FC236}">
                  <a16:creationId xmlns:a16="http://schemas.microsoft.com/office/drawing/2014/main" id="{B158F302-8B95-435F-8FB0-83556B22F4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16">
              <a:extLst>
                <a:ext uri="{FF2B5EF4-FFF2-40B4-BE49-F238E27FC236}">
                  <a16:creationId xmlns:a16="http://schemas.microsoft.com/office/drawing/2014/main" id="{169E18F6-73D6-442E-8CB4-23C90D727B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16">
              <a:extLst>
                <a:ext uri="{FF2B5EF4-FFF2-40B4-BE49-F238E27FC236}">
                  <a16:creationId xmlns:a16="http://schemas.microsoft.com/office/drawing/2014/main" id="{ABAC07F3-4764-4532-A67C-B8DDA82C5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6">
              <a:extLst>
                <a:ext uri="{FF2B5EF4-FFF2-40B4-BE49-F238E27FC236}">
                  <a16:creationId xmlns:a16="http://schemas.microsoft.com/office/drawing/2014/main" id="{3EE3A1D8-3AAF-4FAE-91BD-EE716E1E52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16">
              <a:extLst>
                <a:ext uri="{FF2B5EF4-FFF2-40B4-BE49-F238E27FC236}">
                  <a16:creationId xmlns:a16="http://schemas.microsoft.com/office/drawing/2014/main" id="{78F80FF2-18C9-4DE9-8D2D-648C6F9570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16">
              <a:extLst>
                <a:ext uri="{FF2B5EF4-FFF2-40B4-BE49-F238E27FC236}">
                  <a16:creationId xmlns:a16="http://schemas.microsoft.com/office/drawing/2014/main" id="{E9B1FC89-6E1D-463F-B7E4-4F62397C50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16">
              <a:extLst>
                <a:ext uri="{FF2B5EF4-FFF2-40B4-BE49-F238E27FC236}">
                  <a16:creationId xmlns:a16="http://schemas.microsoft.com/office/drawing/2014/main" id="{1504CF42-A3AD-43AF-BC77-F4293F7821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16">
              <a:extLst>
                <a:ext uri="{FF2B5EF4-FFF2-40B4-BE49-F238E27FC236}">
                  <a16:creationId xmlns:a16="http://schemas.microsoft.com/office/drawing/2014/main" id="{F0742A4B-B722-474E-833A-AF064D3CD9E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6">
              <a:extLst>
                <a:ext uri="{FF2B5EF4-FFF2-40B4-BE49-F238E27FC236}">
                  <a16:creationId xmlns:a16="http://schemas.microsoft.com/office/drawing/2014/main" id="{56AB6434-0B69-41B7-841E-1A9ECDA5F2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16">
              <a:extLst>
                <a:ext uri="{FF2B5EF4-FFF2-40B4-BE49-F238E27FC236}">
                  <a16:creationId xmlns:a16="http://schemas.microsoft.com/office/drawing/2014/main" id="{409BE632-16FF-4B4D-93DE-08E52DEE5A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6">
              <a:extLst>
                <a:ext uri="{FF2B5EF4-FFF2-40B4-BE49-F238E27FC236}">
                  <a16:creationId xmlns:a16="http://schemas.microsoft.com/office/drawing/2014/main" id="{F6D1D24A-DEFB-4B95-9E28-5334F985B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6">
              <a:extLst>
                <a:ext uri="{FF2B5EF4-FFF2-40B4-BE49-F238E27FC236}">
                  <a16:creationId xmlns:a16="http://schemas.microsoft.com/office/drawing/2014/main" id="{4D490E6F-B375-40F3-B24C-E712E32AFA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B1156AD0-A975-4D2C-B96A-5C2D1D5006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6">
              <a:extLst>
                <a:ext uri="{FF2B5EF4-FFF2-40B4-BE49-F238E27FC236}">
                  <a16:creationId xmlns:a16="http://schemas.microsoft.com/office/drawing/2014/main" id="{8C5C7092-27B9-46A8-A5CB-88DDD889D6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BF4DD3C7-5444-4AE1-8656-CFEA1F9643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D467BF95-5ED3-4FD4-83F5-8070D7EE77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16">
              <a:extLst>
                <a:ext uri="{FF2B5EF4-FFF2-40B4-BE49-F238E27FC236}">
                  <a16:creationId xmlns:a16="http://schemas.microsoft.com/office/drawing/2014/main" id="{CDB313B9-C607-49FC-BC0F-4BDDB157AF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6">
              <a:extLst>
                <a:ext uri="{FF2B5EF4-FFF2-40B4-BE49-F238E27FC236}">
                  <a16:creationId xmlns:a16="http://schemas.microsoft.com/office/drawing/2014/main" id="{23871273-FB35-489A-824B-B8913F9CC4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6">
              <a:extLst>
                <a:ext uri="{FF2B5EF4-FFF2-40B4-BE49-F238E27FC236}">
                  <a16:creationId xmlns:a16="http://schemas.microsoft.com/office/drawing/2014/main" id="{6C17C940-E405-42C7-95FF-4654386A896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6">
              <a:extLst>
                <a:ext uri="{FF2B5EF4-FFF2-40B4-BE49-F238E27FC236}">
                  <a16:creationId xmlns:a16="http://schemas.microsoft.com/office/drawing/2014/main" id="{F26C33C6-2F43-40B4-BB2D-1DD906A228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6">
              <a:extLst>
                <a:ext uri="{FF2B5EF4-FFF2-40B4-BE49-F238E27FC236}">
                  <a16:creationId xmlns:a16="http://schemas.microsoft.com/office/drawing/2014/main" id="{4AF169A6-6482-40AF-85D0-0743C46622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6">
              <a:extLst>
                <a:ext uri="{FF2B5EF4-FFF2-40B4-BE49-F238E27FC236}">
                  <a16:creationId xmlns:a16="http://schemas.microsoft.com/office/drawing/2014/main" id="{E0513C84-01AF-4A9C-9822-98303318D0F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6">
              <a:extLst>
                <a:ext uri="{FF2B5EF4-FFF2-40B4-BE49-F238E27FC236}">
                  <a16:creationId xmlns:a16="http://schemas.microsoft.com/office/drawing/2014/main" id="{BC2CD672-1D59-47B2-8BA3-8F1F5D7E66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6">
              <a:extLst>
                <a:ext uri="{FF2B5EF4-FFF2-40B4-BE49-F238E27FC236}">
                  <a16:creationId xmlns:a16="http://schemas.microsoft.com/office/drawing/2014/main" id="{5CF49A84-7902-40A6-A48F-B657DB995E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6">
              <a:extLst>
                <a:ext uri="{FF2B5EF4-FFF2-40B4-BE49-F238E27FC236}">
                  <a16:creationId xmlns:a16="http://schemas.microsoft.com/office/drawing/2014/main" id="{0413E21A-6735-49F7-84A0-262341ED4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B3515FD2-D67D-4964-A1C7-366A2381E2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6">
              <a:extLst>
                <a:ext uri="{FF2B5EF4-FFF2-40B4-BE49-F238E27FC236}">
                  <a16:creationId xmlns:a16="http://schemas.microsoft.com/office/drawing/2014/main" id="{988F666F-A0C2-4684-BAAE-BF79FEBC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6">
              <a:extLst>
                <a:ext uri="{FF2B5EF4-FFF2-40B4-BE49-F238E27FC236}">
                  <a16:creationId xmlns:a16="http://schemas.microsoft.com/office/drawing/2014/main" id="{D64D2D99-CFE5-40EB-81E4-E2910535999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6">
              <a:extLst>
                <a:ext uri="{FF2B5EF4-FFF2-40B4-BE49-F238E27FC236}">
                  <a16:creationId xmlns:a16="http://schemas.microsoft.com/office/drawing/2014/main" id="{6F1D8EC0-2F8B-4B55-829F-5D11897D2E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6">
              <a:extLst>
                <a:ext uri="{FF2B5EF4-FFF2-40B4-BE49-F238E27FC236}">
                  <a16:creationId xmlns:a16="http://schemas.microsoft.com/office/drawing/2014/main" id="{7612A0CC-BF09-49BF-BA72-D8A7162378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6">
              <a:extLst>
                <a:ext uri="{FF2B5EF4-FFF2-40B4-BE49-F238E27FC236}">
                  <a16:creationId xmlns:a16="http://schemas.microsoft.com/office/drawing/2014/main" id="{5834C3D7-D7F3-46F0-95B2-22E7990457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6">
              <a:extLst>
                <a:ext uri="{FF2B5EF4-FFF2-40B4-BE49-F238E27FC236}">
                  <a16:creationId xmlns:a16="http://schemas.microsoft.com/office/drawing/2014/main" id="{FD9ABA39-4B6C-4C7A-BFF6-C9192C33F5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6">
              <a:extLst>
                <a:ext uri="{FF2B5EF4-FFF2-40B4-BE49-F238E27FC236}">
                  <a16:creationId xmlns:a16="http://schemas.microsoft.com/office/drawing/2014/main" id="{7A304270-705C-435B-A170-7613148DB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6">
              <a:extLst>
                <a:ext uri="{FF2B5EF4-FFF2-40B4-BE49-F238E27FC236}">
                  <a16:creationId xmlns:a16="http://schemas.microsoft.com/office/drawing/2014/main" id="{78BD2E8E-0F2A-497D-A0F8-D0D05765BA6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F8691056-2A9C-4EAE-898B-E8C145A3A0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6">
              <a:extLst>
                <a:ext uri="{FF2B5EF4-FFF2-40B4-BE49-F238E27FC236}">
                  <a16:creationId xmlns:a16="http://schemas.microsoft.com/office/drawing/2014/main" id="{7644BFA6-53D3-4200-97D5-A0826C9122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6">
              <a:extLst>
                <a:ext uri="{FF2B5EF4-FFF2-40B4-BE49-F238E27FC236}">
                  <a16:creationId xmlns:a16="http://schemas.microsoft.com/office/drawing/2014/main" id="{31DD1366-4AF2-4675-8C09-B16FF18F4A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6">
              <a:extLst>
                <a:ext uri="{FF2B5EF4-FFF2-40B4-BE49-F238E27FC236}">
                  <a16:creationId xmlns:a16="http://schemas.microsoft.com/office/drawing/2014/main" id="{05FAFC32-B238-4EC6-9F94-250901C580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6">
              <a:extLst>
                <a:ext uri="{FF2B5EF4-FFF2-40B4-BE49-F238E27FC236}">
                  <a16:creationId xmlns:a16="http://schemas.microsoft.com/office/drawing/2014/main" id="{94EDFDD1-CC0F-4CE9-A5E1-6F34763C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6">
              <a:extLst>
                <a:ext uri="{FF2B5EF4-FFF2-40B4-BE49-F238E27FC236}">
                  <a16:creationId xmlns:a16="http://schemas.microsoft.com/office/drawing/2014/main" id="{89391791-3406-405C-A52A-325E0ACEF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6">
              <a:extLst>
                <a:ext uri="{FF2B5EF4-FFF2-40B4-BE49-F238E27FC236}">
                  <a16:creationId xmlns:a16="http://schemas.microsoft.com/office/drawing/2014/main" id="{C45408BD-5A4C-4B71-9A10-180FFAA3CF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6">
              <a:extLst>
                <a:ext uri="{FF2B5EF4-FFF2-40B4-BE49-F238E27FC236}">
                  <a16:creationId xmlns:a16="http://schemas.microsoft.com/office/drawing/2014/main" id="{262DA3C5-1F52-431A-AA77-2EBDF5CD4D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6">
              <a:extLst>
                <a:ext uri="{FF2B5EF4-FFF2-40B4-BE49-F238E27FC236}">
                  <a16:creationId xmlns:a16="http://schemas.microsoft.com/office/drawing/2014/main" id="{158567EE-7ECE-4308-AF7E-DEA507E8E4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D2894DDF-45DE-4178-BFC7-4F0B8D8EF9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6">
              <a:extLst>
                <a:ext uri="{FF2B5EF4-FFF2-40B4-BE49-F238E27FC236}">
                  <a16:creationId xmlns:a16="http://schemas.microsoft.com/office/drawing/2014/main" id="{36B1E453-1287-45A9-9339-730E3914F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6">
              <a:extLst>
                <a:ext uri="{FF2B5EF4-FFF2-40B4-BE49-F238E27FC236}">
                  <a16:creationId xmlns:a16="http://schemas.microsoft.com/office/drawing/2014/main" id="{4D1CFF21-2793-4E1D-A631-989F34A2CB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6">
              <a:extLst>
                <a:ext uri="{FF2B5EF4-FFF2-40B4-BE49-F238E27FC236}">
                  <a16:creationId xmlns:a16="http://schemas.microsoft.com/office/drawing/2014/main" id="{FFFFE495-6317-4046-8780-509B3F7DE4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07F2B335-6843-4188-BE58-F99705AE7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6">
              <a:extLst>
                <a:ext uri="{FF2B5EF4-FFF2-40B4-BE49-F238E27FC236}">
                  <a16:creationId xmlns:a16="http://schemas.microsoft.com/office/drawing/2014/main" id="{6A1AA564-0530-4B23-B215-595CC54E23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6">
              <a:extLst>
                <a:ext uri="{FF2B5EF4-FFF2-40B4-BE49-F238E27FC236}">
                  <a16:creationId xmlns:a16="http://schemas.microsoft.com/office/drawing/2014/main" id="{4876FBCA-0D51-4B33-9375-D3F71918F7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6">
              <a:extLst>
                <a:ext uri="{FF2B5EF4-FFF2-40B4-BE49-F238E27FC236}">
                  <a16:creationId xmlns:a16="http://schemas.microsoft.com/office/drawing/2014/main" id="{B025D520-F3BC-4D3B-BF86-05B537F248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6">
              <a:extLst>
                <a:ext uri="{FF2B5EF4-FFF2-40B4-BE49-F238E27FC236}">
                  <a16:creationId xmlns:a16="http://schemas.microsoft.com/office/drawing/2014/main" id="{24765AAF-1343-40B6-9F77-11BC4F9E47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6">
              <a:extLst>
                <a:ext uri="{FF2B5EF4-FFF2-40B4-BE49-F238E27FC236}">
                  <a16:creationId xmlns:a16="http://schemas.microsoft.com/office/drawing/2014/main" id="{CAE5A3F7-0924-495D-8844-A0BFFEA3F5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6">
              <a:extLst>
                <a:ext uri="{FF2B5EF4-FFF2-40B4-BE49-F238E27FC236}">
                  <a16:creationId xmlns:a16="http://schemas.microsoft.com/office/drawing/2014/main" id="{CFDA1116-035D-4E54-AFBB-4D27A956C2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6">
              <a:extLst>
                <a:ext uri="{FF2B5EF4-FFF2-40B4-BE49-F238E27FC236}">
                  <a16:creationId xmlns:a16="http://schemas.microsoft.com/office/drawing/2014/main" id="{5F363A19-6283-48F8-85FA-6B7CCCB518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16">
              <a:extLst>
                <a:ext uri="{FF2B5EF4-FFF2-40B4-BE49-F238E27FC236}">
                  <a16:creationId xmlns:a16="http://schemas.microsoft.com/office/drawing/2014/main" id="{2A698C8C-4D32-4D3F-9F80-BEC6A13B84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6">
              <a:extLst>
                <a:ext uri="{FF2B5EF4-FFF2-40B4-BE49-F238E27FC236}">
                  <a16:creationId xmlns:a16="http://schemas.microsoft.com/office/drawing/2014/main" id="{4570646F-A2EF-470F-BE69-65F48D8F63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6">
              <a:extLst>
                <a:ext uri="{FF2B5EF4-FFF2-40B4-BE49-F238E27FC236}">
                  <a16:creationId xmlns:a16="http://schemas.microsoft.com/office/drawing/2014/main" id="{6076E36D-73D2-4127-BE4A-21CD4864C9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6">
              <a:extLst>
                <a:ext uri="{FF2B5EF4-FFF2-40B4-BE49-F238E27FC236}">
                  <a16:creationId xmlns:a16="http://schemas.microsoft.com/office/drawing/2014/main" id="{7C8BE7DC-9C93-4AE4-849A-1438EF43DA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6">
              <a:extLst>
                <a:ext uri="{FF2B5EF4-FFF2-40B4-BE49-F238E27FC236}">
                  <a16:creationId xmlns:a16="http://schemas.microsoft.com/office/drawing/2014/main" id="{7A7E7F5E-396F-402D-87C2-4ECEE23A83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6">
              <a:extLst>
                <a:ext uri="{FF2B5EF4-FFF2-40B4-BE49-F238E27FC236}">
                  <a16:creationId xmlns:a16="http://schemas.microsoft.com/office/drawing/2014/main" id="{97EC6D43-68CC-4F32-BFB8-1B15CFBD59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6">
              <a:extLst>
                <a:ext uri="{FF2B5EF4-FFF2-40B4-BE49-F238E27FC236}">
                  <a16:creationId xmlns:a16="http://schemas.microsoft.com/office/drawing/2014/main" id="{AA1D0C14-2069-4DE9-A088-6C76A61F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6">
              <a:extLst>
                <a:ext uri="{FF2B5EF4-FFF2-40B4-BE49-F238E27FC236}">
                  <a16:creationId xmlns:a16="http://schemas.microsoft.com/office/drawing/2014/main" id="{72C3829D-1796-4F37-B8F1-5C9A26E28C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6">
              <a:extLst>
                <a:ext uri="{FF2B5EF4-FFF2-40B4-BE49-F238E27FC236}">
                  <a16:creationId xmlns:a16="http://schemas.microsoft.com/office/drawing/2014/main" id="{F74CEB28-F72C-46BF-955A-1DFBE9110A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6">
              <a:extLst>
                <a:ext uri="{FF2B5EF4-FFF2-40B4-BE49-F238E27FC236}">
                  <a16:creationId xmlns:a16="http://schemas.microsoft.com/office/drawing/2014/main" id="{7052B90E-88FE-46F1-B64B-F574689D49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6">
              <a:extLst>
                <a:ext uri="{FF2B5EF4-FFF2-40B4-BE49-F238E27FC236}">
                  <a16:creationId xmlns:a16="http://schemas.microsoft.com/office/drawing/2014/main" id="{F8F128E0-3AD1-4260-A7E5-19E87510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6">
              <a:extLst>
                <a:ext uri="{FF2B5EF4-FFF2-40B4-BE49-F238E27FC236}">
                  <a16:creationId xmlns:a16="http://schemas.microsoft.com/office/drawing/2014/main" id="{969B39FA-8605-4E46-98D4-7C699D24F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6">
              <a:extLst>
                <a:ext uri="{FF2B5EF4-FFF2-40B4-BE49-F238E27FC236}">
                  <a16:creationId xmlns:a16="http://schemas.microsoft.com/office/drawing/2014/main" id="{DD141AA4-FDDD-4DF1-A51F-34017775CB1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6">
              <a:extLst>
                <a:ext uri="{FF2B5EF4-FFF2-40B4-BE49-F238E27FC236}">
                  <a16:creationId xmlns:a16="http://schemas.microsoft.com/office/drawing/2014/main" id="{855CBA53-E52B-4687-96C6-EBA404B23D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6">
              <a:extLst>
                <a:ext uri="{FF2B5EF4-FFF2-40B4-BE49-F238E27FC236}">
                  <a16:creationId xmlns:a16="http://schemas.microsoft.com/office/drawing/2014/main" id="{BA45AD96-F5AF-4075-86DE-27366EF279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6">
              <a:extLst>
                <a:ext uri="{FF2B5EF4-FFF2-40B4-BE49-F238E27FC236}">
                  <a16:creationId xmlns:a16="http://schemas.microsoft.com/office/drawing/2014/main" id="{BB34F054-D296-4BA7-A495-E174D9BE84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6">
              <a:extLst>
                <a:ext uri="{FF2B5EF4-FFF2-40B4-BE49-F238E27FC236}">
                  <a16:creationId xmlns:a16="http://schemas.microsoft.com/office/drawing/2014/main" id="{F429DE27-C226-4AA5-9816-E6376A4E2A9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6">
              <a:extLst>
                <a:ext uri="{FF2B5EF4-FFF2-40B4-BE49-F238E27FC236}">
                  <a16:creationId xmlns:a16="http://schemas.microsoft.com/office/drawing/2014/main" id="{EE6506CD-9CC1-4BC6-BC32-DFD6FB136A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6">
              <a:extLst>
                <a:ext uri="{FF2B5EF4-FFF2-40B4-BE49-F238E27FC236}">
                  <a16:creationId xmlns:a16="http://schemas.microsoft.com/office/drawing/2014/main" id="{B3A7E91D-34EB-4744-A1A0-13EC637748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6">
              <a:extLst>
                <a:ext uri="{FF2B5EF4-FFF2-40B4-BE49-F238E27FC236}">
                  <a16:creationId xmlns:a16="http://schemas.microsoft.com/office/drawing/2014/main" id="{65A23728-E731-4707-AC6B-35FB937AE7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6">
              <a:extLst>
                <a:ext uri="{FF2B5EF4-FFF2-40B4-BE49-F238E27FC236}">
                  <a16:creationId xmlns:a16="http://schemas.microsoft.com/office/drawing/2014/main" id="{D8983A2E-8721-4A78-B55C-FD0940B28E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6">
              <a:extLst>
                <a:ext uri="{FF2B5EF4-FFF2-40B4-BE49-F238E27FC236}">
                  <a16:creationId xmlns:a16="http://schemas.microsoft.com/office/drawing/2014/main" id="{FD4BBBB1-537D-4BF3-9BCC-DB166F1B91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6">
              <a:extLst>
                <a:ext uri="{FF2B5EF4-FFF2-40B4-BE49-F238E27FC236}">
                  <a16:creationId xmlns:a16="http://schemas.microsoft.com/office/drawing/2014/main" id="{AB55ADFF-1418-463B-9F69-0448C6BC55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6">
              <a:extLst>
                <a:ext uri="{FF2B5EF4-FFF2-40B4-BE49-F238E27FC236}">
                  <a16:creationId xmlns:a16="http://schemas.microsoft.com/office/drawing/2014/main" id="{7DB31205-26C8-4B40-84B2-A21E04286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A55615A4-EA9A-41B6-9F9B-5608693927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6">
              <a:extLst>
                <a:ext uri="{FF2B5EF4-FFF2-40B4-BE49-F238E27FC236}">
                  <a16:creationId xmlns:a16="http://schemas.microsoft.com/office/drawing/2014/main" id="{A66AFF9B-47A8-431E-A764-E6AFD67771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6">
              <a:extLst>
                <a:ext uri="{FF2B5EF4-FFF2-40B4-BE49-F238E27FC236}">
                  <a16:creationId xmlns:a16="http://schemas.microsoft.com/office/drawing/2014/main" id="{BB50F388-4C4F-4B03-AD18-01111D1C59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6">
              <a:extLst>
                <a:ext uri="{FF2B5EF4-FFF2-40B4-BE49-F238E27FC236}">
                  <a16:creationId xmlns:a16="http://schemas.microsoft.com/office/drawing/2014/main" id="{CF3FB584-0B0E-423F-925C-1180324EBD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6">
              <a:extLst>
                <a:ext uri="{FF2B5EF4-FFF2-40B4-BE49-F238E27FC236}">
                  <a16:creationId xmlns:a16="http://schemas.microsoft.com/office/drawing/2014/main" id="{ED4EC88C-3F33-4DC1-85B0-07C4415BBD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6">
              <a:extLst>
                <a:ext uri="{FF2B5EF4-FFF2-40B4-BE49-F238E27FC236}">
                  <a16:creationId xmlns:a16="http://schemas.microsoft.com/office/drawing/2014/main" id="{1C4B329A-FB4F-44FB-B230-B1047E59B3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6">
              <a:extLst>
                <a:ext uri="{FF2B5EF4-FFF2-40B4-BE49-F238E27FC236}">
                  <a16:creationId xmlns:a16="http://schemas.microsoft.com/office/drawing/2014/main" id="{BE396084-F429-410A-AF78-35CDD96AF6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6">
              <a:extLst>
                <a:ext uri="{FF2B5EF4-FFF2-40B4-BE49-F238E27FC236}">
                  <a16:creationId xmlns:a16="http://schemas.microsoft.com/office/drawing/2014/main" id="{6F0A9973-4361-4CB5-876A-37B001931E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6">
              <a:extLst>
                <a:ext uri="{FF2B5EF4-FFF2-40B4-BE49-F238E27FC236}">
                  <a16:creationId xmlns:a16="http://schemas.microsoft.com/office/drawing/2014/main" id="{1F716BE4-ED9D-4AFC-8882-0079178438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6">
              <a:extLst>
                <a:ext uri="{FF2B5EF4-FFF2-40B4-BE49-F238E27FC236}">
                  <a16:creationId xmlns:a16="http://schemas.microsoft.com/office/drawing/2014/main" id="{A3188B9A-07AD-4D67-9017-92061B138A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6">
              <a:extLst>
                <a:ext uri="{FF2B5EF4-FFF2-40B4-BE49-F238E27FC236}">
                  <a16:creationId xmlns:a16="http://schemas.microsoft.com/office/drawing/2014/main" id="{DE8AD78A-ABB9-4B8E-A0F9-F7CCA2E2EF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6">
              <a:extLst>
                <a:ext uri="{FF2B5EF4-FFF2-40B4-BE49-F238E27FC236}">
                  <a16:creationId xmlns:a16="http://schemas.microsoft.com/office/drawing/2014/main" id="{02865DC5-04F0-4328-8C93-50994C40E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6">
              <a:extLst>
                <a:ext uri="{FF2B5EF4-FFF2-40B4-BE49-F238E27FC236}">
                  <a16:creationId xmlns:a16="http://schemas.microsoft.com/office/drawing/2014/main" id="{541DB8F0-C031-42C1-A57D-729DA2CFF3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6">
              <a:extLst>
                <a:ext uri="{FF2B5EF4-FFF2-40B4-BE49-F238E27FC236}">
                  <a16:creationId xmlns:a16="http://schemas.microsoft.com/office/drawing/2014/main" id="{E74F6813-CEDF-4C90-9515-18F2D2808D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6">
              <a:extLst>
                <a:ext uri="{FF2B5EF4-FFF2-40B4-BE49-F238E27FC236}">
                  <a16:creationId xmlns:a16="http://schemas.microsoft.com/office/drawing/2014/main" id="{178439D5-98F9-4547-AA18-8F0D15FA50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16">
              <a:extLst>
                <a:ext uri="{FF2B5EF4-FFF2-40B4-BE49-F238E27FC236}">
                  <a16:creationId xmlns:a16="http://schemas.microsoft.com/office/drawing/2014/main" id="{FF65ACCA-B29A-4B23-99DF-9E8988FE77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6">
              <a:extLst>
                <a:ext uri="{FF2B5EF4-FFF2-40B4-BE49-F238E27FC236}">
                  <a16:creationId xmlns:a16="http://schemas.microsoft.com/office/drawing/2014/main" id="{08202144-2699-405E-B70E-10ACB62504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6">
              <a:extLst>
                <a:ext uri="{FF2B5EF4-FFF2-40B4-BE49-F238E27FC236}">
                  <a16:creationId xmlns:a16="http://schemas.microsoft.com/office/drawing/2014/main" id="{8F59B94B-2422-4834-BD86-CFE3D8A53F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16">
              <a:extLst>
                <a:ext uri="{FF2B5EF4-FFF2-40B4-BE49-F238E27FC236}">
                  <a16:creationId xmlns:a16="http://schemas.microsoft.com/office/drawing/2014/main" id="{C5893D12-2CAA-4072-80FB-D3E9971005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C5D33650-F7DF-4640-8624-E4A406586B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6">
              <a:extLst>
                <a:ext uri="{FF2B5EF4-FFF2-40B4-BE49-F238E27FC236}">
                  <a16:creationId xmlns:a16="http://schemas.microsoft.com/office/drawing/2014/main" id="{D8E569D6-7F89-4731-A6B8-6AFEB4544E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16">
              <a:extLst>
                <a:ext uri="{FF2B5EF4-FFF2-40B4-BE49-F238E27FC236}">
                  <a16:creationId xmlns:a16="http://schemas.microsoft.com/office/drawing/2014/main" id="{80CEE136-CAF7-4993-84B3-67A0917C53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FFDB2B08-42EF-46F1-9397-9A855C1A2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6">
              <a:extLst>
                <a:ext uri="{FF2B5EF4-FFF2-40B4-BE49-F238E27FC236}">
                  <a16:creationId xmlns:a16="http://schemas.microsoft.com/office/drawing/2014/main" id="{AB77A349-A09C-4B90-9A2C-EA856A8D86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16">
              <a:extLst>
                <a:ext uri="{FF2B5EF4-FFF2-40B4-BE49-F238E27FC236}">
                  <a16:creationId xmlns:a16="http://schemas.microsoft.com/office/drawing/2014/main" id="{48608721-EE4A-426A-91C2-C463004F97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16">
              <a:extLst>
                <a:ext uri="{FF2B5EF4-FFF2-40B4-BE49-F238E27FC236}">
                  <a16:creationId xmlns:a16="http://schemas.microsoft.com/office/drawing/2014/main" id="{B927CE31-5623-45C2-9E5E-6EF0145365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6">
              <a:extLst>
                <a:ext uri="{FF2B5EF4-FFF2-40B4-BE49-F238E27FC236}">
                  <a16:creationId xmlns:a16="http://schemas.microsoft.com/office/drawing/2014/main" id="{664A9588-E7C2-4376-869E-12661D073A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6">
              <a:extLst>
                <a:ext uri="{FF2B5EF4-FFF2-40B4-BE49-F238E27FC236}">
                  <a16:creationId xmlns:a16="http://schemas.microsoft.com/office/drawing/2014/main" id="{C07EBDA9-99B9-4FEA-8E61-CF7766C803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16">
              <a:extLst>
                <a:ext uri="{FF2B5EF4-FFF2-40B4-BE49-F238E27FC236}">
                  <a16:creationId xmlns:a16="http://schemas.microsoft.com/office/drawing/2014/main" id="{E44A3FF9-F9CA-4868-B495-9C7AAE9DDF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16">
              <a:extLst>
                <a:ext uri="{FF2B5EF4-FFF2-40B4-BE49-F238E27FC236}">
                  <a16:creationId xmlns:a16="http://schemas.microsoft.com/office/drawing/2014/main" id="{CCF5D671-0529-4209-8A7C-1149C28011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16">
              <a:extLst>
                <a:ext uri="{FF2B5EF4-FFF2-40B4-BE49-F238E27FC236}">
                  <a16:creationId xmlns:a16="http://schemas.microsoft.com/office/drawing/2014/main" id="{DCA290DC-6B1F-40EB-A9F0-F96F5851B3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16">
              <a:extLst>
                <a:ext uri="{FF2B5EF4-FFF2-40B4-BE49-F238E27FC236}">
                  <a16:creationId xmlns:a16="http://schemas.microsoft.com/office/drawing/2014/main" id="{36C813C9-8C14-4372-801A-DBB3E037EE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16">
              <a:extLst>
                <a:ext uri="{FF2B5EF4-FFF2-40B4-BE49-F238E27FC236}">
                  <a16:creationId xmlns:a16="http://schemas.microsoft.com/office/drawing/2014/main" id="{F253EC72-B338-4BBF-9042-C191E60067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16">
              <a:extLst>
                <a:ext uri="{FF2B5EF4-FFF2-40B4-BE49-F238E27FC236}">
                  <a16:creationId xmlns:a16="http://schemas.microsoft.com/office/drawing/2014/main" id="{7B28B5DF-2DA6-4E8F-817A-C1902DCD45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16">
              <a:extLst>
                <a:ext uri="{FF2B5EF4-FFF2-40B4-BE49-F238E27FC236}">
                  <a16:creationId xmlns:a16="http://schemas.microsoft.com/office/drawing/2014/main" id="{09D7394F-F75D-4FED-8923-575F140FA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16">
              <a:extLst>
                <a:ext uri="{FF2B5EF4-FFF2-40B4-BE49-F238E27FC236}">
                  <a16:creationId xmlns:a16="http://schemas.microsoft.com/office/drawing/2014/main" id="{F172134A-6C32-4752-97D8-E661E6A263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Freeform 16">
              <a:extLst>
                <a:ext uri="{FF2B5EF4-FFF2-40B4-BE49-F238E27FC236}">
                  <a16:creationId xmlns:a16="http://schemas.microsoft.com/office/drawing/2014/main" id="{6CAB8EBC-D1A2-4B27-9297-ADFA1B5C1A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16">
              <a:extLst>
                <a:ext uri="{FF2B5EF4-FFF2-40B4-BE49-F238E27FC236}">
                  <a16:creationId xmlns:a16="http://schemas.microsoft.com/office/drawing/2014/main" id="{6E5A44D5-4DED-4075-8C18-C4EE1E61AB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16">
              <a:extLst>
                <a:ext uri="{FF2B5EF4-FFF2-40B4-BE49-F238E27FC236}">
                  <a16:creationId xmlns:a16="http://schemas.microsoft.com/office/drawing/2014/main" id="{47E67357-8F43-4716-AF36-C4D3FAD577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Freeform 16">
              <a:extLst>
                <a:ext uri="{FF2B5EF4-FFF2-40B4-BE49-F238E27FC236}">
                  <a16:creationId xmlns:a16="http://schemas.microsoft.com/office/drawing/2014/main" id="{CDB9D3D1-A9FF-4CC6-B6AD-51D73FCAE1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16">
              <a:extLst>
                <a:ext uri="{FF2B5EF4-FFF2-40B4-BE49-F238E27FC236}">
                  <a16:creationId xmlns:a16="http://schemas.microsoft.com/office/drawing/2014/main" id="{B1C55A0F-DE6D-4BE9-B90E-6857701710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16">
              <a:extLst>
                <a:ext uri="{FF2B5EF4-FFF2-40B4-BE49-F238E27FC236}">
                  <a16:creationId xmlns:a16="http://schemas.microsoft.com/office/drawing/2014/main" id="{6627EE65-8BCE-41D8-BE30-34A95B9424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16">
              <a:extLst>
                <a:ext uri="{FF2B5EF4-FFF2-40B4-BE49-F238E27FC236}">
                  <a16:creationId xmlns:a16="http://schemas.microsoft.com/office/drawing/2014/main" id="{FA999AE1-300A-4580-A684-3752E1FB0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16">
              <a:extLst>
                <a:ext uri="{FF2B5EF4-FFF2-40B4-BE49-F238E27FC236}">
                  <a16:creationId xmlns:a16="http://schemas.microsoft.com/office/drawing/2014/main" id="{9BB492A4-E274-4551-A97A-AD8A2538EB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16">
              <a:extLst>
                <a:ext uri="{FF2B5EF4-FFF2-40B4-BE49-F238E27FC236}">
                  <a16:creationId xmlns:a16="http://schemas.microsoft.com/office/drawing/2014/main" id="{CBF53111-DF01-47C3-8596-B57862E0C31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16">
              <a:extLst>
                <a:ext uri="{FF2B5EF4-FFF2-40B4-BE49-F238E27FC236}">
                  <a16:creationId xmlns:a16="http://schemas.microsoft.com/office/drawing/2014/main" id="{C53F7DDB-439E-47C6-90BD-B22EA9B7CDF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16">
              <a:extLst>
                <a:ext uri="{FF2B5EF4-FFF2-40B4-BE49-F238E27FC236}">
                  <a16:creationId xmlns:a16="http://schemas.microsoft.com/office/drawing/2014/main" id="{81E7F6E6-2542-47E1-AE43-9B182D3758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16">
              <a:extLst>
                <a:ext uri="{FF2B5EF4-FFF2-40B4-BE49-F238E27FC236}">
                  <a16:creationId xmlns:a16="http://schemas.microsoft.com/office/drawing/2014/main" id="{E777532A-71A5-494B-820C-48C05EC74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16">
              <a:extLst>
                <a:ext uri="{FF2B5EF4-FFF2-40B4-BE49-F238E27FC236}">
                  <a16:creationId xmlns:a16="http://schemas.microsoft.com/office/drawing/2014/main" id="{70329985-9DF6-417E-8BE0-9292329455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16">
              <a:extLst>
                <a:ext uri="{FF2B5EF4-FFF2-40B4-BE49-F238E27FC236}">
                  <a16:creationId xmlns:a16="http://schemas.microsoft.com/office/drawing/2014/main" id="{00252936-908A-4F1A-B1D6-E291EDBA6E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16">
              <a:extLst>
                <a:ext uri="{FF2B5EF4-FFF2-40B4-BE49-F238E27FC236}">
                  <a16:creationId xmlns:a16="http://schemas.microsoft.com/office/drawing/2014/main" id="{1614E059-CFCA-409A-8521-5A7B0CD0E4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16">
              <a:extLst>
                <a:ext uri="{FF2B5EF4-FFF2-40B4-BE49-F238E27FC236}">
                  <a16:creationId xmlns:a16="http://schemas.microsoft.com/office/drawing/2014/main" id="{D67A4711-AC1A-4F94-B614-DDA70F4AB3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Freeform 16">
              <a:extLst>
                <a:ext uri="{FF2B5EF4-FFF2-40B4-BE49-F238E27FC236}">
                  <a16:creationId xmlns:a16="http://schemas.microsoft.com/office/drawing/2014/main" id="{7AC93D6D-B965-4CFB-82B3-C2F8189DD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16">
              <a:extLst>
                <a:ext uri="{FF2B5EF4-FFF2-40B4-BE49-F238E27FC236}">
                  <a16:creationId xmlns:a16="http://schemas.microsoft.com/office/drawing/2014/main" id="{00CA144B-A572-487C-B67D-E0784F6971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16">
              <a:extLst>
                <a:ext uri="{FF2B5EF4-FFF2-40B4-BE49-F238E27FC236}">
                  <a16:creationId xmlns:a16="http://schemas.microsoft.com/office/drawing/2014/main" id="{E1487B58-3826-42D4-A325-3E4E04785B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16">
              <a:extLst>
                <a:ext uri="{FF2B5EF4-FFF2-40B4-BE49-F238E27FC236}">
                  <a16:creationId xmlns:a16="http://schemas.microsoft.com/office/drawing/2014/main" id="{3C65D50D-4B63-4F19-93C9-926E0DA62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Freeform 16">
              <a:extLst>
                <a:ext uri="{FF2B5EF4-FFF2-40B4-BE49-F238E27FC236}">
                  <a16:creationId xmlns:a16="http://schemas.microsoft.com/office/drawing/2014/main" id="{91A9FD33-BBFB-4EB4-B633-06A023CB6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Freeform 16">
              <a:extLst>
                <a:ext uri="{FF2B5EF4-FFF2-40B4-BE49-F238E27FC236}">
                  <a16:creationId xmlns:a16="http://schemas.microsoft.com/office/drawing/2014/main" id="{8A25449F-C96E-43A9-BE7E-8415CB8CA9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Freeform 16">
              <a:extLst>
                <a:ext uri="{FF2B5EF4-FFF2-40B4-BE49-F238E27FC236}">
                  <a16:creationId xmlns:a16="http://schemas.microsoft.com/office/drawing/2014/main" id="{E852D294-5AE3-4C12-AE2F-1361C06DF2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Freeform 16">
              <a:extLst>
                <a:ext uri="{FF2B5EF4-FFF2-40B4-BE49-F238E27FC236}">
                  <a16:creationId xmlns:a16="http://schemas.microsoft.com/office/drawing/2014/main" id="{D75B22CF-07E7-4A6F-B17D-758BBE5538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16">
              <a:extLst>
                <a:ext uri="{FF2B5EF4-FFF2-40B4-BE49-F238E27FC236}">
                  <a16:creationId xmlns:a16="http://schemas.microsoft.com/office/drawing/2014/main" id="{45BB4DE2-44BF-43BF-9C16-259FA34503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16">
              <a:extLst>
                <a:ext uri="{FF2B5EF4-FFF2-40B4-BE49-F238E27FC236}">
                  <a16:creationId xmlns:a16="http://schemas.microsoft.com/office/drawing/2014/main" id="{9082519B-328F-4D85-9648-AA99F35AF4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16">
              <a:extLst>
                <a:ext uri="{FF2B5EF4-FFF2-40B4-BE49-F238E27FC236}">
                  <a16:creationId xmlns:a16="http://schemas.microsoft.com/office/drawing/2014/main" id="{D9C1B58C-398E-452F-88B1-1E2D056BC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16">
              <a:extLst>
                <a:ext uri="{FF2B5EF4-FFF2-40B4-BE49-F238E27FC236}">
                  <a16:creationId xmlns:a16="http://schemas.microsoft.com/office/drawing/2014/main" id="{1215C438-62B6-48E8-93BD-2400CE7DCB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16">
              <a:extLst>
                <a:ext uri="{FF2B5EF4-FFF2-40B4-BE49-F238E27FC236}">
                  <a16:creationId xmlns:a16="http://schemas.microsoft.com/office/drawing/2014/main" id="{74287A1C-61DC-4764-AD91-0D8AE5D32F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16">
              <a:extLst>
                <a:ext uri="{FF2B5EF4-FFF2-40B4-BE49-F238E27FC236}">
                  <a16:creationId xmlns:a16="http://schemas.microsoft.com/office/drawing/2014/main" id="{935F5F69-3B06-47EE-8A58-9EFC1B83EC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16">
              <a:extLst>
                <a:ext uri="{FF2B5EF4-FFF2-40B4-BE49-F238E27FC236}">
                  <a16:creationId xmlns:a16="http://schemas.microsoft.com/office/drawing/2014/main" id="{1101FFF9-CF37-4721-8186-544775DE50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Freeform 16">
              <a:extLst>
                <a:ext uri="{FF2B5EF4-FFF2-40B4-BE49-F238E27FC236}">
                  <a16:creationId xmlns:a16="http://schemas.microsoft.com/office/drawing/2014/main" id="{DA07B02B-AB92-4E6D-BE68-38C0C55A70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Freeform 16">
              <a:extLst>
                <a:ext uri="{FF2B5EF4-FFF2-40B4-BE49-F238E27FC236}">
                  <a16:creationId xmlns:a16="http://schemas.microsoft.com/office/drawing/2014/main" id="{5C7F6697-9CF8-4C52-8134-856F37E69B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Freeform 16">
              <a:extLst>
                <a:ext uri="{FF2B5EF4-FFF2-40B4-BE49-F238E27FC236}">
                  <a16:creationId xmlns:a16="http://schemas.microsoft.com/office/drawing/2014/main" id="{71AE8640-CA8D-45ED-B293-E41C04107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Freeform 16">
              <a:extLst>
                <a:ext uri="{FF2B5EF4-FFF2-40B4-BE49-F238E27FC236}">
                  <a16:creationId xmlns:a16="http://schemas.microsoft.com/office/drawing/2014/main" id="{63C196AF-4D4C-4362-BDBF-EC89D3AF7E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Freeform 16">
              <a:extLst>
                <a:ext uri="{FF2B5EF4-FFF2-40B4-BE49-F238E27FC236}">
                  <a16:creationId xmlns:a16="http://schemas.microsoft.com/office/drawing/2014/main" id="{ACA5D87D-1923-4B8B-9B95-C833F20B3F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Freeform 16">
              <a:extLst>
                <a:ext uri="{FF2B5EF4-FFF2-40B4-BE49-F238E27FC236}">
                  <a16:creationId xmlns:a16="http://schemas.microsoft.com/office/drawing/2014/main" id="{5168EF6E-C030-46F7-940B-B2259B19D5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Freeform 16">
              <a:extLst>
                <a:ext uri="{FF2B5EF4-FFF2-40B4-BE49-F238E27FC236}">
                  <a16:creationId xmlns:a16="http://schemas.microsoft.com/office/drawing/2014/main" id="{A141EFDE-9FF6-4BED-B3E7-F887DDD960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16">
              <a:extLst>
                <a:ext uri="{FF2B5EF4-FFF2-40B4-BE49-F238E27FC236}">
                  <a16:creationId xmlns:a16="http://schemas.microsoft.com/office/drawing/2014/main" id="{F1BD7350-6598-41F6-9255-7CC3E31388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Freeform 16">
              <a:extLst>
                <a:ext uri="{FF2B5EF4-FFF2-40B4-BE49-F238E27FC236}">
                  <a16:creationId xmlns:a16="http://schemas.microsoft.com/office/drawing/2014/main" id="{22AC9D57-87D8-4EB4-9431-D6A909D9B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Freeform 16">
              <a:extLst>
                <a:ext uri="{FF2B5EF4-FFF2-40B4-BE49-F238E27FC236}">
                  <a16:creationId xmlns:a16="http://schemas.microsoft.com/office/drawing/2014/main" id="{5E5F28C9-581C-4582-AFD5-64DAF5C058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Freeform 16">
              <a:extLst>
                <a:ext uri="{FF2B5EF4-FFF2-40B4-BE49-F238E27FC236}">
                  <a16:creationId xmlns:a16="http://schemas.microsoft.com/office/drawing/2014/main" id="{A3946BBE-EEEB-45AB-8953-28E740687D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Freeform 16">
              <a:extLst>
                <a:ext uri="{FF2B5EF4-FFF2-40B4-BE49-F238E27FC236}">
                  <a16:creationId xmlns:a16="http://schemas.microsoft.com/office/drawing/2014/main" id="{6CBC4E02-AAC1-4F30-A6A1-640557D976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16">
              <a:extLst>
                <a:ext uri="{FF2B5EF4-FFF2-40B4-BE49-F238E27FC236}">
                  <a16:creationId xmlns:a16="http://schemas.microsoft.com/office/drawing/2014/main" id="{B048D2CD-AC09-4285-A6D5-6EA03B3903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16">
              <a:extLst>
                <a:ext uri="{FF2B5EF4-FFF2-40B4-BE49-F238E27FC236}">
                  <a16:creationId xmlns:a16="http://schemas.microsoft.com/office/drawing/2014/main" id="{15EF59CC-EAE4-472E-9711-C258CA6562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16">
              <a:extLst>
                <a:ext uri="{FF2B5EF4-FFF2-40B4-BE49-F238E27FC236}">
                  <a16:creationId xmlns:a16="http://schemas.microsoft.com/office/drawing/2014/main" id="{0C37583E-F9BD-44A9-BE2D-5885FBF11A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16">
              <a:extLst>
                <a:ext uri="{FF2B5EF4-FFF2-40B4-BE49-F238E27FC236}">
                  <a16:creationId xmlns:a16="http://schemas.microsoft.com/office/drawing/2014/main" id="{C8F816AA-7759-4D40-8B9F-93CE389699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16">
              <a:extLst>
                <a:ext uri="{FF2B5EF4-FFF2-40B4-BE49-F238E27FC236}">
                  <a16:creationId xmlns:a16="http://schemas.microsoft.com/office/drawing/2014/main" id="{B65B9489-7839-490A-B77D-E0E3DFA52E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16">
              <a:extLst>
                <a:ext uri="{FF2B5EF4-FFF2-40B4-BE49-F238E27FC236}">
                  <a16:creationId xmlns:a16="http://schemas.microsoft.com/office/drawing/2014/main" id="{BECB7B9E-23EE-46B4-90EA-B68B9533F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Freeform 16">
              <a:extLst>
                <a:ext uri="{FF2B5EF4-FFF2-40B4-BE49-F238E27FC236}">
                  <a16:creationId xmlns:a16="http://schemas.microsoft.com/office/drawing/2014/main" id="{37F81689-425B-4586-BA28-A52EA6461B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16">
              <a:extLst>
                <a:ext uri="{FF2B5EF4-FFF2-40B4-BE49-F238E27FC236}">
                  <a16:creationId xmlns:a16="http://schemas.microsoft.com/office/drawing/2014/main" id="{F4E46C55-E55C-4DB9-84CB-12BA4E8360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AutoShape 3">
              <a:extLst>
                <a:ext uri="{FF2B5EF4-FFF2-40B4-BE49-F238E27FC236}">
                  <a16:creationId xmlns:a16="http://schemas.microsoft.com/office/drawing/2014/main" id="{9F7F7C91-FA75-4191-AB66-8DE3A6C2C917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9912350" y="127000"/>
              <a:ext cx="400050" cy="4278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B79D6001-5C23-4D4D-89FC-00A862D67E58}"/>
                </a:ext>
              </a:extLst>
            </p:cNvPr>
            <p:cNvGrpSpPr/>
            <p:nvPr userDrawn="1"/>
          </p:nvGrpSpPr>
          <p:grpSpPr>
            <a:xfrm>
              <a:off x="-664463" y="1060450"/>
              <a:ext cx="2884436" cy="4051302"/>
              <a:chOff x="-831850" y="581026"/>
              <a:chExt cx="3567113" cy="5010150"/>
            </a:xfrm>
          </p:grpSpPr>
          <p:sp>
            <p:nvSpPr>
              <p:cNvPr id="272" name="Freeform 10">
                <a:extLst>
                  <a:ext uri="{FF2B5EF4-FFF2-40B4-BE49-F238E27FC236}">
                    <a16:creationId xmlns:a16="http://schemas.microsoft.com/office/drawing/2014/main" id="{93E9F37A-6F37-4C9E-8DC1-2BE2587463E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-831850" y="2471738"/>
                <a:ext cx="3567113" cy="3119438"/>
              </a:xfrm>
              <a:custGeom>
                <a:avLst/>
                <a:gdLst>
                  <a:gd name="T0" fmla="*/ 434 w 464"/>
                  <a:gd name="T1" fmla="*/ 406 h 406"/>
                  <a:gd name="T2" fmla="*/ 30 w 464"/>
                  <a:gd name="T3" fmla="*/ 406 h 406"/>
                  <a:gd name="T4" fmla="*/ 0 w 464"/>
                  <a:gd name="T5" fmla="*/ 376 h 406"/>
                  <a:gd name="T6" fmla="*/ 0 w 464"/>
                  <a:gd name="T7" fmla="*/ 30 h 406"/>
                  <a:gd name="T8" fmla="*/ 30 w 464"/>
                  <a:gd name="T9" fmla="*/ 0 h 406"/>
                  <a:gd name="T10" fmla="*/ 434 w 464"/>
                  <a:gd name="T11" fmla="*/ 0 h 406"/>
                  <a:gd name="T12" fmla="*/ 464 w 464"/>
                  <a:gd name="T13" fmla="*/ 30 h 406"/>
                  <a:gd name="T14" fmla="*/ 464 w 464"/>
                  <a:gd name="T15" fmla="*/ 376 h 406"/>
                  <a:gd name="T16" fmla="*/ 434 w 464"/>
                  <a:gd name="T17" fmla="*/ 406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4" h="406">
                    <a:moveTo>
                      <a:pt x="434" y="406"/>
                    </a:moveTo>
                    <a:cubicBezTo>
                      <a:pt x="30" y="406"/>
                      <a:pt x="30" y="406"/>
                      <a:pt x="30" y="406"/>
                    </a:cubicBezTo>
                    <a:cubicBezTo>
                      <a:pt x="13" y="406"/>
                      <a:pt x="0" y="393"/>
                      <a:pt x="0" y="376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434" y="0"/>
                      <a:pt x="434" y="0"/>
                      <a:pt x="434" y="0"/>
                    </a:cubicBezTo>
                    <a:cubicBezTo>
                      <a:pt x="450" y="0"/>
                      <a:pt x="464" y="14"/>
                      <a:pt x="464" y="30"/>
                    </a:cubicBezTo>
                    <a:cubicBezTo>
                      <a:pt x="464" y="376"/>
                      <a:pt x="464" y="376"/>
                      <a:pt x="464" y="376"/>
                    </a:cubicBezTo>
                    <a:cubicBezTo>
                      <a:pt x="464" y="393"/>
                      <a:pt x="450" y="406"/>
                      <a:pt x="434" y="406"/>
                    </a:cubicBezTo>
                    <a:close/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3" name="Freeform 11">
                <a:extLst>
                  <a:ext uri="{FF2B5EF4-FFF2-40B4-BE49-F238E27FC236}">
                    <a16:creationId xmlns:a16="http://schemas.microsoft.com/office/drawing/2014/main" id="{9622CA32-E887-4015-BE52-CE59C58A50BC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0538" y="3262313"/>
                <a:ext cx="914400" cy="1590675"/>
              </a:xfrm>
              <a:custGeom>
                <a:avLst/>
                <a:gdLst>
                  <a:gd name="T0" fmla="*/ 119 w 119"/>
                  <a:gd name="T1" fmla="*/ 60 h 207"/>
                  <a:gd name="T2" fmla="*/ 60 w 119"/>
                  <a:gd name="T3" fmla="*/ 0 h 207"/>
                  <a:gd name="T4" fmla="*/ 0 w 119"/>
                  <a:gd name="T5" fmla="*/ 60 h 207"/>
                  <a:gd name="T6" fmla="*/ 30 w 119"/>
                  <a:gd name="T7" fmla="*/ 112 h 207"/>
                  <a:gd name="T8" fmla="*/ 11 w 119"/>
                  <a:gd name="T9" fmla="*/ 207 h 207"/>
                  <a:gd name="T10" fmla="*/ 108 w 119"/>
                  <a:gd name="T11" fmla="*/ 207 h 207"/>
                  <a:gd name="T12" fmla="*/ 89 w 119"/>
                  <a:gd name="T13" fmla="*/ 112 h 207"/>
                  <a:gd name="T14" fmla="*/ 119 w 119"/>
                  <a:gd name="T15" fmla="*/ 6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207">
                    <a:moveTo>
                      <a:pt x="119" y="60"/>
                    </a:moveTo>
                    <a:cubicBezTo>
                      <a:pt x="119" y="27"/>
                      <a:pt x="93" y="0"/>
                      <a:pt x="60" y="0"/>
                    </a:cubicBezTo>
                    <a:cubicBezTo>
                      <a:pt x="27" y="0"/>
                      <a:pt x="0" y="27"/>
                      <a:pt x="0" y="60"/>
                    </a:cubicBezTo>
                    <a:cubicBezTo>
                      <a:pt x="0" y="82"/>
                      <a:pt x="12" y="102"/>
                      <a:pt x="30" y="112"/>
                    </a:cubicBezTo>
                    <a:cubicBezTo>
                      <a:pt x="11" y="207"/>
                      <a:pt x="11" y="207"/>
                      <a:pt x="11" y="207"/>
                    </a:cubicBezTo>
                    <a:cubicBezTo>
                      <a:pt x="108" y="207"/>
                      <a:pt x="108" y="207"/>
                      <a:pt x="108" y="207"/>
                    </a:cubicBezTo>
                    <a:cubicBezTo>
                      <a:pt x="89" y="112"/>
                      <a:pt x="89" y="112"/>
                      <a:pt x="89" y="112"/>
                    </a:cubicBezTo>
                    <a:cubicBezTo>
                      <a:pt x="107" y="102"/>
                      <a:pt x="119" y="82"/>
                      <a:pt x="119" y="60"/>
                    </a:cubicBezTo>
                    <a:close/>
                  </a:path>
                </a:pathLst>
              </a:custGeom>
              <a:solidFill>
                <a:srgbClr val="920000"/>
              </a:solidFill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4" name="Freeform 12">
                <a:extLst>
                  <a:ext uri="{FF2B5EF4-FFF2-40B4-BE49-F238E27FC236}">
                    <a16:creationId xmlns:a16="http://schemas.microsoft.com/office/drawing/2014/main" id="{15857072-129D-4B83-AEDA-E98AD3A5AEF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-239713" y="581026"/>
                <a:ext cx="2382838" cy="1958975"/>
              </a:xfrm>
              <a:custGeom>
                <a:avLst/>
                <a:gdLst>
                  <a:gd name="T0" fmla="*/ 0 w 310"/>
                  <a:gd name="T1" fmla="*/ 253 h 255"/>
                  <a:gd name="T2" fmla="*/ 0 w 310"/>
                  <a:gd name="T3" fmla="*/ 155 h 255"/>
                  <a:gd name="T4" fmla="*/ 155 w 310"/>
                  <a:gd name="T5" fmla="*/ 0 h 255"/>
                  <a:gd name="T6" fmla="*/ 310 w 310"/>
                  <a:gd name="T7" fmla="*/ 155 h 255"/>
                  <a:gd name="T8" fmla="*/ 310 w 310"/>
                  <a:gd name="T9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0" h="255">
                    <a:moveTo>
                      <a:pt x="0" y="253"/>
                    </a:moveTo>
                    <a:cubicBezTo>
                      <a:pt x="0" y="155"/>
                      <a:pt x="0" y="155"/>
                      <a:pt x="0" y="155"/>
                    </a:cubicBezTo>
                    <a:cubicBezTo>
                      <a:pt x="0" y="69"/>
                      <a:pt x="69" y="0"/>
                      <a:pt x="155" y="0"/>
                    </a:cubicBezTo>
                    <a:cubicBezTo>
                      <a:pt x="240" y="0"/>
                      <a:pt x="310" y="69"/>
                      <a:pt x="310" y="155"/>
                    </a:cubicBezTo>
                    <a:cubicBezTo>
                      <a:pt x="310" y="255"/>
                      <a:pt x="310" y="255"/>
                      <a:pt x="310" y="255"/>
                    </a:cubicBezTo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395FD607-A9EB-4369-8C8B-71A1A9564207}"/>
                </a:ext>
              </a:extLst>
            </p:cNvPr>
            <p:cNvSpPr/>
            <p:nvPr userDrawn="1"/>
          </p:nvSpPr>
          <p:spPr>
            <a:xfrm>
              <a:off x="-1327308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5CCAC69A-2B74-4981-825D-C3244AD95072}"/>
                </a:ext>
              </a:extLst>
            </p:cNvPr>
            <p:cNvSpPr/>
            <p:nvPr userDrawn="1"/>
          </p:nvSpPr>
          <p:spPr>
            <a:xfrm>
              <a:off x="10973671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660DB5A1-D3C7-4B82-A883-81AAAD318502}"/>
                </a:ext>
              </a:extLst>
            </p:cNvPr>
            <p:cNvSpPr/>
            <p:nvPr userDrawn="1"/>
          </p:nvSpPr>
          <p:spPr>
            <a:xfrm rot="16200000">
              <a:off x="5129275" y="-5934192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02F05F0F-A34E-4FE9-AFF6-B23AF6C59A1F}"/>
                </a:ext>
              </a:extLst>
            </p:cNvPr>
            <p:cNvSpPr/>
            <p:nvPr userDrawn="1"/>
          </p:nvSpPr>
          <p:spPr>
            <a:xfrm rot="16200000">
              <a:off x="5129270" y="643723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2072" y="3767328"/>
            <a:ext cx="7461504" cy="590931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62072" y="4361688"/>
            <a:ext cx="7461504" cy="525463"/>
          </a:xfrm>
        </p:spPr>
        <p:txBody>
          <a:bodyPr/>
          <a:lstStyle>
            <a:lvl1pPr marL="0" indent="0" algn="l">
              <a:buFontTx/>
              <a:buNone/>
              <a:defRPr sz="2400" b="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32582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62441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0972800" cy="5597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6403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0972800" cy="57050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</p:spPr>
        <p:txBody>
          <a:bodyPr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559819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n object  Description automatically generated">
            <a:extLst>
              <a:ext uri="{FF2B5EF4-FFF2-40B4-BE49-F238E27FC236}">
                <a16:creationId xmlns:a16="http://schemas.microsoft.com/office/drawing/2014/main" id="{DB5BC97F-BE1C-4CC1-A0F8-EF37ABD2FD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9451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1_Title, Subtitle,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16750" y="2103036"/>
            <a:ext cx="9976104" cy="359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—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—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—"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▪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4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2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0268141" y="5699821"/>
            <a:ext cx="658500" cy="47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1626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10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9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image" Target="../media/image1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11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17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08.xml"/><Relationship Id="rId19" Type="http://schemas.openxmlformats.org/officeDocument/2006/relationships/image" Target="../media/image11.png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9743" y="653532"/>
            <a:ext cx="9973315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마스터 제목 스타일을 편집하려면 클릭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7402" y="2002367"/>
            <a:ext cx="9948931" cy="3908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마스터 텍스트 스타일을 편집하려면 클릭</a:t>
            </a:r>
          </a:p>
          <a:p>
            <a:pPr lvl="1"/>
            <a:r>
              <a:rPr lang="en-US"/>
              <a:t>레벨 2</a:t>
            </a:r>
          </a:p>
          <a:p>
            <a:pPr lvl="2"/>
            <a:r>
              <a:rPr lang="en-US"/>
              <a:t>레벨 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69214B-99AB-46ED-9864-662329C3618F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0818" y="5785419"/>
            <a:ext cx="580688" cy="20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9072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896" r:id="rId3"/>
    <p:sldLayoutId id="2147483971" r:id="rId4"/>
    <p:sldLayoutId id="2147483917" r:id="rId5"/>
    <p:sldLayoutId id="2147483969" r:id="rId6"/>
    <p:sldLayoutId id="2147483919" r:id="rId7"/>
    <p:sldLayoutId id="2147483954" r:id="rId8"/>
    <p:sldLayoutId id="2147483897" r:id="rId9"/>
    <p:sldLayoutId id="2147483898" r:id="rId10"/>
    <p:sldLayoutId id="2147483926" r:id="rId11"/>
    <p:sldLayoutId id="2147483899" r:id="rId12"/>
    <p:sldLayoutId id="2147483901" r:id="rId13"/>
    <p:sldLayoutId id="2147484072" r:id="rId14"/>
  </p:sldLayoutIdLs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3600" b="1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2000" b="0">
          <a:solidFill>
            <a:schemeClr val="bg1"/>
          </a:solidFill>
          <a:latin typeface="Trebuchet MS" pitchFamily="34" charset="0"/>
          <a:ea typeface="+mn-ea"/>
          <a:cs typeface="+mn-cs"/>
        </a:defRPr>
      </a:lvl1pPr>
      <a:lvl2pPr marL="57150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800" b="0">
          <a:solidFill>
            <a:schemeClr val="bg1"/>
          </a:solidFill>
          <a:latin typeface="Trebuchet MS" pitchFamily="34" charset="0"/>
        </a:defRPr>
      </a:lvl2pPr>
      <a:lvl3pPr marL="1089025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600" b="0">
          <a:solidFill>
            <a:schemeClr val="bg1"/>
          </a:solidFill>
          <a:latin typeface="Trebuchet MS" pitchFamily="34" charset="0"/>
        </a:defRPr>
      </a:lvl3pPr>
      <a:lvl4pPr marL="177482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9743" y="653532"/>
            <a:ext cx="9973315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마스터 제목 스타일을 편집하려면 클릭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7402" y="2002367"/>
            <a:ext cx="9948931" cy="3908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마스터 텍스트 스타일을 편집하려면 클릭</a:t>
            </a:r>
          </a:p>
          <a:p>
            <a:pPr lvl="1"/>
            <a:r>
              <a:rPr lang="en-US"/>
              <a:t>레벨 2</a:t>
            </a:r>
          </a:p>
          <a:p>
            <a:pPr lvl="2"/>
            <a:r>
              <a:rPr lang="en-US"/>
              <a:t>레벨 3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9762254" y="5831286"/>
            <a:ext cx="321027" cy="1615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4400" cap="all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pPr algn="r"/>
            <a:fld id="{9EF62655-870B-4C06-BC3D-C67D37BAE36D}" type="slidenum">
              <a:rPr lang="en-US" sz="850" kern="1200" smtClean="0">
                <a:solidFill>
                  <a:schemeClr val="accent4"/>
                </a:solidFill>
                <a:latin typeface="Trebuchet MS" panose="020B0603020202020204" pitchFamily="34" charset="0"/>
                <a:ea typeface="MS PGothic" pitchFamily="34" charset="-128"/>
                <a:cs typeface="+mn-cs"/>
              </a:rPr>
              <a:pPr algn="r"/>
              <a:t>‹#›</a:t>
            </a:fld>
            <a:r>
              <a:rPr lang="en-US" sz="1050" cap="none" baseline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endParaRPr lang="en-US" sz="1050" cap="none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" name="Group 4"/>
          <p:cNvGrpSpPr/>
          <p:nvPr userDrawn="1"/>
        </p:nvGrpSpPr>
        <p:grpSpPr>
          <a:xfrm>
            <a:off x="10153706" y="5866413"/>
            <a:ext cx="583502" cy="107781"/>
            <a:chOff x="677492" y="-1417931"/>
            <a:chExt cx="3154606" cy="582700"/>
          </a:xfrm>
        </p:grpSpPr>
        <p:sp>
          <p:nvSpPr>
            <p:cNvPr id="6" name="Freeform 5"/>
            <p:cNvSpPr>
              <a:spLocks noEditPoints="1"/>
            </p:cNvSpPr>
            <p:nvPr userDrawn="1"/>
          </p:nvSpPr>
          <p:spPr bwMode="auto">
            <a:xfrm>
              <a:off x="3761772" y="-980905"/>
              <a:ext cx="70326" cy="68652"/>
            </a:xfrm>
            <a:custGeom>
              <a:avLst/>
              <a:gdLst>
                <a:gd name="T0" fmla="*/ 36 w 87"/>
                <a:gd name="T1" fmla="*/ 37 h 83"/>
                <a:gd name="T2" fmla="*/ 36 w 87"/>
                <a:gd name="T3" fmla="*/ 26 h 83"/>
                <a:gd name="T4" fmla="*/ 43 w 87"/>
                <a:gd name="T5" fmla="*/ 26 h 83"/>
                <a:gd name="T6" fmla="*/ 52 w 87"/>
                <a:gd name="T7" fmla="*/ 31 h 83"/>
                <a:gd name="T8" fmla="*/ 45 w 87"/>
                <a:gd name="T9" fmla="*/ 37 h 83"/>
                <a:gd name="T10" fmla="*/ 36 w 87"/>
                <a:gd name="T11" fmla="*/ 37 h 83"/>
                <a:gd name="T12" fmla="*/ 36 w 87"/>
                <a:gd name="T13" fmla="*/ 45 h 83"/>
                <a:gd name="T14" fmla="*/ 41 w 87"/>
                <a:gd name="T15" fmla="*/ 45 h 83"/>
                <a:gd name="T16" fmla="*/ 52 w 87"/>
                <a:gd name="T17" fmla="*/ 63 h 83"/>
                <a:gd name="T18" fmla="*/ 63 w 87"/>
                <a:gd name="T19" fmla="*/ 63 h 83"/>
                <a:gd name="T20" fmla="*/ 52 w 87"/>
                <a:gd name="T21" fmla="*/ 44 h 83"/>
                <a:gd name="T22" fmla="*/ 63 w 87"/>
                <a:gd name="T23" fmla="*/ 32 h 83"/>
                <a:gd name="T24" fmla="*/ 44 w 87"/>
                <a:gd name="T25" fmla="*/ 19 h 83"/>
                <a:gd name="T26" fmla="*/ 26 w 87"/>
                <a:gd name="T27" fmla="*/ 19 h 83"/>
                <a:gd name="T28" fmla="*/ 26 w 87"/>
                <a:gd name="T29" fmla="*/ 63 h 83"/>
                <a:gd name="T30" fmla="*/ 36 w 87"/>
                <a:gd name="T31" fmla="*/ 63 h 83"/>
                <a:gd name="T32" fmla="*/ 36 w 87"/>
                <a:gd name="T33" fmla="*/ 45 h 83"/>
                <a:gd name="T34" fmla="*/ 87 w 87"/>
                <a:gd name="T35" fmla="*/ 41 h 83"/>
                <a:gd name="T36" fmla="*/ 44 w 87"/>
                <a:gd name="T37" fmla="*/ 0 h 83"/>
                <a:gd name="T38" fmla="*/ 0 w 87"/>
                <a:gd name="T39" fmla="*/ 41 h 83"/>
                <a:gd name="T40" fmla="*/ 44 w 87"/>
                <a:gd name="T41" fmla="*/ 83 h 83"/>
                <a:gd name="T42" fmla="*/ 87 w 87"/>
                <a:gd name="T43" fmla="*/ 41 h 83"/>
                <a:gd name="T44" fmla="*/ 74 w 87"/>
                <a:gd name="T45" fmla="*/ 41 h 83"/>
                <a:gd name="T46" fmla="*/ 44 w 87"/>
                <a:gd name="T47" fmla="*/ 73 h 83"/>
                <a:gd name="T48" fmla="*/ 44 w 87"/>
                <a:gd name="T49" fmla="*/ 73 h 83"/>
                <a:gd name="T50" fmla="*/ 13 w 87"/>
                <a:gd name="T51" fmla="*/ 41 h 83"/>
                <a:gd name="T52" fmla="*/ 44 w 87"/>
                <a:gd name="T53" fmla="*/ 9 h 83"/>
                <a:gd name="T54" fmla="*/ 74 w 87"/>
                <a:gd name="T55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7" h="83">
                  <a:moveTo>
                    <a:pt x="36" y="37"/>
                  </a:moveTo>
                  <a:cubicBezTo>
                    <a:pt x="36" y="26"/>
                    <a:pt x="36" y="26"/>
                    <a:pt x="36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7" y="26"/>
                    <a:pt x="52" y="27"/>
                    <a:pt x="52" y="31"/>
                  </a:cubicBezTo>
                  <a:cubicBezTo>
                    <a:pt x="52" y="36"/>
                    <a:pt x="50" y="37"/>
                    <a:pt x="45" y="37"/>
                  </a:cubicBezTo>
                  <a:cubicBezTo>
                    <a:pt x="36" y="37"/>
                    <a:pt x="36" y="37"/>
                    <a:pt x="36" y="37"/>
                  </a:cubicBezTo>
                  <a:moveTo>
                    <a:pt x="36" y="45"/>
                  </a:moveTo>
                  <a:cubicBezTo>
                    <a:pt x="41" y="45"/>
                    <a:pt x="41" y="45"/>
                    <a:pt x="41" y="45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63" y="63"/>
                    <a:pt x="63" y="63"/>
                    <a:pt x="63" y="63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8" y="43"/>
                    <a:pt x="63" y="41"/>
                    <a:pt x="63" y="32"/>
                  </a:cubicBezTo>
                  <a:cubicBezTo>
                    <a:pt x="63" y="22"/>
                    <a:pt x="56" y="19"/>
                    <a:pt x="44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45"/>
                    <a:pt x="36" y="45"/>
                    <a:pt x="36" y="45"/>
                  </a:cubicBezTo>
                  <a:moveTo>
                    <a:pt x="87" y="41"/>
                  </a:moveTo>
                  <a:cubicBezTo>
                    <a:pt x="87" y="15"/>
                    <a:pt x="66" y="0"/>
                    <a:pt x="44" y="0"/>
                  </a:cubicBezTo>
                  <a:cubicBezTo>
                    <a:pt x="21" y="0"/>
                    <a:pt x="0" y="15"/>
                    <a:pt x="0" y="41"/>
                  </a:cubicBezTo>
                  <a:cubicBezTo>
                    <a:pt x="0" y="67"/>
                    <a:pt x="21" y="83"/>
                    <a:pt x="44" y="83"/>
                  </a:cubicBezTo>
                  <a:cubicBezTo>
                    <a:pt x="66" y="83"/>
                    <a:pt x="87" y="67"/>
                    <a:pt x="87" y="41"/>
                  </a:cubicBezTo>
                  <a:moveTo>
                    <a:pt x="74" y="41"/>
                  </a:moveTo>
                  <a:cubicBezTo>
                    <a:pt x="74" y="60"/>
                    <a:pt x="60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26" y="73"/>
                    <a:pt x="13" y="60"/>
                    <a:pt x="13" y="41"/>
                  </a:cubicBezTo>
                  <a:cubicBezTo>
                    <a:pt x="13" y="22"/>
                    <a:pt x="26" y="9"/>
                    <a:pt x="44" y="9"/>
                  </a:cubicBezTo>
                  <a:cubicBezTo>
                    <a:pt x="60" y="9"/>
                    <a:pt x="74" y="22"/>
                    <a:pt x="74" y="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6"/>
            <p:cNvSpPr>
              <a:spLocks noEditPoints="1"/>
            </p:cNvSpPr>
            <p:nvPr userDrawn="1"/>
          </p:nvSpPr>
          <p:spPr bwMode="auto">
            <a:xfrm>
              <a:off x="1700563" y="-1309093"/>
              <a:ext cx="2039443" cy="385118"/>
            </a:xfrm>
            <a:custGeom>
              <a:avLst/>
              <a:gdLst>
                <a:gd name="T0" fmla="*/ 1048 w 2520"/>
                <a:gd name="T1" fmla="*/ 0 h 472"/>
                <a:gd name="T2" fmla="*/ 1048 w 2520"/>
                <a:gd name="T3" fmla="*/ 472 h 472"/>
                <a:gd name="T4" fmla="*/ 1181 w 2520"/>
                <a:gd name="T5" fmla="*/ 472 h 472"/>
                <a:gd name="T6" fmla="*/ 1181 w 2520"/>
                <a:gd name="T7" fmla="*/ 0 h 472"/>
                <a:gd name="T8" fmla="*/ 1048 w 2520"/>
                <a:gd name="T9" fmla="*/ 0 h 472"/>
                <a:gd name="T10" fmla="*/ 0 w 2520"/>
                <a:gd name="T11" fmla="*/ 0 h 472"/>
                <a:gd name="T12" fmla="*/ 0 w 2520"/>
                <a:gd name="T13" fmla="*/ 472 h 472"/>
                <a:gd name="T14" fmla="*/ 134 w 2520"/>
                <a:gd name="T15" fmla="*/ 472 h 472"/>
                <a:gd name="T16" fmla="*/ 134 w 2520"/>
                <a:gd name="T17" fmla="*/ 105 h 472"/>
                <a:gd name="T18" fmla="*/ 239 w 2520"/>
                <a:gd name="T19" fmla="*/ 106 h 472"/>
                <a:gd name="T20" fmla="*/ 314 w 2520"/>
                <a:gd name="T21" fmla="*/ 132 h 472"/>
                <a:gd name="T22" fmla="*/ 344 w 2520"/>
                <a:gd name="T23" fmla="*/ 257 h 472"/>
                <a:gd name="T24" fmla="*/ 344 w 2520"/>
                <a:gd name="T25" fmla="*/ 472 h 472"/>
                <a:gd name="T26" fmla="*/ 474 w 2520"/>
                <a:gd name="T27" fmla="*/ 472 h 472"/>
                <a:gd name="T28" fmla="*/ 474 w 2520"/>
                <a:gd name="T29" fmla="*/ 211 h 472"/>
                <a:gd name="T30" fmla="*/ 239 w 2520"/>
                <a:gd name="T31" fmla="*/ 0 h 472"/>
                <a:gd name="T32" fmla="*/ 0 w 2520"/>
                <a:gd name="T33" fmla="*/ 0 h 472"/>
                <a:gd name="T34" fmla="*/ 1262 w 2520"/>
                <a:gd name="T35" fmla="*/ 0 h 472"/>
                <a:gd name="T36" fmla="*/ 1262 w 2520"/>
                <a:gd name="T37" fmla="*/ 472 h 472"/>
                <a:gd name="T38" fmla="*/ 1479 w 2520"/>
                <a:gd name="T39" fmla="*/ 472 h 472"/>
                <a:gd name="T40" fmla="*/ 1672 w 2520"/>
                <a:gd name="T41" fmla="*/ 410 h 472"/>
                <a:gd name="T42" fmla="*/ 1719 w 2520"/>
                <a:gd name="T43" fmla="*/ 242 h 472"/>
                <a:gd name="T44" fmla="*/ 1676 w 2520"/>
                <a:gd name="T45" fmla="*/ 79 h 472"/>
                <a:gd name="T46" fmla="*/ 1449 w 2520"/>
                <a:gd name="T47" fmla="*/ 0 h 472"/>
                <a:gd name="T48" fmla="*/ 1262 w 2520"/>
                <a:gd name="T49" fmla="*/ 0 h 472"/>
                <a:gd name="T50" fmla="*/ 1395 w 2520"/>
                <a:gd name="T51" fmla="*/ 103 h 472"/>
                <a:gd name="T52" fmla="*/ 1452 w 2520"/>
                <a:gd name="T53" fmla="*/ 103 h 472"/>
                <a:gd name="T54" fmla="*/ 1589 w 2520"/>
                <a:gd name="T55" fmla="*/ 237 h 472"/>
                <a:gd name="T56" fmla="*/ 1452 w 2520"/>
                <a:gd name="T57" fmla="*/ 372 h 472"/>
                <a:gd name="T58" fmla="*/ 1395 w 2520"/>
                <a:gd name="T59" fmla="*/ 372 h 472"/>
                <a:gd name="T60" fmla="*/ 1395 w 2520"/>
                <a:gd name="T61" fmla="*/ 103 h 472"/>
                <a:gd name="T62" fmla="*/ 856 w 2520"/>
                <a:gd name="T63" fmla="*/ 0 h 472"/>
                <a:gd name="T64" fmla="*/ 745 w 2520"/>
                <a:gd name="T65" fmla="*/ 374 h 472"/>
                <a:gd name="T66" fmla="*/ 638 w 2520"/>
                <a:gd name="T67" fmla="*/ 0 h 472"/>
                <a:gd name="T68" fmla="*/ 494 w 2520"/>
                <a:gd name="T69" fmla="*/ 0 h 472"/>
                <a:gd name="T70" fmla="*/ 646 w 2520"/>
                <a:gd name="T71" fmla="*/ 472 h 472"/>
                <a:gd name="T72" fmla="*/ 838 w 2520"/>
                <a:gd name="T73" fmla="*/ 472 h 472"/>
                <a:gd name="T74" fmla="*/ 992 w 2520"/>
                <a:gd name="T75" fmla="*/ 0 h 472"/>
                <a:gd name="T76" fmla="*/ 856 w 2520"/>
                <a:gd name="T77" fmla="*/ 0 h 472"/>
                <a:gd name="T78" fmla="*/ 1781 w 2520"/>
                <a:gd name="T79" fmla="*/ 472 h 472"/>
                <a:gd name="T80" fmla="*/ 1915 w 2520"/>
                <a:gd name="T81" fmla="*/ 472 h 472"/>
                <a:gd name="T82" fmla="*/ 1915 w 2520"/>
                <a:gd name="T83" fmla="*/ 0 h 472"/>
                <a:gd name="T84" fmla="*/ 1781 w 2520"/>
                <a:gd name="T85" fmla="*/ 0 h 472"/>
                <a:gd name="T86" fmla="*/ 1781 w 2520"/>
                <a:gd name="T87" fmla="*/ 472 h 472"/>
                <a:gd name="T88" fmla="*/ 2155 w 2520"/>
                <a:gd name="T89" fmla="*/ 1 h 472"/>
                <a:gd name="T90" fmla="*/ 1969 w 2520"/>
                <a:gd name="T91" fmla="*/ 472 h 472"/>
                <a:gd name="T92" fmla="*/ 2100 w 2520"/>
                <a:gd name="T93" fmla="*/ 472 h 472"/>
                <a:gd name="T94" fmla="*/ 2130 w 2520"/>
                <a:gd name="T95" fmla="*/ 389 h 472"/>
                <a:gd name="T96" fmla="*/ 2350 w 2520"/>
                <a:gd name="T97" fmla="*/ 389 h 472"/>
                <a:gd name="T98" fmla="*/ 2378 w 2520"/>
                <a:gd name="T99" fmla="*/ 472 h 472"/>
                <a:gd name="T100" fmla="*/ 2520 w 2520"/>
                <a:gd name="T101" fmla="*/ 472 h 472"/>
                <a:gd name="T102" fmla="*/ 2333 w 2520"/>
                <a:gd name="T103" fmla="*/ 1 h 472"/>
                <a:gd name="T104" fmla="*/ 2155 w 2520"/>
                <a:gd name="T105" fmla="*/ 1 h 472"/>
                <a:gd name="T106" fmla="*/ 2241 w 2520"/>
                <a:gd name="T107" fmla="*/ 87 h 472"/>
                <a:gd name="T108" fmla="*/ 2322 w 2520"/>
                <a:gd name="T109" fmla="*/ 307 h 472"/>
                <a:gd name="T110" fmla="*/ 2158 w 2520"/>
                <a:gd name="T111" fmla="*/ 307 h 472"/>
                <a:gd name="T112" fmla="*/ 2241 w 2520"/>
                <a:gd name="T113" fmla="*/ 87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20" h="472">
                  <a:moveTo>
                    <a:pt x="1048" y="0"/>
                  </a:moveTo>
                  <a:cubicBezTo>
                    <a:pt x="1048" y="472"/>
                    <a:pt x="1048" y="472"/>
                    <a:pt x="1048" y="472"/>
                  </a:cubicBezTo>
                  <a:cubicBezTo>
                    <a:pt x="1181" y="472"/>
                    <a:pt x="1181" y="472"/>
                    <a:pt x="1181" y="472"/>
                  </a:cubicBezTo>
                  <a:cubicBezTo>
                    <a:pt x="1181" y="0"/>
                    <a:pt x="1181" y="0"/>
                    <a:pt x="1181" y="0"/>
                  </a:cubicBezTo>
                  <a:lnTo>
                    <a:pt x="1048" y="0"/>
                  </a:lnTo>
                  <a:close/>
                  <a:moveTo>
                    <a:pt x="0" y="0"/>
                  </a:moveTo>
                  <a:cubicBezTo>
                    <a:pt x="0" y="472"/>
                    <a:pt x="0" y="472"/>
                    <a:pt x="0" y="472"/>
                  </a:cubicBezTo>
                  <a:cubicBezTo>
                    <a:pt x="134" y="472"/>
                    <a:pt x="134" y="472"/>
                    <a:pt x="134" y="472"/>
                  </a:cubicBezTo>
                  <a:cubicBezTo>
                    <a:pt x="134" y="105"/>
                    <a:pt x="134" y="105"/>
                    <a:pt x="134" y="105"/>
                  </a:cubicBezTo>
                  <a:cubicBezTo>
                    <a:pt x="239" y="106"/>
                    <a:pt x="239" y="106"/>
                    <a:pt x="239" y="106"/>
                  </a:cubicBezTo>
                  <a:cubicBezTo>
                    <a:pt x="273" y="106"/>
                    <a:pt x="297" y="114"/>
                    <a:pt x="314" y="132"/>
                  </a:cubicBezTo>
                  <a:cubicBezTo>
                    <a:pt x="335" y="154"/>
                    <a:pt x="344" y="191"/>
                    <a:pt x="344" y="257"/>
                  </a:cubicBezTo>
                  <a:cubicBezTo>
                    <a:pt x="344" y="472"/>
                    <a:pt x="344" y="472"/>
                    <a:pt x="344" y="472"/>
                  </a:cubicBezTo>
                  <a:cubicBezTo>
                    <a:pt x="474" y="472"/>
                    <a:pt x="474" y="472"/>
                    <a:pt x="474" y="472"/>
                  </a:cubicBezTo>
                  <a:cubicBezTo>
                    <a:pt x="474" y="211"/>
                    <a:pt x="474" y="211"/>
                    <a:pt x="474" y="211"/>
                  </a:cubicBezTo>
                  <a:cubicBezTo>
                    <a:pt x="474" y="25"/>
                    <a:pt x="355" y="0"/>
                    <a:pt x="239" y="0"/>
                  </a:cubicBezTo>
                  <a:lnTo>
                    <a:pt x="0" y="0"/>
                  </a:lnTo>
                  <a:close/>
                  <a:moveTo>
                    <a:pt x="1262" y="0"/>
                  </a:moveTo>
                  <a:cubicBezTo>
                    <a:pt x="1262" y="472"/>
                    <a:pt x="1262" y="472"/>
                    <a:pt x="1262" y="472"/>
                  </a:cubicBezTo>
                  <a:cubicBezTo>
                    <a:pt x="1479" y="472"/>
                    <a:pt x="1479" y="472"/>
                    <a:pt x="1479" y="472"/>
                  </a:cubicBezTo>
                  <a:cubicBezTo>
                    <a:pt x="1594" y="472"/>
                    <a:pt x="1631" y="453"/>
                    <a:pt x="1672" y="410"/>
                  </a:cubicBezTo>
                  <a:cubicBezTo>
                    <a:pt x="1701" y="380"/>
                    <a:pt x="1719" y="314"/>
                    <a:pt x="1719" y="242"/>
                  </a:cubicBezTo>
                  <a:cubicBezTo>
                    <a:pt x="1719" y="175"/>
                    <a:pt x="1704" y="116"/>
                    <a:pt x="1676" y="79"/>
                  </a:cubicBezTo>
                  <a:cubicBezTo>
                    <a:pt x="1627" y="13"/>
                    <a:pt x="1556" y="0"/>
                    <a:pt x="1449" y="0"/>
                  </a:cubicBezTo>
                  <a:lnTo>
                    <a:pt x="1262" y="0"/>
                  </a:lnTo>
                  <a:close/>
                  <a:moveTo>
                    <a:pt x="1395" y="103"/>
                  </a:moveTo>
                  <a:cubicBezTo>
                    <a:pt x="1452" y="103"/>
                    <a:pt x="1452" y="103"/>
                    <a:pt x="1452" y="103"/>
                  </a:cubicBezTo>
                  <a:cubicBezTo>
                    <a:pt x="1535" y="103"/>
                    <a:pt x="1589" y="140"/>
                    <a:pt x="1589" y="237"/>
                  </a:cubicBezTo>
                  <a:cubicBezTo>
                    <a:pt x="1589" y="334"/>
                    <a:pt x="1535" y="372"/>
                    <a:pt x="1452" y="372"/>
                  </a:cubicBezTo>
                  <a:cubicBezTo>
                    <a:pt x="1395" y="372"/>
                    <a:pt x="1395" y="372"/>
                    <a:pt x="1395" y="372"/>
                  </a:cubicBezTo>
                  <a:lnTo>
                    <a:pt x="1395" y="103"/>
                  </a:lnTo>
                  <a:close/>
                  <a:moveTo>
                    <a:pt x="856" y="0"/>
                  </a:moveTo>
                  <a:cubicBezTo>
                    <a:pt x="745" y="374"/>
                    <a:pt x="745" y="374"/>
                    <a:pt x="745" y="374"/>
                  </a:cubicBezTo>
                  <a:cubicBezTo>
                    <a:pt x="638" y="0"/>
                    <a:pt x="638" y="0"/>
                    <a:pt x="638" y="0"/>
                  </a:cubicBezTo>
                  <a:cubicBezTo>
                    <a:pt x="494" y="0"/>
                    <a:pt x="494" y="0"/>
                    <a:pt x="494" y="0"/>
                  </a:cubicBezTo>
                  <a:cubicBezTo>
                    <a:pt x="646" y="472"/>
                    <a:pt x="646" y="472"/>
                    <a:pt x="646" y="472"/>
                  </a:cubicBezTo>
                  <a:cubicBezTo>
                    <a:pt x="838" y="472"/>
                    <a:pt x="838" y="472"/>
                    <a:pt x="838" y="472"/>
                  </a:cubicBezTo>
                  <a:cubicBezTo>
                    <a:pt x="992" y="0"/>
                    <a:pt x="992" y="0"/>
                    <a:pt x="992" y="0"/>
                  </a:cubicBezTo>
                  <a:lnTo>
                    <a:pt x="856" y="0"/>
                  </a:lnTo>
                  <a:close/>
                  <a:moveTo>
                    <a:pt x="1781" y="472"/>
                  </a:moveTo>
                  <a:cubicBezTo>
                    <a:pt x="1915" y="472"/>
                    <a:pt x="1915" y="472"/>
                    <a:pt x="1915" y="472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781" y="0"/>
                    <a:pt x="1781" y="0"/>
                    <a:pt x="1781" y="0"/>
                  </a:cubicBezTo>
                  <a:lnTo>
                    <a:pt x="1781" y="472"/>
                  </a:lnTo>
                  <a:close/>
                  <a:moveTo>
                    <a:pt x="2155" y="1"/>
                  </a:moveTo>
                  <a:cubicBezTo>
                    <a:pt x="1969" y="472"/>
                    <a:pt x="1969" y="472"/>
                    <a:pt x="1969" y="472"/>
                  </a:cubicBezTo>
                  <a:cubicBezTo>
                    <a:pt x="2100" y="472"/>
                    <a:pt x="2100" y="472"/>
                    <a:pt x="2100" y="472"/>
                  </a:cubicBezTo>
                  <a:cubicBezTo>
                    <a:pt x="2130" y="389"/>
                    <a:pt x="2130" y="389"/>
                    <a:pt x="2130" y="389"/>
                  </a:cubicBezTo>
                  <a:cubicBezTo>
                    <a:pt x="2350" y="389"/>
                    <a:pt x="2350" y="389"/>
                    <a:pt x="2350" y="389"/>
                  </a:cubicBezTo>
                  <a:cubicBezTo>
                    <a:pt x="2378" y="472"/>
                    <a:pt x="2378" y="472"/>
                    <a:pt x="2378" y="472"/>
                  </a:cubicBezTo>
                  <a:cubicBezTo>
                    <a:pt x="2520" y="472"/>
                    <a:pt x="2520" y="472"/>
                    <a:pt x="2520" y="472"/>
                  </a:cubicBezTo>
                  <a:cubicBezTo>
                    <a:pt x="2333" y="1"/>
                    <a:pt x="2333" y="1"/>
                    <a:pt x="2333" y="1"/>
                  </a:cubicBezTo>
                  <a:lnTo>
                    <a:pt x="2155" y="1"/>
                  </a:lnTo>
                  <a:close/>
                  <a:moveTo>
                    <a:pt x="2241" y="87"/>
                  </a:moveTo>
                  <a:cubicBezTo>
                    <a:pt x="2322" y="307"/>
                    <a:pt x="2322" y="307"/>
                    <a:pt x="2322" y="307"/>
                  </a:cubicBezTo>
                  <a:cubicBezTo>
                    <a:pt x="2158" y="307"/>
                    <a:pt x="2158" y="307"/>
                    <a:pt x="2158" y="307"/>
                  </a:cubicBezTo>
                  <a:lnTo>
                    <a:pt x="2241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 noEditPoints="1"/>
            </p:cNvSpPr>
            <p:nvPr userDrawn="1"/>
          </p:nvSpPr>
          <p:spPr bwMode="auto">
            <a:xfrm>
              <a:off x="677492" y="-1417931"/>
              <a:ext cx="877396" cy="582700"/>
            </a:xfrm>
            <a:custGeom>
              <a:avLst/>
              <a:gdLst>
                <a:gd name="T0" fmla="*/ 405 w 1086"/>
                <a:gd name="T1" fmla="*/ 214 h 718"/>
                <a:gd name="T2" fmla="*/ 405 w 1086"/>
                <a:gd name="T3" fmla="*/ 149 h 718"/>
                <a:gd name="T4" fmla="*/ 424 w 1086"/>
                <a:gd name="T5" fmla="*/ 148 h 718"/>
                <a:gd name="T6" fmla="*/ 719 w 1086"/>
                <a:gd name="T7" fmla="*/ 301 h 718"/>
                <a:gd name="T8" fmla="*/ 458 w 1086"/>
                <a:gd name="T9" fmla="*/ 476 h 718"/>
                <a:gd name="T10" fmla="*/ 405 w 1086"/>
                <a:gd name="T11" fmla="*/ 467 h 718"/>
                <a:gd name="T12" fmla="*/ 405 w 1086"/>
                <a:gd name="T13" fmla="*/ 270 h 718"/>
                <a:gd name="T14" fmla="*/ 530 w 1086"/>
                <a:gd name="T15" fmla="*/ 378 h 718"/>
                <a:gd name="T16" fmla="*/ 622 w 1086"/>
                <a:gd name="T17" fmla="*/ 300 h 718"/>
                <a:gd name="T18" fmla="*/ 441 w 1086"/>
                <a:gd name="T19" fmla="*/ 212 h 718"/>
                <a:gd name="T20" fmla="*/ 405 w 1086"/>
                <a:gd name="T21" fmla="*/ 214 h 718"/>
                <a:gd name="T22" fmla="*/ 405 w 1086"/>
                <a:gd name="T23" fmla="*/ 0 h 718"/>
                <a:gd name="T24" fmla="*/ 405 w 1086"/>
                <a:gd name="T25" fmla="*/ 97 h 718"/>
                <a:gd name="T26" fmla="*/ 424 w 1086"/>
                <a:gd name="T27" fmla="*/ 95 h 718"/>
                <a:gd name="T28" fmla="*/ 832 w 1086"/>
                <a:gd name="T29" fmla="*/ 298 h 718"/>
                <a:gd name="T30" fmla="*/ 455 w 1086"/>
                <a:gd name="T31" fmla="*/ 523 h 718"/>
                <a:gd name="T32" fmla="*/ 405 w 1086"/>
                <a:gd name="T33" fmla="*/ 518 h 718"/>
                <a:gd name="T34" fmla="*/ 405 w 1086"/>
                <a:gd name="T35" fmla="*/ 578 h 718"/>
                <a:gd name="T36" fmla="*/ 447 w 1086"/>
                <a:gd name="T37" fmla="*/ 581 h 718"/>
                <a:gd name="T38" fmla="*/ 881 w 1086"/>
                <a:gd name="T39" fmla="*/ 381 h 718"/>
                <a:gd name="T40" fmla="*/ 1004 w 1086"/>
                <a:gd name="T41" fmla="*/ 456 h 718"/>
                <a:gd name="T42" fmla="*/ 449 w 1086"/>
                <a:gd name="T43" fmla="*/ 636 h 718"/>
                <a:gd name="T44" fmla="*/ 405 w 1086"/>
                <a:gd name="T45" fmla="*/ 634 h 718"/>
                <a:gd name="T46" fmla="*/ 405 w 1086"/>
                <a:gd name="T47" fmla="*/ 718 h 718"/>
                <a:gd name="T48" fmla="*/ 1086 w 1086"/>
                <a:gd name="T49" fmla="*/ 718 h 718"/>
                <a:gd name="T50" fmla="*/ 1086 w 1086"/>
                <a:gd name="T51" fmla="*/ 0 h 718"/>
                <a:gd name="T52" fmla="*/ 405 w 1086"/>
                <a:gd name="T53" fmla="*/ 0 h 718"/>
                <a:gd name="T54" fmla="*/ 405 w 1086"/>
                <a:gd name="T55" fmla="*/ 467 h 718"/>
                <a:gd name="T56" fmla="*/ 405 w 1086"/>
                <a:gd name="T57" fmla="*/ 518 h 718"/>
                <a:gd name="T58" fmla="*/ 194 w 1086"/>
                <a:gd name="T59" fmla="*/ 317 h 718"/>
                <a:gd name="T60" fmla="*/ 405 w 1086"/>
                <a:gd name="T61" fmla="*/ 214 h 718"/>
                <a:gd name="T62" fmla="*/ 405 w 1086"/>
                <a:gd name="T63" fmla="*/ 270 h 718"/>
                <a:gd name="T64" fmla="*/ 405 w 1086"/>
                <a:gd name="T65" fmla="*/ 270 h 718"/>
                <a:gd name="T66" fmla="*/ 281 w 1086"/>
                <a:gd name="T67" fmla="*/ 327 h 718"/>
                <a:gd name="T68" fmla="*/ 405 w 1086"/>
                <a:gd name="T69" fmla="*/ 467 h 718"/>
                <a:gd name="T70" fmla="*/ 111 w 1086"/>
                <a:gd name="T71" fmla="*/ 309 h 718"/>
                <a:gd name="T72" fmla="*/ 405 w 1086"/>
                <a:gd name="T73" fmla="*/ 149 h 718"/>
                <a:gd name="T74" fmla="*/ 405 w 1086"/>
                <a:gd name="T75" fmla="*/ 97 h 718"/>
                <a:gd name="T76" fmla="*/ 0 w 1086"/>
                <a:gd name="T77" fmla="*/ 298 h 718"/>
                <a:gd name="T78" fmla="*/ 405 w 1086"/>
                <a:gd name="T79" fmla="*/ 634 h 718"/>
                <a:gd name="T80" fmla="*/ 405 w 1086"/>
                <a:gd name="T81" fmla="*/ 578 h 718"/>
                <a:gd name="T82" fmla="*/ 111 w 1086"/>
                <a:gd name="T83" fmla="*/ 309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86" h="718">
                  <a:moveTo>
                    <a:pt x="405" y="214"/>
                  </a:moveTo>
                  <a:cubicBezTo>
                    <a:pt x="405" y="149"/>
                    <a:pt x="405" y="149"/>
                    <a:pt x="405" y="149"/>
                  </a:cubicBezTo>
                  <a:cubicBezTo>
                    <a:pt x="412" y="149"/>
                    <a:pt x="418" y="148"/>
                    <a:pt x="424" y="148"/>
                  </a:cubicBezTo>
                  <a:cubicBezTo>
                    <a:pt x="602" y="143"/>
                    <a:pt x="719" y="301"/>
                    <a:pt x="719" y="301"/>
                  </a:cubicBezTo>
                  <a:cubicBezTo>
                    <a:pt x="719" y="301"/>
                    <a:pt x="593" y="476"/>
                    <a:pt x="458" y="476"/>
                  </a:cubicBezTo>
                  <a:cubicBezTo>
                    <a:pt x="438" y="476"/>
                    <a:pt x="421" y="472"/>
                    <a:pt x="405" y="467"/>
                  </a:cubicBezTo>
                  <a:cubicBezTo>
                    <a:pt x="405" y="270"/>
                    <a:pt x="405" y="270"/>
                    <a:pt x="405" y="270"/>
                  </a:cubicBezTo>
                  <a:cubicBezTo>
                    <a:pt x="474" y="279"/>
                    <a:pt x="488" y="309"/>
                    <a:pt x="530" y="378"/>
                  </a:cubicBezTo>
                  <a:cubicBezTo>
                    <a:pt x="622" y="300"/>
                    <a:pt x="622" y="300"/>
                    <a:pt x="622" y="300"/>
                  </a:cubicBezTo>
                  <a:cubicBezTo>
                    <a:pt x="622" y="300"/>
                    <a:pt x="555" y="212"/>
                    <a:pt x="441" y="212"/>
                  </a:cubicBezTo>
                  <a:cubicBezTo>
                    <a:pt x="429" y="212"/>
                    <a:pt x="417" y="213"/>
                    <a:pt x="405" y="214"/>
                  </a:cubicBezTo>
                  <a:moveTo>
                    <a:pt x="405" y="0"/>
                  </a:moveTo>
                  <a:cubicBezTo>
                    <a:pt x="405" y="97"/>
                    <a:pt x="405" y="97"/>
                    <a:pt x="405" y="97"/>
                  </a:cubicBezTo>
                  <a:cubicBezTo>
                    <a:pt x="412" y="96"/>
                    <a:pt x="418" y="96"/>
                    <a:pt x="424" y="95"/>
                  </a:cubicBezTo>
                  <a:cubicBezTo>
                    <a:pt x="671" y="87"/>
                    <a:pt x="832" y="298"/>
                    <a:pt x="832" y="298"/>
                  </a:cubicBezTo>
                  <a:cubicBezTo>
                    <a:pt x="832" y="298"/>
                    <a:pt x="647" y="523"/>
                    <a:pt x="455" y="523"/>
                  </a:cubicBezTo>
                  <a:cubicBezTo>
                    <a:pt x="437" y="523"/>
                    <a:pt x="421" y="521"/>
                    <a:pt x="405" y="518"/>
                  </a:cubicBezTo>
                  <a:cubicBezTo>
                    <a:pt x="405" y="578"/>
                    <a:pt x="405" y="578"/>
                    <a:pt x="405" y="578"/>
                  </a:cubicBezTo>
                  <a:cubicBezTo>
                    <a:pt x="419" y="580"/>
                    <a:pt x="432" y="581"/>
                    <a:pt x="447" y="581"/>
                  </a:cubicBezTo>
                  <a:cubicBezTo>
                    <a:pt x="626" y="581"/>
                    <a:pt x="755" y="489"/>
                    <a:pt x="881" y="381"/>
                  </a:cubicBezTo>
                  <a:cubicBezTo>
                    <a:pt x="902" y="398"/>
                    <a:pt x="987" y="438"/>
                    <a:pt x="1004" y="456"/>
                  </a:cubicBezTo>
                  <a:cubicBezTo>
                    <a:pt x="885" y="556"/>
                    <a:pt x="607" y="636"/>
                    <a:pt x="449" y="636"/>
                  </a:cubicBezTo>
                  <a:cubicBezTo>
                    <a:pt x="434" y="636"/>
                    <a:pt x="420" y="636"/>
                    <a:pt x="405" y="634"/>
                  </a:cubicBezTo>
                  <a:cubicBezTo>
                    <a:pt x="405" y="718"/>
                    <a:pt x="405" y="718"/>
                    <a:pt x="405" y="718"/>
                  </a:cubicBezTo>
                  <a:cubicBezTo>
                    <a:pt x="1086" y="718"/>
                    <a:pt x="1086" y="718"/>
                    <a:pt x="1086" y="718"/>
                  </a:cubicBezTo>
                  <a:cubicBezTo>
                    <a:pt x="1086" y="0"/>
                    <a:pt x="1086" y="0"/>
                    <a:pt x="1086" y="0"/>
                  </a:cubicBezTo>
                  <a:lnTo>
                    <a:pt x="405" y="0"/>
                  </a:lnTo>
                  <a:close/>
                  <a:moveTo>
                    <a:pt x="405" y="467"/>
                  </a:moveTo>
                  <a:cubicBezTo>
                    <a:pt x="405" y="518"/>
                    <a:pt x="405" y="518"/>
                    <a:pt x="405" y="518"/>
                  </a:cubicBezTo>
                  <a:cubicBezTo>
                    <a:pt x="240" y="489"/>
                    <a:pt x="194" y="317"/>
                    <a:pt x="194" y="317"/>
                  </a:cubicBezTo>
                  <a:cubicBezTo>
                    <a:pt x="194" y="317"/>
                    <a:pt x="273" y="228"/>
                    <a:pt x="405" y="214"/>
                  </a:cubicBezTo>
                  <a:cubicBezTo>
                    <a:pt x="405" y="270"/>
                    <a:pt x="405" y="270"/>
                    <a:pt x="405" y="270"/>
                  </a:cubicBezTo>
                  <a:cubicBezTo>
                    <a:pt x="405" y="270"/>
                    <a:pt x="405" y="270"/>
                    <a:pt x="405" y="270"/>
                  </a:cubicBezTo>
                  <a:cubicBezTo>
                    <a:pt x="336" y="262"/>
                    <a:pt x="281" y="327"/>
                    <a:pt x="281" y="327"/>
                  </a:cubicBezTo>
                  <a:cubicBezTo>
                    <a:pt x="281" y="327"/>
                    <a:pt x="312" y="436"/>
                    <a:pt x="405" y="467"/>
                  </a:cubicBezTo>
                  <a:moveTo>
                    <a:pt x="111" y="309"/>
                  </a:moveTo>
                  <a:cubicBezTo>
                    <a:pt x="111" y="309"/>
                    <a:pt x="209" y="164"/>
                    <a:pt x="405" y="149"/>
                  </a:cubicBezTo>
                  <a:cubicBezTo>
                    <a:pt x="405" y="97"/>
                    <a:pt x="405" y="97"/>
                    <a:pt x="405" y="97"/>
                  </a:cubicBezTo>
                  <a:cubicBezTo>
                    <a:pt x="188" y="114"/>
                    <a:pt x="0" y="298"/>
                    <a:pt x="0" y="298"/>
                  </a:cubicBezTo>
                  <a:cubicBezTo>
                    <a:pt x="0" y="298"/>
                    <a:pt x="106" y="606"/>
                    <a:pt x="405" y="634"/>
                  </a:cubicBezTo>
                  <a:cubicBezTo>
                    <a:pt x="405" y="578"/>
                    <a:pt x="405" y="578"/>
                    <a:pt x="405" y="578"/>
                  </a:cubicBezTo>
                  <a:cubicBezTo>
                    <a:pt x="186" y="551"/>
                    <a:pt x="111" y="309"/>
                    <a:pt x="111" y="3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3453847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  <p:sldLayoutId id="2147483994" r:id="rId12"/>
    <p:sldLayoutId id="2147483995" r:id="rId13"/>
  </p:sldLayoutIdLs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3600" b="1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2000" b="0">
          <a:solidFill>
            <a:schemeClr val="bg1"/>
          </a:solidFill>
          <a:latin typeface="Trebuchet MS" pitchFamily="34" charset="0"/>
          <a:ea typeface="+mn-ea"/>
          <a:cs typeface="+mn-cs"/>
        </a:defRPr>
      </a:lvl1pPr>
      <a:lvl2pPr marL="57150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800" b="0">
          <a:solidFill>
            <a:schemeClr val="bg1"/>
          </a:solidFill>
          <a:latin typeface="Trebuchet MS" pitchFamily="34" charset="0"/>
        </a:defRPr>
      </a:lvl2pPr>
      <a:lvl3pPr marL="1089025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600" b="0">
          <a:solidFill>
            <a:schemeClr val="bg1"/>
          </a:solidFill>
          <a:latin typeface="Trebuchet MS" pitchFamily="34" charset="0"/>
        </a:defRPr>
      </a:lvl3pPr>
      <a:lvl4pPr marL="177482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7620"/>
            <a:ext cx="10972800" cy="617982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548640"/>
            <a:ext cx="7737001" cy="11887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마스터 제목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944530"/>
            <a:ext cx="7737001" cy="34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마스터 텍스트 스타일을 편집하려면 클릭</a:t>
            </a:r>
          </a:p>
          <a:p>
            <a:pPr lvl="1"/>
            <a:r>
              <a:rPr lang="en-US"/>
              <a:t>레벨 2</a:t>
            </a:r>
          </a:p>
          <a:p>
            <a:pPr lvl="2"/>
            <a:r>
              <a:rPr lang="en-US"/>
              <a:t>레벨 3</a:t>
            </a:r>
          </a:p>
          <a:p>
            <a:pPr lvl="3"/>
            <a:r>
              <a:rPr lang="en-US"/>
              <a:t>레벨 4</a:t>
            </a:r>
          </a:p>
          <a:p>
            <a:pPr lvl="4"/>
            <a:r>
              <a:rPr lang="en-US"/>
              <a:t>레벨 5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84620" y="5437226"/>
            <a:ext cx="820745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5437226"/>
            <a:ext cx="5667851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31597" y="5437226"/>
            <a:ext cx="615005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2FFA6B7-0FC3-4CC3-844B-E07E6B154EA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0818" y="5785419"/>
            <a:ext cx="580688" cy="20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50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  <p:sldLayoutId id="2147484012" r:id="rId16"/>
    <p:sldLayoutId id="2147484013" r:id="rId17"/>
  </p:sldLayoutIdLst>
  <p:hf hdr="0" ftr="0" dt="0"/>
  <p:txStyles>
    <p:titleStyle>
      <a:lvl1pPr algn="l" defTabSz="411480" rtl="0" eaLnBrk="1" latinLnBrk="0" hangingPunct="1">
        <a:spcBef>
          <a:spcPct val="0"/>
        </a:spcBef>
        <a:buNone/>
        <a:defRPr sz="324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8610" indent="-308610" algn="l" defTabSz="411480" rtl="0" eaLnBrk="1" latinLnBrk="0" hangingPunct="1">
        <a:spcBef>
          <a:spcPts val="9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68655" indent="-257175" algn="l" defTabSz="411480" rtl="0" eaLnBrk="1" latinLnBrk="0" hangingPunct="1">
        <a:spcBef>
          <a:spcPts val="9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28700" indent="-205740" algn="l" defTabSz="411480" rtl="0" eaLnBrk="1" latinLnBrk="0" hangingPunct="1">
        <a:spcBef>
          <a:spcPts val="9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40180" indent="-205740" algn="l" defTabSz="411480" rtl="0" eaLnBrk="1" latinLnBrk="0" hangingPunct="1">
        <a:spcBef>
          <a:spcPts val="9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51660" indent="-205740" algn="l" defTabSz="411480" rtl="0" eaLnBrk="1" latinLnBrk="0" hangingPunct="1">
        <a:spcBef>
          <a:spcPts val="9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263140" indent="-205740" algn="l" defTabSz="411480" rtl="0" eaLnBrk="1" latinLnBrk="0" hangingPunct="1">
        <a:spcBef>
          <a:spcPts val="9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674620" indent="-205740" algn="l" defTabSz="411480" rtl="0" eaLnBrk="1" latinLnBrk="0" hangingPunct="1">
        <a:spcBef>
          <a:spcPts val="9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086100" indent="-205740" algn="l" defTabSz="411480" rtl="0" eaLnBrk="1" latinLnBrk="0" hangingPunct="1">
        <a:spcBef>
          <a:spcPts val="9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497580" indent="-205740" algn="l" defTabSz="411480" rtl="0" eaLnBrk="1" latinLnBrk="0" hangingPunct="1">
        <a:spcBef>
          <a:spcPts val="9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817529"/>
            <a:ext cx="10972800" cy="3695347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5513832"/>
            <a:ext cx="10972800" cy="66865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421" y="724067"/>
            <a:ext cx="8642948" cy="9443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마스터 제목 스타일을 편집하려면 클릭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421" y="1814159"/>
            <a:ext cx="8642948" cy="3105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마스터 텍스트 스타일을 편집하려면 클릭</a:t>
            </a:r>
          </a:p>
          <a:p>
            <a:pPr lvl="1"/>
            <a:r>
              <a:rPr lang="en-US"/>
              <a:t>레벨 2</a:t>
            </a:r>
          </a:p>
          <a:p>
            <a:pPr lvl="2"/>
            <a:r>
              <a:rPr lang="en-US"/>
              <a:t>레벨 3</a:t>
            </a:r>
          </a:p>
          <a:p>
            <a:pPr lvl="3"/>
            <a:r>
              <a:rPr lang="en-US"/>
              <a:t>레벨 4</a:t>
            </a:r>
          </a:p>
          <a:p>
            <a:pPr lvl="4"/>
            <a:r>
              <a:rPr lang="en-US"/>
              <a:t>레벨 5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055" y="719076"/>
            <a:ext cx="729917" cy="4532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52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5515572"/>
            <a:ext cx="109728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23A6700-3A26-40EC-BA5C-71EB32A3174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0818" y="5785419"/>
            <a:ext cx="580688" cy="20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8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  <p:sldLayoutId id="2147484025" r:id="rId11"/>
    <p:sldLayoutId id="2147484026" r:id="rId12"/>
  </p:sldLayoutIdLst>
  <p:hf hdr="0" ftr="0" dt="0"/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288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120000"/>
        </a:lnSpc>
        <a:spcBef>
          <a:spcPts val="9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2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6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8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8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8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8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120000"/>
        </a:lnSpc>
        <a:spcBef>
          <a:spcPts val="4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8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9743" y="521208"/>
            <a:ext cx="9973315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마스터 제목 스타일을 편집하려면 클릭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7402" y="2002368"/>
            <a:ext cx="9948931" cy="3734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마스터 텍스트 스타일을 편집하려면 클릭</a:t>
            </a:r>
          </a:p>
          <a:p>
            <a:pPr lvl="1"/>
            <a:r>
              <a:rPr lang="en-US" dirty="0"/>
              <a:t>레벨 2</a:t>
            </a:r>
          </a:p>
        </p:txBody>
      </p:sp>
      <p:pic>
        <p:nvPicPr>
          <p:cNvPr id="6" name="Google Shape;78;p14">
            <a:extLst>
              <a:ext uri="{FF2B5EF4-FFF2-40B4-BE49-F238E27FC236}">
                <a16:creationId xmlns:a16="http://schemas.microsoft.com/office/drawing/2014/main" id="{314CEB40-1739-4D24-83DA-0CE9763BE5FC}"/>
              </a:ext>
            </a:extLst>
          </p:cNvPr>
          <p:cNvPicPr preferRelativeResize="0"/>
          <p:nvPr/>
        </p:nvPicPr>
        <p:blipFill rotWithShape="1">
          <a:blip r:embed="rId2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9;p14">
            <a:extLst>
              <a:ext uri="{FF2B5EF4-FFF2-40B4-BE49-F238E27FC236}">
                <a16:creationId xmlns:a16="http://schemas.microsoft.com/office/drawing/2014/main" id="{6BDE7C07-CEF7-436D-9B76-D06FF957C348}"/>
              </a:ext>
            </a:extLst>
          </p:cNvPr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368938545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028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39" r:id="rId12"/>
    <p:sldLayoutId id="2147484040" r:id="rId13"/>
    <p:sldLayoutId id="2147484041" r:id="rId14"/>
    <p:sldLayoutId id="2147484042" r:id="rId15"/>
    <p:sldLayoutId id="2147484043" r:id="rId16"/>
    <p:sldLayoutId id="2147484044" r:id="rId17"/>
    <p:sldLayoutId id="2147484045" r:id="rId18"/>
    <p:sldLayoutId id="2147484046" r:id="rId19"/>
  </p:sldLayoutIdLst>
  <p:hf hdr="0" ft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0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400" b="0">
          <a:solidFill>
            <a:schemeClr val="accent4"/>
          </a:solidFill>
          <a:latin typeface="Trebuchet MS" pitchFamily="34" charset="0"/>
          <a:ea typeface="+mn-ea"/>
          <a:cs typeface="+mn-cs"/>
        </a:defRPr>
      </a:lvl1pPr>
      <a:lvl2pPr marL="571500" indent="0" algn="l" rtl="0" eaLnBrk="1" fontAlgn="base" hangingPunct="1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200" b="0">
          <a:solidFill>
            <a:schemeClr val="accent4"/>
          </a:solidFill>
          <a:latin typeface="Trebuchet MS" pitchFamily="34" charset="0"/>
        </a:defRPr>
      </a:lvl2pPr>
      <a:lvl3pPr marL="1089025" indent="0" algn="l" rtl="0" eaLnBrk="1" fontAlgn="base" hangingPunct="1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100" b="0">
          <a:solidFill>
            <a:schemeClr val="accent4"/>
          </a:solidFill>
          <a:latin typeface="Trebuchet MS" pitchFamily="34" charset="0"/>
        </a:defRPr>
      </a:lvl3pPr>
      <a:lvl4pPr marL="177482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499744" y="653531"/>
            <a:ext cx="99732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rebuchet MS"/>
              <a:buNone/>
              <a:defRPr sz="32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rgbClr val="73B900"/>
              </a:buClr>
              <a:buSzPts val="2900"/>
              <a:buFont typeface="Arial"/>
              <a:buNone/>
              <a:defRPr sz="29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body" idx="1"/>
          </p:nvPr>
        </p:nvSpPr>
        <p:spPr>
          <a:xfrm>
            <a:off x="517403" y="2002367"/>
            <a:ext cx="9948900" cy="3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75" tIns="82275" rIns="82275" bIns="8227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–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78" name="Google Shape;78;p14"/>
          <p:cNvPicPr preferRelativeResize="0"/>
          <p:nvPr/>
        </p:nvPicPr>
        <p:blipFill rotWithShape="1">
          <a:blip r:embed="rId1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404735411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048" r:id="rId1"/>
    <p:sldLayoutId id="2147484049" r:id="rId2"/>
    <p:sldLayoutId id="2147484050" r:id="rId3"/>
    <p:sldLayoutId id="2147484051" r:id="rId4"/>
    <p:sldLayoutId id="2147484052" r:id="rId5"/>
    <p:sldLayoutId id="2147484053" r:id="rId6"/>
    <p:sldLayoutId id="2147484054" r:id="rId7"/>
    <p:sldLayoutId id="2147484055" r:id="rId8"/>
    <p:sldLayoutId id="2147484056" r:id="rId9"/>
    <p:sldLayoutId id="2147484057" r:id="rId10"/>
    <p:sldLayoutId id="21474840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499743" y="653532"/>
            <a:ext cx="997331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517402" y="2002367"/>
            <a:ext cx="9973315" cy="378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–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 dirty="0"/>
          </a:p>
        </p:txBody>
      </p:sp>
      <p:pic>
        <p:nvPicPr>
          <p:cNvPr id="6" name="Google Shape;78;p14">
            <a:extLst>
              <a:ext uri="{FF2B5EF4-FFF2-40B4-BE49-F238E27FC236}">
                <a16:creationId xmlns:a16="http://schemas.microsoft.com/office/drawing/2014/main" id="{54E5A79A-7329-4470-AC57-FD1DA4ED8914}"/>
              </a:ext>
            </a:extLst>
          </p:cNvPr>
          <p:cNvPicPr preferRelativeResize="0"/>
          <p:nvPr/>
        </p:nvPicPr>
        <p:blipFill rotWithShape="1">
          <a:blip r:embed="rId1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9;p14">
            <a:extLst>
              <a:ext uri="{FF2B5EF4-FFF2-40B4-BE49-F238E27FC236}">
                <a16:creationId xmlns:a16="http://schemas.microsoft.com/office/drawing/2014/main" id="{C0B4E493-6730-43BA-BF09-20E413B78119}"/>
              </a:ext>
            </a:extLst>
          </p:cNvPr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34505031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  <p:sldLayoutId id="21474840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9743" y="521208"/>
            <a:ext cx="9973315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마스터 제목 스타일을 편집하려면 클릭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7402" y="2002368"/>
            <a:ext cx="9948931" cy="3734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마스터 텍스트 스타일을 편집하려면 클릭</a:t>
            </a:r>
          </a:p>
          <a:p>
            <a:pPr lvl="1"/>
            <a:r>
              <a:rPr lang="en-US" dirty="0"/>
              <a:t>레벨 2</a:t>
            </a:r>
          </a:p>
        </p:txBody>
      </p:sp>
      <p:pic>
        <p:nvPicPr>
          <p:cNvPr id="6" name="Google Shape;78;p14">
            <a:extLst>
              <a:ext uri="{FF2B5EF4-FFF2-40B4-BE49-F238E27FC236}">
                <a16:creationId xmlns:a16="http://schemas.microsoft.com/office/drawing/2014/main" id="{314CEB40-1739-4D24-83DA-0CE9763BE5FC}"/>
              </a:ext>
            </a:extLst>
          </p:cNvPr>
          <p:cNvPicPr preferRelativeResize="0"/>
          <p:nvPr/>
        </p:nvPicPr>
        <p:blipFill rotWithShape="1">
          <a:blip r:embed="rId1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0817" y="5785420"/>
            <a:ext cx="580686" cy="2063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9;p14">
            <a:extLst>
              <a:ext uri="{FF2B5EF4-FFF2-40B4-BE49-F238E27FC236}">
                <a16:creationId xmlns:a16="http://schemas.microsoft.com/office/drawing/2014/main" id="{6BDE7C07-CEF7-436D-9B76-D06FF957C348}"/>
              </a:ext>
            </a:extLst>
          </p:cNvPr>
          <p:cNvSpPr txBox="1"/>
          <p:nvPr/>
        </p:nvSpPr>
        <p:spPr>
          <a:xfrm>
            <a:off x="9762253" y="5831285"/>
            <a:ext cx="3210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1100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284682033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7" r:id="rId4"/>
    <p:sldLayoutId id="2147484078" r:id="rId5"/>
    <p:sldLayoutId id="2147484079" r:id="rId6"/>
    <p:sldLayoutId id="2147484080" r:id="rId7"/>
    <p:sldLayoutId id="2147484081" r:id="rId8"/>
    <p:sldLayoutId id="2147484082" r:id="rId9"/>
    <p:sldLayoutId id="2147484083" r:id="rId10"/>
    <p:sldLayoutId id="2147484084" r:id="rId11"/>
    <p:sldLayoutId id="2147484085" r:id="rId12"/>
    <p:sldLayoutId id="2147484086" r:id="rId13"/>
    <p:sldLayoutId id="2147484087" r:id="rId14"/>
    <p:sldLayoutId id="2147484088" r:id="rId15"/>
    <p:sldLayoutId id="2147484089" r:id="rId16"/>
    <p:sldLayoutId id="2147484090" r:id="rId17"/>
  </p:sldLayoutIdLs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3600" b="0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400" b="0">
          <a:solidFill>
            <a:schemeClr val="accent4"/>
          </a:solidFill>
          <a:latin typeface="Trebuchet MS" pitchFamily="34" charset="0"/>
          <a:ea typeface="+mn-ea"/>
          <a:cs typeface="+mn-cs"/>
        </a:defRPr>
      </a:lvl1pPr>
      <a:lvl2pPr marL="57150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200" b="0">
          <a:solidFill>
            <a:schemeClr val="accent4"/>
          </a:solidFill>
          <a:latin typeface="Trebuchet MS" pitchFamily="34" charset="0"/>
        </a:defRPr>
      </a:lvl2pPr>
      <a:lvl3pPr marL="1089025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100" b="0">
          <a:solidFill>
            <a:schemeClr val="accent4"/>
          </a:solidFill>
          <a:latin typeface="Trebuchet MS" pitchFamily="34" charset="0"/>
        </a:defRPr>
      </a:lvl3pPr>
      <a:lvl4pPr marL="177482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0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31.png"/><Relationship Id="rId5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chart" Target="../charts/char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chart" Target="../charts/char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43.png"/><Relationship Id="rId5" Type="http://schemas.openxmlformats.org/officeDocument/2006/relationships/image" Target="../media/image44.png"/><Relationship Id="rId4" Type="http://schemas.openxmlformats.org/officeDocument/2006/relationships/chart" Target="../charts/chart8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0.png"/><Relationship Id="rId7" Type="http://schemas.openxmlformats.org/officeDocument/2006/relationships/diagramColors" Target="../diagrams/colors3.xml"/><Relationship Id="rId12" Type="http://schemas.openxmlformats.org/officeDocument/2006/relationships/diagramColors" Target="../diagrams/colors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9.xml"/><Relationship Id="rId6" Type="http://schemas.openxmlformats.org/officeDocument/2006/relationships/diagramQuickStyle" Target="../diagrams/quickStyle3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diagramData" Target="../diagrams/data4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40.png"/><Relationship Id="rId7" Type="http://schemas.openxmlformats.org/officeDocument/2006/relationships/diagramColors" Target="../diagrams/colors4.xml"/><Relationship Id="rId12" Type="http://schemas.openxmlformats.org/officeDocument/2006/relationships/diagramColors" Target="../diagrams/colors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9.xml"/><Relationship Id="rId6" Type="http://schemas.openxmlformats.org/officeDocument/2006/relationships/diagramQuickStyle" Target="../diagrams/quickStyle4.xml"/><Relationship Id="rId11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10" Type="http://schemas.openxmlformats.org/officeDocument/2006/relationships/diagramLayout" Target="../diagrams/layout4.xml"/><Relationship Id="rId4" Type="http://schemas.openxmlformats.org/officeDocument/2006/relationships/diagramData" Target="../diagrams/data5.xml"/><Relationship Id="rId9" Type="http://schemas.openxmlformats.org/officeDocument/2006/relationships/diagramData" Target="../diagrams/data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chart" Target="../charts/chart9.xml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48.png"/><Relationship Id="rId11" Type="http://schemas.openxmlformats.org/officeDocument/2006/relationships/image" Target="../media/image54.png"/><Relationship Id="rId5" Type="http://schemas.openxmlformats.org/officeDocument/2006/relationships/chart" Target="../charts/chart11.xml"/><Relationship Id="rId10" Type="http://schemas.openxmlformats.org/officeDocument/2006/relationships/image" Target="../media/image53.png"/><Relationship Id="rId4" Type="http://schemas.openxmlformats.org/officeDocument/2006/relationships/chart" Target="../charts/chart10.xml"/><Relationship Id="rId9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chart" Target="../charts/chart12.xml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45.png"/><Relationship Id="rId5" Type="http://schemas.openxmlformats.org/officeDocument/2006/relationships/chart" Target="../charts/chart14.xml"/><Relationship Id="rId10" Type="http://schemas.openxmlformats.org/officeDocument/2006/relationships/image" Target="../media/image601.png"/><Relationship Id="rId4" Type="http://schemas.openxmlformats.org/officeDocument/2006/relationships/chart" Target="../charts/chart13.xml"/><Relationship Id="rId9" Type="http://schemas.openxmlformats.org/officeDocument/2006/relationships/image" Target="../media/image61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9.xml"/><Relationship Id="rId4" Type="http://schemas.openxmlformats.org/officeDocument/2006/relationships/chart" Target="../charts/char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9.xml"/><Relationship Id="rId4" Type="http://schemas.openxmlformats.org/officeDocument/2006/relationships/chart" Target="../charts/chart18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diagramData" Target="../diagrams/data7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9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7" Type="http://schemas.openxmlformats.org/officeDocument/2006/relationships/image" Target="../media/image49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0.png"/><Relationship Id="rId5" Type="http://schemas.openxmlformats.org/officeDocument/2006/relationships/image" Target="../media/image47.png"/><Relationship Id="rId4" Type="http://schemas.openxmlformats.org/officeDocument/2006/relationships/chart" Target="../charts/chart2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3.png"/><Relationship Id="rId4" Type="http://schemas.openxmlformats.org/officeDocument/2006/relationships/chart" Target="../charts/chart2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520.png"/><Relationship Id="rId7" Type="http://schemas.openxmlformats.org/officeDocument/2006/relationships/image" Target="../media/image5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10" Type="http://schemas.openxmlformats.org/officeDocument/2006/relationships/image" Target="../media/image590.png"/><Relationship Id="rId4" Type="http://schemas.openxmlformats.org/officeDocument/2006/relationships/image" Target="../media/image530.png"/><Relationship Id="rId9" Type="http://schemas.openxmlformats.org/officeDocument/2006/relationships/image" Target="../media/image58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610.png"/><Relationship Id="rId4" Type="http://schemas.openxmlformats.org/officeDocument/2006/relationships/image" Target="../media/image60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63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620.png"/><Relationship Id="rId5" Type="http://schemas.openxmlformats.org/officeDocument/2006/relationships/image" Target="../media/image610.png"/><Relationship Id="rId4" Type="http://schemas.openxmlformats.org/officeDocument/2006/relationships/image" Target="../media/image60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0.png"/><Relationship Id="rId3" Type="http://schemas.openxmlformats.org/officeDocument/2006/relationships/image" Target="../media/image40.png"/><Relationship Id="rId7" Type="http://schemas.openxmlformats.org/officeDocument/2006/relationships/image" Target="../media/image63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620.png"/><Relationship Id="rId5" Type="http://schemas.openxmlformats.org/officeDocument/2006/relationships/image" Target="../media/image610.png"/><Relationship Id="rId4" Type="http://schemas.openxmlformats.org/officeDocument/2006/relationships/image" Target="../media/image60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0.png"/><Relationship Id="rId3" Type="http://schemas.openxmlformats.org/officeDocument/2006/relationships/image" Target="../media/image40.png"/><Relationship Id="rId7" Type="http://schemas.openxmlformats.org/officeDocument/2006/relationships/image" Target="../media/image6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620.png"/><Relationship Id="rId5" Type="http://schemas.openxmlformats.org/officeDocument/2006/relationships/image" Target="../media/image610.png"/><Relationship Id="rId4" Type="http://schemas.openxmlformats.org/officeDocument/2006/relationships/image" Target="../media/image60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1">
            <a:extLst>
              <a:ext uri="{FF2B5EF4-FFF2-40B4-BE49-F238E27FC236}">
                <a16:creationId xmlns:a16="http://schemas.microsoft.com/office/drawing/2014/main" id="{A3E1FD33-6F4C-4902-BA87-B0813F8075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2부: 뉴럴 네트워크의 트레이닝 방식</a:t>
            </a:r>
          </a:p>
        </p:txBody>
      </p:sp>
      <p:sp>
        <p:nvSpPr>
          <p:cNvPr id="5" name="Title 10"/>
          <p:cNvSpPr>
            <a:spLocks noGrp="1"/>
          </p:cNvSpPr>
          <p:nvPr>
            <p:ph type="title"/>
          </p:nvPr>
        </p:nvSpPr>
        <p:spPr>
          <a:xfrm>
            <a:off x="685800" y="3389244"/>
            <a:ext cx="5815584" cy="1616972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딥러닝의 </a:t>
            </a:r>
            <a:br>
              <a:rPr lang="en-GB" dirty="0"/>
            </a:br>
            <a:r>
              <a:rPr lang="en-GB" dirty="0"/>
              <a:t>기초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770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17528"/>
            <a:ext cx="10972800" cy="3695347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5513832"/>
            <a:ext cx="10972800" cy="66865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515571"/>
            <a:ext cx="109728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8506" y="1662379"/>
            <a:ext cx="86467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0972526" cy="6172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17528"/>
            <a:ext cx="10972800" cy="3695347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21" y="2072742"/>
            <a:ext cx="2944883" cy="24067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/>
            <a:r>
              <a:rPr lang="ko-KR" altLang="en-US" sz="3200" dirty="0">
                <a:solidFill>
                  <a:schemeClr val="tx1"/>
                </a:solidFill>
              </a:rPr>
              <a:t>목차</a:t>
            </a:r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6421" y="1931887"/>
            <a:ext cx="294488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6422" y="2810246"/>
            <a:ext cx="3177141" cy="9443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5513832"/>
            <a:ext cx="10972800" cy="668655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515571"/>
            <a:ext cx="109728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DF2817-7EA3-4ADB-9415-6817F45B68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27721" y="722947"/>
          <a:ext cx="5322094" cy="4173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1121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17528"/>
            <a:ext cx="10972800" cy="3695347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5513832"/>
            <a:ext cx="10972800" cy="668655"/>
          </a:xfrm>
          <a:prstGeom prst="rect">
            <a:avLst/>
          </a:prstGeom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515571"/>
            <a:ext cx="109728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4C12901-9FCC-461E-A64A-89B479123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8506" y="1662379"/>
            <a:ext cx="86467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FD6EDB49-211E-499D-9A08-6C5FF3D06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0972526" cy="6172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8F9F37E-D3CF-4F3D-96C2-25307819D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17528"/>
            <a:ext cx="10972800" cy="3695347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5FFF17D-767C-40E7-8C89-962F1F54B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8997" y="574657"/>
            <a:ext cx="9814806" cy="4359095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69F39E1-619D-4D9E-8823-8BD8CC320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" y="779100"/>
            <a:ext cx="9406433" cy="3950208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2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8C53F47-DF50-454F-A5A6-6B969748D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1316" y="927233"/>
            <a:ext cx="9110167" cy="3653942"/>
          </a:xfrm>
          <a:prstGeom prst="rect">
            <a:avLst/>
          </a:prstGeom>
          <a:noFill/>
          <a:ln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21" y="1238447"/>
            <a:ext cx="8465302" cy="9026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/>
            <a:r>
              <a:rPr lang="ko-KR" altLang="en-US" sz="3200" dirty="0">
                <a:solidFill>
                  <a:srgbClr val="FFFFFF"/>
                </a:solidFill>
              </a:rPr>
              <a:t>목차</a:t>
            </a:r>
            <a:r>
              <a:rPr lang="en-US" sz="3200" b="0" i="0" kern="1200" cap="all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– 2부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C6C09-1E64-CA4F-8494-490CAA3DF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421" y="2218491"/>
            <a:ext cx="8465302" cy="21632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228600" defTabSz="91440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요약</a:t>
            </a:r>
          </a:p>
          <a:p>
            <a:pPr marL="457200" indent="-228600" defTabSz="91440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더 단순한 모델</a:t>
            </a:r>
          </a:p>
          <a:p>
            <a:pPr marL="457200" indent="-228600" defTabSz="91440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뉴런에서 네트워크로</a:t>
            </a:r>
          </a:p>
          <a:p>
            <a:pPr marL="457200" indent="-228600" defTabSz="91440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활성화 함수</a:t>
            </a:r>
          </a:p>
          <a:p>
            <a:pPr marL="457200" indent="-228600" defTabSz="91440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과적합</a:t>
            </a:r>
          </a:p>
          <a:p>
            <a:pPr marL="457200" indent="-228600" defTabSz="91440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뉴런에서 분류로</a:t>
            </a:r>
          </a:p>
          <a:p>
            <a:pPr marL="457200" indent="-228600" defTabSz="91440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</a:endParaRPr>
          </a:p>
          <a:p>
            <a:pPr marL="457200" indent="-228600" defTabSz="91440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FFFF"/>
              </a:solidFill>
            </a:endParaRP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6A26901A-BC62-4A3A-A07A-65E1F3DDD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5513832"/>
            <a:ext cx="10972800" cy="66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53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ko-KR" altLang="en-US" dirty="0"/>
              <a:t>핸즈온</a:t>
            </a:r>
            <a:r>
              <a:rPr lang="en-US" dirty="0"/>
              <a:t> </a:t>
            </a:r>
            <a:r>
              <a:rPr lang="en-US" dirty="0" err="1"/>
              <a:t>요약</a:t>
            </a:r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5308823-646A-4069-800F-3E5DA01789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4432667"/>
              </p:ext>
            </p:extLst>
          </p:nvPr>
        </p:nvGraphicFramePr>
        <p:xfrm>
          <a:off x="525780" y="1863070"/>
          <a:ext cx="9948672" cy="3718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E2FB5-8D51-E146-842B-7E7CC771C4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 anchor="t">
            <a:normAutofit/>
          </a:bodyPr>
          <a:lstStyle/>
          <a:p>
            <a:r>
              <a:rPr lang="en-US" dirty="0" err="1"/>
              <a:t>방금</a:t>
            </a:r>
            <a:r>
              <a:rPr lang="en-US" dirty="0"/>
              <a:t> </a:t>
            </a:r>
            <a:r>
              <a:rPr lang="en-US" dirty="0" err="1"/>
              <a:t>어떤</a:t>
            </a:r>
            <a:r>
              <a:rPr lang="en-US" dirty="0"/>
              <a:t> </a:t>
            </a:r>
            <a:r>
              <a:rPr lang="ko-KR" altLang="en-US" dirty="0"/>
              <a:t>것들을 배웠나요</a:t>
            </a:r>
            <a:r>
              <a:rPr lang="en-US" altLang="ko-KR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97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145DC-CB4B-984E-96C0-283116CD7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데이터</a:t>
            </a:r>
            <a:r>
              <a:rPr lang="en-US" sz="3200" b="1" dirty="0"/>
              <a:t> </a:t>
            </a:r>
            <a:r>
              <a:rPr lang="en-US" sz="3200" b="1" dirty="0" err="1"/>
              <a:t>준비</a:t>
            </a:r>
            <a:r>
              <a:rPr lang="en-US" sz="3200" b="1" dirty="0"/>
              <a:t> (Data preparation)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5C610-4BE6-F047-9594-28729E0EEA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배열을 통한</a:t>
            </a:r>
            <a:r>
              <a:rPr lang="en-US" dirty="0"/>
              <a:t> </a:t>
            </a:r>
            <a:r>
              <a:rPr lang="en-US" dirty="0" err="1"/>
              <a:t>입력</a:t>
            </a:r>
            <a:endParaRPr lang="en-US" dirty="0"/>
          </a:p>
        </p:txBody>
      </p:sp>
      <p:pic>
        <p:nvPicPr>
          <p:cNvPr id="6" name="Picture 5" descr="A picture containing drawing  Description automatically generated">
            <a:extLst>
              <a:ext uri="{FF2B5EF4-FFF2-40B4-BE49-F238E27FC236}">
                <a16:creationId xmlns:a16="http://schemas.microsoft.com/office/drawing/2014/main" id="{2C5736D7-BEE0-6F48-950E-03B23085B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421" y="1953278"/>
            <a:ext cx="3022600" cy="30226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D8FCD6-11AA-4D46-AB79-C70384F35E39}"/>
              </a:ext>
            </a:extLst>
          </p:cNvPr>
          <p:cNvCxnSpPr>
            <a:cxnSpLocks/>
          </p:cNvCxnSpPr>
          <p:nvPr/>
        </p:nvCxnSpPr>
        <p:spPr>
          <a:xfrm>
            <a:off x="4229100" y="3463615"/>
            <a:ext cx="1042987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15286E-FB1A-0F49-A6C5-BAAEB752C548}"/>
              </a:ext>
            </a:extLst>
          </p:cNvPr>
          <p:cNvCxnSpPr>
            <a:cxnSpLocks/>
          </p:cNvCxnSpPr>
          <p:nvPr/>
        </p:nvCxnSpPr>
        <p:spPr>
          <a:xfrm>
            <a:off x="2867026" y="5114717"/>
            <a:ext cx="1042987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818B99-4C07-084D-BEC1-230469581D06}"/>
              </a:ext>
            </a:extLst>
          </p:cNvPr>
          <p:cNvCxnSpPr>
            <a:cxnSpLocks/>
          </p:cNvCxnSpPr>
          <p:nvPr/>
        </p:nvCxnSpPr>
        <p:spPr>
          <a:xfrm flipH="1">
            <a:off x="1200150" y="5114717"/>
            <a:ext cx="962026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ACE77F-8B67-4F4F-9549-486368298859}"/>
              </a:ext>
            </a:extLst>
          </p:cNvPr>
          <p:cNvCxnSpPr>
            <a:cxnSpLocks/>
          </p:cNvCxnSpPr>
          <p:nvPr/>
        </p:nvCxnSpPr>
        <p:spPr>
          <a:xfrm flipV="1">
            <a:off x="1026986" y="2128838"/>
            <a:ext cx="0" cy="957262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EED14F-0DA7-AF48-8C64-78DD526B7220}"/>
              </a:ext>
            </a:extLst>
          </p:cNvPr>
          <p:cNvCxnSpPr>
            <a:cxnSpLocks/>
          </p:cNvCxnSpPr>
          <p:nvPr/>
        </p:nvCxnSpPr>
        <p:spPr>
          <a:xfrm>
            <a:off x="1026986" y="3799036"/>
            <a:ext cx="0" cy="957262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F596425-8D57-804E-B424-1DE327E4900B}"/>
              </a:ext>
            </a:extLst>
          </p:cNvPr>
          <p:cNvSpPr txBox="1"/>
          <p:nvPr/>
        </p:nvSpPr>
        <p:spPr>
          <a:xfrm>
            <a:off x="2274792" y="4916201"/>
            <a:ext cx="479619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F160B3-AE3C-A842-A507-53A723CB728F}"/>
              </a:ext>
            </a:extLst>
          </p:cNvPr>
          <p:cNvSpPr txBox="1"/>
          <p:nvPr/>
        </p:nvSpPr>
        <p:spPr>
          <a:xfrm>
            <a:off x="697723" y="3236524"/>
            <a:ext cx="479619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CA568F-0994-3249-ADCC-231D6D87DA65}"/>
              </a:ext>
            </a:extLst>
          </p:cNvPr>
          <p:cNvSpPr txBox="1"/>
          <p:nvPr/>
        </p:nvSpPr>
        <p:spPr>
          <a:xfrm>
            <a:off x="5315817" y="3265099"/>
            <a:ext cx="5158635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[0,0,0,24,75,184,185,78,32,55,0,0,0…]</a:t>
            </a:r>
          </a:p>
        </p:txBody>
      </p:sp>
    </p:spTree>
    <p:extLst>
      <p:ext uri="{BB962C8B-B14F-4D97-AF65-F5344CB8AC3E}">
        <p14:creationId xmlns:p14="http://schemas.microsoft.com/office/powerpoint/2010/main" val="1458721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145DC-CB4B-984E-96C0-283116CD7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데이터</a:t>
            </a:r>
            <a:r>
              <a:rPr lang="en-US" sz="3200" b="1" dirty="0"/>
              <a:t> </a:t>
            </a:r>
            <a:r>
              <a:rPr lang="en-US" sz="3200" b="1" dirty="0" err="1"/>
              <a:t>준비</a:t>
            </a:r>
            <a:r>
              <a:rPr lang="en-US" sz="3200" b="1" dirty="0"/>
              <a:t> (Data preparation)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5C610-4BE6-F047-9594-28729E0EEA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범주</a:t>
            </a:r>
            <a:r>
              <a:rPr lang="ko-KR" altLang="en-US" dirty="0"/>
              <a:t>형</a:t>
            </a:r>
            <a:r>
              <a:rPr lang="en-US" dirty="0"/>
              <a:t>(categorical)</a:t>
            </a:r>
            <a:r>
              <a:rPr lang="ko-KR" altLang="en-US" dirty="0"/>
              <a:t>으</a:t>
            </a:r>
            <a:r>
              <a:rPr lang="en-US" dirty="0"/>
              <a:t>로 </a:t>
            </a:r>
            <a:r>
              <a:rPr lang="en-US" dirty="0" err="1"/>
              <a:t>타깃팅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C61419-CA9D-734F-A51B-3B15293775B6}"/>
              </a:ext>
            </a:extLst>
          </p:cNvPr>
          <p:cNvSpPr txBox="1"/>
          <p:nvPr/>
        </p:nvSpPr>
        <p:spPr>
          <a:xfrm>
            <a:off x="1575541" y="1976989"/>
            <a:ext cx="824760" cy="5078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D08EBE-B3EA-7143-8CE0-A1F5688FC519}"/>
              </a:ext>
            </a:extLst>
          </p:cNvPr>
          <p:cNvSpPr txBox="1"/>
          <p:nvPr/>
        </p:nvSpPr>
        <p:spPr>
          <a:xfrm>
            <a:off x="4795837" y="1993775"/>
            <a:ext cx="5158635" cy="5078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chemeClr val="bg1"/>
                </a:solidFill>
              </a:rPr>
              <a:t>[1,0,0,0,0,0,0,0,0,0]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033D2A6-AF16-D949-B851-E82ABF67FA1A}"/>
              </a:ext>
            </a:extLst>
          </p:cNvPr>
          <p:cNvCxnSpPr>
            <a:stCxn id="3" idx="3"/>
          </p:cNvCxnSpPr>
          <p:nvPr/>
        </p:nvCxnSpPr>
        <p:spPr>
          <a:xfrm flipV="1">
            <a:off x="2400301" y="2230903"/>
            <a:ext cx="2771774" cy="2"/>
          </a:xfrm>
          <a:prstGeom prst="straightConnector1">
            <a:avLst/>
          </a:prstGeom>
          <a:ln w="412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DB8F010-037F-7B4C-8DC4-E0ACB7E121B4}"/>
              </a:ext>
            </a:extLst>
          </p:cNvPr>
          <p:cNvSpPr txBox="1"/>
          <p:nvPr/>
        </p:nvSpPr>
        <p:spPr>
          <a:xfrm>
            <a:off x="1575541" y="2815189"/>
            <a:ext cx="824760" cy="5078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5D15E6-9027-AE44-83C6-0746CF279071}"/>
              </a:ext>
            </a:extLst>
          </p:cNvPr>
          <p:cNvSpPr txBox="1"/>
          <p:nvPr/>
        </p:nvSpPr>
        <p:spPr>
          <a:xfrm>
            <a:off x="4795837" y="2831975"/>
            <a:ext cx="5158635" cy="5078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chemeClr val="bg1"/>
                </a:solidFill>
              </a:rPr>
              <a:t>[0,1,0,0,0,0,0,0,0,0]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2A4350-BA53-834D-B701-92219354D0DC}"/>
              </a:ext>
            </a:extLst>
          </p:cNvPr>
          <p:cNvCxnSpPr>
            <a:stCxn id="9" idx="3"/>
          </p:cNvCxnSpPr>
          <p:nvPr/>
        </p:nvCxnSpPr>
        <p:spPr>
          <a:xfrm flipV="1">
            <a:off x="2400301" y="3069103"/>
            <a:ext cx="2771774" cy="2"/>
          </a:xfrm>
          <a:prstGeom prst="straightConnector1">
            <a:avLst/>
          </a:prstGeom>
          <a:ln w="444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15B167-C82E-F34E-B3F4-790901A7A57E}"/>
              </a:ext>
            </a:extLst>
          </p:cNvPr>
          <p:cNvSpPr txBox="1"/>
          <p:nvPr/>
        </p:nvSpPr>
        <p:spPr>
          <a:xfrm>
            <a:off x="1575541" y="3616652"/>
            <a:ext cx="824760" cy="5078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AD1790-5D84-DA4C-AD33-288DD6A12BC0}"/>
              </a:ext>
            </a:extLst>
          </p:cNvPr>
          <p:cNvSpPr txBox="1"/>
          <p:nvPr/>
        </p:nvSpPr>
        <p:spPr>
          <a:xfrm>
            <a:off x="4795837" y="3633438"/>
            <a:ext cx="5158635" cy="5078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chemeClr val="bg1"/>
                </a:solidFill>
              </a:rPr>
              <a:t>[0,0,1,0,0,0,0,0,0,0]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C94E1D-4CC3-6644-9AE6-3DF46C653F7D}"/>
              </a:ext>
            </a:extLst>
          </p:cNvPr>
          <p:cNvCxnSpPr>
            <a:stCxn id="12" idx="3"/>
          </p:cNvCxnSpPr>
          <p:nvPr/>
        </p:nvCxnSpPr>
        <p:spPr>
          <a:xfrm flipV="1">
            <a:off x="2400301" y="3870566"/>
            <a:ext cx="2771774" cy="2"/>
          </a:xfrm>
          <a:prstGeom prst="straightConnector1">
            <a:avLst/>
          </a:prstGeom>
          <a:ln w="444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D097D61-7B16-2744-B309-B4AECE4BE984}"/>
              </a:ext>
            </a:extLst>
          </p:cNvPr>
          <p:cNvSpPr txBox="1"/>
          <p:nvPr/>
        </p:nvSpPr>
        <p:spPr>
          <a:xfrm>
            <a:off x="1575541" y="4394998"/>
            <a:ext cx="824760" cy="5078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E10355-1CEE-E64D-90E5-386089B289AB}"/>
              </a:ext>
            </a:extLst>
          </p:cNvPr>
          <p:cNvSpPr txBox="1"/>
          <p:nvPr/>
        </p:nvSpPr>
        <p:spPr>
          <a:xfrm>
            <a:off x="4795837" y="4411784"/>
            <a:ext cx="5158635" cy="5078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chemeClr val="bg1"/>
                </a:solidFill>
              </a:rPr>
              <a:t>[0,0,0,1,0,0,0,0,0,0]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C1113F-CFC7-924A-908A-38B6C5757F0C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400301" y="4648912"/>
            <a:ext cx="2771774" cy="2"/>
          </a:xfrm>
          <a:prstGeom prst="straightConnector1">
            <a:avLst/>
          </a:prstGeom>
          <a:ln w="444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38B893D-7941-CF43-8B04-93F42692D745}"/>
              </a:ext>
            </a:extLst>
          </p:cNvPr>
          <p:cNvSpPr txBox="1"/>
          <p:nvPr/>
        </p:nvSpPr>
        <p:spPr>
          <a:xfrm>
            <a:off x="4795837" y="4665699"/>
            <a:ext cx="824760" cy="70788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649490-42E1-564F-81B6-E33842ABFC50}"/>
              </a:ext>
            </a:extLst>
          </p:cNvPr>
          <p:cNvSpPr txBox="1"/>
          <p:nvPr/>
        </p:nvSpPr>
        <p:spPr>
          <a:xfrm>
            <a:off x="4795837" y="5000231"/>
            <a:ext cx="824760" cy="70788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27FD76-DFC9-404F-A98C-6EEA2A71D687}"/>
              </a:ext>
            </a:extLst>
          </p:cNvPr>
          <p:cNvSpPr txBox="1"/>
          <p:nvPr/>
        </p:nvSpPr>
        <p:spPr>
          <a:xfrm>
            <a:off x="4791922" y="5312030"/>
            <a:ext cx="824760" cy="70788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5950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트레이닝되지</a:t>
            </a:r>
            <a:r>
              <a:rPr lang="en-US" sz="3200" b="1" dirty="0"/>
              <a:t> </a:t>
            </a:r>
            <a:r>
              <a:rPr lang="en-US" sz="3200" b="1" dirty="0" err="1"/>
              <a:t>않은</a:t>
            </a:r>
            <a:r>
              <a:rPr lang="en-US" sz="3200" b="1" dirty="0"/>
              <a:t> </a:t>
            </a:r>
            <a:r>
              <a:rPr lang="en-US" sz="3200" b="1" dirty="0" err="1"/>
              <a:t>모델</a:t>
            </a:r>
            <a:endParaRPr lang="en-US" sz="3200" b="1" dirty="0"/>
          </a:p>
        </p:txBody>
      </p:sp>
      <p:sp>
        <p:nvSpPr>
          <p:cNvPr id="7" name="Google Shape;219;p33">
            <a:extLst>
              <a:ext uri="{FF2B5EF4-FFF2-40B4-BE49-F238E27FC236}">
                <a16:creationId xmlns:a16="http://schemas.microsoft.com/office/drawing/2014/main" id="{82114283-0862-4EF1-AB42-320B31DD48DF}"/>
              </a:ext>
            </a:extLst>
          </p:cNvPr>
          <p:cNvSpPr/>
          <p:nvPr/>
        </p:nvSpPr>
        <p:spPr>
          <a:xfrm rot="5400000">
            <a:off x="6547008" y="3235718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219;p33">
            <a:extLst>
              <a:ext uri="{FF2B5EF4-FFF2-40B4-BE49-F238E27FC236}">
                <a16:creationId xmlns:a16="http://schemas.microsoft.com/office/drawing/2014/main" id="{CFB238DC-76D8-415F-AF2E-94FECC3FC4BE}"/>
              </a:ext>
            </a:extLst>
          </p:cNvPr>
          <p:cNvSpPr/>
          <p:nvPr/>
        </p:nvSpPr>
        <p:spPr>
          <a:xfrm rot="5400000">
            <a:off x="2223073" y="3230002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19;p33">
            <a:extLst>
              <a:ext uri="{FF2B5EF4-FFF2-40B4-BE49-F238E27FC236}">
                <a16:creationId xmlns:a16="http://schemas.microsoft.com/office/drawing/2014/main" id="{67A161EF-C879-4F29-A91A-FE1E0A957CB1}"/>
              </a:ext>
            </a:extLst>
          </p:cNvPr>
          <p:cNvSpPr/>
          <p:nvPr/>
        </p:nvSpPr>
        <p:spPr>
          <a:xfrm rot="5400000">
            <a:off x="1832190" y="3230002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19;p33">
            <a:extLst>
              <a:ext uri="{FF2B5EF4-FFF2-40B4-BE49-F238E27FC236}">
                <a16:creationId xmlns:a16="http://schemas.microsoft.com/office/drawing/2014/main" id="{F5DBAD8F-7AF5-4839-9BEC-FC0BC2AE6B22}"/>
              </a:ext>
            </a:extLst>
          </p:cNvPr>
          <p:cNvSpPr/>
          <p:nvPr/>
        </p:nvSpPr>
        <p:spPr>
          <a:xfrm rot="5400000">
            <a:off x="6547008" y="4050632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19;p33">
            <a:extLst>
              <a:ext uri="{FF2B5EF4-FFF2-40B4-BE49-F238E27FC236}">
                <a16:creationId xmlns:a16="http://schemas.microsoft.com/office/drawing/2014/main" id="{C572FA9B-4D65-488F-9B2A-A1DA056F41EF}"/>
              </a:ext>
            </a:extLst>
          </p:cNvPr>
          <p:cNvSpPr/>
          <p:nvPr/>
        </p:nvSpPr>
        <p:spPr>
          <a:xfrm rot="5400000">
            <a:off x="2223073" y="4044916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19;p33">
            <a:extLst>
              <a:ext uri="{FF2B5EF4-FFF2-40B4-BE49-F238E27FC236}">
                <a16:creationId xmlns:a16="http://schemas.microsoft.com/office/drawing/2014/main" id="{26069145-1720-4519-83FE-E243B584251C}"/>
              </a:ext>
            </a:extLst>
          </p:cNvPr>
          <p:cNvSpPr/>
          <p:nvPr/>
        </p:nvSpPr>
        <p:spPr>
          <a:xfrm rot="5400000">
            <a:off x="1832190" y="4044916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19;p33">
            <a:extLst>
              <a:ext uri="{FF2B5EF4-FFF2-40B4-BE49-F238E27FC236}">
                <a16:creationId xmlns:a16="http://schemas.microsoft.com/office/drawing/2014/main" id="{3A1C0963-15D6-45A6-B782-1BAA6EC63B8A}"/>
              </a:ext>
            </a:extLst>
          </p:cNvPr>
          <p:cNvSpPr/>
          <p:nvPr/>
        </p:nvSpPr>
        <p:spPr>
          <a:xfrm rot="5400000">
            <a:off x="2253025" y="490119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29AD7C-5EB4-4810-BC28-F44301E036C7}"/>
              </a:ext>
            </a:extLst>
          </p:cNvPr>
          <p:cNvCxnSpPr>
            <a:cxnSpLocks/>
            <a:stCxn id="10" idx="6"/>
            <a:endCxn id="13" idx="2"/>
          </p:cNvCxnSpPr>
          <p:nvPr/>
        </p:nvCxnSpPr>
        <p:spPr>
          <a:xfrm flipH="1">
            <a:off x="2415982" y="4375553"/>
            <a:ext cx="4293983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2F31E2-0E52-4569-8784-4C4DD7EC523C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2386030" y="4369837"/>
            <a:ext cx="29952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A171202-B1BE-4C47-8FCA-AB027214E3CC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1995147" y="4369837"/>
            <a:ext cx="420835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2AEE9E-BF15-4490-B3F2-DEB8A43CECE8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1995147" y="3554923"/>
            <a:ext cx="4714818" cy="494716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6D13D66-D17E-408D-A70C-B968BBDA9113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1995147" y="3554923"/>
            <a:ext cx="390883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220715-C1A3-4A89-A80D-94B95277A2DC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>
            <a:off x="1995147" y="3554923"/>
            <a:ext cx="0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D77512-CD3D-43E4-94E7-A4ABC0E2E697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6709965" y="3560639"/>
            <a:ext cx="0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2C035F4-0700-4881-B178-3229013F7207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 flipH="1">
            <a:off x="2386030" y="3560639"/>
            <a:ext cx="4323935" cy="4832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ABF943-0AF7-43F3-8E2B-8153CE3A348D}"/>
              </a:ext>
            </a:extLst>
          </p:cNvPr>
          <p:cNvCxnSpPr>
            <a:cxnSpLocks/>
            <a:stCxn id="7" idx="6"/>
            <a:endCxn id="12" idx="2"/>
          </p:cNvCxnSpPr>
          <p:nvPr/>
        </p:nvCxnSpPr>
        <p:spPr>
          <a:xfrm flipH="1">
            <a:off x="1995147" y="3560639"/>
            <a:ext cx="4714818" cy="4832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4724B00-DBEB-4A68-866E-5775EE9C728A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2386030" y="3554923"/>
            <a:ext cx="4323935" cy="494716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DEA338B-EB16-4AEB-8662-572E3E013086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>
            <a:off x="2386030" y="3554923"/>
            <a:ext cx="0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46FE88E-4F1C-434A-941E-A04AFAB4BFF1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 flipH="1">
            <a:off x="1995147" y="3554923"/>
            <a:ext cx="390883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Google Shape;219;p33">
            <a:extLst>
              <a:ext uri="{FF2B5EF4-FFF2-40B4-BE49-F238E27FC236}">
                <a16:creationId xmlns:a16="http://schemas.microsoft.com/office/drawing/2014/main" id="{A1400A66-3381-4C16-8E62-78EC2F564D9C}"/>
              </a:ext>
            </a:extLst>
          </p:cNvPr>
          <p:cNvSpPr/>
          <p:nvPr/>
        </p:nvSpPr>
        <p:spPr>
          <a:xfrm rot="5400000">
            <a:off x="2694142" y="490119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219;p33">
            <a:extLst>
              <a:ext uri="{FF2B5EF4-FFF2-40B4-BE49-F238E27FC236}">
                <a16:creationId xmlns:a16="http://schemas.microsoft.com/office/drawing/2014/main" id="{F1C34ADE-FA10-4B1D-9D56-960D900CEB25}"/>
              </a:ext>
            </a:extLst>
          </p:cNvPr>
          <p:cNvSpPr/>
          <p:nvPr/>
        </p:nvSpPr>
        <p:spPr>
          <a:xfrm rot="5400000">
            <a:off x="3135259" y="490119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219;p33">
            <a:extLst>
              <a:ext uri="{FF2B5EF4-FFF2-40B4-BE49-F238E27FC236}">
                <a16:creationId xmlns:a16="http://schemas.microsoft.com/office/drawing/2014/main" id="{67AABA9F-FA31-43A6-A134-C706BCFDB504}"/>
              </a:ext>
            </a:extLst>
          </p:cNvPr>
          <p:cNvSpPr/>
          <p:nvPr/>
        </p:nvSpPr>
        <p:spPr>
          <a:xfrm rot="5400000">
            <a:off x="3576376" y="490119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219;p33">
            <a:extLst>
              <a:ext uri="{FF2B5EF4-FFF2-40B4-BE49-F238E27FC236}">
                <a16:creationId xmlns:a16="http://schemas.microsoft.com/office/drawing/2014/main" id="{D1016F3E-D80E-4853-8D61-707B4194AE6F}"/>
              </a:ext>
            </a:extLst>
          </p:cNvPr>
          <p:cNvSpPr/>
          <p:nvPr/>
        </p:nvSpPr>
        <p:spPr>
          <a:xfrm rot="5400000">
            <a:off x="4017493" y="490119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219;p33">
            <a:extLst>
              <a:ext uri="{FF2B5EF4-FFF2-40B4-BE49-F238E27FC236}">
                <a16:creationId xmlns:a16="http://schemas.microsoft.com/office/drawing/2014/main" id="{1D8F3AEF-3E6C-4243-85AD-D6657A26C4E7}"/>
              </a:ext>
            </a:extLst>
          </p:cNvPr>
          <p:cNvSpPr/>
          <p:nvPr/>
        </p:nvSpPr>
        <p:spPr>
          <a:xfrm rot="5400000">
            <a:off x="4458610" y="490119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19;p33">
            <a:extLst>
              <a:ext uri="{FF2B5EF4-FFF2-40B4-BE49-F238E27FC236}">
                <a16:creationId xmlns:a16="http://schemas.microsoft.com/office/drawing/2014/main" id="{3CBA4C39-CCF9-4498-AF79-67230E9C1B01}"/>
              </a:ext>
            </a:extLst>
          </p:cNvPr>
          <p:cNvSpPr/>
          <p:nvPr/>
        </p:nvSpPr>
        <p:spPr>
          <a:xfrm rot="5400000">
            <a:off x="4899727" y="490119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219;p33">
            <a:extLst>
              <a:ext uri="{FF2B5EF4-FFF2-40B4-BE49-F238E27FC236}">
                <a16:creationId xmlns:a16="http://schemas.microsoft.com/office/drawing/2014/main" id="{6EAD165D-6449-4FA9-9965-FA133C1C39AD}"/>
              </a:ext>
            </a:extLst>
          </p:cNvPr>
          <p:cNvSpPr/>
          <p:nvPr/>
        </p:nvSpPr>
        <p:spPr>
          <a:xfrm rot="5400000">
            <a:off x="5340844" y="490119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219;p33">
            <a:extLst>
              <a:ext uri="{FF2B5EF4-FFF2-40B4-BE49-F238E27FC236}">
                <a16:creationId xmlns:a16="http://schemas.microsoft.com/office/drawing/2014/main" id="{9452B148-A181-450F-9DB2-E4D5F9FE5B2C}"/>
              </a:ext>
            </a:extLst>
          </p:cNvPr>
          <p:cNvSpPr/>
          <p:nvPr/>
        </p:nvSpPr>
        <p:spPr>
          <a:xfrm rot="5400000">
            <a:off x="5781961" y="490119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219;p33">
            <a:extLst>
              <a:ext uri="{FF2B5EF4-FFF2-40B4-BE49-F238E27FC236}">
                <a16:creationId xmlns:a16="http://schemas.microsoft.com/office/drawing/2014/main" id="{F1609ABE-E69B-4894-9C6E-FB1AE18E5DA2}"/>
              </a:ext>
            </a:extLst>
          </p:cNvPr>
          <p:cNvSpPr/>
          <p:nvPr/>
        </p:nvSpPr>
        <p:spPr>
          <a:xfrm rot="5400000">
            <a:off x="6223080" y="490119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BE8B7DD-0E1A-4B3D-A38F-F42BBF89ABFB}"/>
              </a:ext>
            </a:extLst>
          </p:cNvPr>
          <p:cNvCxnSpPr>
            <a:cxnSpLocks/>
            <a:stCxn id="12" idx="6"/>
            <a:endCxn id="43" idx="2"/>
          </p:cNvCxnSpPr>
          <p:nvPr/>
        </p:nvCxnSpPr>
        <p:spPr>
          <a:xfrm>
            <a:off x="1995147" y="4369837"/>
            <a:ext cx="861952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B6EC807-4D4E-4C4A-9E68-D69E63C8C649}"/>
              </a:ext>
            </a:extLst>
          </p:cNvPr>
          <p:cNvCxnSpPr>
            <a:cxnSpLocks/>
            <a:stCxn id="11" idx="6"/>
            <a:endCxn id="43" idx="2"/>
          </p:cNvCxnSpPr>
          <p:nvPr/>
        </p:nvCxnSpPr>
        <p:spPr>
          <a:xfrm>
            <a:off x="2386030" y="4369837"/>
            <a:ext cx="471069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2629E67-D4A4-4845-9B49-4F467CB59DEB}"/>
              </a:ext>
            </a:extLst>
          </p:cNvPr>
          <p:cNvCxnSpPr>
            <a:cxnSpLocks/>
            <a:stCxn id="10" idx="6"/>
            <a:endCxn id="43" idx="2"/>
          </p:cNvCxnSpPr>
          <p:nvPr/>
        </p:nvCxnSpPr>
        <p:spPr>
          <a:xfrm flipH="1">
            <a:off x="2857099" y="4375553"/>
            <a:ext cx="3852866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33A2117-F18D-4A71-8B6B-ACCC9C33A789}"/>
              </a:ext>
            </a:extLst>
          </p:cNvPr>
          <p:cNvCxnSpPr>
            <a:cxnSpLocks/>
            <a:stCxn id="11" idx="6"/>
            <a:endCxn id="45" idx="2"/>
          </p:cNvCxnSpPr>
          <p:nvPr/>
        </p:nvCxnSpPr>
        <p:spPr>
          <a:xfrm>
            <a:off x="2386030" y="4369837"/>
            <a:ext cx="912186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98FD47DA-F0F1-4CFF-ACD7-91C482AD8EB4}"/>
              </a:ext>
            </a:extLst>
          </p:cNvPr>
          <p:cNvCxnSpPr>
            <a:cxnSpLocks/>
            <a:stCxn id="12" idx="6"/>
            <a:endCxn id="45" idx="2"/>
          </p:cNvCxnSpPr>
          <p:nvPr/>
        </p:nvCxnSpPr>
        <p:spPr>
          <a:xfrm>
            <a:off x="1995147" y="4369837"/>
            <a:ext cx="1303069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AB29400-3DF5-4565-BCC5-E18F42819343}"/>
              </a:ext>
            </a:extLst>
          </p:cNvPr>
          <p:cNvCxnSpPr>
            <a:cxnSpLocks/>
            <a:stCxn id="10" idx="6"/>
            <a:endCxn id="45" idx="2"/>
          </p:cNvCxnSpPr>
          <p:nvPr/>
        </p:nvCxnSpPr>
        <p:spPr>
          <a:xfrm flipH="1">
            <a:off x="3298216" y="4375553"/>
            <a:ext cx="3411749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62B1203-8327-4BB6-8AF6-DA7D7D07AF6C}"/>
              </a:ext>
            </a:extLst>
          </p:cNvPr>
          <p:cNvCxnSpPr>
            <a:cxnSpLocks/>
            <a:stCxn id="12" idx="6"/>
            <a:endCxn id="47" idx="2"/>
          </p:cNvCxnSpPr>
          <p:nvPr/>
        </p:nvCxnSpPr>
        <p:spPr>
          <a:xfrm>
            <a:off x="1995147" y="4369837"/>
            <a:ext cx="1744186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439B55C-5316-4E79-9084-9C0A4E307480}"/>
              </a:ext>
            </a:extLst>
          </p:cNvPr>
          <p:cNvCxnSpPr>
            <a:cxnSpLocks/>
            <a:stCxn id="11" idx="6"/>
            <a:endCxn id="47" idx="2"/>
          </p:cNvCxnSpPr>
          <p:nvPr/>
        </p:nvCxnSpPr>
        <p:spPr>
          <a:xfrm>
            <a:off x="2386030" y="4369837"/>
            <a:ext cx="1353303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9C4EBD4-8084-46A6-B48B-B4BCB31649EC}"/>
              </a:ext>
            </a:extLst>
          </p:cNvPr>
          <p:cNvCxnSpPr>
            <a:cxnSpLocks/>
            <a:stCxn id="10" idx="6"/>
            <a:endCxn id="47" idx="2"/>
          </p:cNvCxnSpPr>
          <p:nvPr/>
        </p:nvCxnSpPr>
        <p:spPr>
          <a:xfrm flipH="1">
            <a:off x="3739333" y="4375553"/>
            <a:ext cx="2970632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C7063A04-6F9E-4098-8900-0E070C6F305E}"/>
              </a:ext>
            </a:extLst>
          </p:cNvPr>
          <p:cNvCxnSpPr>
            <a:cxnSpLocks/>
            <a:stCxn id="12" idx="6"/>
            <a:endCxn id="49" idx="2"/>
          </p:cNvCxnSpPr>
          <p:nvPr/>
        </p:nvCxnSpPr>
        <p:spPr>
          <a:xfrm>
            <a:off x="1995147" y="4369837"/>
            <a:ext cx="2185303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B05DEC4-446F-4D3F-859E-C27FF593171F}"/>
              </a:ext>
            </a:extLst>
          </p:cNvPr>
          <p:cNvCxnSpPr>
            <a:cxnSpLocks/>
            <a:stCxn id="11" idx="6"/>
            <a:endCxn id="49" idx="2"/>
          </p:cNvCxnSpPr>
          <p:nvPr/>
        </p:nvCxnSpPr>
        <p:spPr>
          <a:xfrm>
            <a:off x="2386030" y="4369837"/>
            <a:ext cx="1794420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540A0300-E99D-41B0-AFE3-A9D8F2B8AA27}"/>
              </a:ext>
            </a:extLst>
          </p:cNvPr>
          <p:cNvCxnSpPr>
            <a:cxnSpLocks/>
            <a:stCxn id="10" idx="6"/>
            <a:endCxn id="49" idx="2"/>
          </p:cNvCxnSpPr>
          <p:nvPr/>
        </p:nvCxnSpPr>
        <p:spPr>
          <a:xfrm flipH="1">
            <a:off x="4180450" y="4375553"/>
            <a:ext cx="2529515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E7ABA1B2-FA66-4698-8DC1-59E2BDDFF932}"/>
              </a:ext>
            </a:extLst>
          </p:cNvPr>
          <p:cNvCxnSpPr>
            <a:cxnSpLocks/>
            <a:stCxn id="11" idx="6"/>
            <a:endCxn id="51" idx="2"/>
          </p:cNvCxnSpPr>
          <p:nvPr/>
        </p:nvCxnSpPr>
        <p:spPr>
          <a:xfrm>
            <a:off x="2386030" y="4369837"/>
            <a:ext cx="2235537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57588FF-9AB3-43CA-88B5-06B5B9D3E452}"/>
              </a:ext>
            </a:extLst>
          </p:cNvPr>
          <p:cNvCxnSpPr>
            <a:cxnSpLocks/>
            <a:stCxn id="12" idx="6"/>
            <a:endCxn id="51" idx="2"/>
          </p:cNvCxnSpPr>
          <p:nvPr/>
        </p:nvCxnSpPr>
        <p:spPr>
          <a:xfrm>
            <a:off x="1995147" y="4369837"/>
            <a:ext cx="2626420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F2C51F2-FF2B-4473-8F1B-AA5AD79E950D}"/>
              </a:ext>
            </a:extLst>
          </p:cNvPr>
          <p:cNvCxnSpPr>
            <a:cxnSpLocks/>
            <a:stCxn id="10" idx="6"/>
            <a:endCxn id="51" idx="2"/>
          </p:cNvCxnSpPr>
          <p:nvPr/>
        </p:nvCxnSpPr>
        <p:spPr>
          <a:xfrm flipH="1">
            <a:off x="4621567" y="4375553"/>
            <a:ext cx="2088398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ACED44AE-C6DB-4A6C-A60C-FBEFF92D3E8B}"/>
              </a:ext>
            </a:extLst>
          </p:cNvPr>
          <p:cNvCxnSpPr>
            <a:cxnSpLocks/>
            <a:stCxn id="12" idx="6"/>
            <a:endCxn id="53" idx="2"/>
          </p:cNvCxnSpPr>
          <p:nvPr/>
        </p:nvCxnSpPr>
        <p:spPr>
          <a:xfrm>
            <a:off x="1995147" y="4369837"/>
            <a:ext cx="3067537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8BD16765-C57B-4A86-81F9-266E2DFEFD09}"/>
              </a:ext>
            </a:extLst>
          </p:cNvPr>
          <p:cNvCxnSpPr>
            <a:cxnSpLocks/>
            <a:stCxn id="11" idx="6"/>
            <a:endCxn id="53" idx="2"/>
          </p:cNvCxnSpPr>
          <p:nvPr/>
        </p:nvCxnSpPr>
        <p:spPr>
          <a:xfrm>
            <a:off x="2386030" y="4369837"/>
            <a:ext cx="2676654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4E8502B-F7D1-47DF-96DC-D140A7811268}"/>
              </a:ext>
            </a:extLst>
          </p:cNvPr>
          <p:cNvCxnSpPr>
            <a:cxnSpLocks/>
            <a:stCxn id="10" idx="6"/>
            <a:endCxn id="53" idx="2"/>
          </p:cNvCxnSpPr>
          <p:nvPr/>
        </p:nvCxnSpPr>
        <p:spPr>
          <a:xfrm flipH="1">
            <a:off x="5062684" y="4375553"/>
            <a:ext cx="1647281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F13C635-DEB6-4B4B-939D-3655EB2C1F7C}"/>
              </a:ext>
            </a:extLst>
          </p:cNvPr>
          <p:cNvCxnSpPr>
            <a:cxnSpLocks/>
            <a:stCxn id="12" idx="6"/>
            <a:endCxn id="55" idx="2"/>
          </p:cNvCxnSpPr>
          <p:nvPr/>
        </p:nvCxnSpPr>
        <p:spPr>
          <a:xfrm>
            <a:off x="1995147" y="4369837"/>
            <a:ext cx="3508654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D2E6951-DF0A-4755-9859-79F37CC7B725}"/>
              </a:ext>
            </a:extLst>
          </p:cNvPr>
          <p:cNvCxnSpPr>
            <a:cxnSpLocks/>
            <a:stCxn id="11" idx="6"/>
            <a:endCxn id="55" idx="2"/>
          </p:cNvCxnSpPr>
          <p:nvPr/>
        </p:nvCxnSpPr>
        <p:spPr>
          <a:xfrm>
            <a:off x="2386030" y="4369837"/>
            <a:ext cx="3117771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7A58266E-18BA-4E2F-9564-2B8AB848DEE4}"/>
              </a:ext>
            </a:extLst>
          </p:cNvPr>
          <p:cNvCxnSpPr>
            <a:cxnSpLocks/>
            <a:stCxn id="10" idx="6"/>
            <a:endCxn id="55" idx="2"/>
          </p:cNvCxnSpPr>
          <p:nvPr/>
        </p:nvCxnSpPr>
        <p:spPr>
          <a:xfrm flipH="1">
            <a:off x="5503801" y="4375553"/>
            <a:ext cx="1206164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155BC1E-2617-4B14-AE91-E00B7DA19D78}"/>
              </a:ext>
            </a:extLst>
          </p:cNvPr>
          <p:cNvCxnSpPr>
            <a:cxnSpLocks/>
            <a:stCxn id="12" idx="6"/>
            <a:endCxn id="57" idx="2"/>
          </p:cNvCxnSpPr>
          <p:nvPr/>
        </p:nvCxnSpPr>
        <p:spPr>
          <a:xfrm>
            <a:off x="1995147" y="4369837"/>
            <a:ext cx="3949771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97D20288-80ED-4678-845C-462840DB79EA}"/>
              </a:ext>
            </a:extLst>
          </p:cNvPr>
          <p:cNvCxnSpPr>
            <a:cxnSpLocks/>
            <a:stCxn id="11" idx="6"/>
            <a:endCxn id="57" idx="2"/>
          </p:cNvCxnSpPr>
          <p:nvPr/>
        </p:nvCxnSpPr>
        <p:spPr>
          <a:xfrm>
            <a:off x="2386030" y="4369837"/>
            <a:ext cx="3558888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0F09946-C3F0-4000-8DE7-0812F91C48D3}"/>
              </a:ext>
            </a:extLst>
          </p:cNvPr>
          <p:cNvCxnSpPr>
            <a:cxnSpLocks/>
            <a:stCxn id="10" idx="6"/>
            <a:endCxn id="57" idx="2"/>
          </p:cNvCxnSpPr>
          <p:nvPr/>
        </p:nvCxnSpPr>
        <p:spPr>
          <a:xfrm flipH="1">
            <a:off x="5944918" y="4375553"/>
            <a:ext cx="765047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1C8D4178-2C1C-4A49-87AA-8DB7DDD1F2B0}"/>
              </a:ext>
            </a:extLst>
          </p:cNvPr>
          <p:cNvCxnSpPr>
            <a:cxnSpLocks/>
            <a:stCxn id="12" idx="6"/>
            <a:endCxn id="59" idx="2"/>
          </p:cNvCxnSpPr>
          <p:nvPr/>
        </p:nvCxnSpPr>
        <p:spPr>
          <a:xfrm>
            <a:off x="1995147" y="4369837"/>
            <a:ext cx="4390890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0CF20345-B104-4C07-9273-17971E0D9FC3}"/>
              </a:ext>
            </a:extLst>
          </p:cNvPr>
          <p:cNvCxnSpPr>
            <a:cxnSpLocks/>
            <a:stCxn id="11" idx="6"/>
            <a:endCxn id="59" idx="2"/>
          </p:cNvCxnSpPr>
          <p:nvPr/>
        </p:nvCxnSpPr>
        <p:spPr>
          <a:xfrm>
            <a:off x="2386030" y="4369837"/>
            <a:ext cx="4000007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444BB2D7-E9F5-46CE-ABAE-8CAB4C617326}"/>
              </a:ext>
            </a:extLst>
          </p:cNvPr>
          <p:cNvCxnSpPr>
            <a:cxnSpLocks/>
            <a:stCxn id="10" idx="6"/>
            <a:endCxn id="59" idx="2"/>
          </p:cNvCxnSpPr>
          <p:nvPr/>
        </p:nvCxnSpPr>
        <p:spPr>
          <a:xfrm flipH="1">
            <a:off x="6386037" y="4375553"/>
            <a:ext cx="323928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2" name="Picture 171" descr="A picture containing drawing  Description automatically generated">
            <a:extLst>
              <a:ext uri="{FF2B5EF4-FFF2-40B4-BE49-F238E27FC236}">
                <a16:creationId xmlns:a16="http://schemas.microsoft.com/office/drawing/2014/main" id="{37044013-1203-4241-9A9C-02FA98ED4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099" y="1741080"/>
            <a:ext cx="786731" cy="786731"/>
          </a:xfrm>
          <a:prstGeom prst="rect">
            <a:avLst/>
          </a:prstGeom>
        </p:spPr>
      </p:pic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91D0C865-23A5-4E37-8771-E52FACF6E056}"/>
              </a:ext>
            </a:extLst>
          </p:cNvPr>
          <p:cNvCxnSpPr>
            <a:cxnSpLocks/>
          </p:cNvCxnSpPr>
          <p:nvPr/>
        </p:nvCxnSpPr>
        <p:spPr>
          <a:xfrm>
            <a:off x="3034812" y="2157241"/>
            <a:ext cx="534433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FBB943A9-CB8F-4B29-8D91-5DAA8E3745CF}"/>
              </a:ext>
            </a:extLst>
          </p:cNvPr>
          <p:cNvSpPr txBox="1"/>
          <p:nvPr/>
        </p:nvSpPr>
        <p:spPr>
          <a:xfrm>
            <a:off x="3507819" y="1975199"/>
            <a:ext cx="1795449" cy="39698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[ 0, 0, …, 0]</a:t>
            </a:r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AD02AB1C-4EF0-4BA5-9239-FFECEAA1BCA9}"/>
              </a:ext>
            </a:extLst>
          </p:cNvPr>
          <p:cNvCxnSpPr>
            <a:cxnSpLocks/>
            <a:endCxn id="9" idx="2"/>
          </p:cNvCxnSpPr>
          <p:nvPr/>
        </p:nvCxnSpPr>
        <p:spPr>
          <a:xfrm flipH="1">
            <a:off x="1995147" y="2402825"/>
            <a:ext cx="1901338" cy="8261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84DF0EC-BF9D-4208-81BD-B3D72B10BB42}"/>
              </a:ext>
            </a:extLst>
          </p:cNvPr>
          <p:cNvCxnSpPr>
            <a:cxnSpLocks/>
            <a:endCxn id="8" idx="2"/>
          </p:cNvCxnSpPr>
          <p:nvPr/>
        </p:nvCxnSpPr>
        <p:spPr>
          <a:xfrm flipH="1">
            <a:off x="2386030" y="2402825"/>
            <a:ext cx="1510456" cy="8261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A19FEC7-FAE6-491E-9DAF-FC73B2C054CC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3896485" y="2410811"/>
            <a:ext cx="2813480" cy="82391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TextBox 330">
            <a:extLst>
              <a:ext uri="{FF2B5EF4-FFF2-40B4-BE49-F238E27FC236}">
                <a16:creationId xmlns:a16="http://schemas.microsoft.com/office/drawing/2014/main" id="{9148D233-EF44-4C09-8CEA-430B99CD3AAF}"/>
              </a:ext>
            </a:extLst>
          </p:cNvPr>
          <p:cNvSpPr txBox="1"/>
          <p:nvPr/>
        </p:nvSpPr>
        <p:spPr>
          <a:xfrm>
            <a:off x="2539225" y="3970386"/>
            <a:ext cx="3817074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…                 …                 …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67D44328-C4A6-4FCA-948E-E386F7811A7B}"/>
              </a:ext>
            </a:extLst>
          </p:cNvPr>
          <p:cNvSpPr txBox="1"/>
          <p:nvPr/>
        </p:nvSpPr>
        <p:spPr>
          <a:xfrm>
            <a:off x="2539225" y="3126557"/>
            <a:ext cx="3817074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…                 …                 …</a:t>
            </a:r>
          </a:p>
        </p:txBody>
      </p: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8502A16E-CC18-4C3C-9950-2E2B7E05CAC0}"/>
              </a:ext>
            </a:extLst>
          </p:cNvPr>
          <p:cNvCxnSpPr>
            <a:cxnSpLocks/>
            <a:endCxn id="9" idx="2"/>
          </p:cNvCxnSpPr>
          <p:nvPr/>
        </p:nvCxnSpPr>
        <p:spPr>
          <a:xfrm flipH="1">
            <a:off x="1995147" y="2410811"/>
            <a:ext cx="2216498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543BD236-EC02-4547-BC74-B5791B8E57A3}"/>
              </a:ext>
            </a:extLst>
          </p:cNvPr>
          <p:cNvCxnSpPr>
            <a:cxnSpLocks/>
            <a:endCxn id="8" idx="2"/>
          </p:cNvCxnSpPr>
          <p:nvPr/>
        </p:nvCxnSpPr>
        <p:spPr>
          <a:xfrm flipH="1">
            <a:off x="2386030" y="2410811"/>
            <a:ext cx="1834382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B3CD15AA-78C5-4B63-AAAC-A76664F8E159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4202519" y="2410811"/>
            <a:ext cx="2507446" cy="82391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B664FC83-530E-476B-865B-28DD0C012F7F}"/>
              </a:ext>
            </a:extLst>
          </p:cNvPr>
          <p:cNvCxnSpPr>
            <a:cxnSpLocks/>
            <a:endCxn id="9" idx="2"/>
          </p:cNvCxnSpPr>
          <p:nvPr/>
        </p:nvCxnSpPr>
        <p:spPr>
          <a:xfrm flipH="1">
            <a:off x="1995147" y="2410811"/>
            <a:ext cx="2979286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831D40C3-42FC-498F-9397-589F3E72C3AF}"/>
              </a:ext>
            </a:extLst>
          </p:cNvPr>
          <p:cNvCxnSpPr>
            <a:cxnSpLocks/>
            <a:endCxn id="8" idx="2"/>
          </p:cNvCxnSpPr>
          <p:nvPr/>
        </p:nvCxnSpPr>
        <p:spPr>
          <a:xfrm flipH="1">
            <a:off x="2386030" y="2410811"/>
            <a:ext cx="2588404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6600587D-76D1-4514-9715-E6BBA9365E09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4974433" y="2410811"/>
            <a:ext cx="1735532" cy="82391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TextBox 372">
            <a:extLst>
              <a:ext uri="{FF2B5EF4-FFF2-40B4-BE49-F238E27FC236}">
                <a16:creationId xmlns:a16="http://schemas.microsoft.com/office/drawing/2014/main" id="{643BF7C6-5757-4DE9-ABF2-34E0F4CEB72A}"/>
              </a:ext>
            </a:extLst>
          </p:cNvPr>
          <p:cNvSpPr txBox="1"/>
          <p:nvPr/>
        </p:nvSpPr>
        <p:spPr>
          <a:xfrm>
            <a:off x="8083756" y="1986425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(784,)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1AE54E7E-D959-48AF-97FF-0801326833A4}"/>
              </a:ext>
            </a:extLst>
          </p:cNvPr>
          <p:cNvSpPr txBox="1"/>
          <p:nvPr/>
        </p:nvSpPr>
        <p:spPr>
          <a:xfrm>
            <a:off x="8083756" y="3154257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(512,)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91A2F325-051F-4F72-AF64-E1E6E01A6886}"/>
              </a:ext>
            </a:extLst>
          </p:cNvPr>
          <p:cNvSpPr txBox="1"/>
          <p:nvPr/>
        </p:nvSpPr>
        <p:spPr>
          <a:xfrm>
            <a:off x="8083756" y="4054293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(512,)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E5CADB68-6768-4E25-828B-D6C8BD604994}"/>
              </a:ext>
            </a:extLst>
          </p:cNvPr>
          <p:cNvSpPr txBox="1"/>
          <p:nvPr/>
        </p:nvSpPr>
        <p:spPr>
          <a:xfrm>
            <a:off x="8083756" y="5027186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(10,)</a:t>
            </a:r>
          </a:p>
        </p:txBody>
      </p:sp>
      <p:sp>
        <p:nvSpPr>
          <p:cNvPr id="380" name="Right Brace 379">
            <a:extLst>
              <a:ext uri="{FF2B5EF4-FFF2-40B4-BE49-F238E27FC236}">
                <a16:creationId xmlns:a16="http://schemas.microsoft.com/office/drawing/2014/main" id="{AE3E214E-A9A6-4570-B94B-29B9EE9FCEA9}"/>
              </a:ext>
            </a:extLst>
          </p:cNvPr>
          <p:cNvSpPr/>
          <p:nvPr/>
        </p:nvSpPr>
        <p:spPr>
          <a:xfrm>
            <a:off x="9066548" y="2157241"/>
            <a:ext cx="150690" cy="3052934"/>
          </a:xfrm>
          <a:prstGeom prst="rightBrac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8044C778-233F-4F54-B536-9E615B0C618D}"/>
              </a:ext>
            </a:extLst>
          </p:cNvPr>
          <p:cNvSpPr txBox="1"/>
          <p:nvPr/>
        </p:nvSpPr>
        <p:spPr>
          <a:xfrm>
            <a:off x="9373721" y="3384926"/>
            <a:ext cx="942886" cy="590931"/>
          </a:xfrm>
          <a:prstGeom prst="rect">
            <a:avLst/>
          </a:prstGeom>
          <a:solidFill>
            <a:schemeClr val="tx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</a:rPr>
              <a:t>레이어</a:t>
            </a:r>
            <a:endParaRPr lang="en-US" dirty="0">
              <a:solidFill>
                <a:schemeClr val="tx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</a:rPr>
              <a:t>크기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266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74336" y="4224528"/>
            <a:ext cx="5376672" cy="1373939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더</a:t>
            </a:r>
            <a:r>
              <a:rPr lang="ko-KR" altLang="en-US" dirty="0"/>
              <a:t>욱</a:t>
            </a:r>
            <a:r>
              <a:rPr lang="en-GB" dirty="0"/>
              <a:t> </a:t>
            </a:r>
            <a:r>
              <a:rPr lang="ko-KR" altLang="en-US" dirty="0"/>
              <a:t>단순</a:t>
            </a:r>
            <a:r>
              <a:rPr lang="en-GB" dirty="0"/>
              <a:t>한 </a:t>
            </a:r>
            <a:r>
              <a:rPr lang="en-GB" dirty="0" err="1"/>
              <a:t>모델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425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더</a:t>
            </a:r>
            <a:r>
              <a:rPr lang="ko-KR" altLang="en-US" sz="3200" b="1" dirty="0"/>
              <a:t>욱</a:t>
            </a:r>
            <a:r>
              <a:rPr lang="en-US" sz="3200" b="1" dirty="0"/>
              <a:t> </a:t>
            </a:r>
            <a:r>
              <a:rPr lang="en-US" sz="3200" b="1" dirty="0" err="1"/>
              <a:t>단순한</a:t>
            </a:r>
            <a:r>
              <a:rPr lang="en-US" sz="3200" b="1" dirty="0"/>
              <a:t> </a:t>
            </a:r>
            <a:r>
              <a:rPr lang="en-US" sz="3200" b="1" dirty="0" err="1"/>
              <a:t>모델</a:t>
            </a:r>
            <a:endParaRPr lang="en-US" sz="3200" b="1" dirty="0"/>
          </a:p>
        </p:txBody>
      </p:sp>
      <p:graphicFrame>
        <p:nvGraphicFramePr>
          <p:cNvPr id="21" name="Table 21">
            <a:extLst>
              <a:ext uri="{FF2B5EF4-FFF2-40B4-BE49-F238E27FC236}">
                <a16:creationId xmlns:a16="http://schemas.microsoft.com/office/drawing/2014/main" id="{F4430B63-E1E6-4DD4-8BEE-112C0DB89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51716"/>
              </p:ext>
            </p:extLst>
          </p:nvPr>
        </p:nvGraphicFramePr>
        <p:xfrm>
          <a:off x="893616" y="2938484"/>
          <a:ext cx="2366278" cy="16047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83139">
                  <a:extLst>
                    <a:ext uri="{9D8B030D-6E8A-4147-A177-3AD203B41FA5}">
                      <a16:colId xmlns:a16="http://schemas.microsoft.com/office/drawing/2014/main" val="4216219907"/>
                    </a:ext>
                  </a:extLst>
                </a:gridCol>
                <a:gridCol w="1183139">
                  <a:extLst>
                    <a:ext uri="{9D8B030D-6E8A-4147-A177-3AD203B41FA5}">
                      <a16:colId xmlns:a16="http://schemas.microsoft.com/office/drawing/2014/main" val="3264006766"/>
                    </a:ext>
                  </a:extLst>
                </a:gridCol>
              </a:tblGrid>
              <a:tr h="53492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770527"/>
                  </a:ext>
                </a:extLst>
              </a:tr>
              <a:tr h="53492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814167"/>
                  </a:ext>
                </a:extLst>
              </a:tr>
              <a:tr h="5349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2912587"/>
                  </a:ext>
                </a:extLst>
              </a:tr>
            </a:tbl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346F585-C6D4-42B9-A354-4F0AF1DCBE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7706309"/>
              </p:ext>
            </p:extLst>
          </p:nvPr>
        </p:nvGraphicFramePr>
        <p:xfrm>
          <a:off x="4015479" y="2421301"/>
          <a:ext cx="2838443" cy="272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1B64ADF6-DF19-4F3E-91C6-BEED26684527}"/>
              </a:ext>
            </a:extLst>
          </p:cNvPr>
          <p:cNvGrpSpPr/>
          <p:nvPr/>
        </p:nvGrpSpPr>
        <p:grpSpPr>
          <a:xfrm>
            <a:off x="7548712" y="2543175"/>
            <a:ext cx="1089324" cy="2190750"/>
            <a:chOff x="1833182" y="2686050"/>
            <a:chExt cx="1089324" cy="2190750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2E201E0-E17A-4189-94A9-DFA7CBFD5D0A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2071784" y="2686050"/>
              <a:ext cx="0" cy="913435"/>
            </a:xfrm>
            <a:prstGeom prst="straightConnector1">
              <a:avLst/>
            </a:prstGeom>
            <a:ln w="762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72EE9FB-B7C5-4FF5-BE18-AF3B70B9AFE0}"/>
                </a:ext>
              </a:extLst>
            </p:cNvPr>
            <p:cNvCxnSpPr>
              <a:cxnSpLocks/>
              <a:stCxn id="38" idx="6"/>
            </p:cNvCxnSpPr>
            <p:nvPr/>
          </p:nvCxnSpPr>
          <p:spPr>
            <a:xfrm>
              <a:off x="2071784" y="4079616"/>
              <a:ext cx="0" cy="797184"/>
            </a:xfrm>
            <a:prstGeom prst="straightConnector1">
              <a:avLst/>
            </a:prstGeom>
            <a:ln w="762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EB95BFC-3E5F-410B-9EC1-D20E0823F185}"/>
                </a:ext>
              </a:extLst>
            </p:cNvPr>
            <p:cNvSpPr txBox="1"/>
            <p:nvPr/>
          </p:nvSpPr>
          <p:spPr>
            <a:xfrm>
              <a:off x="2072593" y="2739610"/>
              <a:ext cx="849913" cy="48013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dirty="0" err="1">
                  <a:solidFill>
                    <a:schemeClr val="bg1"/>
                  </a:solidFill>
                </a:rPr>
                <a:t>m•x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38" name="Google Shape;219;p33">
              <a:extLst>
                <a:ext uri="{FF2B5EF4-FFF2-40B4-BE49-F238E27FC236}">
                  <a16:creationId xmlns:a16="http://schemas.microsoft.com/office/drawing/2014/main" id="{557F5900-03FB-49A5-8BC6-14DFBF4526ED}"/>
                </a:ext>
              </a:extLst>
            </p:cNvPr>
            <p:cNvSpPr/>
            <p:nvPr/>
          </p:nvSpPr>
          <p:spPr>
            <a:xfrm rot="5400000">
              <a:off x="1831719" y="3600948"/>
              <a:ext cx="480131" cy="4772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rgbClr val="83BA2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2D71EC-40D8-413D-A3A8-BC455B244420}"/>
                  </a:ext>
                </a:extLst>
              </p:cNvPr>
              <p:cNvSpPr txBox="1"/>
              <p:nvPr/>
            </p:nvSpPr>
            <p:spPr>
              <a:xfrm>
                <a:off x="9062547" y="2587502"/>
                <a:ext cx="1303114" cy="4985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2D71EC-40D8-413D-A3A8-BC455B244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547" y="2587502"/>
                <a:ext cx="1303114" cy="4985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087354-A760-4CCE-B884-36CBEFE6A2E1}"/>
                  </a:ext>
                </a:extLst>
              </p:cNvPr>
              <p:cNvSpPr txBox="1"/>
              <p:nvPr/>
            </p:nvSpPr>
            <p:spPr>
              <a:xfrm>
                <a:off x="9131100" y="3757305"/>
                <a:ext cx="1162178" cy="4985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087354-A760-4CCE-B884-36CBEFE6A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100" y="3757305"/>
                <a:ext cx="1162178" cy="4985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0774764-FB10-46C4-BAB6-5C329EEEA1FA}"/>
                  </a:ext>
                </a:extLst>
              </p:cNvPr>
              <p:cNvSpPr txBox="1"/>
              <p:nvPr/>
            </p:nvSpPr>
            <p:spPr>
              <a:xfrm>
                <a:off x="4118878" y="1252157"/>
                <a:ext cx="2735044" cy="5539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0774764-FB10-46C4-BAB6-5C329EEEA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878" y="1252157"/>
                <a:ext cx="2735044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8081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더</a:t>
            </a:r>
            <a:r>
              <a:rPr lang="ko-KR" altLang="en-US" sz="3200" b="1" dirty="0"/>
              <a:t>욱</a:t>
            </a:r>
            <a:r>
              <a:rPr lang="en-US" sz="3200" b="1" dirty="0"/>
              <a:t> </a:t>
            </a:r>
            <a:r>
              <a:rPr lang="en-US" sz="3200" b="1" dirty="0" err="1"/>
              <a:t>단순한</a:t>
            </a:r>
            <a:r>
              <a:rPr lang="en-US" sz="3200" b="1" dirty="0"/>
              <a:t> </a:t>
            </a:r>
            <a:r>
              <a:rPr lang="en-US" sz="3200" b="1" dirty="0" err="1"/>
              <a:t>모델</a:t>
            </a:r>
            <a:endParaRPr lang="en-US" sz="3200" b="1" dirty="0"/>
          </a:p>
        </p:txBody>
      </p:sp>
      <p:graphicFrame>
        <p:nvGraphicFramePr>
          <p:cNvPr id="21" name="Table 21">
            <a:extLst>
              <a:ext uri="{FF2B5EF4-FFF2-40B4-BE49-F238E27FC236}">
                <a16:creationId xmlns:a16="http://schemas.microsoft.com/office/drawing/2014/main" id="{F4430B63-E1E6-4DD4-8BEE-112C0DB89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301492"/>
              </p:ext>
            </p:extLst>
          </p:nvPr>
        </p:nvGraphicFramePr>
        <p:xfrm>
          <a:off x="893616" y="2938484"/>
          <a:ext cx="2366278" cy="16047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83139">
                  <a:extLst>
                    <a:ext uri="{9D8B030D-6E8A-4147-A177-3AD203B41FA5}">
                      <a16:colId xmlns:a16="http://schemas.microsoft.com/office/drawing/2014/main" val="4216219907"/>
                    </a:ext>
                  </a:extLst>
                </a:gridCol>
                <a:gridCol w="1183139">
                  <a:extLst>
                    <a:ext uri="{9D8B030D-6E8A-4147-A177-3AD203B41FA5}">
                      <a16:colId xmlns:a16="http://schemas.microsoft.com/office/drawing/2014/main" val="3264006766"/>
                    </a:ext>
                  </a:extLst>
                </a:gridCol>
              </a:tblGrid>
              <a:tr h="53492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770527"/>
                  </a:ext>
                </a:extLst>
              </a:tr>
              <a:tr h="53492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814167"/>
                  </a:ext>
                </a:extLst>
              </a:tr>
              <a:tr h="5349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2912587"/>
                  </a:ext>
                </a:extLst>
              </a:tr>
            </a:tbl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346F585-C6D4-42B9-A354-4F0AF1DCBEBF}"/>
              </a:ext>
            </a:extLst>
          </p:cNvPr>
          <p:cNvGraphicFramePr/>
          <p:nvPr/>
        </p:nvGraphicFramePr>
        <p:xfrm>
          <a:off x="4015479" y="2421301"/>
          <a:ext cx="2838443" cy="272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1B64ADF6-DF19-4F3E-91C6-BEED26684527}"/>
              </a:ext>
            </a:extLst>
          </p:cNvPr>
          <p:cNvGrpSpPr/>
          <p:nvPr/>
        </p:nvGrpSpPr>
        <p:grpSpPr>
          <a:xfrm>
            <a:off x="7548712" y="2543175"/>
            <a:ext cx="477205" cy="2190750"/>
            <a:chOff x="1833182" y="2686050"/>
            <a:chExt cx="477205" cy="2190750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2E201E0-E17A-4189-94A9-DFA7CBFD5D0A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2071784" y="2686050"/>
              <a:ext cx="0" cy="913435"/>
            </a:xfrm>
            <a:prstGeom prst="straightConnector1">
              <a:avLst/>
            </a:prstGeom>
            <a:ln w="762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72EE9FB-B7C5-4FF5-BE18-AF3B70B9AFE0}"/>
                </a:ext>
              </a:extLst>
            </p:cNvPr>
            <p:cNvCxnSpPr>
              <a:cxnSpLocks/>
              <a:stCxn id="38" idx="6"/>
            </p:cNvCxnSpPr>
            <p:nvPr/>
          </p:nvCxnSpPr>
          <p:spPr>
            <a:xfrm>
              <a:off x="2071784" y="4079616"/>
              <a:ext cx="0" cy="797184"/>
            </a:xfrm>
            <a:prstGeom prst="straightConnector1">
              <a:avLst/>
            </a:prstGeom>
            <a:ln w="762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Google Shape;219;p33">
              <a:extLst>
                <a:ext uri="{FF2B5EF4-FFF2-40B4-BE49-F238E27FC236}">
                  <a16:creationId xmlns:a16="http://schemas.microsoft.com/office/drawing/2014/main" id="{557F5900-03FB-49A5-8BC6-14DFBF4526ED}"/>
                </a:ext>
              </a:extLst>
            </p:cNvPr>
            <p:cNvSpPr/>
            <p:nvPr/>
          </p:nvSpPr>
          <p:spPr>
            <a:xfrm rot="5400000">
              <a:off x="1831719" y="3600948"/>
              <a:ext cx="480131" cy="4772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rgbClr val="83BA2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9FAAF8-C7DF-45D1-A737-CAE84E7B9CD2}"/>
              </a:ext>
            </a:extLst>
          </p:cNvPr>
          <p:cNvCxnSpPr>
            <a:cxnSpLocks/>
          </p:cNvCxnSpPr>
          <p:nvPr/>
        </p:nvCxnSpPr>
        <p:spPr>
          <a:xfrm flipV="1">
            <a:off x="4810991" y="2709002"/>
            <a:ext cx="1101436" cy="1227740"/>
          </a:xfrm>
          <a:prstGeom prst="line">
            <a:avLst/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E0786B3-8B52-471C-A852-FF17004DAB10}"/>
              </a:ext>
            </a:extLst>
          </p:cNvPr>
          <p:cNvSpPr txBox="1"/>
          <p:nvPr/>
        </p:nvSpPr>
        <p:spPr>
          <a:xfrm>
            <a:off x="7788123" y="2596735"/>
            <a:ext cx="849913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 err="1">
                <a:solidFill>
                  <a:schemeClr val="bg1"/>
                </a:solidFill>
              </a:rPr>
              <a:t>m•x</a:t>
            </a:r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E2D512-6AC2-4DE2-82E7-2B3467C08C72}"/>
                  </a:ext>
                </a:extLst>
              </p:cNvPr>
              <p:cNvSpPr txBox="1"/>
              <p:nvPr/>
            </p:nvSpPr>
            <p:spPr>
              <a:xfrm>
                <a:off x="9062547" y="2587502"/>
                <a:ext cx="1303114" cy="4985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E2D512-6AC2-4DE2-82E7-2B3467C08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547" y="2587502"/>
                <a:ext cx="1303114" cy="4985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A8C4DF-5592-4B27-987B-358C9A82A695}"/>
                  </a:ext>
                </a:extLst>
              </p:cNvPr>
              <p:cNvSpPr txBox="1"/>
              <p:nvPr/>
            </p:nvSpPr>
            <p:spPr>
              <a:xfrm>
                <a:off x="9131100" y="3757305"/>
                <a:ext cx="1162178" cy="4985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A8C4DF-5592-4B27-987B-358C9A82A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100" y="3757305"/>
                <a:ext cx="1162178" cy="4985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AAE7AB-F5B2-4064-9580-CFEEDDDEB519}"/>
                  </a:ext>
                </a:extLst>
              </p:cNvPr>
              <p:cNvSpPr txBox="1"/>
              <p:nvPr/>
            </p:nvSpPr>
            <p:spPr>
              <a:xfrm>
                <a:off x="4118878" y="1252157"/>
                <a:ext cx="2735044" cy="5539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AAE7AB-F5B2-4064-9580-CFEEDDDEB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878" y="1252157"/>
                <a:ext cx="2735044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857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더</a:t>
            </a:r>
            <a:r>
              <a:rPr lang="ko-KR" altLang="en-US" sz="3200" b="1" dirty="0"/>
              <a:t>욱</a:t>
            </a:r>
            <a:r>
              <a:rPr lang="en-US" sz="3200" b="1" dirty="0"/>
              <a:t> </a:t>
            </a:r>
            <a:r>
              <a:rPr lang="en-US" sz="3200" b="1" dirty="0" err="1"/>
              <a:t>단순한</a:t>
            </a:r>
            <a:r>
              <a:rPr lang="en-US" sz="3200" b="1" dirty="0"/>
              <a:t> </a:t>
            </a:r>
            <a:r>
              <a:rPr lang="en-US" sz="3200" b="1" dirty="0" err="1"/>
              <a:t>모델</a:t>
            </a:r>
            <a:endParaRPr lang="en-US" sz="3200" b="1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9AEA998-9692-4C9F-9FC6-E7DBCF3149D3}"/>
              </a:ext>
            </a:extLst>
          </p:cNvPr>
          <p:cNvGrpSpPr/>
          <p:nvPr/>
        </p:nvGrpSpPr>
        <p:grpSpPr>
          <a:xfrm>
            <a:off x="7548712" y="2543175"/>
            <a:ext cx="477205" cy="2190750"/>
            <a:chOff x="1833182" y="2686050"/>
            <a:chExt cx="477205" cy="2190750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B95907C-E971-4A1E-88D6-E289CFCA4411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2071784" y="2686050"/>
              <a:ext cx="0" cy="913435"/>
            </a:xfrm>
            <a:prstGeom prst="straightConnector1">
              <a:avLst/>
            </a:prstGeom>
            <a:ln w="762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51700BC-0C3F-4D10-811B-7575156B854A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2071784" y="4079616"/>
              <a:ext cx="0" cy="797184"/>
            </a:xfrm>
            <a:prstGeom prst="straightConnector1">
              <a:avLst/>
            </a:prstGeom>
            <a:ln w="762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Google Shape;219;p33">
              <a:extLst>
                <a:ext uri="{FF2B5EF4-FFF2-40B4-BE49-F238E27FC236}">
                  <a16:creationId xmlns:a16="http://schemas.microsoft.com/office/drawing/2014/main" id="{04524C6B-C42B-4A9E-8C94-C55AE9AB2B4B}"/>
                </a:ext>
              </a:extLst>
            </p:cNvPr>
            <p:cNvSpPr/>
            <p:nvPr/>
          </p:nvSpPr>
          <p:spPr>
            <a:xfrm rot="5400000">
              <a:off x="1831719" y="3600948"/>
              <a:ext cx="480131" cy="4772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rgbClr val="83BA2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346F585-C6D4-42B9-A354-4F0AF1DCBE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4807334"/>
              </p:ext>
            </p:extLst>
          </p:nvPr>
        </p:nvGraphicFramePr>
        <p:xfrm>
          <a:off x="4015479" y="2424890"/>
          <a:ext cx="2838443" cy="272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CAE6FE8-BE1C-4BE7-BCEF-51F8D27F2BB8}"/>
              </a:ext>
            </a:extLst>
          </p:cNvPr>
          <p:cNvSpPr txBox="1"/>
          <p:nvPr/>
        </p:nvSpPr>
        <p:spPr>
          <a:xfrm>
            <a:off x="8894497" y="2358509"/>
            <a:ext cx="1902371" cy="369332"/>
          </a:xfrm>
          <a:prstGeom prst="rect">
            <a:avLst/>
          </a:prstGeom>
          <a:solidFill>
            <a:schemeClr val="tx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무작위로 시작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ABB0B1-DCE3-4E09-BCAF-116D5D579DC8}"/>
              </a:ext>
            </a:extLst>
          </p:cNvPr>
          <p:cNvCxnSpPr>
            <a:cxnSpLocks/>
          </p:cNvCxnSpPr>
          <p:nvPr/>
        </p:nvCxnSpPr>
        <p:spPr>
          <a:xfrm>
            <a:off x="4800600" y="2901140"/>
            <a:ext cx="1824038" cy="108876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A6D6BD9-A99F-438C-B228-2DD2EEFDDD0F}"/>
              </a:ext>
            </a:extLst>
          </p:cNvPr>
          <p:cNvSpPr txBox="1"/>
          <p:nvPr/>
        </p:nvSpPr>
        <p:spPr>
          <a:xfrm>
            <a:off x="7788123" y="2596735"/>
            <a:ext cx="849913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err="1">
                <a:solidFill>
                  <a:schemeClr val="bg1"/>
                </a:solidFill>
              </a:rPr>
              <a:t>m•x</a:t>
            </a:r>
            <a:endParaRPr lang="en-US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BE1086-5B70-471B-A6C4-E888006FE378}"/>
                  </a:ext>
                </a:extLst>
              </p:cNvPr>
              <p:cNvSpPr txBox="1"/>
              <p:nvPr/>
            </p:nvSpPr>
            <p:spPr>
              <a:xfrm>
                <a:off x="9062547" y="3086100"/>
                <a:ext cx="1734321" cy="4985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BE1086-5B70-471B-A6C4-E888006FE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547" y="3086100"/>
                <a:ext cx="1734321" cy="4985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6EEA8A-D868-4E66-AB5E-62AD4B736F19}"/>
                  </a:ext>
                </a:extLst>
              </p:cNvPr>
              <p:cNvSpPr txBox="1"/>
              <p:nvPr/>
            </p:nvSpPr>
            <p:spPr>
              <a:xfrm>
                <a:off x="9087820" y="3757305"/>
                <a:ext cx="1248740" cy="4985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6EEA8A-D868-4E66-AB5E-62AD4B736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7820" y="3757305"/>
                <a:ext cx="1248740" cy="4985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21">
                <a:extLst>
                  <a:ext uri="{FF2B5EF4-FFF2-40B4-BE49-F238E27FC236}">
                    <a16:creationId xmlns:a16="http://schemas.microsoft.com/office/drawing/2014/main" id="{8035D3DC-93EF-4B52-91A8-6DA2E9354C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7144267"/>
                  </p:ext>
                </p:extLst>
              </p:nvPr>
            </p:nvGraphicFramePr>
            <p:xfrm>
              <a:off x="889064" y="2941576"/>
              <a:ext cx="2366277" cy="160478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88759">
                      <a:extLst>
                        <a:ext uri="{9D8B030D-6E8A-4147-A177-3AD203B41FA5}">
                          <a16:colId xmlns:a16="http://schemas.microsoft.com/office/drawing/2014/main" val="4216219907"/>
                        </a:ext>
                      </a:extLst>
                    </a:gridCol>
                    <a:gridCol w="788759">
                      <a:extLst>
                        <a:ext uri="{9D8B030D-6E8A-4147-A177-3AD203B41FA5}">
                          <a16:colId xmlns:a16="http://schemas.microsoft.com/office/drawing/2014/main" val="3264006766"/>
                        </a:ext>
                      </a:extLst>
                    </a:gridCol>
                    <a:gridCol w="788759">
                      <a:extLst>
                        <a:ext uri="{9D8B030D-6E8A-4147-A177-3AD203B41FA5}">
                          <a16:colId xmlns:a16="http://schemas.microsoft.com/office/drawing/2014/main" val="2243466389"/>
                        </a:ext>
                      </a:extLst>
                    </a:gridCol>
                  </a:tblGrid>
                  <a:tr h="5349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x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y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solidFill>
                          <a:srgbClr val="7030A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0770527"/>
                      </a:ext>
                    </a:extLst>
                  </a:tr>
                  <a:tr h="5349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6814167"/>
                      </a:ext>
                    </a:extLst>
                  </a:tr>
                  <a:tr h="5349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9125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21">
                <a:extLst>
                  <a:ext uri="{FF2B5EF4-FFF2-40B4-BE49-F238E27FC236}">
                    <a16:creationId xmlns:a16="http://schemas.microsoft.com/office/drawing/2014/main" id="{8035D3DC-93EF-4B52-91A8-6DA2E9354C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7144267"/>
                  </p:ext>
                </p:extLst>
              </p:nvPr>
            </p:nvGraphicFramePr>
            <p:xfrm>
              <a:off x="889064" y="2941576"/>
              <a:ext cx="2366277" cy="160478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88759">
                      <a:extLst>
                        <a:ext uri="{9D8B030D-6E8A-4147-A177-3AD203B41FA5}">
                          <a16:colId xmlns:a16="http://schemas.microsoft.com/office/drawing/2014/main" val="4216219907"/>
                        </a:ext>
                      </a:extLst>
                    </a:gridCol>
                    <a:gridCol w="788759">
                      <a:extLst>
                        <a:ext uri="{9D8B030D-6E8A-4147-A177-3AD203B41FA5}">
                          <a16:colId xmlns:a16="http://schemas.microsoft.com/office/drawing/2014/main" val="3264006766"/>
                        </a:ext>
                      </a:extLst>
                    </a:gridCol>
                    <a:gridCol w="788759">
                      <a:extLst>
                        <a:ext uri="{9D8B030D-6E8A-4147-A177-3AD203B41FA5}">
                          <a16:colId xmlns:a16="http://schemas.microsoft.com/office/drawing/2014/main" val="2243466389"/>
                        </a:ext>
                      </a:extLst>
                    </a:gridCol>
                  </a:tblGrid>
                  <a:tr h="5349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x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y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0769" t="-1136" r="-3077" b="-20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0770527"/>
                      </a:ext>
                    </a:extLst>
                  </a:tr>
                  <a:tr h="5349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6814167"/>
                      </a:ext>
                    </a:extLst>
                  </a:tr>
                  <a:tr h="5349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9125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36CE2C-1BE0-4E92-B1E0-867CD9BB9EF6}"/>
                  </a:ext>
                </a:extLst>
              </p:cNvPr>
              <p:cNvSpPr txBox="1"/>
              <p:nvPr/>
            </p:nvSpPr>
            <p:spPr>
              <a:xfrm>
                <a:off x="4118878" y="1252157"/>
                <a:ext cx="2735044" cy="5539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36CE2C-1BE0-4E92-B1E0-867CD9BB9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878" y="1252157"/>
                <a:ext cx="2735044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288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더</a:t>
            </a:r>
            <a:r>
              <a:rPr lang="ko-KR" altLang="en-US" sz="3200" b="1" dirty="0"/>
              <a:t>욱</a:t>
            </a:r>
            <a:r>
              <a:rPr lang="en-US" sz="3200" b="1" dirty="0"/>
              <a:t> </a:t>
            </a:r>
            <a:r>
              <a:rPr lang="en-US" sz="3200" b="1" dirty="0" err="1"/>
              <a:t>단순한</a:t>
            </a:r>
            <a:r>
              <a:rPr lang="en-US" sz="3200" b="1" dirty="0"/>
              <a:t> </a:t>
            </a:r>
            <a:r>
              <a:rPr lang="en-US" sz="3200" b="1" dirty="0" err="1"/>
              <a:t>모델</a:t>
            </a:r>
            <a:endParaRPr lang="en-US" sz="3200" b="1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EC14F6A1-CC78-4158-BD01-59CF1F5F2D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9452942"/>
              </p:ext>
            </p:extLst>
          </p:nvPr>
        </p:nvGraphicFramePr>
        <p:xfrm>
          <a:off x="3844029" y="2243854"/>
          <a:ext cx="3002750" cy="3109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5AB0D9-BE4C-45A3-B1E3-6880EFDC273B}"/>
              </a:ext>
            </a:extLst>
          </p:cNvPr>
          <p:cNvCxnSpPr>
            <a:cxnSpLocks/>
          </p:cNvCxnSpPr>
          <p:nvPr/>
        </p:nvCxnSpPr>
        <p:spPr>
          <a:xfrm>
            <a:off x="4620127" y="2754319"/>
            <a:ext cx="2004511" cy="1233144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B7451C-25D7-4F54-B4B4-291DF94198E5}"/>
              </a:ext>
            </a:extLst>
          </p:cNvPr>
          <p:cNvCxnSpPr>
            <a:cxnSpLocks/>
          </p:cNvCxnSpPr>
          <p:nvPr/>
        </p:nvCxnSpPr>
        <p:spPr>
          <a:xfrm>
            <a:off x="5124450" y="3121820"/>
            <a:ext cx="0" cy="300037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127A4C-2755-4C72-BF46-0492E1FAEF64}"/>
              </a:ext>
            </a:extLst>
          </p:cNvPr>
          <p:cNvCxnSpPr>
            <a:cxnSpLocks/>
          </p:cNvCxnSpPr>
          <p:nvPr/>
        </p:nvCxnSpPr>
        <p:spPr>
          <a:xfrm>
            <a:off x="5636419" y="2852738"/>
            <a:ext cx="0" cy="569119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21">
                <a:extLst>
                  <a:ext uri="{FF2B5EF4-FFF2-40B4-BE49-F238E27FC236}">
                    <a16:creationId xmlns:a16="http://schemas.microsoft.com/office/drawing/2014/main" id="{A866A1B0-AB33-429D-AA00-25DC8B4448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4711808"/>
                  </p:ext>
                </p:extLst>
              </p:nvPr>
            </p:nvGraphicFramePr>
            <p:xfrm>
              <a:off x="400050" y="2243137"/>
              <a:ext cx="3000424" cy="310038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50106">
                      <a:extLst>
                        <a:ext uri="{9D8B030D-6E8A-4147-A177-3AD203B41FA5}">
                          <a16:colId xmlns:a16="http://schemas.microsoft.com/office/drawing/2014/main" val="4216219907"/>
                        </a:ext>
                      </a:extLst>
                    </a:gridCol>
                    <a:gridCol w="750106">
                      <a:extLst>
                        <a:ext uri="{9D8B030D-6E8A-4147-A177-3AD203B41FA5}">
                          <a16:colId xmlns:a16="http://schemas.microsoft.com/office/drawing/2014/main" val="3264006766"/>
                        </a:ext>
                      </a:extLst>
                    </a:gridCol>
                    <a:gridCol w="750106">
                      <a:extLst>
                        <a:ext uri="{9D8B030D-6E8A-4147-A177-3AD203B41FA5}">
                          <a16:colId xmlns:a16="http://schemas.microsoft.com/office/drawing/2014/main" val="2243466389"/>
                        </a:ext>
                      </a:extLst>
                    </a:gridCol>
                    <a:gridCol w="750106">
                      <a:extLst>
                        <a:ext uri="{9D8B030D-6E8A-4147-A177-3AD203B41FA5}">
                          <a16:colId xmlns:a16="http://schemas.microsoft.com/office/drawing/2014/main" val="2629229735"/>
                        </a:ext>
                      </a:extLst>
                    </a:gridCol>
                  </a:tblGrid>
                  <a:tr h="6200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x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y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𝒆𝒓𝒓</m:t>
                                    </m:r>
                                  </m:e>
                                  <m:sup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solidFill>
                          <a:srgbClr val="7030A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0770527"/>
                      </a:ext>
                    </a:extLst>
                  </a:tr>
                  <a:tr h="6200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6814167"/>
                      </a:ext>
                    </a:extLst>
                  </a:tr>
                  <a:tr h="6200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912587"/>
                      </a:ext>
                    </a:extLst>
                  </a:tr>
                  <a:tr h="620077">
                    <a:tc gridSpan="3"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MSE =</a:t>
                          </a: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2.5</a:t>
                          </a:r>
                        </a:p>
                      </a:txBody>
                      <a:tcPr anchor="ctr">
                        <a:solidFill>
                          <a:srgbClr val="7030A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4781373"/>
                      </a:ext>
                    </a:extLst>
                  </a:tr>
                  <a:tr h="620077">
                    <a:tc gridSpan="3"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RMSE = </a:t>
                          </a: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1.6</a:t>
                          </a:r>
                        </a:p>
                      </a:txBody>
                      <a:tcPr anchor="ctr">
                        <a:solidFill>
                          <a:srgbClr val="7030A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25264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21">
                <a:extLst>
                  <a:ext uri="{FF2B5EF4-FFF2-40B4-BE49-F238E27FC236}">
                    <a16:creationId xmlns:a16="http://schemas.microsoft.com/office/drawing/2014/main" id="{A866A1B0-AB33-429D-AA00-25DC8B4448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4711808"/>
                  </p:ext>
                </p:extLst>
              </p:nvPr>
            </p:nvGraphicFramePr>
            <p:xfrm>
              <a:off x="400050" y="2243137"/>
              <a:ext cx="3000424" cy="310038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50106">
                      <a:extLst>
                        <a:ext uri="{9D8B030D-6E8A-4147-A177-3AD203B41FA5}">
                          <a16:colId xmlns:a16="http://schemas.microsoft.com/office/drawing/2014/main" val="4216219907"/>
                        </a:ext>
                      </a:extLst>
                    </a:gridCol>
                    <a:gridCol w="750106">
                      <a:extLst>
                        <a:ext uri="{9D8B030D-6E8A-4147-A177-3AD203B41FA5}">
                          <a16:colId xmlns:a16="http://schemas.microsoft.com/office/drawing/2014/main" val="3264006766"/>
                        </a:ext>
                      </a:extLst>
                    </a:gridCol>
                    <a:gridCol w="750106">
                      <a:extLst>
                        <a:ext uri="{9D8B030D-6E8A-4147-A177-3AD203B41FA5}">
                          <a16:colId xmlns:a16="http://schemas.microsoft.com/office/drawing/2014/main" val="2243466389"/>
                        </a:ext>
                      </a:extLst>
                    </a:gridCol>
                    <a:gridCol w="750106">
                      <a:extLst>
                        <a:ext uri="{9D8B030D-6E8A-4147-A177-3AD203B41FA5}">
                          <a16:colId xmlns:a16="http://schemas.microsoft.com/office/drawing/2014/main" val="2629229735"/>
                        </a:ext>
                      </a:extLst>
                    </a:gridCol>
                  </a:tblGrid>
                  <a:tr h="6200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x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y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1626" t="-980" r="-103252" b="-4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626" t="-980" r="-3252" b="-4019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0770527"/>
                      </a:ext>
                    </a:extLst>
                  </a:tr>
                  <a:tr h="6200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6814167"/>
                      </a:ext>
                    </a:extLst>
                  </a:tr>
                  <a:tr h="6200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912587"/>
                      </a:ext>
                    </a:extLst>
                  </a:tr>
                  <a:tr h="620077">
                    <a:tc gridSpan="3"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MSE =</a:t>
                          </a: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2.5</a:t>
                          </a:r>
                        </a:p>
                      </a:txBody>
                      <a:tcPr anchor="ctr">
                        <a:solidFill>
                          <a:srgbClr val="7030A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4781373"/>
                      </a:ext>
                    </a:extLst>
                  </a:tr>
                  <a:tr h="620077">
                    <a:tc gridSpan="3"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RMSE = </a:t>
                          </a: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1.6</a:t>
                          </a:r>
                        </a:p>
                      </a:txBody>
                      <a:tcPr anchor="ctr">
                        <a:solidFill>
                          <a:srgbClr val="7030A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25264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09A7B2-F9CD-4883-ADDF-D25E2E4F9495}"/>
                  </a:ext>
                </a:extLst>
              </p:cNvPr>
              <p:cNvSpPr txBox="1"/>
              <p:nvPr/>
            </p:nvSpPr>
            <p:spPr>
              <a:xfrm>
                <a:off x="7127061" y="3784439"/>
                <a:ext cx="3313728" cy="1293175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09A7B2-F9CD-4883-ADDF-D25E2E4F9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061" y="3784439"/>
                <a:ext cx="3313728" cy="1293175"/>
              </a:xfrm>
              <a:prstGeom prst="rect">
                <a:avLst/>
              </a:prstGeom>
              <a:blipFill>
                <a:blip r:embed="rId5"/>
                <a:stretch>
                  <a:fillRect t="-2830" b="-2830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501F97-98CF-47A5-84A0-04EE753E78CC}"/>
                  </a:ext>
                </a:extLst>
              </p:cNvPr>
              <p:cNvSpPr txBox="1"/>
              <p:nvPr/>
            </p:nvSpPr>
            <p:spPr>
              <a:xfrm>
                <a:off x="7327789" y="2656547"/>
                <a:ext cx="3055773" cy="484300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4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501F97-98CF-47A5-84A0-04EE753E7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789" y="2656547"/>
                <a:ext cx="3055773" cy="4843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752911-7424-4740-80F3-124D0A83A17D}"/>
                  </a:ext>
                </a:extLst>
              </p:cNvPr>
              <p:cNvSpPr txBox="1"/>
              <p:nvPr/>
            </p:nvSpPr>
            <p:spPr>
              <a:xfrm>
                <a:off x="4118878" y="1252157"/>
                <a:ext cx="2735044" cy="5539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752911-7424-4740-80F3-124D0A83A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878" y="1252157"/>
                <a:ext cx="2735044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0060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더</a:t>
            </a:r>
            <a:r>
              <a:rPr lang="ko-KR" altLang="en-US" sz="3200" b="1" dirty="0"/>
              <a:t>욱</a:t>
            </a:r>
            <a:r>
              <a:rPr lang="en-US" sz="3200" b="1" dirty="0"/>
              <a:t> </a:t>
            </a:r>
            <a:r>
              <a:rPr lang="en-US" sz="3200" b="1" dirty="0" err="1"/>
              <a:t>단순한</a:t>
            </a:r>
            <a:r>
              <a:rPr lang="en-US" sz="3200" b="1" dirty="0"/>
              <a:t> </a:t>
            </a:r>
            <a:r>
              <a:rPr lang="en-US" sz="3200" b="1" dirty="0" err="1"/>
              <a:t>모델</a:t>
            </a:r>
            <a:endParaRPr lang="en-US" sz="3200" b="1" dirty="0"/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346F585-C6D4-42B9-A354-4F0AF1DCBE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8373216"/>
              </p:ext>
            </p:extLst>
          </p:nvPr>
        </p:nvGraphicFramePr>
        <p:xfrm>
          <a:off x="3844029" y="2243854"/>
          <a:ext cx="3002750" cy="3109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3822B2-C7E0-4B1E-8553-C942ED98B5EC}"/>
              </a:ext>
            </a:extLst>
          </p:cNvPr>
          <p:cNvCxnSpPr>
            <a:cxnSpLocks/>
          </p:cNvCxnSpPr>
          <p:nvPr/>
        </p:nvCxnSpPr>
        <p:spPr>
          <a:xfrm>
            <a:off x="5124450" y="3121820"/>
            <a:ext cx="0" cy="300037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8A31466-038B-4899-A986-10F4CDB2C25B}"/>
              </a:ext>
            </a:extLst>
          </p:cNvPr>
          <p:cNvCxnSpPr>
            <a:cxnSpLocks/>
          </p:cNvCxnSpPr>
          <p:nvPr/>
        </p:nvCxnSpPr>
        <p:spPr>
          <a:xfrm>
            <a:off x="5636419" y="2852738"/>
            <a:ext cx="0" cy="569119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457D339-E260-41C1-947D-BD6BE3AC90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891" r="75869" b="46833"/>
          <a:stretch/>
        </p:blipFill>
        <p:spPr>
          <a:xfrm>
            <a:off x="7077076" y="2234903"/>
            <a:ext cx="3652104" cy="308823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7565584-2097-45F7-922F-FD2DACA9F9C6}"/>
              </a:ext>
            </a:extLst>
          </p:cNvPr>
          <p:cNvCxnSpPr>
            <a:cxnSpLocks/>
          </p:cNvCxnSpPr>
          <p:nvPr/>
        </p:nvCxnSpPr>
        <p:spPr>
          <a:xfrm>
            <a:off x="4620127" y="2754319"/>
            <a:ext cx="2004511" cy="1233144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21">
                <a:extLst>
                  <a:ext uri="{FF2B5EF4-FFF2-40B4-BE49-F238E27FC236}">
                    <a16:creationId xmlns:a16="http://schemas.microsoft.com/office/drawing/2014/main" id="{FF5C4535-73E4-4E58-98D3-91C1A90C47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509984"/>
                  </p:ext>
                </p:extLst>
              </p:nvPr>
            </p:nvGraphicFramePr>
            <p:xfrm>
              <a:off x="400050" y="2243137"/>
              <a:ext cx="3000424" cy="310038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50106">
                      <a:extLst>
                        <a:ext uri="{9D8B030D-6E8A-4147-A177-3AD203B41FA5}">
                          <a16:colId xmlns:a16="http://schemas.microsoft.com/office/drawing/2014/main" val="4216219907"/>
                        </a:ext>
                      </a:extLst>
                    </a:gridCol>
                    <a:gridCol w="750106">
                      <a:extLst>
                        <a:ext uri="{9D8B030D-6E8A-4147-A177-3AD203B41FA5}">
                          <a16:colId xmlns:a16="http://schemas.microsoft.com/office/drawing/2014/main" val="3264006766"/>
                        </a:ext>
                      </a:extLst>
                    </a:gridCol>
                    <a:gridCol w="750106">
                      <a:extLst>
                        <a:ext uri="{9D8B030D-6E8A-4147-A177-3AD203B41FA5}">
                          <a16:colId xmlns:a16="http://schemas.microsoft.com/office/drawing/2014/main" val="2243466389"/>
                        </a:ext>
                      </a:extLst>
                    </a:gridCol>
                    <a:gridCol w="750106">
                      <a:extLst>
                        <a:ext uri="{9D8B030D-6E8A-4147-A177-3AD203B41FA5}">
                          <a16:colId xmlns:a16="http://schemas.microsoft.com/office/drawing/2014/main" val="2629229735"/>
                        </a:ext>
                      </a:extLst>
                    </a:gridCol>
                  </a:tblGrid>
                  <a:tr h="6200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x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y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𝒆𝒓𝒓</m:t>
                                    </m:r>
                                  </m:e>
                                  <m:sup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solidFill>
                          <a:srgbClr val="7030A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0770527"/>
                      </a:ext>
                    </a:extLst>
                  </a:tr>
                  <a:tr h="6200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6814167"/>
                      </a:ext>
                    </a:extLst>
                  </a:tr>
                  <a:tr h="6200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912587"/>
                      </a:ext>
                    </a:extLst>
                  </a:tr>
                  <a:tr h="620077">
                    <a:tc gridSpan="3"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MSE =</a:t>
                          </a: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2.5</a:t>
                          </a:r>
                        </a:p>
                      </a:txBody>
                      <a:tcPr anchor="ctr">
                        <a:solidFill>
                          <a:srgbClr val="7030A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4781373"/>
                      </a:ext>
                    </a:extLst>
                  </a:tr>
                  <a:tr h="620077">
                    <a:tc gridSpan="3"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RMSE = </a:t>
                          </a: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1.6</a:t>
                          </a:r>
                        </a:p>
                      </a:txBody>
                      <a:tcPr anchor="ctr">
                        <a:solidFill>
                          <a:srgbClr val="7030A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25264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21">
                <a:extLst>
                  <a:ext uri="{FF2B5EF4-FFF2-40B4-BE49-F238E27FC236}">
                    <a16:creationId xmlns:a16="http://schemas.microsoft.com/office/drawing/2014/main" id="{FF5C4535-73E4-4E58-98D3-91C1A90C47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509984"/>
                  </p:ext>
                </p:extLst>
              </p:nvPr>
            </p:nvGraphicFramePr>
            <p:xfrm>
              <a:off x="400050" y="2243137"/>
              <a:ext cx="3000424" cy="310038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50106">
                      <a:extLst>
                        <a:ext uri="{9D8B030D-6E8A-4147-A177-3AD203B41FA5}">
                          <a16:colId xmlns:a16="http://schemas.microsoft.com/office/drawing/2014/main" val="4216219907"/>
                        </a:ext>
                      </a:extLst>
                    </a:gridCol>
                    <a:gridCol w="750106">
                      <a:extLst>
                        <a:ext uri="{9D8B030D-6E8A-4147-A177-3AD203B41FA5}">
                          <a16:colId xmlns:a16="http://schemas.microsoft.com/office/drawing/2014/main" val="3264006766"/>
                        </a:ext>
                      </a:extLst>
                    </a:gridCol>
                    <a:gridCol w="750106">
                      <a:extLst>
                        <a:ext uri="{9D8B030D-6E8A-4147-A177-3AD203B41FA5}">
                          <a16:colId xmlns:a16="http://schemas.microsoft.com/office/drawing/2014/main" val="2243466389"/>
                        </a:ext>
                      </a:extLst>
                    </a:gridCol>
                    <a:gridCol w="750106">
                      <a:extLst>
                        <a:ext uri="{9D8B030D-6E8A-4147-A177-3AD203B41FA5}">
                          <a16:colId xmlns:a16="http://schemas.microsoft.com/office/drawing/2014/main" val="2629229735"/>
                        </a:ext>
                      </a:extLst>
                    </a:gridCol>
                  </a:tblGrid>
                  <a:tr h="6200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x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y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1626" t="-980" r="-103252" b="-4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01626" t="-980" r="-3252" b="-4019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0770527"/>
                      </a:ext>
                    </a:extLst>
                  </a:tr>
                  <a:tr h="6200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6814167"/>
                      </a:ext>
                    </a:extLst>
                  </a:tr>
                  <a:tr h="6200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912587"/>
                      </a:ext>
                    </a:extLst>
                  </a:tr>
                  <a:tr h="620077">
                    <a:tc gridSpan="3"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MSE =</a:t>
                          </a: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2.5</a:t>
                          </a:r>
                        </a:p>
                      </a:txBody>
                      <a:tcPr anchor="ctr">
                        <a:solidFill>
                          <a:srgbClr val="7030A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4781373"/>
                      </a:ext>
                    </a:extLst>
                  </a:tr>
                  <a:tr h="620077">
                    <a:tc gridSpan="3"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chemeClr val="bg1"/>
                              </a:solidFill>
                            </a:rPr>
                            <a:t>RMSE = </a:t>
                          </a: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1.6</a:t>
                          </a:r>
                        </a:p>
                      </a:txBody>
                      <a:tcPr anchor="ctr">
                        <a:solidFill>
                          <a:srgbClr val="7030A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25264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F38EBA-C109-4268-8F2B-540615B69DD6}"/>
                  </a:ext>
                </a:extLst>
              </p:cNvPr>
              <p:cNvSpPr txBox="1"/>
              <p:nvPr/>
            </p:nvSpPr>
            <p:spPr>
              <a:xfrm>
                <a:off x="4118878" y="1252157"/>
                <a:ext cx="2735044" cy="5539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F38EBA-C109-4268-8F2B-540615B69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878" y="1252157"/>
                <a:ext cx="2735044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9927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손실</a:t>
            </a:r>
            <a:r>
              <a:rPr lang="en-US" sz="3200" b="1" dirty="0"/>
              <a:t> </a:t>
            </a:r>
            <a:r>
              <a:rPr lang="en-US" sz="3200" b="1" dirty="0" err="1"/>
              <a:t>곡선</a:t>
            </a:r>
            <a:r>
              <a:rPr lang="en-US" sz="3200" b="1" dirty="0"/>
              <a:t> (The Loss Curve)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00ECE0-583F-4820-AA1F-732701F10F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658" t="38117" r="28299" b="24074"/>
          <a:stretch/>
        </p:blipFill>
        <p:spPr>
          <a:xfrm>
            <a:off x="685799" y="1583150"/>
            <a:ext cx="4216596" cy="37297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82EF9E-5844-42D3-95D4-18AAD39548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830" t="39571" r="22135" b="22222"/>
          <a:stretch/>
        </p:blipFill>
        <p:spPr>
          <a:xfrm>
            <a:off x="4902395" y="1583150"/>
            <a:ext cx="5212498" cy="37297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EE08B3-390E-4845-BE98-594E12D507AD}"/>
              </a:ext>
            </a:extLst>
          </p:cNvPr>
          <p:cNvSpPr txBox="1"/>
          <p:nvPr/>
        </p:nvSpPr>
        <p:spPr>
          <a:xfrm>
            <a:off x="9716386" y="1679240"/>
            <a:ext cx="797013" cy="3194721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16</a:t>
            </a: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AB5BDB-77AB-43AD-BD9D-A9CA5FD9212D}"/>
              </a:ext>
            </a:extLst>
          </p:cNvPr>
          <p:cNvSpPr txBox="1"/>
          <p:nvPr/>
        </p:nvSpPr>
        <p:spPr>
          <a:xfrm>
            <a:off x="4107058" y="2390711"/>
            <a:ext cx="494046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MSE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C736EE-E09E-4639-82F4-6A2FF718D338}"/>
              </a:ext>
            </a:extLst>
          </p:cNvPr>
          <p:cNvSpPr txBox="1"/>
          <p:nvPr/>
        </p:nvSpPr>
        <p:spPr>
          <a:xfrm>
            <a:off x="9716386" y="3133484"/>
            <a:ext cx="494046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MSE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804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손실</a:t>
            </a:r>
            <a:r>
              <a:rPr lang="en-US" sz="3200" b="1" dirty="0"/>
              <a:t> </a:t>
            </a:r>
            <a:r>
              <a:rPr lang="en-US" sz="3200" b="1" dirty="0" err="1"/>
              <a:t>곡선</a:t>
            </a:r>
            <a:r>
              <a:rPr lang="en-US" sz="3200" b="1" dirty="0"/>
              <a:t> (The Loss Curve)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82EF9E-5844-42D3-95D4-18AAD39548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30" t="39571" r="22135" b="22222"/>
          <a:stretch/>
        </p:blipFill>
        <p:spPr>
          <a:xfrm>
            <a:off x="4902395" y="1583150"/>
            <a:ext cx="5212498" cy="372979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DD8BE05-5B97-4152-A6E4-0B4B5C2FD7AE}"/>
              </a:ext>
            </a:extLst>
          </p:cNvPr>
          <p:cNvSpPr/>
          <p:nvPr/>
        </p:nvSpPr>
        <p:spPr>
          <a:xfrm>
            <a:off x="6110288" y="2624138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602396-AC39-47D2-A2F8-890C4FECDEC9}"/>
              </a:ext>
            </a:extLst>
          </p:cNvPr>
          <p:cNvSpPr/>
          <p:nvPr/>
        </p:nvSpPr>
        <p:spPr>
          <a:xfrm>
            <a:off x="8072438" y="3800476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8C585-EADB-4A72-9EEF-84EAEA5B497C}"/>
              </a:ext>
            </a:extLst>
          </p:cNvPr>
          <p:cNvSpPr txBox="1"/>
          <p:nvPr/>
        </p:nvSpPr>
        <p:spPr>
          <a:xfrm>
            <a:off x="6200775" y="2526265"/>
            <a:ext cx="797013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현재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8ED10-82C5-404B-81EC-13FCFE4CD5F0}"/>
              </a:ext>
            </a:extLst>
          </p:cNvPr>
          <p:cNvSpPr txBox="1"/>
          <p:nvPr/>
        </p:nvSpPr>
        <p:spPr>
          <a:xfrm>
            <a:off x="8216593" y="3702603"/>
            <a:ext cx="689677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타깃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0C781C-B96F-4C6D-A91E-85CFEDCD74B8}"/>
              </a:ext>
            </a:extLst>
          </p:cNvPr>
          <p:cNvSpPr txBox="1"/>
          <p:nvPr/>
        </p:nvSpPr>
        <p:spPr>
          <a:xfrm>
            <a:off x="9716386" y="1679240"/>
            <a:ext cx="797013" cy="3194721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16</a:t>
            </a: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0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DFB2FDF-C191-44CB-92C7-93A8128A11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2642882"/>
              </p:ext>
            </p:extLst>
          </p:nvPr>
        </p:nvGraphicFramePr>
        <p:xfrm>
          <a:off x="1897867" y="1579063"/>
          <a:ext cx="2838443" cy="272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083A46-D363-482D-A31E-32F32E6C23F8}"/>
              </a:ext>
            </a:extLst>
          </p:cNvPr>
          <p:cNvCxnSpPr>
            <a:cxnSpLocks/>
          </p:cNvCxnSpPr>
          <p:nvPr/>
        </p:nvCxnSpPr>
        <p:spPr>
          <a:xfrm>
            <a:off x="2682988" y="2055313"/>
            <a:ext cx="1824038" cy="108876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130A94-07ED-41F1-AFBF-6117FA2054AF}"/>
              </a:ext>
            </a:extLst>
          </p:cNvPr>
          <p:cNvCxnSpPr>
            <a:cxnSpLocks/>
          </p:cNvCxnSpPr>
          <p:nvPr/>
        </p:nvCxnSpPr>
        <p:spPr>
          <a:xfrm>
            <a:off x="3135426" y="2340348"/>
            <a:ext cx="0" cy="197643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2021F1-CAE7-4DBD-98F0-D2BC7C770C70}"/>
              </a:ext>
            </a:extLst>
          </p:cNvPr>
          <p:cNvCxnSpPr>
            <a:cxnSpLocks/>
          </p:cNvCxnSpPr>
          <p:nvPr/>
        </p:nvCxnSpPr>
        <p:spPr>
          <a:xfrm>
            <a:off x="3609294" y="2104604"/>
            <a:ext cx="0" cy="504825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C7BF8CE-3379-4EBD-8779-73940B7DC3ED}"/>
              </a:ext>
            </a:extLst>
          </p:cNvPr>
          <p:cNvSpPr txBox="1"/>
          <p:nvPr/>
        </p:nvSpPr>
        <p:spPr>
          <a:xfrm>
            <a:off x="9716386" y="3133484"/>
            <a:ext cx="494046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MSE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5C6263-8312-46AC-8158-C7AA367A5559}"/>
              </a:ext>
            </a:extLst>
          </p:cNvPr>
          <p:cNvSpPr/>
          <p:nvPr/>
        </p:nvSpPr>
        <p:spPr>
          <a:xfrm>
            <a:off x="788866" y="3890963"/>
            <a:ext cx="1407886" cy="1224706"/>
          </a:xfrm>
          <a:prstGeom prst="rect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5C0043-8734-4613-AE9D-42ADFB81A740}"/>
                  </a:ext>
                </a:extLst>
              </p:cNvPr>
              <p:cNvSpPr txBox="1"/>
              <p:nvPr/>
            </p:nvSpPr>
            <p:spPr>
              <a:xfrm>
                <a:off x="888072" y="4107333"/>
                <a:ext cx="1155637" cy="332399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=−1</m:t>
                      </m:r>
                    </m:oMath>
                  </m:oMathPara>
                </a14:m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5C0043-8734-4613-AE9D-42ADFB81A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72" y="4107333"/>
                <a:ext cx="1155637" cy="332399"/>
              </a:xfrm>
              <a:prstGeom prst="rect">
                <a:avLst/>
              </a:prstGeom>
              <a:blipFill>
                <a:blip r:embed="rId5"/>
                <a:stretch>
                  <a:fillRect l="-2094" r="-4188" b="-10714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3BD348-7C4C-443F-82D4-9CC162DF4959}"/>
                  </a:ext>
                </a:extLst>
              </p:cNvPr>
              <p:cNvSpPr txBox="1"/>
              <p:nvPr/>
            </p:nvSpPr>
            <p:spPr>
              <a:xfrm>
                <a:off x="888072" y="4579047"/>
                <a:ext cx="831381" cy="332399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b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=5</m:t>
                      </m:r>
                    </m:oMath>
                  </m:oMathPara>
                </a14:m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3BD348-7C4C-443F-82D4-9CC162DF4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72" y="4579047"/>
                <a:ext cx="831381" cy="332399"/>
              </a:xfrm>
              <a:prstGeom prst="rect">
                <a:avLst/>
              </a:prstGeom>
              <a:blipFill>
                <a:blip r:embed="rId6"/>
                <a:stretch>
                  <a:fillRect l="-6522" t="-1754" r="-6522" b="-10526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3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손실</a:t>
            </a:r>
            <a:r>
              <a:rPr lang="en-US" sz="3200" b="1" dirty="0"/>
              <a:t> </a:t>
            </a:r>
            <a:r>
              <a:rPr lang="en-US" sz="3200" b="1" dirty="0" err="1"/>
              <a:t>곡선</a:t>
            </a:r>
            <a:r>
              <a:rPr lang="en-US" sz="3200" b="1" dirty="0"/>
              <a:t> (The Loss Curve)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82EF9E-5844-42D3-95D4-18AAD39548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30" t="39571" r="22135" b="22222"/>
          <a:stretch/>
        </p:blipFill>
        <p:spPr>
          <a:xfrm>
            <a:off x="4902395" y="1583150"/>
            <a:ext cx="5212498" cy="372979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DD8BE05-5B97-4152-A6E4-0B4B5C2FD7AE}"/>
              </a:ext>
            </a:extLst>
          </p:cNvPr>
          <p:cNvSpPr/>
          <p:nvPr/>
        </p:nvSpPr>
        <p:spPr>
          <a:xfrm>
            <a:off x="6110288" y="2624138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602396-AC39-47D2-A2F8-890C4FECDEC9}"/>
              </a:ext>
            </a:extLst>
          </p:cNvPr>
          <p:cNvSpPr/>
          <p:nvPr/>
        </p:nvSpPr>
        <p:spPr>
          <a:xfrm>
            <a:off x="8072438" y="3800476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8C585-EADB-4A72-9EEF-84EAEA5B497C}"/>
              </a:ext>
            </a:extLst>
          </p:cNvPr>
          <p:cNvSpPr txBox="1"/>
          <p:nvPr/>
        </p:nvSpPr>
        <p:spPr>
          <a:xfrm>
            <a:off x="6200775" y="2528646"/>
            <a:ext cx="457176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기존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8ED10-82C5-404B-81EC-13FCFE4CD5F0}"/>
              </a:ext>
            </a:extLst>
          </p:cNvPr>
          <p:cNvSpPr txBox="1"/>
          <p:nvPr/>
        </p:nvSpPr>
        <p:spPr>
          <a:xfrm>
            <a:off x="8216593" y="3702603"/>
            <a:ext cx="689677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타깃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0C781C-B96F-4C6D-A91E-85CFEDCD74B8}"/>
              </a:ext>
            </a:extLst>
          </p:cNvPr>
          <p:cNvSpPr txBox="1"/>
          <p:nvPr/>
        </p:nvSpPr>
        <p:spPr>
          <a:xfrm>
            <a:off x="9716386" y="1679240"/>
            <a:ext cx="797013" cy="3194721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16</a:t>
            </a: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0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DFB2FDF-C191-44CB-92C7-93A8128A1119}"/>
              </a:ext>
            </a:extLst>
          </p:cNvPr>
          <p:cNvGraphicFramePr/>
          <p:nvPr/>
        </p:nvGraphicFramePr>
        <p:xfrm>
          <a:off x="1897867" y="1579063"/>
          <a:ext cx="2838443" cy="272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083A46-D363-482D-A31E-32F32E6C23F8}"/>
              </a:ext>
            </a:extLst>
          </p:cNvPr>
          <p:cNvCxnSpPr>
            <a:cxnSpLocks/>
          </p:cNvCxnSpPr>
          <p:nvPr/>
        </p:nvCxnSpPr>
        <p:spPr>
          <a:xfrm>
            <a:off x="2682988" y="2331546"/>
            <a:ext cx="1824038" cy="108876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2021F1-CAE7-4DBD-98F0-D2BC7C770C70}"/>
              </a:ext>
            </a:extLst>
          </p:cNvPr>
          <p:cNvCxnSpPr>
            <a:cxnSpLocks/>
          </p:cNvCxnSpPr>
          <p:nvPr/>
        </p:nvCxnSpPr>
        <p:spPr>
          <a:xfrm>
            <a:off x="3609294" y="2104604"/>
            <a:ext cx="0" cy="771325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CD25F985-10F8-4E1F-BEED-F3C094A6D516}"/>
              </a:ext>
            </a:extLst>
          </p:cNvPr>
          <p:cNvSpPr/>
          <p:nvPr/>
        </p:nvSpPr>
        <p:spPr>
          <a:xfrm>
            <a:off x="6110288" y="2957512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C55B4F-063D-4675-B60C-3BE3DB7D40B9}"/>
              </a:ext>
            </a:extLst>
          </p:cNvPr>
          <p:cNvSpPr txBox="1"/>
          <p:nvPr/>
        </p:nvSpPr>
        <p:spPr>
          <a:xfrm>
            <a:off x="6200775" y="2859639"/>
            <a:ext cx="797013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현재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A909D0D-A9B7-4EA0-B539-771137074613}"/>
              </a:ext>
            </a:extLst>
          </p:cNvPr>
          <p:cNvCxnSpPr>
            <a:cxnSpLocks/>
          </p:cNvCxnSpPr>
          <p:nvPr/>
        </p:nvCxnSpPr>
        <p:spPr>
          <a:xfrm>
            <a:off x="6157909" y="2669382"/>
            <a:ext cx="0" cy="3333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FBE14FB-9E4F-466A-94D6-713D85A148DE}"/>
              </a:ext>
            </a:extLst>
          </p:cNvPr>
          <p:cNvSpPr txBox="1"/>
          <p:nvPr/>
        </p:nvSpPr>
        <p:spPr>
          <a:xfrm>
            <a:off x="9716386" y="3133484"/>
            <a:ext cx="494046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MSE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147F88-6CC0-4D90-BE39-14B404964715}"/>
              </a:ext>
            </a:extLst>
          </p:cNvPr>
          <p:cNvSpPr/>
          <p:nvPr/>
        </p:nvSpPr>
        <p:spPr>
          <a:xfrm>
            <a:off x="788866" y="3890963"/>
            <a:ext cx="1407886" cy="1224706"/>
          </a:xfrm>
          <a:prstGeom prst="rect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E8352B8-D73A-434A-85AA-6836853BBB3A}"/>
                  </a:ext>
                </a:extLst>
              </p:cNvPr>
              <p:cNvSpPr txBox="1"/>
              <p:nvPr/>
            </p:nvSpPr>
            <p:spPr>
              <a:xfrm>
                <a:off x="888072" y="4107333"/>
                <a:ext cx="1155637" cy="332399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=−1</m:t>
                      </m:r>
                    </m:oMath>
                  </m:oMathPara>
                </a14:m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E8352B8-D73A-434A-85AA-6836853BB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72" y="4107333"/>
                <a:ext cx="1155637" cy="332399"/>
              </a:xfrm>
              <a:prstGeom prst="rect">
                <a:avLst/>
              </a:prstGeom>
              <a:blipFill>
                <a:blip r:embed="rId5"/>
                <a:stretch>
                  <a:fillRect l="-2094" r="-4188" b="-10714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6D1B79-2196-4C55-8466-E0736F4499C6}"/>
                  </a:ext>
                </a:extLst>
              </p:cNvPr>
              <p:cNvSpPr txBox="1"/>
              <p:nvPr/>
            </p:nvSpPr>
            <p:spPr>
              <a:xfrm>
                <a:off x="888072" y="4579047"/>
                <a:ext cx="831381" cy="332399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b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=4</m:t>
                      </m:r>
                    </m:oMath>
                  </m:oMathPara>
                </a14:m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6D1B79-2196-4C55-8466-E0736F449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72" y="4579047"/>
                <a:ext cx="831381" cy="332399"/>
              </a:xfrm>
              <a:prstGeom prst="rect">
                <a:avLst/>
              </a:prstGeom>
              <a:blipFill>
                <a:blip r:embed="rId6"/>
                <a:stretch>
                  <a:fillRect l="-6522" r="-5797" b="-8772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194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손실</a:t>
            </a:r>
            <a:r>
              <a:rPr lang="en-US" sz="3200" b="1" dirty="0"/>
              <a:t> </a:t>
            </a:r>
            <a:r>
              <a:rPr lang="en-US" sz="3200" b="1" dirty="0" err="1"/>
              <a:t>곡선</a:t>
            </a:r>
            <a:r>
              <a:rPr lang="en-US" sz="3200" b="1" dirty="0"/>
              <a:t> (The Loss Curve)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82EF9E-5844-42D3-95D4-18AAD39548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30" t="39571" r="22135" b="22222"/>
          <a:stretch/>
        </p:blipFill>
        <p:spPr>
          <a:xfrm>
            <a:off x="4902395" y="1583150"/>
            <a:ext cx="5212498" cy="372979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DD8BE05-5B97-4152-A6E4-0B4B5C2FD7AE}"/>
              </a:ext>
            </a:extLst>
          </p:cNvPr>
          <p:cNvSpPr/>
          <p:nvPr/>
        </p:nvSpPr>
        <p:spPr>
          <a:xfrm>
            <a:off x="6110288" y="2624138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602396-AC39-47D2-A2F8-890C4FECDEC9}"/>
              </a:ext>
            </a:extLst>
          </p:cNvPr>
          <p:cNvSpPr/>
          <p:nvPr/>
        </p:nvSpPr>
        <p:spPr>
          <a:xfrm>
            <a:off x="8072438" y="3800476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8ED10-82C5-404B-81EC-13FCFE4CD5F0}"/>
              </a:ext>
            </a:extLst>
          </p:cNvPr>
          <p:cNvSpPr txBox="1"/>
          <p:nvPr/>
        </p:nvSpPr>
        <p:spPr>
          <a:xfrm>
            <a:off x="8216593" y="3702603"/>
            <a:ext cx="689677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타깃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0C781C-B96F-4C6D-A91E-85CFEDCD74B8}"/>
              </a:ext>
            </a:extLst>
          </p:cNvPr>
          <p:cNvSpPr txBox="1"/>
          <p:nvPr/>
        </p:nvSpPr>
        <p:spPr>
          <a:xfrm>
            <a:off x="9716386" y="1679240"/>
            <a:ext cx="797013" cy="3194721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16</a:t>
            </a: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0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DFB2FDF-C191-44CB-92C7-93A8128A1119}"/>
              </a:ext>
            </a:extLst>
          </p:cNvPr>
          <p:cNvGraphicFramePr/>
          <p:nvPr/>
        </p:nvGraphicFramePr>
        <p:xfrm>
          <a:off x="1897867" y="1579063"/>
          <a:ext cx="2838443" cy="272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083A46-D363-482D-A31E-32F32E6C23F8}"/>
              </a:ext>
            </a:extLst>
          </p:cNvPr>
          <p:cNvCxnSpPr>
            <a:cxnSpLocks/>
          </p:cNvCxnSpPr>
          <p:nvPr/>
        </p:nvCxnSpPr>
        <p:spPr>
          <a:xfrm>
            <a:off x="2682988" y="2331546"/>
            <a:ext cx="188901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2021F1-CAE7-4DBD-98F0-D2BC7C770C70}"/>
              </a:ext>
            </a:extLst>
          </p:cNvPr>
          <p:cNvCxnSpPr>
            <a:cxnSpLocks/>
          </p:cNvCxnSpPr>
          <p:nvPr/>
        </p:nvCxnSpPr>
        <p:spPr>
          <a:xfrm>
            <a:off x="3609294" y="2104604"/>
            <a:ext cx="0" cy="226942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CD25F985-10F8-4E1F-BEED-F3C094A6D516}"/>
              </a:ext>
            </a:extLst>
          </p:cNvPr>
          <p:cNvSpPr/>
          <p:nvPr/>
        </p:nvSpPr>
        <p:spPr>
          <a:xfrm>
            <a:off x="6110288" y="2957512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A909D0D-A9B7-4EA0-B539-771137074613}"/>
              </a:ext>
            </a:extLst>
          </p:cNvPr>
          <p:cNvCxnSpPr>
            <a:cxnSpLocks/>
          </p:cNvCxnSpPr>
          <p:nvPr/>
        </p:nvCxnSpPr>
        <p:spPr>
          <a:xfrm>
            <a:off x="6157909" y="2669382"/>
            <a:ext cx="0" cy="3333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42046E-D21F-4ED3-93D2-F58B7B834C14}"/>
              </a:ext>
            </a:extLst>
          </p:cNvPr>
          <p:cNvCxnSpPr>
            <a:cxnSpLocks/>
          </p:cNvCxnSpPr>
          <p:nvPr/>
        </p:nvCxnSpPr>
        <p:spPr>
          <a:xfrm>
            <a:off x="3135426" y="2340348"/>
            <a:ext cx="0" cy="197643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0675628-964D-4043-BF3D-E2A17203381A}"/>
              </a:ext>
            </a:extLst>
          </p:cNvPr>
          <p:cNvCxnSpPr>
            <a:cxnSpLocks/>
          </p:cNvCxnSpPr>
          <p:nvPr/>
        </p:nvCxnSpPr>
        <p:spPr>
          <a:xfrm flipV="1">
            <a:off x="6155531" y="3002755"/>
            <a:ext cx="707232" cy="71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605A83F-D48A-4601-9467-63065927626B}"/>
              </a:ext>
            </a:extLst>
          </p:cNvPr>
          <p:cNvSpPr txBox="1"/>
          <p:nvPr/>
        </p:nvSpPr>
        <p:spPr>
          <a:xfrm>
            <a:off x="6862763" y="2866782"/>
            <a:ext cx="797013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현재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F6BB17-0D77-4494-9170-738E8183B60D}"/>
              </a:ext>
            </a:extLst>
          </p:cNvPr>
          <p:cNvSpPr txBox="1"/>
          <p:nvPr/>
        </p:nvSpPr>
        <p:spPr>
          <a:xfrm>
            <a:off x="9716386" y="3133484"/>
            <a:ext cx="494046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MSE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8ED606-ADC4-45F2-82A3-35B4B0230787}"/>
              </a:ext>
            </a:extLst>
          </p:cNvPr>
          <p:cNvSpPr/>
          <p:nvPr/>
        </p:nvSpPr>
        <p:spPr>
          <a:xfrm>
            <a:off x="788866" y="3890963"/>
            <a:ext cx="1407886" cy="1224706"/>
          </a:xfrm>
          <a:prstGeom prst="rect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ABFB4DB-9689-4BF1-8E9F-B31DFBF2436C}"/>
                  </a:ext>
                </a:extLst>
              </p:cNvPr>
              <p:cNvSpPr txBox="1"/>
              <p:nvPr/>
            </p:nvSpPr>
            <p:spPr>
              <a:xfrm>
                <a:off x="888072" y="4107333"/>
                <a:ext cx="926407" cy="332399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ABFB4DB-9689-4BF1-8E9F-B31DFBF24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72" y="4107333"/>
                <a:ext cx="926407" cy="332399"/>
              </a:xfrm>
              <a:prstGeom prst="rect">
                <a:avLst/>
              </a:prstGeom>
              <a:blipFill>
                <a:blip r:embed="rId5"/>
                <a:stretch>
                  <a:fillRect l="-2597" r="-5195" b="-10714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FE78D0-5E32-44A2-A9D1-EE21800EE5EF}"/>
                  </a:ext>
                </a:extLst>
              </p:cNvPr>
              <p:cNvSpPr txBox="1"/>
              <p:nvPr/>
            </p:nvSpPr>
            <p:spPr>
              <a:xfrm>
                <a:off x="888072" y="4579047"/>
                <a:ext cx="831381" cy="332399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b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=4</m:t>
                      </m:r>
                    </m:oMath>
                  </m:oMathPara>
                </a14:m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FE78D0-5E32-44A2-A9D1-EE21800EE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72" y="4579047"/>
                <a:ext cx="831381" cy="332399"/>
              </a:xfrm>
              <a:prstGeom prst="rect">
                <a:avLst/>
              </a:prstGeom>
              <a:blipFill>
                <a:blip r:embed="rId6"/>
                <a:stretch>
                  <a:fillRect l="-6522" r="-5797" b="-8772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7310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손실</a:t>
            </a:r>
            <a:r>
              <a:rPr lang="en-US" sz="3200" b="1" dirty="0"/>
              <a:t> </a:t>
            </a:r>
            <a:r>
              <a:rPr lang="en-US" sz="3200" b="1" dirty="0" err="1"/>
              <a:t>곡선</a:t>
            </a:r>
            <a:r>
              <a:rPr lang="en-US" sz="3200" b="1" dirty="0"/>
              <a:t> (The Loss Curve)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82EF9E-5844-42D3-95D4-18AAD39548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30" t="39571" r="22135" b="22222"/>
          <a:stretch/>
        </p:blipFill>
        <p:spPr>
          <a:xfrm>
            <a:off x="4902395" y="1583150"/>
            <a:ext cx="5212498" cy="37297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D03DED8-7559-4619-A8EA-FCB217A8CF6E}"/>
              </a:ext>
            </a:extLst>
          </p:cNvPr>
          <p:cNvSpPr txBox="1"/>
          <p:nvPr/>
        </p:nvSpPr>
        <p:spPr>
          <a:xfrm>
            <a:off x="9716386" y="1679240"/>
            <a:ext cx="797013" cy="3194721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16</a:t>
            </a: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A6FF26C-8A89-41E0-BCC5-7A2961D85F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30" t="39571" r="22135" b="22222"/>
          <a:stretch/>
        </p:blipFill>
        <p:spPr>
          <a:xfrm>
            <a:off x="4902395" y="1583150"/>
            <a:ext cx="5212498" cy="3729799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7F7C6618-70E9-4271-B077-98C180B421B5}"/>
              </a:ext>
            </a:extLst>
          </p:cNvPr>
          <p:cNvSpPr/>
          <p:nvPr/>
        </p:nvSpPr>
        <p:spPr>
          <a:xfrm>
            <a:off x="6110288" y="2624138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673F6BA-9B83-4A19-9CAB-1A6CA90B47EC}"/>
              </a:ext>
            </a:extLst>
          </p:cNvPr>
          <p:cNvSpPr/>
          <p:nvPr/>
        </p:nvSpPr>
        <p:spPr>
          <a:xfrm>
            <a:off x="8072438" y="3800476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4B7F56-B4BC-4E65-B164-B6CBB66B67B5}"/>
              </a:ext>
            </a:extLst>
          </p:cNvPr>
          <p:cNvSpPr txBox="1"/>
          <p:nvPr/>
        </p:nvSpPr>
        <p:spPr>
          <a:xfrm>
            <a:off x="8216593" y="3702603"/>
            <a:ext cx="689677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타깃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206039-F45A-4ECC-9FEB-1862F8D6A2BB}"/>
              </a:ext>
            </a:extLst>
          </p:cNvPr>
          <p:cNvSpPr txBox="1"/>
          <p:nvPr/>
        </p:nvSpPr>
        <p:spPr>
          <a:xfrm>
            <a:off x="9716386" y="1679240"/>
            <a:ext cx="797013" cy="3194721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16</a:t>
            </a: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0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1FCDFB-E75A-46C1-9B0F-39BB72461DE9}"/>
              </a:ext>
            </a:extLst>
          </p:cNvPr>
          <p:cNvCxnSpPr>
            <a:cxnSpLocks/>
            <a:stCxn id="19" idx="1"/>
          </p:cNvCxnSpPr>
          <p:nvPr/>
        </p:nvCxnSpPr>
        <p:spPr>
          <a:xfrm flipV="1">
            <a:off x="6123540" y="2557463"/>
            <a:ext cx="267735" cy="799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Diagram 4">
                <a:extLst>
                  <a:ext uri="{FF2B5EF4-FFF2-40B4-BE49-F238E27FC236}">
                    <a16:creationId xmlns:a16="http://schemas.microsoft.com/office/drawing/2014/main" id="{6F35FB61-04E4-4CF1-BE98-21C255AA50C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5685009"/>
                  </p:ext>
                </p:extLst>
              </p:nvPr>
            </p:nvGraphicFramePr>
            <p:xfrm>
              <a:off x="774469" y="1561027"/>
              <a:ext cx="3808632" cy="343114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 xmlns="">
          <p:graphicFrame>
            <p:nvGraphicFramePr>
              <p:cNvPr id="5" name="Diagram 4">
                <a:extLst>
                  <a:ext uri="{FF2B5EF4-FFF2-40B4-BE49-F238E27FC236}">
                    <a16:creationId xmlns:a16="http://schemas.microsoft.com/office/drawing/2014/main" id="{6F35FB61-04E4-4CF1-BE98-21C255AA50C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5685009"/>
                  </p:ext>
                </p:extLst>
              </p:nvPr>
            </p:nvGraphicFramePr>
            <p:xfrm>
              <a:off x="774469" y="1561027"/>
              <a:ext cx="3808632" cy="343114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1C2A822-4280-4C3E-A76F-02ADC3FF5FD6}"/>
              </a:ext>
            </a:extLst>
          </p:cNvPr>
          <p:cNvSpPr txBox="1"/>
          <p:nvPr/>
        </p:nvSpPr>
        <p:spPr>
          <a:xfrm>
            <a:off x="9716386" y="3133484"/>
            <a:ext cx="494046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MSE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201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손실</a:t>
            </a:r>
            <a:r>
              <a:rPr lang="en-US" sz="3200" b="1" dirty="0"/>
              <a:t> </a:t>
            </a:r>
            <a:r>
              <a:rPr lang="en-US" sz="3200" b="1" dirty="0" err="1"/>
              <a:t>곡선</a:t>
            </a:r>
            <a:r>
              <a:rPr lang="en-US" sz="3200" b="1" dirty="0"/>
              <a:t> (The Loss Curve)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82EF9E-5844-42D3-95D4-18AAD39548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30" t="39571" r="22135" b="22222"/>
          <a:stretch/>
        </p:blipFill>
        <p:spPr>
          <a:xfrm>
            <a:off x="4902395" y="1583150"/>
            <a:ext cx="5212498" cy="372979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DD8BE05-5B97-4152-A6E4-0B4B5C2FD7AE}"/>
              </a:ext>
            </a:extLst>
          </p:cNvPr>
          <p:cNvSpPr/>
          <p:nvPr/>
        </p:nvSpPr>
        <p:spPr>
          <a:xfrm>
            <a:off x="6110288" y="2624138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602396-AC39-47D2-A2F8-890C4FECDEC9}"/>
              </a:ext>
            </a:extLst>
          </p:cNvPr>
          <p:cNvSpPr/>
          <p:nvPr/>
        </p:nvSpPr>
        <p:spPr>
          <a:xfrm>
            <a:off x="8072438" y="3800476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8ED10-82C5-404B-81EC-13FCFE4CD5F0}"/>
              </a:ext>
            </a:extLst>
          </p:cNvPr>
          <p:cNvSpPr txBox="1"/>
          <p:nvPr/>
        </p:nvSpPr>
        <p:spPr>
          <a:xfrm>
            <a:off x="8216593" y="3702603"/>
            <a:ext cx="689677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타깃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03DED8-7559-4619-A8EA-FCB217A8CF6E}"/>
              </a:ext>
            </a:extLst>
          </p:cNvPr>
          <p:cNvSpPr txBox="1"/>
          <p:nvPr/>
        </p:nvSpPr>
        <p:spPr>
          <a:xfrm>
            <a:off x="9716386" y="1679240"/>
            <a:ext cx="797013" cy="3194721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16</a:t>
            </a: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3AE398-3D5F-4238-B3DD-746982E3893E}"/>
              </a:ext>
            </a:extLst>
          </p:cNvPr>
          <p:cNvCxnSpPr>
            <a:cxnSpLocks/>
            <a:stCxn id="3" idx="1"/>
          </p:cNvCxnSpPr>
          <p:nvPr/>
        </p:nvCxnSpPr>
        <p:spPr>
          <a:xfrm flipV="1">
            <a:off x="6123540" y="2557463"/>
            <a:ext cx="267735" cy="799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BAB692B-DCDA-4C95-BDA7-76A631DFC886}"/>
              </a:ext>
            </a:extLst>
          </p:cNvPr>
          <p:cNvCxnSpPr>
            <a:cxnSpLocks/>
          </p:cNvCxnSpPr>
          <p:nvPr/>
        </p:nvCxnSpPr>
        <p:spPr>
          <a:xfrm>
            <a:off x="6343094" y="2558809"/>
            <a:ext cx="391081" cy="1891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F8F4A8-5521-4049-8D0D-649C7596CB0A}"/>
              </a:ext>
            </a:extLst>
          </p:cNvPr>
          <p:cNvCxnSpPr>
            <a:cxnSpLocks/>
          </p:cNvCxnSpPr>
          <p:nvPr/>
        </p:nvCxnSpPr>
        <p:spPr>
          <a:xfrm>
            <a:off x="6710088" y="2747963"/>
            <a:ext cx="298500" cy="2286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706CF30-9054-4F4F-A584-E98C9CF9020C}"/>
              </a:ext>
            </a:extLst>
          </p:cNvPr>
          <p:cNvCxnSpPr>
            <a:cxnSpLocks/>
          </p:cNvCxnSpPr>
          <p:nvPr/>
        </p:nvCxnSpPr>
        <p:spPr>
          <a:xfrm>
            <a:off x="6981478" y="2943225"/>
            <a:ext cx="295622" cy="2224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00055D-F8FC-4F55-B21A-01C4B46D13A5}"/>
              </a:ext>
            </a:extLst>
          </p:cNvPr>
          <p:cNvCxnSpPr>
            <a:cxnSpLocks/>
          </p:cNvCxnSpPr>
          <p:nvPr/>
        </p:nvCxnSpPr>
        <p:spPr>
          <a:xfrm>
            <a:off x="7250762" y="3162300"/>
            <a:ext cx="297728" cy="2286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F00412-2A14-4F0B-A0FE-06ED996103C6}"/>
              </a:ext>
            </a:extLst>
          </p:cNvPr>
          <p:cNvCxnSpPr>
            <a:cxnSpLocks/>
          </p:cNvCxnSpPr>
          <p:nvPr/>
        </p:nvCxnSpPr>
        <p:spPr>
          <a:xfrm>
            <a:off x="7537813" y="3384790"/>
            <a:ext cx="255003" cy="2000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F55C58C-CFDD-43C9-9977-4CD0307700F2}"/>
              </a:ext>
            </a:extLst>
          </p:cNvPr>
          <p:cNvCxnSpPr>
            <a:cxnSpLocks/>
          </p:cNvCxnSpPr>
          <p:nvPr/>
        </p:nvCxnSpPr>
        <p:spPr>
          <a:xfrm>
            <a:off x="7775888" y="3557433"/>
            <a:ext cx="248925" cy="2049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Diagram 21">
                <a:extLst>
                  <a:ext uri="{FF2B5EF4-FFF2-40B4-BE49-F238E27FC236}">
                    <a16:creationId xmlns:a16="http://schemas.microsoft.com/office/drawing/2014/main" id="{1DE08071-47C4-44A3-B601-8CEEF45D666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31044700"/>
                  </p:ext>
                </p:extLst>
              </p:nvPr>
            </p:nvGraphicFramePr>
            <p:xfrm>
              <a:off x="774469" y="1561027"/>
              <a:ext cx="3808632" cy="343114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 xmlns="">
          <p:graphicFrame>
            <p:nvGraphicFramePr>
              <p:cNvPr id="22" name="Diagram 21">
                <a:extLst>
                  <a:ext uri="{FF2B5EF4-FFF2-40B4-BE49-F238E27FC236}">
                    <a16:creationId xmlns:a16="http://schemas.microsoft.com/office/drawing/2014/main" id="{1DE08071-47C4-44A3-B601-8CEEF45D666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31044700"/>
                  </p:ext>
                </p:extLst>
              </p:nvPr>
            </p:nvGraphicFramePr>
            <p:xfrm>
              <a:off x="774469" y="1561027"/>
              <a:ext cx="3808632" cy="343114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500DC26-34D8-4437-B563-BF18F38A2975}"/>
              </a:ext>
            </a:extLst>
          </p:cNvPr>
          <p:cNvSpPr txBox="1"/>
          <p:nvPr/>
        </p:nvSpPr>
        <p:spPr>
          <a:xfrm>
            <a:off x="9716386" y="3133484"/>
            <a:ext cx="494046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MSE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372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옵티마이저</a:t>
            </a:r>
            <a:r>
              <a:rPr lang="en-US" sz="3200" b="1" dirty="0"/>
              <a:t> (Optimizers)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B2D68D-D187-4654-8B25-E1AAE33B73D2}"/>
              </a:ext>
            </a:extLst>
          </p:cNvPr>
          <p:cNvSpPr/>
          <p:nvPr/>
        </p:nvSpPr>
        <p:spPr>
          <a:xfrm>
            <a:off x="944916" y="1912389"/>
            <a:ext cx="5295014" cy="331735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2400" dirty="0" err="1">
                <a:solidFill>
                  <a:schemeClr val="bg1"/>
                </a:solidFill>
              </a:rPr>
              <a:t>손실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en-US" sz="2400" dirty="0" err="1">
                <a:solidFill>
                  <a:schemeClr val="bg1"/>
                </a:solidFill>
              </a:rPr>
              <a:t>모멘텀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옵티마이저</a:t>
            </a:r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Loss – Momentum Optimizer</a:t>
            </a:r>
          </a:p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6DBE0AE-893A-4BB2-AA83-1FEAECABCFBD}"/>
              </a:ext>
            </a:extLst>
          </p:cNvPr>
          <p:cNvSpPr/>
          <p:nvPr/>
        </p:nvSpPr>
        <p:spPr>
          <a:xfrm>
            <a:off x="1274526" y="2486547"/>
            <a:ext cx="4720856" cy="2232837"/>
          </a:xfrm>
          <a:custGeom>
            <a:avLst/>
            <a:gdLst>
              <a:gd name="connsiteX0" fmla="*/ 0 w 4720856"/>
              <a:gd name="connsiteY0" fmla="*/ 0 h 2232837"/>
              <a:gd name="connsiteX1" fmla="*/ 1329069 w 4720856"/>
              <a:gd name="connsiteY1" fmla="*/ 1605516 h 2232837"/>
              <a:gd name="connsiteX2" fmla="*/ 2860158 w 4720856"/>
              <a:gd name="connsiteY2" fmla="*/ 914400 h 2232837"/>
              <a:gd name="connsiteX3" fmla="*/ 3211032 w 4720856"/>
              <a:gd name="connsiteY3" fmla="*/ 1892595 h 2232837"/>
              <a:gd name="connsiteX4" fmla="*/ 3498111 w 4720856"/>
              <a:gd name="connsiteY4" fmla="*/ 1350335 h 2232837"/>
              <a:gd name="connsiteX5" fmla="*/ 4720856 w 4720856"/>
              <a:gd name="connsiteY5" fmla="*/ 2232837 h 2232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0856" h="2232837">
                <a:moveTo>
                  <a:pt x="0" y="0"/>
                </a:moveTo>
                <a:cubicBezTo>
                  <a:pt x="426188" y="726558"/>
                  <a:pt x="852376" y="1453116"/>
                  <a:pt x="1329069" y="1605516"/>
                </a:cubicBezTo>
                <a:cubicBezTo>
                  <a:pt x="1805762" y="1757916"/>
                  <a:pt x="2546497" y="866553"/>
                  <a:pt x="2860158" y="914400"/>
                </a:cubicBezTo>
                <a:cubicBezTo>
                  <a:pt x="3173819" y="962247"/>
                  <a:pt x="3104707" y="1819939"/>
                  <a:pt x="3211032" y="1892595"/>
                </a:cubicBezTo>
                <a:cubicBezTo>
                  <a:pt x="3317358" y="1965251"/>
                  <a:pt x="3246474" y="1293628"/>
                  <a:pt x="3498111" y="1350335"/>
                </a:cubicBezTo>
                <a:cubicBezTo>
                  <a:pt x="3749748" y="1407042"/>
                  <a:pt x="4235302" y="1819939"/>
                  <a:pt x="4720856" y="2232837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D576C94-88FB-4F96-B720-874C1FF77B8D}"/>
              </a:ext>
            </a:extLst>
          </p:cNvPr>
          <p:cNvCxnSpPr>
            <a:cxnSpLocks/>
          </p:cNvCxnSpPr>
          <p:nvPr/>
        </p:nvCxnSpPr>
        <p:spPr>
          <a:xfrm flipV="1">
            <a:off x="1125670" y="2231366"/>
            <a:ext cx="0" cy="2817628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6F11B7-45F7-4C50-9811-4305AA116FFB}"/>
              </a:ext>
            </a:extLst>
          </p:cNvPr>
          <p:cNvCxnSpPr>
            <a:cxnSpLocks/>
          </p:cNvCxnSpPr>
          <p:nvPr/>
        </p:nvCxnSpPr>
        <p:spPr>
          <a:xfrm>
            <a:off x="1125670" y="5020641"/>
            <a:ext cx="4869712" cy="28353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74F52EE1-B9FF-4947-AB33-7410AE0DC118}"/>
              </a:ext>
            </a:extLst>
          </p:cNvPr>
          <p:cNvSpPr/>
          <p:nvPr/>
        </p:nvSpPr>
        <p:spPr>
          <a:xfrm>
            <a:off x="4230377" y="2982290"/>
            <a:ext cx="202018" cy="225942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BBC6589-9603-4027-BDD0-F6F719C707FB}"/>
              </a:ext>
            </a:extLst>
          </p:cNvPr>
          <p:cNvCxnSpPr>
            <a:cxnSpLocks/>
          </p:cNvCxnSpPr>
          <p:nvPr/>
        </p:nvCxnSpPr>
        <p:spPr>
          <a:xfrm flipH="1">
            <a:off x="3443568" y="3228612"/>
            <a:ext cx="637954" cy="342456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6703EB4-8E97-47BF-8D50-79216DAC404B}"/>
              </a:ext>
            </a:extLst>
          </p:cNvPr>
          <p:cNvCxnSpPr/>
          <p:nvPr/>
        </p:nvCxnSpPr>
        <p:spPr>
          <a:xfrm flipH="1">
            <a:off x="3092693" y="3095261"/>
            <a:ext cx="893135" cy="304579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C4B6CCC-5FC7-48F4-AEA2-8622FA29511B}"/>
              </a:ext>
            </a:extLst>
          </p:cNvPr>
          <p:cNvSpPr txBox="1"/>
          <p:nvPr/>
        </p:nvSpPr>
        <p:spPr>
          <a:xfrm>
            <a:off x="6795586" y="1912389"/>
            <a:ext cx="3062177" cy="295657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Adam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</a:rPr>
              <a:t>Adagrad</a:t>
            </a:r>
            <a:endParaRPr lang="en-US" sz="32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RMSprop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SGD</a:t>
            </a:r>
          </a:p>
        </p:txBody>
      </p:sp>
    </p:spTree>
    <p:extLst>
      <p:ext uri="{BB962C8B-B14F-4D97-AF65-F5344CB8AC3E}">
        <p14:creationId xmlns:p14="http://schemas.microsoft.com/office/powerpoint/2010/main" val="2115519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74336" y="4224528"/>
            <a:ext cx="5376672" cy="1373939"/>
          </a:xfrm>
        </p:spPr>
        <p:txBody>
          <a:bodyPr wrap="square" anchor="b">
            <a:normAutofit/>
          </a:bodyPr>
          <a:lstStyle/>
          <a:p>
            <a:r>
              <a:rPr lang="en-GB"/>
              <a:t>뉴런에서 네트워크로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38D5-6DA9-4872-A7B9-0D410B0A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네트워크</a:t>
            </a:r>
            <a:r>
              <a:rPr lang="en-US" sz="3200" b="1" dirty="0"/>
              <a:t> </a:t>
            </a:r>
            <a:r>
              <a:rPr lang="en-US" sz="3200" b="1" dirty="0" err="1"/>
              <a:t>구축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B8646-F265-4EB4-9C29-F53E9F6FF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6424" y="1943540"/>
            <a:ext cx="4778997" cy="3718925"/>
          </a:xfrm>
          <a:solidFill>
            <a:schemeClr val="tx2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pPr marL="9144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2600" dirty="0">
                <a:solidFill>
                  <a:schemeClr val="tx1"/>
                </a:solidFill>
              </a:rPr>
              <a:t>더 많은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ko-KR" altLang="en-US" sz="2600" dirty="0">
                <a:solidFill>
                  <a:schemeClr val="tx1"/>
                </a:solidFill>
              </a:rPr>
              <a:t>변수</a:t>
            </a:r>
            <a:r>
              <a:rPr lang="en-US" sz="2600" dirty="0">
                <a:solidFill>
                  <a:schemeClr val="tx1"/>
                </a:solidFill>
              </a:rPr>
              <a:t>로</a:t>
            </a:r>
            <a:r>
              <a:rPr lang="ko-KR" altLang="en-US" sz="2600" dirty="0">
                <a:solidFill>
                  <a:schemeClr val="tx1"/>
                </a:solidFill>
              </a:rPr>
              <a:t>의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확장</a:t>
            </a:r>
            <a:endParaRPr lang="en-US" sz="26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FA158A-F5CC-487D-864B-B3891AA4A5CA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1981200" y="3192510"/>
            <a:ext cx="585884" cy="871334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B59520-AF25-49D4-8D60-37E90D454E91}"/>
              </a:ext>
            </a:extLst>
          </p:cNvPr>
          <p:cNvCxnSpPr>
            <a:cxnSpLocks/>
            <a:stCxn id="22" idx="6"/>
          </p:cNvCxnSpPr>
          <p:nvPr/>
        </p:nvCxnSpPr>
        <p:spPr>
          <a:xfrm>
            <a:off x="2567084" y="4543975"/>
            <a:ext cx="0" cy="797184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6AFBB5E-E343-4BC1-A3DE-FAB80B44C057}"/>
              </a:ext>
            </a:extLst>
          </p:cNvPr>
          <p:cNvSpPr txBox="1"/>
          <p:nvPr/>
        </p:nvSpPr>
        <p:spPr>
          <a:xfrm>
            <a:off x="2958900" y="3388111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w</a:t>
            </a:r>
            <a:r>
              <a:rPr lang="en-US" sz="2800" baseline="-25000">
                <a:solidFill>
                  <a:schemeClr val="bg1"/>
                </a:solidFill>
              </a:rPr>
              <a:t>2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2" name="Google Shape;219;p33">
            <a:extLst>
              <a:ext uri="{FF2B5EF4-FFF2-40B4-BE49-F238E27FC236}">
                <a16:creationId xmlns:a16="http://schemas.microsoft.com/office/drawing/2014/main" id="{03F082AE-983F-491A-BB1D-BC5E2D5A2BFE}"/>
              </a:ext>
            </a:extLst>
          </p:cNvPr>
          <p:cNvSpPr/>
          <p:nvPr/>
        </p:nvSpPr>
        <p:spPr>
          <a:xfrm rot="5400000">
            <a:off x="2327019" y="4065307"/>
            <a:ext cx="480131" cy="47720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D4EC3F-2C9F-4B3C-BAE7-ACCB5A39A426}"/>
              </a:ext>
            </a:extLst>
          </p:cNvPr>
          <p:cNvCxnSpPr>
            <a:cxnSpLocks/>
            <a:endCxn id="22" idx="2"/>
          </p:cNvCxnSpPr>
          <p:nvPr/>
        </p:nvCxnSpPr>
        <p:spPr>
          <a:xfrm flipH="1">
            <a:off x="2567084" y="3192510"/>
            <a:ext cx="566641" cy="871334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DEAA4AE-897A-4533-83D1-698679D0F0EF}"/>
              </a:ext>
            </a:extLst>
          </p:cNvPr>
          <p:cNvSpPr txBox="1"/>
          <p:nvPr/>
        </p:nvSpPr>
        <p:spPr>
          <a:xfrm>
            <a:off x="1692499" y="3388111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w</a:t>
            </a:r>
            <a:r>
              <a:rPr lang="en-US" sz="2800" baseline="-25000">
                <a:solidFill>
                  <a:schemeClr val="bg1"/>
                </a:solidFill>
              </a:rPr>
              <a:t>1</a:t>
            </a:r>
            <a:endParaRPr lang="en-US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451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38D5-6DA9-4872-A7B9-0D410B0A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네트워크</a:t>
            </a:r>
            <a:r>
              <a:rPr lang="en-US" sz="3200" b="1" dirty="0"/>
              <a:t> </a:t>
            </a:r>
            <a:r>
              <a:rPr lang="en-US" sz="3200" b="1" dirty="0" err="1"/>
              <a:t>구축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B8646-F265-4EB4-9C29-F53E9F6FF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6424" y="1943540"/>
            <a:ext cx="4778997" cy="3718925"/>
          </a:xfrm>
          <a:solidFill>
            <a:schemeClr val="tx2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pPr marL="9144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2600" dirty="0">
                <a:solidFill>
                  <a:schemeClr val="tx1"/>
                </a:solidFill>
              </a:rPr>
              <a:t>더 많은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ko-KR" altLang="en-US" sz="2600" dirty="0">
                <a:solidFill>
                  <a:schemeClr val="tx1"/>
                </a:solidFill>
              </a:rPr>
              <a:t>변수</a:t>
            </a:r>
            <a:r>
              <a:rPr lang="en-US" sz="2600" dirty="0">
                <a:solidFill>
                  <a:schemeClr val="tx1"/>
                </a:solidFill>
              </a:rPr>
              <a:t>로</a:t>
            </a:r>
            <a:r>
              <a:rPr lang="ko-KR" altLang="en-US" sz="2600" dirty="0">
                <a:solidFill>
                  <a:schemeClr val="tx1"/>
                </a:solidFill>
              </a:rPr>
              <a:t>의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확장</a:t>
            </a:r>
            <a:endParaRPr lang="en-US" sz="2600" dirty="0">
              <a:solidFill>
                <a:schemeClr val="tx1"/>
              </a:solidFill>
            </a:endParaRPr>
          </a:p>
          <a:p>
            <a:pPr marL="9144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2600" dirty="0">
                <a:solidFill>
                  <a:schemeClr val="tx1"/>
                </a:solidFill>
              </a:rPr>
              <a:t>뉴런들간의 연결</a:t>
            </a:r>
            <a:endParaRPr lang="en-US" sz="26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FA158A-F5CC-487D-864B-B3891AA4A5CA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1981200" y="3192510"/>
            <a:ext cx="585884" cy="871334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B59520-AF25-49D4-8D60-37E90D454E91}"/>
              </a:ext>
            </a:extLst>
          </p:cNvPr>
          <p:cNvCxnSpPr>
            <a:cxnSpLocks/>
            <a:stCxn id="22" idx="6"/>
          </p:cNvCxnSpPr>
          <p:nvPr/>
        </p:nvCxnSpPr>
        <p:spPr>
          <a:xfrm>
            <a:off x="2567084" y="4543975"/>
            <a:ext cx="0" cy="797184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6AFBB5E-E343-4BC1-A3DE-FAB80B44C057}"/>
              </a:ext>
            </a:extLst>
          </p:cNvPr>
          <p:cNvSpPr txBox="1"/>
          <p:nvPr/>
        </p:nvSpPr>
        <p:spPr>
          <a:xfrm>
            <a:off x="2958900" y="3388111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w</a:t>
            </a:r>
            <a:r>
              <a:rPr lang="en-US" sz="2800" baseline="-25000">
                <a:solidFill>
                  <a:schemeClr val="bg1"/>
                </a:solidFill>
              </a:rPr>
              <a:t>6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2" name="Google Shape;219;p33">
            <a:extLst>
              <a:ext uri="{FF2B5EF4-FFF2-40B4-BE49-F238E27FC236}">
                <a16:creationId xmlns:a16="http://schemas.microsoft.com/office/drawing/2014/main" id="{03F082AE-983F-491A-BB1D-BC5E2D5A2BFE}"/>
              </a:ext>
            </a:extLst>
          </p:cNvPr>
          <p:cNvSpPr/>
          <p:nvPr/>
        </p:nvSpPr>
        <p:spPr>
          <a:xfrm rot="5400000">
            <a:off x="2327019" y="4065307"/>
            <a:ext cx="480131" cy="47720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D4EC3F-2C9F-4B3C-BAE7-ACCB5A39A426}"/>
              </a:ext>
            </a:extLst>
          </p:cNvPr>
          <p:cNvCxnSpPr>
            <a:cxnSpLocks/>
            <a:endCxn id="22" idx="2"/>
          </p:cNvCxnSpPr>
          <p:nvPr/>
        </p:nvCxnSpPr>
        <p:spPr>
          <a:xfrm flipH="1">
            <a:off x="2567084" y="3192510"/>
            <a:ext cx="566641" cy="871334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DEAA4AE-897A-4533-83D1-698679D0F0EF}"/>
              </a:ext>
            </a:extLst>
          </p:cNvPr>
          <p:cNvSpPr txBox="1"/>
          <p:nvPr/>
        </p:nvSpPr>
        <p:spPr>
          <a:xfrm>
            <a:off x="1692499" y="3388111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w</a:t>
            </a:r>
            <a:r>
              <a:rPr lang="en-US" sz="2800" baseline="-25000">
                <a:solidFill>
                  <a:schemeClr val="bg1"/>
                </a:solidFill>
              </a:rPr>
              <a:t>5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1" name="Google Shape;219;p33">
            <a:extLst>
              <a:ext uri="{FF2B5EF4-FFF2-40B4-BE49-F238E27FC236}">
                <a16:creationId xmlns:a16="http://schemas.microsoft.com/office/drawing/2014/main" id="{D91AB218-768F-4D34-BAC4-479EE51F3AF4}"/>
              </a:ext>
            </a:extLst>
          </p:cNvPr>
          <p:cNvSpPr/>
          <p:nvPr/>
        </p:nvSpPr>
        <p:spPr>
          <a:xfrm rot="5400000">
            <a:off x="1706559" y="2713841"/>
            <a:ext cx="480131" cy="47720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219;p33">
            <a:extLst>
              <a:ext uri="{FF2B5EF4-FFF2-40B4-BE49-F238E27FC236}">
                <a16:creationId xmlns:a16="http://schemas.microsoft.com/office/drawing/2014/main" id="{7C0C8F76-83FE-4230-9E18-5EBE4CDA9378}"/>
              </a:ext>
            </a:extLst>
          </p:cNvPr>
          <p:cNvSpPr/>
          <p:nvPr/>
        </p:nvSpPr>
        <p:spPr>
          <a:xfrm rot="5400000">
            <a:off x="2917210" y="2713840"/>
            <a:ext cx="480131" cy="47720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819B0A3-66B2-4EE8-B8E5-33A6E7BD4947}"/>
              </a:ext>
            </a:extLst>
          </p:cNvPr>
          <p:cNvCxnSpPr>
            <a:cxnSpLocks/>
            <a:stCxn id="45" idx="2"/>
            <a:endCxn id="41" idx="2"/>
          </p:cNvCxnSpPr>
          <p:nvPr/>
        </p:nvCxnSpPr>
        <p:spPr>
          <a:xfrm>
            <a:off x="1552575" y="2255739"/>
            <a:ext cx="394049" cy="456639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BE15C7B-B9D9-4AEE-A3E3-A2ACD21F9455}"/>
              </a:ext>
            </a:extLst>
          </p:cNvPr>
          <p:cNvCxnSpPr>
            <a:cxnSpLocks/>
            <a:stCxn id="45" idx="2"/>
            <a:endCxn id="43" idx="2"/>
          </p:cNvCxnSpPr>
          <p:nvPr/>
        </p:nvCxnSpPr>
        <p:spPr>
          <a:xfrm>
            <a:off x="1552575" y="2255739"/>
            <a:ext cx="1604700" cy="456638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6A4730B-B29D-4641-A512-8398DFA1A2A1}"/>
              </a:ext>
            </a:extLst>
          </p:cNvPr>
          <p:cNvCxnSpPr>
            <a:cxnSpLocks/>
            <a:stCxn id="47" idx="2"/>
            <a:endCxn id="41" idx="2"/>
          </p:cNvCxnSpPr>
          <p:nvPr/>
        </p:nvCxnSpPr>
        <p:spPr>
          <a:xfrm flipH="1">
            <a:off x="1946624" y="2255739"/>
            <a:ext cx="1617461" cy="456639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7B252C4-7199-42B3-820C-B317AB12A4D1}"/>
              </a:ext>
            </a:extLst>
          </p:cNvPr>
          <p:cNvCxnSpPr>
            <a:cxnSpLocks/>
            <a:stCxn id="47" idx="2"/>
            <a:endCxn id="43" idx="2"/>
          </p:cNvCxnSpPr>
          <p:nvPr/>
        </p:nvCxnSpPr>
        <p:spPr>
          <a:xfrm flipH="1">
            <a:off x="3157275" y="2255739"/>
            <a:ext cx="406810" cy="456638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6CEC4B4-B4FF-4851-AB29-5118051F531A}"/>
              </a:ext>
            </a:extLst>
          </p:cNvPr>
          <p:cNvSpPr txBox="1"/>
          <p:nvPr/>
        </p:nvSpPr>
        <p:spPr>
          <a:xfrm>
            <a:off x="1102159" y="2353540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w</a:t>
            </a:r>
            <a:r>
              <a:rPr lang="en-US" sz="2800" baseline="-25000">
                <a:solidFill>
                  <a:schemeClr val="bg1"/>
                </a:solidFill>
              </a:rPr>
              <a:t>1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D8CA95A-8C10-495A-A024-6C723B77CF98}"/>
              </a:ext>
            </a:extLst>
          </p:cNvPr>
          <p:cNvSpPr txBox="1"/>
          <p:nvPr/>
        </p:nvSpPr>
        <p:spPr>
          <a:xfrm>
            <a:off x="1958908" y="1955648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w</a:t>
            </a:r>
            <a:r>
              <a:rPr lang="en-US" sz="2800" baseline="-25000" dirty="0">
                <a:solidFill>
                  <a:schemeClr val="bg1"/>
                </a:solidFill>
              </a:rPr>
              <a:t>2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F7B57F-E86B-491D-9F0E-436C0F892F5C}"/>
              </a:ext>
            </a:extLst>
          </p:cNvPr>
          <p:cNvSpPr txBox="1"/>
          <p:nvPr/>
        </p:nvSpPr>
        <p:spPr>
          <a:xfrm>
            <a:off x="1307957" y="1775608"/>
            <a:ext cx="489236" cy="480131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x</a:t>
            </a:r>
            <a:r>
              <a:rPr lang="en-US" sz="2800" baseline="-25000">
                <a:solidFill>
                  <a:schemeClr val="bg1"/>
                </a:solidFill>
              </a:rPr>
              <a:t>1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18CBF0-D110-4254-BB71-D4B325C14E23}"/>
              </a:ext>
            </a:extLst>
          </p:cNvPr>
          <p:cNvSpPr txBox="1"/>
          <p:nvPr/>
        </p:nvSpPr>
        <p:spPr>
          <a:xfrm>
            <a:off x="3319467" y="1775608"/>
            <a:ext cx="489236" cy="480131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x</a:t>
            </a:r>
            <a:r>
              <a:rPr lang="en-US" sz="2800" baseline="-25000" dirty="0">
                <a:solidFill>
                  <a:schemeClr val="bg1"/>
                </a:solidFill>
              </a:rPr>
              <a:t>2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FA68EB-34B2-4EF8-A431-A7C77CBE959D}"/>
              </a:ext>
            </a:extLst>
          </p:cNvPr>
          <p:cNvSpPr txBox="1"/>
          <p:nvPr/>
        </p:nvSpPr>
        <p:spPr>
          <a:xfrm>
            <a:off x="2476380" y="1955646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w</a:t>
            </a:r>
            <a:r>
              <a:rPr lang="en-US" sz="2800" baseline="-25000" dirty="0">
                <a:solidFill>
                  <a:schemeClr val="bg1"/>
                </a:solidFill>
              </a:rPr>
              <a:t>3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F87F86-36AD-49AE-8A74-5132C0494BF4}"/>
              </a:ext>
            </a:extLst>
          </p:cNvPr>
          <p:cNvSpPr txBox="1"/>
          <p:nvPr/>
        </p:nvSpPr>
        <p:spPr>
          <a:xfrm>
            <a:off x="3477291" y="2315764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w</a:t>
            </a:r>
            <a:r>
              <a:rPr lang="en-US" sz="2800" baseline="-25000">
                <a:solidFill>
                  <a:schemeClr val="bg1"/>
                </a:solidFill>
              </a:rPr>
              <a:t>4</a:t>
            </a:r>
            <a:endParaRPr lang="en-US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499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38D5-6DA9-4872-A7B9-0D410B0A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네트워크</a:t>
            </a:r>
            <a:r>
              <a:rPr lang="en-US" sz="3200" b="1" dirty="0"/>
              <a:t> </a:t>
            </a:r>
            <a:r>
              <a:rPr lang="en-US" sz="3200" b="1" dirty="0" err="1"/>
              <a:t>구축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B8646-F265-4EB4-9C29-F53E9F6FF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6424" y="1943540"/>
            <a:ext cx="4778997" cy="3718925"/>
          </a:xfrm>
          <a:solidFill>
            <a:schemeClr val="tx2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  <a:p>
            <a:pPr marL="9144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2600" dirty="0">
                <a:solidFill>
                  <a:schemeClr val="tx1"/>
                </a:solidFill>
              </a:rPr>
              <a:t>더 많은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ko-KR" altLang="en-US" sz="2600" dirty="0">
                <a:solidFill>
                  <a:schemeClr val="tx1"/>
                </a:solidFill>
              </a:rPr>
              <a:t>변수</a:t>
            </a:r>
            <a:r>
              <a:rPr lang="en-US" sz="2600" dirty="0">
                <a:solidFill>
                  <a:schemeClr val="tx1"/>
                </a:solidFill>
              </a:rPr>
              <a:t>로</a:t>
            </a:r>
            <a:r>
              <a:rPr lang="ko-KR" altLang="en-US" sz="2600" dirty="0">
                <a:solidFill>
                  <a:schemeClr val="tx1"/>
                </a:solidFill>
              </a:rPr>
              <a:t>의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확장</a:t>
            </a:r>
            <a:endParaRPr lang="en-US" sz="2600" dirty="0">
              <a:solidFill>
                <a:schemeClr val="tx1"/>
              </a:solidFill>
            </a:endParaRPr>
          </a:p>
          <a:p>
            <a:pPr marL="9144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2600" dirty="0">
                <a:solidFill>
                  <a:schemeClr val="tx1"/>
                </a:solidFill>
              </a:rPr>
              <a:t>뉴런들간의 연결</a:t>
            </a:r>
            <a:endParaRPr lang="en-US" sz="2600" dirty="0">
              <a:solidFill>
                <a:schemeClr val="tx1"/>
              </a:solidFill>
            </a:endParaRPr>
          </a:p>
          <a:p>
            <a:pPr marL="9144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chemeClr val="tx1"/>
                </a:solidFill>
              </a:rPr>
              <a:t>모든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회귀가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선형이면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출력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ko-KR" altLang="en-US" sz="2600" dirty="0">
                <a:solidFill>
                  <a:schemeClr val="tx1"/>
                </a:solidFill>
              </a:rPr>
              <a:t>결과도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선형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회귀</a:t>
            </a:r>
            <a:endParaRPr lang="en-US" sz="26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FA158A-F5CC-487D-864B-B3891AA4A5CA}"/>
              </a:ext>
            </a:extLst>
          </p:cNvPr>
          <p:cNvCxnSpPr>
            <a:cxnSpLocks/>
          </p:cNvCxnSpPr>
          <p:nvPr/>
        </p:nvCxnSpPr>
        <p:spPr>
          <a:xfrm>
            <a:off x="1981200" y="3192510"/>
            <a:ext cx="585884" cy="871334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B59520-AF25-49D4-8D60-37E90D454E91}"/>
              </a:ext>
            </a:extLst>
          </p:cNvPr>
          <p:cNvCxnSpPr>
            <a:cxnSpLocks/>
          </p:cNvCxnSpPr>
          <p:nvPr/>
        </p:nvCxnSpPr>
        <p:spPr>
          <a:xfrm>
            <a:off x="2567084" y="4543975"/>
            <a:ext cx="0" cy="797184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6AFBB5E-E343-4BC1-A3DE-FAB80B44C057}"/>
              </a:ext>
            </a:extLst>
          </p:cNvPr>
          <p:cNvSpPr txBox="1"/>
          <p:nvPr/>
        </p:nvSpPr>
        <p:spPr>
          <a:xfrm>
            <a:off x="2958900" y="3388111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w</a:t>
            </a:r>
            <a:r>
              <a:rPr lang="en-US" sz="2800" baseline="-25000" dirty="0">
                <a:solidFill>
                  <a:schemeClr val="bg1"/>
                </a:solidFill>
              </a:rPr>
              <a:t>6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D4EC3F-2C9F-4B3C-BAE7-ACCB5A39A426}"/>
              </a:ext>
            </a:extLst>
          </p:cNvPr>
          <p:cNvCxnSpPr>
            <a:cxnSpLocks/>
          </p:cNvCxnSpPr>
          <p:nvPr/>
        </p:nvCxnSpPr>
        <p:spPr>
          <a:xfrm flipH="1">
            <a:off x="2567084" y="3192510"/>
            <a:ext cx="566641" cy="871334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DEAA4AE-897A-4533-83D1-698679D0F0EF}"/>
              </a:ext>
            </a:extLst>
          </p:cNvPr>
          <p:cNvSpPr txBox="1"/>
          <p:nvPr/>
        </p:nvSpPr>
        <p:spPr>
          <a:xfrm>
            <a:off x="1692499" y="3388111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w</a:t>
            </a:r>
            <a:r>
              <a:rPr lang="en-US" sz="2800" baseline="-25000">
                <a:solidFill>
                  <a:schemeClr val="bg1"/>
                </a:solidFill>
              </a:rPr>
              <a:t>5</a:t>
            </a:r>
            <a:endParaRPr lang="en-US" sz="2800">
              <a:solidFill>
                <a:schemeClr val="bg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819B0A3-66B2-4EE8-B8E5-33A6E7BD4947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1552575" y="2255739"/>
            <a:ext cx="394049" cy="456639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BE15C7B-B9D9-4AEE-A3E3-A2ACD21F9455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1552575" y="2255739"/>
            <a:ext cx="1604700" cy="456638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6A4730B-B29D-4641-A512-8398DFA1A2A1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1946624" y="2255739"/>
            <a:ext cx="1617461" cy="456639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7B252C4-7199-42B3-820C-B317AB12A4D1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3157275" y="2255739"/>
            <a:ext cx="406810" cy="456638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6CEC4B4-B4FF-4851-AB29-5118051F531A}"/>
              </a:ext>
            </a:extLst>
          </p:cNvPr>
          <p:cNvSpPr txBox="1"/>
          <p:nvPr/>
        </p:nvSpPr>
        <p:spPr>
          <a:xfrm>
            <a:off x="1102159" y="2353540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w</a:t>
            </a:r>
            <a:r>
              <a:rPr lang="en-US" sz="2800" baseline="-25000">
                <a:solidFill>
                  <a:schemeClr val="bg1"/>
                </a:solidFill>
              </a:rPr>
              <a:t>1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D8CA95A-8C10-495A-A024-6C723B77CF98}"/>
              </a:ext>
            </a:extLst>
          </p:cNvPr>
          <p:cNvSpPr txBox="1"/>
          <p:nvPr/>
        </p:nvSpPr>
        <p:spPr>
          <a:xfrm>
            <a:off x="1958908" y="1955648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w</a:t>
            </a:r>
            <a:r>
              <a:rPr lang="en-US" sz="2800" baseline="-25000">
                <a:solidFill>
                  <a:schemeClr val="bg1"/>
                </a:solidFill>
              </a:rPr>
              <a:t>2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F7B57F-E86B-491D-9F0E-436C0F892F5C}"/>
              </a:ext>
            </a:extLst>
          </p:cNvPr>
          <p:cNvSpPr txBox="1"/>
          <p:nvPr/>
        </p:nvSpPr>
        <p:spPr>
          <a:xfrm>
            <a:off x="1307957" y="1775608"/>
            <a:ext cx="489236" cy="480131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x</a:t>
            </a:r>
            <a:r>
              <a:rPr lang="en-US" sz="2800" baseline="-25000">
                <a:solidFill>
                  <a:schemeClr val="bg1"/>
                </a:solidFill>
              </a:rPr>
              <a:t>1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18CBF0-D110-4254-BB71-D4B325C14E23}"/>
              </a:ext>
            </a:extLst>
          </p:cNvPr>
          <p:cNvSpPr txBox="1"/>
          <p:nvPr/>
        </p:nvSpPr>
        <p:spPr>
          <a:xfrm>
            <a:off x="3319467" y="1775608"/>
            <a:ext cx="489236" cy="480131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x</a:t>
            </a:r>
            <a:r>
              <a:rPr lang="en-US" sz="2800" baseline="-25000">
                <a:solidFill>
                  <a:schemeClr val="bg1"/>
                </a:solidFill>
              </a:rPr>
              <a:t>2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FA68EB-34B2-4EF8-A431-A7C77CBE959D}"/>
              </a:ext>
            </a:extLst>
          </p:cNvPr>
          <p:cNvSpPr txBox="1"/>
          <p:nvPr/>
        </p:nvSpPr>
        <p:spPr>
          <a:xfrm>
            <a:off x="2476380" y="1955646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w</a:t>
            </a:r>
            <a:r>
              <a:rPr lang="en-US" sz="2800" baseline="-25000">
                <a:solidFill>
                  <a:schemeClr val="bg1"/>
                </a:solidFill>
              </a:rPr>
              <a:t>3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F87F86-36AD-49AE-8A74-5132C0494BF4}"/>
              </a:ext>
            </a:extLst>
          </p:cNvPr>
          <p:cNvSpPr txBox="1"/>
          <p:nvPr/>
        </p:nvSpPr>
        <p:spPr>
          <a:xfrm>
            <a:off x="3477291" y="2315764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w</a:t>
            </a:r>
            <a:r>
              <a:rPr lang="en-US" sz="2800" baseline="-25000">
                <a:solidFill>
                  <a:schemeClr val="bg1"/>
                </a:solidFill>
              </a:rPr>
              <a:t>4</a:t>
            </a:r>
            <a:endParaRPr lang="en-US" sz="280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6DC7A3D-CF4D-4C2A-A644-1027431A0949}"/>
              </a:ext>
            </a:extLst>
          </p:cNvPr>
          <p:cNvGrpSpPr/>
          <p:nvPr/>
        </p:nvGrpSpPr>
        <p:grpSpPr>
          <a:xfrm>
            <a:off x="1560035" y="2649666"/>
            <a:ext cx="803447" cy="820624"/>
            <a:chOff x="-39836" y="3224290"/>
            <a:chExt cx="803447" cy="82062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35A20CC-5F54-4123-859B-712DB86F6D09}"/>
                </a:ext>
              </a:extLst>
            </p:cNvPr>
            <p:cNvSpPr/>
            <p:nvPr/>
          </p:nvSpPr>
          <p:spPr>
            <a:xfrm>
              <a:off x="-39835" y="3241467"/>
              <a:ext cx="803446" cy="803447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 descr="Linear Graph">
              <a:extLst>
                <a:ext uri="{FF2B5EF4-FFF2-40B4-BE49-F238E27FC236}">
                  <a16:creationId xmlns:a16="http://schemas.microsoft.com/office/drawing/2014/main" id="{524463ED-2B80-4F34-B1D2-2B10C3158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39836" y="3224290"/>
              <a:ext cx="803447" cy="803447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A9AAC5B-1EEC-4B86-8196-6ACFCADC306A}"/>
              </a:ext>
            </a:extLst>
          </p:cNvPr>
          <p:cNvGrpSpPr/>
          <p:nvPr/>
        </p:nvGrpSpPr>
        <p:grpSpPr>
          <a:xfrm>
            <a:off x="2806521" y="2639932"/>
            <a:ext cx="803447" cy="820624"/>
            <a:chOff x="-39836" y="3224290"/>
            <a:chExt cx="803447" cy="82062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1996F81-8D6F-4722-A2E5-0B83FE5112B1}"/>
                </a:ext>
              </a:extLst>
            </p:cNvPr>
            <p:cNvSpPr/>
            <p:nvPr/>
          </p:nvSpPr>
          <p:spPr>
            <a:xfrm>
              <a:off x="-39835" y="3241467"/>
              <a:ext cx="803446" cy="803447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3" name="Graphic 32" descr="Linear Graph">
              <a:extLst>
                <a:ext uri="{FF2B5EF4-FFF2-40B4-BE49-F238E27FC236}">
                  <a16:creationId xmlns:a16="http://schemas.microsoft.com/office/drawing/2014/main" id="{BFFCEF52-2B9B-423D-95D3-FB33B6AC3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39836" y="3224290"/>
              <a:ext cx="803447" cy="803447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A60BC3C-CEB1-4CAA-8AFC-7DFCAD8F5F3F}"/>
              </a:ext>
            </a:extLst>
          </p:cNvPr>
          <p:cNvGrpSpPr/>
          <p:nvPr/>
        </p:nvGrpSpPr>
        <p:grpSpPr>
          <a:xfrm>
            <a:off x="2166676" y="3918953"/>
            <a:ext cx="803447" cy="820624"/>
            <a:chOff x="-39836" y="3224290"/>
            <a:chExt cx="803447" cy="82062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CB2B246-9CDA-4801-B22D-3E9CBE6FDF6F}"/>
                </a:ext>
              </a:extLst>
            </p:cNvPr>
            <p:cNvSpPr/>
            <p:nvPr/>
          </p:nvSpPr>
          <p:spPr>
            <a:xfrm>
              <a:off x="-39835" y="3241467"/>
              <a:ext cx="803446" cy="803447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Graphic 35" descr="Linear Graph">
              <a:extLst>
                <a:ext uri="{FF2B5EF4-FFF2-40B4-BE49-F238E27FC236}">
                  <a16:creationId xmlns:a16="http://schemas.microsoft.com/office/drawing/2014/main" id="{4EB9B4EC-467A-4D17-B22D-4E8E9D8E9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39836" y="3224290"/>
              <a:ext cx="803447" cy="803447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C56D3E9-2C49-4BCC-B812-5ACF308F0C60}"/>
              </a:ext>
            </a:extLst>
          </p:cNvPr>
          <p:cNvGrpSpPr/>
          <p:nvPr/>
        </p:nvGrpSpPr>
        <p:grpSpPr>
          <a:xfrm>
            <a:off x="2166676" y="4987821"/>
            <a:ext cx="803447" cy="820624"/>
            <a:chOff x="-39836" y="3224290"/>
            <a:chExt cx="803447" cy="82062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5C18D9C-3C40-4267-A2BA-1DB34B84768A}"/>
                </a:ext>
              </a:extLst>
            </p:cNvPr>
            <p:cNvSpPr/>
            <p:nvPr/>
          </p:nvSpPr>
          <p:spPr>
            <a:xfrm>
              <a:off x="-39835" y="3241467"/>
              <a:ext cx="803446" cy="803447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Graphic 38" descr="Linear Graph">
              <a:extLst>
                <a:ext uri="{FF2B5EF4-FFF2-40B4-BE49-F238E27FC236}">
                  <a16:creationId xmlns:a16="http://schemas.microsoft.com/office/drawing/2014/main" id="{FC1FFA30-4305-48E2-98AE-FA582C044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39836" y="3224290"/>
              <a:ext cx="803447" cy="8034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732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74336" y="4224528"/>
            <a:ext cx="5376672" cy="1373939"/>
          </a:xfrm>
        </p:spPr>
        <p:txBody>
          <a:bodyPr wrap="square" anchor="b">
            <a:normAutofit/>
          </a:bodyPr>
          <a:lstStyle/>
          <a:p>
            <a:r>
              <a:rPr lang="en-GB" dirty="0" err="1"/>
              <a:t>활성화</a:t>
            </a:r>
            <a:r>
              <a:rPr lang="en-GB" dirty="0"/>
              <a:t> </a:t>
            </a:r>
            <a:r>
              <a:rPr lang="en-GB" dirty="0" err="1"/>
              <a:t>함수</a:t>
            </a:r>
            <a:br>
              <a:rPr lang="en-GB" dirty="0"/>
            </a:br>
            <a:r>
              <a:rPr lang="en-GB" dirty="0"/>
              <a:t>Activation Functions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351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38D5-6DA9-4872-A7B9-0D410B0A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활성화</a:t>
            </a:r>
            <a:r>
              <a:rPr lang="en-US" sz="3200" b="1" dirty="0"/>
              <a:t> </a:t>
            </a:r>
            <a:r>
              <a:rPr lang="en-US" sz="3200" b="1" dirty="0" err="1"/>
              <a:t>함수</a:t>
            </a:r>
            <a:r>
              <a:rPr lang="en-US" sz="3200" b="1" dirty="0"/>
              <a:t> (Activation Functions)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AB33AE-369C-47F0-B742-70288A5DC9ED}"/>
              </a:ext>
            </a:extLst>
          </p:cNvPr>
          <p:cNvSpPr txBox="1"/>
          <p:nvPr/>
        </p:nvSpPr>
        <p:spPr>
          <a:xfrm>
            <a:off x="1422915" y="1479199"/>
            <a:ext cx="1724025" cy="341632"/>
          </a:xfrm>
          <a:prstGeom prst="rect">
            <a:avLst/>
          </a:prstGeom>
          <a:solidFill>
            <a:srgbClr val="33638D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Linear(</a:t>
            </a:r>
            <a:r>
              <a:rPr lang="ko-KR" altLang="en-US" dirty="0">
                <a:solidFill>
                  <a:schemeClr val="tx1"/>
                </a:solidFill>
              </a:rPr>
              <a:t>선형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0D5AF4-71E2-4023-96F8-3A562BAA2168}"/>
              </a:ext>
            </a:extLst>
          </p:cNvPr>
          <p:cNvSpPr txBox="1"/>
          <p:nvPr/>
        </p:nvSpPr>
        <p:spPr>
          <a:xfrm>
            <a:off x="7443335" y="1496726"/>
            <a:ext cx="2397352" cy="341632"/>
          </a:xfrm>
          <a:prstGeom prst="rect">
            <a:avLst/>
          </a:prstGeom>
          <a:solidFill>
            <a:srgbClr val="33638D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Sigmoid(</a:t>
            </a:r>
            <a:r>
              <a:rPr lang="en-US" dirty="0" err="1">
                <a:solidFill>
                  <a:schemeClr val="tx1"/>
                </a:solidFill>
              </a:rPr>
              <a:t>시그모이드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192B010-4FFF-433A-8CF5-9595498351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7985224"/>
              </p:ext>
            </p:extLst>
          </p:nvPr>
        </p:nvGraphicFramePr>
        <p:xfrm>
          <a:off x="631390" y="3827638"/>
          <a:ext cx="2945123" cy="1692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7619D53-DB50-4434-AFA1-87C5838578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5045216"/>
              </p:ext>
            </p:extLst>
          </p:nvPr>
        </p:nvGraphicFramePr>
        <p:xfrm>
          <a:off x="3859530" y="3846688"/>
          <a:ext cx="2945123" cy="1692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7F8F108-44E3-4D2C-AE9D-68A240C34E08}"/>
              </a:ext>
            </a:extLst>
          </p:cNvPr>
          <p:cNvSpPr txBox="1"/>
          <p:nvPr/>
        </p:nvSpPr>
        <p:spPr>
          <a:xfrm>
            <a:off x="4509549" y="1492043"/>
            <a:ext cx="1724025" cy="341632"/>
          </a:xfrm>
          <a:prstGeom prst="rect">
            <a:avLst/>
          </a:prstGeom>
          <a:solidFill>
            <a:srgbClr val="33638D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err="1">
                <a:solidFill>
                  <a:schemeClr val="tx1"/>
                </a:solidFill>
              </a:rPr>
              <a:t>ReLU</a:t>
            </a:r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29985632-8147-47BB-B085-0244EB3CCC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6078734"/>
              </p:ext>
            </p:extLst>
          </p:nvPr>
        </p:nvGraphicFramePr>
        <p:xfrm>
          <a:off x="7087670" y="3846688"/>
          <a:ext cx="2945123" cy="1692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D0B89516-AD46-44A1-A188-463B3DE30C2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6757" r="82135" b="74838"/>
          <a:stretch/>
        </p:blipFill>
        <p:spPr>
          <a:xfrm>
            <a:off x="631389" y="2792212"/>
            <a:ext cx="2953409" cy="78167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0473974-6DC8-4437-8CF7-B0B6535A78C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6863" r="77646" b="71019"/>
          <a:stretch/>
        </p:blipFill>
        <p:spPr>
          <a:xfrm>
            <a:off x="7087670" y="2764062"/>
            <a:ext cx="2953408" cy="90064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70FA5BA-A401-41F3-88EE-A6664BBC8DC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7205" r="81548" b="74705"/>
          <a:stretch/>
        </p:blipFill>
        <p:spPr>
          <a:xfrm>
            <a:off x="3810644" y="2839212"/>
            <a:ext cx="3042894" cy="7503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3ED10EA-C91E-48DB-98CB-0D22FD75E1FE}"/>
                  </a:ext>
                </a:extLst>
              </p:cNvPr>
              <p:cNvSpPr txBox="1"/>
              <p:nvPr/>
            </p:nvSpPr>
            <p:spPr>
              <a:xfrm>
                <a:off x="1165745" y="2150663"/>
                <a:ext cx="1876411" cy="3877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3ED10EA-C91E-48DB-98CB-0D22FD75E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745" y="2150663"/>
                <a:ext cx="1876411" cy="387798"/>
              </a:xfrm>
              <a:prstGeom prst="rect">
                <a:avLst/>
              </a:prstGeom>
              <a:blipFill>
                <a:blip r:embed="rId9"/>
                <a:stretch>
                  <a:fillRect l="-6169" t="-28571" r="-325" b="-31746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338C83B-C350-4982-B386-74F194023FE1}"/>
                  </a:ext>
                </a:extLst>
              </p:cNvPr>
              <p:cNvSpPr txBox="1"/>
              <p:nvPr/>
            </p:nvSpPr>
            <p:spPr>
              <a:xfrm>
                <a:off x="7443334" y="2061661"/>
                <a:ext cx="2029723" cy="529632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𝑤𝑥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338C83B-C350-4982-B386-74F194023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3334" y="2061661"/>
                <a:ext cx="2029723" cy="529632"/>
              </a:xfrm>
              <a:prstGeom prst="rect">
                <a:avLst/>
              </a:prstGeom>
              <a:blipFill>
                <a:blip r:embed="rId10"/>
                <a:stretch>
                  <a:fillRect t="-1149" b="-2299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A35C9A-2D27-415A-A8BC-C02E9BE739E3}"/>
                  </a:ext>
                </a:extLst>
              </p:cNvPr>
              <p:cNvSpPr txBox="1"/>
              <p:nvPr/>
            </p:nvSpPr>
            <p:spPr>
              <a:xfrm>
                <a:off x="3921227" y="2061661"/>
                <a:ext cx="3130344" cy="617861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𝑤𝑥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𝑤𝑥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0  </m:t>
                              </m:r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05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A35C9A-2D27-415A-A8BC-C02E9BE73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227" y="2061661"/>
                <a:ext cx="3130344" cy="617861"/>
              </a:xfrm>
              <a:prstGeom prst="rect">
                <a:avLst/>
              </a:prstGeom>
              <a:blipFill>
                <a:blip r:embed="rId11"/>
                <a:stretch>
                  <a:fillRect t="-3922" b="-980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99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38D5-6DA9-4872-A7B9-0D410B0A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활성화</a:t>
            </a:r>
            <a:r>
              <a:rPr lang="en-US" sz="3200" b="1" dirty="0"/>
              <a:t> </a:t>
            </a:r>
            <a:r>
              <a:rPr lang="en-US" sz="3200" b="1" dirty="0" err="1"/>
              <a:t>함수</a:t>
            </a:r>
            <a:r>
              <a:rPr lang="en-US" sz="3200" b="1" dirty="0"/>
              <a:t> (Activation Functions)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C922A6-8F84-413E-9605-C991E8BA91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552" t="37037" r="44011" b="29629"/>
          <a:stretch/>
        </p:blipFill>
        <p:spPr>
          <a:xfrm>
            <a:off x="7533016" y="2067662"/>
            <a:ext cx="2571751" cy="20573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965605-0C53-47FE-9D9C-D163BEAA0F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664" t="37037" r="36458" b="25617"/>
          <a:stretch/>
        </p:blipFill>
        <p:spPr>
          <a:xfrm>
            <a:off x="7329488" y="4195985"/>
            <a:ext cx="2726287" cy="17966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1D8181-18E4-44F3-A398-46DF7878DD4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1348" t="36574" r="37413" b="26080"/>
          <a:stretch/>
        </p:blipFill>
        <p:spPr>
          <a:xfrm>
            <a:off x="929607" y="4279189"/>
            <a:ext cx="2547934" cy="17134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72E490F-58A0-480B-A695-746959773A6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1692" t="37963" r="44075" b="29948"/>
          <a:stretch/>
        </p:blipFill>
        <p:spPr>
          <a:xfrm>
            <a:off x="1081603" y="2106052"/>
            <a:ext cx="2658970" cy="19806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353A139-1D48-4D0C-94BC-5330A8D3448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1692" t="46383" r="37149" b="17480"/>
          <a:stretch/>
        </p:blipFill>
        <p:spPr>
          <a:xfrm>
            <a:off x="4090329" y="4279189"/>
            <a:ext cx="2626372" cy="17134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6CE3598-3A6C-4756-BCE4-4A086DF4520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2235" t="33928" r="44980" b="34540"/>
          <a:stretch/>
        </p:blipFill>
        <p:spPr>
          <a:xfrm>
            <a:off x="4338737" y="2123284"/>
            <a:ext cx="2500213" cy="19461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4E91CA-D221-45A6-8E03-EC9F36D73658}"/>
              </a:ext>
            </a:extLst>
          </p:cNvPr>
          <p:cNvSpPr txBox="1"/>
          <p:nvPr/>
        </p:nvSpPr>
        <p:spPr>
          <a:xfrm>
            <a:off x="1422915" y="1479199"/>
            <a:ext cx="1724025" cy="341632"/>
          </a:xfrm>
          <a:prstGeom prst="rect">
            <a:avLst/>
          </a:prstGeom>
          <a:solidFill>
            <a:srgbClr val="33638D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Linear(</a:t>
            </a:r>
            <a:r>
              <a:rPr lang="ko-KR" altLang="en-US" dirty="0">
                <a:solidFill>
                  <a:schemeClr val="tx1"/>
                </a:solidFill>
              </a:rPr>
              <a:t>선형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8286B-E5FE-4E02-A56C-F9231A5464A5}"/>
              </a:ext>
            </a:extLst>
          </p:cNvPr>
          <p:cNvSpPr txBox="1"/>
          <p:nvPr/>
        </p:nvSpPr>
        <p:spPr>
          <a:xfrm>
            <a:off x="7443335" y="1496726"/>
            <a:ext cx="2397352" cy="341632"/>
          </a:xfrm>
          <a:prstGeom prst="rect">
            <a:avLst/>
          </a:prstGeom>
          <a:solidFill>
            <a:srgbClr val="33638D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Sigmoid(</a:t>
            </a:r>
            <a:r>
              <a:rPr lang="en-US" dirty="0" err="1">
                <a:solidFill>
                  <a:schemeClr val="tx1"/>
                </a:solidFill>
              </a:rPr>
              <a:t>시그모이드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27B65A-CC09-46D0-9095-AEA2FC7E9EE1}"/>
              </a:ext>
            </a:extLst>
          </p:cNvPr>
          <p:cNvSpPr txBox="1"/>
          <p:nvPr/>
        </p:nvSpPr>
        <p:spPr>
          <a:xfrm>
            <a:off x="4509549" y="1492043"/>
            <a:ext cx="1724025" cy="341632"/>
          </a:xfrm>
          <a:prstGeom prst="rect">
            <a:avLst/>
          </a:prstGeom>
          <a:solidFill>
            <a:srgbClr val="33638D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err="1">
                <a:solidFill>
                  <a:schemeClr val="tx1"/>
                </a:solidFill>
              </a:rPr>
              <a:t>ReLU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755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A52D3E5-EA4A-42AC-A4D7-2AE9DEB2055B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549593" y="3554883"/>
            <a:ext cx="1032182" cy="311511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6EB5F32-C029-4EF8-B707-383300B2511F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913375" y="3554884"/>
            <a:ext cx="1018851" cy="31151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2CA38D5-6DA9-4872-A7B9-0D410B0A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활성화</a:t>
            </a:r>
            <a:r>
              <a:rPr lang="en-US" sz="3200" b="1" dirty="0"/>
              <a:t> </a:t>
            </a:r>
            <a:r>
              <a:rPr lang="en-US" sz="3200" b="1" dirty="0" err="1"/>
              <a:t>함수</a:t>
            </a:r>
            <a:r>
              <a:rPr lang="en-US" sz="3200" b="1" dirty="0"/>
              <a:t> (Activation Functions)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FA158A-F5CC-487D-864B-B3891AA4A5CA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2033287" y="3209130"/>
            <a:ext cx="585884" cy="871334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B59520-AF25-49D4-8D60-37E90D454E91}"/>
              </a:ext>
            </a:extLst>
          </p:cNvPr>
          <p:cNvCxnSpPr>
            <a:cxnSpLocks/>
            <a:stCxn id="22" idx="6"/>
          </p:cNvCxnSpPr>
          <p:nvPr/>
        </p:nvCxnSpPr>
        <p:spPr>
          <a:xfrm>
            <a:off x="2619171" y="4560595"/>
            <a:ext cx="0" cy="797184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6AFBB5E-E343-4BC1-A3DE-FAB80B44C057}"/>
              </a:ext>
            </a:extLst>
          </p:cNvPr>
          <p:cNvSpPr txBox="1"/>
          <p:nvPr/>
        </p:nvSpPr>
        <p:spPr>
          <a:xfrm>
            <a:off x="3010987" y="3404731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w</a:t>
            </a:r>
            <a:r>
              <a:rPr lang="en-US" sz="2800" baseline="-25000">
                <a:solidFill>
                  <a:schemeClr val="bg1"/>
                </a:solidFill>
              </a:rPr>
              <a:t>4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2" name="Google Shape;219;p33">
            <a:extLst>
              <a:ext uri="{FF2B5EF4-FFF2-40B4-BE49-F238E27FC236}">
                <a16:creationId xmlns:a16="http://schemas.microsoft.com/office/drawing/2014/main" id="{03F082AE-983F-491A-BB1D-BC5E2D5A2BFE}"/>
              </a:ext>
            </a:extLst>
          </p:cNvPr>
          <p:cNvSpPr/>
          <p:nvPr/>
        </p:nvSpPr>
        <p:spPr>
          <a:xfrm rot="5400000">
            <a:off x="2379106" y="4081927"/>
            <a:ext cx="480131" cy="47720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D4EC3F-2C9F-4B3C-BAE7-ACCB5A39A426}"/>
              </a:ext>
            </a:extLst>
          </p:cNvPr>
          <p:cNvCxnSpPr>
            <a:cxnSpLocks/>
            <a:endCxn id="22" idx="2"/>
          </p:cNvCxnSpPr>
          <p:nvPr/>
        </p:nvCxnSpPr>
        <p:spPr>
          <a:xfrm flipH="1">
            <a:off x="2619171" y="3209130"/>
            <a:ext cx="566641" cy="871334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DEAA4AE-897A-4533-83D1-698679D0F0EF}"/>
              </a:ext>
            </a:extLst>
          </p:cNvPr>
          <p:cNvSpPr txBox="1"/>
          <p:nvPr/>
        </p:nvSpPr>
        <p:spPr>
          <a:xfrm>
            <a:off x="1744586" y="3404731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w</a:t>
            </a:r>
            <a:r>
              <a:rPr lang="en-US" sz="2800" baseline="-25000">
                <a:solidFill>
                  <a:schemeClr val="bg1"/>
                </a:solidFill>
              </a:rPr>
              <a:t>3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1" name="Google Shape;219;p33">
            <a:extLst>
              <a:ext uri="{FF2B5EF4-FFF2-40B4-BE49-F238E27FC236}">
                <a16:creationId xmlns:a16="http://schemas.microsoft.com/office/drawing/2014/main" id="{D91AB218-768F-4D34-BAC4-479EE51F3AF4}"/>
              </a:ext>
            </a:extLst>
          </p:cNvPr>
          <p:cNvSpPr/>
          <p:nvPr/>
        </p:nvSpPr>
        <p:spPr>
          <a:xfrm rot="5400000">
            <a:off x="1758646" y="2730461"/>
            <a:ext cx="480131" cy="47720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219;p33">
            <a:extLst>
              <a:ext uri="{FF2B5EF4-FFF2-40B4-BE49-F238E27FC236}">
                <a16:creationId xmlns:a16="http://schemas.microsoft.com/office/drawing/2014/main" id="{7C0C8F76-83FE-4230-9E18-5EBE4CDA9378}"/>
              </a:ext>
            </a:extLst>
          </p:cNvPr>
          <p:cNvSpPr/>
          <p:nvPr/>
        </p:nvSpPr>
        <p:spPr>
          <a:xfrm rot="5400000">
            <a:off x="2969297" y="2730460"/>
            <a:ext cx="480131" cy="47720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819B0A3-66B2-4EE8-B8E5-33A6E7BD4947}"/>
              </a:ext>
            </a:extLst>
          </p:cNvPr>
          <p:cNvCxnSpPr>
            <a:cxnSpLocks/>
            <a:stCxn id="45" idx="2"/>
            <a:endCxn id="41" idx="2"/>
          </p:cNvCxnSpPr>
          <p:nvPr/>
        </p:nvCxnSpPr>
        <p:spPr>
          <a:xfrm flipH="1">
            <a:off x="1998711" y="2399271"/>
            <a:ext cx="614445" cy="329727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BE15C7B-B9D9-4AEE-A3E3-A2ACD21F9455}"/>
              </a:ext>
            </a:extLst>
          </p:cNvPr>
          <p:cNvCxnSpPr>
            <a:cxnSpLocks/>
            <a:stCxn id="45" idx="2"/>
            <a:endCxn id="43" idx="2"/>
          </p:cNvCxnSpPr>
          <p:nvPr/>
        </p:nvCxnSpPr>
        <p:spPr>
          <a:xfrm>
            <a:off x="2613156" y="2399271"/>
            <a:ext cx="596206" cy="329726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6CEC4B4-B4FF-4851-AB29-5118051F531A}"/>
              </a:ext>
            </a:extLst>
          </p:cNvPr>
          <p:cNvSpPr txBox="1"/>
          <p:nvPr/>
        </p:nvSpPr>
        <p:spPr>
          <a:xfrm>
            <a:off x="1559132" y="2166482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w</a:t>
            </a:r>
            <a:r>
              <a:rPr lang="en-US" sz="2800" baseline="-25000">
                <a:solidFill>
                  <a:schemeClr val="bg1"/>
                </a:solidFill>
              </a:rPr>
              <a:t>1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D8CA95A-8C10-495A-A024-6C723B77CF98}"/>
              </a:ext>
            </a:extLst>
          </p:cNvPr>
          <p:cNvSpPr txBox="1"/>
          <p:nvPr/>
        </p:nvSpPr>
        <p:spPr>
          <a:xfrm>
            <a:off x="3039963" y="2159204"/>
            <a:ext cx="577402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w</a:t>
            </a:r>
            <a:r>
              <a:rPr lang="en-US" sz="2800" baseline="-25000">
                <a:solidFill>
                  <a:schemeClr val="bg1"/>
                </a:solidFill>
              </a:rPr>
              <a:t>2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F7B57F-E86B-491D-9F0E-436C0F892F5C}"/>
              </a:ext>
            </a:extLst>
          </p:cNvPr>
          <p:cNvSpPr txBox="1"/>
          <p:nvPr/>
        </p:nvSpPr>
        <p:spPr>
          <a:xfrm>
            <a:off x="2368538" y="1919140"/>
            <a:ext cx="489236" cy="480131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x</a:t>
            </a:r>
            <a:r>
              <a:rPr lang="en-US" sz="2800" baseline="-25000">
                <a:solidFill>
                  <a:schemeClr val="bg1"/>
                </a:solidFill>
              </a:rPr>
              <a:t>1</a:t>
            </a:r>
            <a:endParaRPr lang="en-US" sz="2800">
              <a:solidFill>
                <a:schemeClr val="bg1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A573E49-3E5A-4D37-A9D9-A2C2B99919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5286785"/>
              </p:ext>
            </p:extLst>
          </p:nvPr>
        </p:nvGraphicFramePr>
        <p:xfrm>
          <a:off x="4429125" y="2166482"/>
          <a:ext cx="2240937" cy="1388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1D57768-7640-480A-ADAA-4D14B82050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7225100"/>
              </p:ext>
            </p:extLst>
          </p:nvPr>
        </p:nvGraphicFramePr>
        <p:xfrm>
          <a:off x="7766413" y="2166482"/>
          <a:ext cx="2331626" cy="13884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3977D5B-5A23-4DBA-B548-0845C4579E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3013583"/>
              </p:ext>
            </p:extLst>
          </p:nvPr>
        </p:nvGraphicFramePr>
        <p:xfrm>
          <a:off x="6105525" y="3866394"/>
          <a:ext cx="2331626" cy="13884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42" name="Group 41">
            <a:extLst>
              <a:ext uri="{FF2B5EF4-FFF2-40B4-BE49-F238E27FC236}">
                <a16:creationId xmlns:a16="http://schemas.microsoft.com/office/drawing/2014/main" id="{09A6D8D4-1166-4350-BF37-4E2A6424C60E}"/>
              </a:ext>
            </a:extLst>
          </p:cNvPr>
          <p:cNvGrpSpPr/>
          <p:nvPr/>
        </p:nvGrpSpPr>
        <p:grpSpPr>
          <a:xfrm>
            <a:off x="1104141" y="3980036"/>
            <a:ext cx="803447" cy="820624"/>
            <a:chOff x="-39836" y="3224290"/>
            <a:chExt cx="803447" cy="82062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D480D28-12AF-4D19-A755-44F9C2FC6963}"/>
                </a:ext>
              </a:extLst>
            </p:cNvPr>
            <p:cNvSpPr/>
            <p:nvPr/>
          </p:nvSpPr>
          <p:spPr>
            <a:xfrm>
              <a:off x="-39835" y="3241467"/>
              <a:ext cx="803446" cy="803447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Graphic 45" descr="Linear Graph">
              <a:extLst>
                <a:ext uri="{FF2B5EF4-FFF2-40B4-BE49-F238E27FC236}">
                  <a16:creationId xmlns:a16="http://schemas.microsoft.com/office/drawing/2014/main" id="{87FBC4F6-6D39-4D07-8E5A-5AF99A73E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39836" y="3224290"/>
              <a:ext cx="803447" cy="803447"/>
            </a:xfrm>
            <a:prstGeom prst="rect">
              <a:avLst/>
            </a:prstGeom>
          </p:spPr>
        </p:pic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7014F5DC-B54F-4F04-BCFD-A33842B1FFDA}"/>
              </a:ext>
            </a:extLst>
          </p:cNvPr>
          <p:cNvSpPr/>
          <p:nvPr/>
        </p:nvSpPr>
        <p:spPr>
          <a:xfrm>
            <a:off x="666830" y="2601284"/>
            <a:ext cx="803446" cy="803447"/>
          </a:xfrm>
          <a:prstGeom prst="rect">
            <a:avLst/>
          </a:prstGeom>
          <a:solidFill>
            <a:schemeClr val="tx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Graphic 22" descr="Periodic Graph">
            <a:extLst>
              <a:ext uri="{FF2B5EF4-FFF2-40B4-BE49-F238E27FC236}">
                <a16:creationId xmlns:a16="http://schemas.microsoft.com/office/drawing/2014/main" id="{49AB7E1A-DCEC-4F1E-B5B8-1E92576D17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1464" y="2560849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11BAAB7-E999-4EEC-83AC-B79CCD9779AA}"/>
                  </a:ext>
                </a:extLst>
              </p:cNvPr>
              <p:cNvSpPr txBox="1"/>
              <p:nvPr/>
            </p:nvSpPr>
            <p:spPr>
              <a:xfrm>
                <a:off x="2761688" y="4560595"/>
                <a:ext cx="498598" cy="480131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11BAAB7-E999-4EEC-83AC-B79CCD977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688" y="4560595"/>
                <a:ext cx="498598" cy="480131"/>
              </a:xfrm>
              <a:prstGeom prst="rect">
                <a:avLst/>
              </a:prstGeom>
              <a:blipFill>
                <a:blip r:embed="rId10"/>
                <a:stretch>
                  <a:fillRect l="-6098" t="-12658" r="-18293" b="-15190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6480334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74336" y="4224528"/>
            <a:ext cx="5376672" cy="1373939"/>
          </a:xfrm>
        </p:spPr>
        <p:txBody>
          <a:bodyPr wrap="square" anchor="b">
            <a:normAutofit/>
          </a:bodyPr>
          <a:lstStyle/>
          <a:p>
            <a:r>
              <a:rPr lang="en-GB" dirty="0" err="1"/>
              <a:t>과적합</a:t>
            </a:r>
            <a:br>
              <a:rPr lang="en-GB" dirty="0"/>
            </a:br>
            <a:r>
              <a:rPr lang="en-GB" dirty="0"/>
              <a:t>Overfitting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5604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>
            <a:extLst>
              <a:ext uri="{FF2B5EF4-FFF2-40B4-BE49-F238E27FC236}">
                <a16:creationId xmlns:a16="http://schemas.microsoft.com/office/drawing/2014/main" id="{FCBC0302-7AF2-4C4A-9EFC-2A795557B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48" y="535724"/>
            <a:ext cx="9976104" cy="596074"/>
          </a:xfrm>
        </p:spPr>
        <p:txBody>
          <a:bodyPr wrap="square" anchor="b">
            <a:normAutofit/>
          </a:bodyPr>
          <a:lstStyle/>
          <a:p>
            <a:r>
              <a:rPr lang="en-US" sz="3200" b="1" dirty="0" err="1"/>
              <a:t>과적합</a:t>
            </a:r>
            <a:r>
              <a:rPr lang="en-US" sz="3200" b="1" dirty="0"/>
              <a:t> (Overfitting)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2AF8824-A6E3-4DE2-AB40-017CBAB4E3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거대한 뉴럴 네트워크를 구축하면 되지 않을까?</a:t>
            </a:r>
          </a:p>
        </p:txBody>
      </p:sp>
      <p:pic>
        <p:nvPicPr>
          <p:cNvPr id="37" name="Picture 36" descr="Connecting lines and dots illustration">
            <a:extLst>
              <a:ext uri="{FF2B5EF4-FFF2-40B4-BE49-F238E27FC236}">
                <a16:creationId xmlns:a16="http://schemas.microsoft.com/office/drawing/2014/main" id="{07528540-D32C-4448-98FC-56051207E2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36131" r="1" b="1568"/>
          <a:stretch/>
        </p:blipFill>
        <p:spPr>
          <a:xfrm>
            <a:off x="508488" y="2103035"/>
            <a:ext cx="9965196" cy="34132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47035565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A70BFB5-87AF-4D26-B819-34EF1E68B3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어떤 추세선이 더 나은가?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291D29F-74FC-4270-9EF6-87A1681C87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3944571"/>
              </p:ext>
            </p:extLst>
          </p:nvPr>
        </p:nvGraphicFramePr>
        <p:xfrm>
          <a:off x="609600" y="1765881"/>
          <a:ext cx="4448175" cy="37450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0CC9603-3E5B-4C24-9CBE-BCCDE34CD716}"/>
              </a:ext>
            </a:extLst>
          </p:cNvPr>
          <p:cNvSpPr txBox="1"/>
          <p:nvPr/>
        </p:nvSpPr>
        <p:spPr>
          <a:xfrm>
            <a:off x="3290132" y="4496372"/>
            <a:ext cx="1510470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</a:rPr>
              <a:t>MSE = .0056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0D905BEA-92FD-4974-8516-8D3D92DA73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5831486"/>
              </p:ext>
            </p:extLst>
          </p:nvPr>
        </p:nvGraphicFramePr>
        <p:xfrm>
          <a:off x="5914451" y="1762882"/>
          <a:ext cx="4448175" cy="37450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9F112CD-E54A-49A9-A15D-FF8A658D095A}"/>
              </a:ext>
            </a:extLst>
          </p:cNvPr>
          <p:cNvSpPr txBox="1"/>
          <p:nvPr/>
        </p:nvSpPr>
        <p:spPr>
          <a:xfrm>
            <a:off x="8612737" y="4496372"/>
            <a:ext cx="1510470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>
                <a:solidFill>
                  <a:schemeClr val="bg1"/>
                </a:solidFill>
              </a:rPr>
              <a:t>MSE = .0113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61D6FEF-24F7-44D5-B244-772E21E01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48" y="535724"/>
            <a:ext cx="9976104" cy="596074"/>
          </a:xfrm>
        </p:spPr>
        <p:txBody>
          <a:bodyPr wrap="square" anchor="b">
            <a:normAutofit/>
          </a:bodyPr>
          <a:lstStyle/>
          <a:p>
            <a:r>
              <a:rPr lang="en-US" sz="3200" b="1" dirty="0" err="1"/>
              <a:t>과적합</a:t>
            </a:r>
            <a:r>
              <a:rPr lang="en-US" sz="3200" b="1" dirty="0"/>
              <a:t> (Overfitting)</a:t>
            </a:r>
          </a:p>
        </p:txBody>
      </p:sp>
    </p:spTree>
    <p:extLst>
      <p:ext uri="{BB962C8B-B14F-4D97-AF65-F5344CB8AC3E}">
        <p14:creationId xmlns:p14="http://schemas.microsoft.com/office/powerpoint/2010/main" val="4240306398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A70BFB5-87AF-4D26-B819-34EF1E68B3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어떤 추세선이 더 나은가?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233CA0B-FC1E-4849-87F1-5ECCA52263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1921113"/>
              </p:ext>
            </p:extLst>
          </p:nvPr>
        </p:nvGraphicFramePr>
        <p:xfrm>
          <a:off x="609600" y="1765881"/>
          <a:ext cx="4448175" cy="37450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2B4B14C-AE59-4A55-9D95-4778B94AA6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3073765"/>
              </p:ext>
            </p:extLst>
          </p:nvPr>
        </p:nvGraphicFramePr>
        <p:xfrm>
          <a:off x="5915025" y="1765880"/>
          <a:ext cx="4448175" cy="37450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A3803A6-935E-4E11-A778-6B07C8E39FD5}"/>
              </a:ext>
            </a:extLst>
          </p:cNvPr>
          <p:cNvSpPr txBox="1"/>
          <p:nvPr/>
        </p:nvSpPr>
        <p:spPr>
          <a:xfrm>
            <a:off x="3290132" y="4496372"/>
            <a:ext cx="1510470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>
                <a:solidFill>
                  <a:schemeClr val="accent3"/>
                </a:solidFill>
              </a:rPr>
              <a:t>MSE = .0172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FCEB3-68E8-4DBF-B8E1-9E91C0747E60}"/>
              </a:ext>
            </a:extLst>
          </p:cNvPr>
          <p:cNvSpPr txBox="1"/>
          <p:nvPr/>
        </p:nvSpPr>
        <p:spPr>
          <a:xfrm>
            <a:off x="8629829" y="4496372"/>
            <a:ext cx="1510470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>
                <a:solidFill>
                  <a:schemeClr val="accent3"/>
                </a:solidFill>
              </a:rPr>
              <a:t>MSE = .0062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390AA18-8011-41ED-9B56-A9368C21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48" y="535724"/>
            <a:ext cx="9976104" cy="596074"/>
          </a:xfrm>
        </p:spPr>
        <p:txBody>
          <a:bodyPr wrap="square" anchor="b">
            <a:normAutofit/>
          </a:bodyPr>
          <a:lstStyle/>
          <a:p>
            <a:r>
              <a:rPr lang="en-US" sz="3200" b="1" dirty="0" err="1"/>
              <a:t>과적합</a:t>
            </a:r>
            <a:r>
              <a:rPr lang="en-US" sz="3200" b="1" dirty="0"/>
              <a:t> (Overfitting)</a:t>
            </a:r>
          </a:p>
        </p:txBody>
      </p:sp>
    </p:spTree>
    <p:extLst>
      <p:ext uri="{BB962C8B-B14F-4D97-AF65-F5344CB8AC3E}">
        <p14:creationId xmlns:p14="http://schemas.microsoft.com/office/powerpoint/2010/main" val="3848783624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2841204-5E75-436E-B742-9ED1A3B9F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48" y="633526"/>
            <a:ext cx="5922117" cy="618631"/>
          </a:xfrm>
        </p:spPr>
        <p:txBody>
          <a:bodyPr wrap="square" anchor="b">
            <a:normAutofit fontScale="90000"/>
          </a:bodyPr>
          <a:lstStyle/>
          <a:p>
            <a:pPr algn="l"/>
            <a:r>
              <a:rPr lang="en-US" b="1" dirty="0" err="1"/>
              <a:t>트레이닝</a:t>
            </a:r>
            <a:r>
              <a:rPr lang="en-US" b="1" dirty="0"/>
              <a:t> </a:t>
            </a:r>
            <a:r>
              <a:rPr lang="en-US" b="1" dirty="0" err="1"/>
              <a:t>데이터와</a:t>
            </a:r>
            <a:r>
              <a:rPr lang="en-US" b="1" dirty="0"/>
              <a:t> </a:t>
            </a:r>
            <a:r>
              <a:rPr lang="en-US" b="1" dirty="0" err="1"/>
              <a:t>검증</a:t>
            </a:r>
            <a:r>
              <a:rPr lang="en-US" b="1" dirty="0"/>
              <a:t> </a:t>
            </a:r>
            <a:r>
              <a:rPr lang="en-US" b="1" dirty="0" err="1"/>
              <a:t>데이터</a:t>
            </a:r>
            <a:r>
              <a:rPr lang="en-US" b="1" dirty="0"/>
              <a:t> </a:t>
            </a:r>
            <a:r>
              <a:rPr lang="en-US" b="1" dirty="0" err="1"/>
              <a:t>비교</a:t>
            </a:r>
            <a:endParaRPr lang="en-US" b="1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D83C5CF3-20E4-4437-9D1E-C2BB17A893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386927"/>
              </p:ext>
            </p:extLst>
          </p:nvPr>
        </p:nvGraphicFramePr>
        <p:xfrm>
          <a:off x="512065" y="1844916"/>
          <a:ext cx="4974335" cy="3693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8E90F02-C319-42F8-B195-F6686922FB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5922117" cy="525463"/>
          </a:xfrm>
        </p:spPr>
        <p:txBody>
          <a:bodyPr wrap="square" anchor="t">
            <a:normAutofit/>
          </a:bodyPr>
          <a:lstStyle/>
          <a:p>
            <a:pPr algn="l"/>
            <a:r>
              <a:rPr lang="ko-KR" altLang="en-US" dirty="0"/>
              <a:t>암기</a:t>
            </a:r>
            <a:r>
              <a:rPr lang="en-US" dirty="0"/>
              <a:t> </a:t>
            </a:r>
            <a:r>
              <a:rPr lang="en-US" dirty="0" err="1"/>
              <a:t>회피</a:t>
            </a:r>
            <a:r>
              <a:rPr lang="en-US" dirty="0"/>
              <a:t>(Avoid memorization)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D39BC16E-EC57-4AF9-B95C-8ADA422F9C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0721598"/>
              </p:ext>
            </p:extLst>
          </p:nvPr>
        </p:nvGraphicFramePr>
        <p:xfrm>
          <a:off x="5867399" y="1844916"/>
          <a:ext cx="4593336" cy="36937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279148144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74336" y="4224528"/>
            <a:ext cx="5376672" cy="1373939"/>
          </a:xfrm>
        </p:spPr>
        <p:txBody>
          <a:bodyPr wrap="square" anchor="b">
            <a:normAutofit fontScale="90000"/>
          </a:bodyPr>
          <a:lstStyle/>
          <a:p>
            <a:r>
              <a:rPr lang="en-GB" dirty="0" err="1"/>
              <a:t>회귀에서</a:t>
            </a:r>
            <a:r>
              <a:rPr lang="en-GB" dirty="0"/>
              <a:t> </a:t>
            </a:r>
            <a:r>
              <a:rPr lang="en-GB" dirty="0" err="1"/>
              <a:t>분류로</a:t>
            </a:r>
            <a:br>
              <a:rPr lang="en-GB" dirty="0"/>
            </a:br>
            <a:r>
              <a:rPr lang="en-GB" dirty="0"/>
              <a:t>From Regression to Classification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3249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MNIST 모델</a:t>
            </a: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643BF7C6-5757-4DE9-ABF2-34E0F4CEB72A}"/>
              </a:ext>
            </a:extLst>
          </p:cNvPr>
          <p:cNvSpPr txBox="1"/>
          <p:nvPr/>
        </p:nvSpPr>
        <p:spPr>
          <a:xfrm>
            <a:off x="8232484" y="1986425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(784,)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1AE54E7E-D959-48AF-97FF-0801326833A4}"/>
              </a:ext>
            </a:extLst>
          </p:cNvPr>
          <p:cNvSpPr txBox="1"/>
          <p:nvPr/>
        </p:nvSpPr>
        <p:spPr>
          <a:xfrm>
            <a:off x="8232484" y="3154257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(512,)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91A2F325-051F-4F72-AF64-E1E6E01A6886}"/>
              </a:ext>
            </a:extLst>
          </p:cNvPr>
          <p:cNvSpPr txBox="1"/>
          <p:nvPr/>
        </p:nvSpPr>
        <p:spPr>
          <a:xfrm>
            <a:off x="8232484" y="4054293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(512,)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E5CADB68-6768-4E25-828B-D6C8BD604994}"/>
              </a:ext>
            </a:extLst>
          </p:cNvPr>
          <p:cNvSpPr txBox="1"/>
          <p:nvPr/>
        </p:nvSpPr>
        <p:spPr>
          <a:xfrm>
            <a:off x="8232484" y="5027186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(10,)</a:t>
            </a:r>
          </a:p>
        </p:txBody>
      </p:sp>
      <p:sp>
        <p:nvSpPr>
          <p:cNvPr id="380" name="Right Brace 379">
            <a:extLst>
              <a:ext uri="{FF2B5EF4-FFF2-40B4-BE49-F238E27FC236}">
                <a16:creationId xmlns:a16="http://schemas.microsoft.com/office/drawing/2014/main" id="{AE3E214E-A9A6-4570-B94B-29B9EE9FCEA9}"/>
              </a:ext>
            </a:extLst>
          </p:cNvPr>
          <p:cNvSpPr/>
          <p:nvPr/>
        </p:nvSpPr>
        <p:spPr>
          <a:xfrm>
            <a:off x="9215276" y="2157241"/>
            <a:ext cx="150690" cy="3052934"/>
          </a:xfrm>
          <a:prstGeom prst="rightBrac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8044C778-233F-4F54-B536-9E615B0C618D}"/>
              </a:ext>
            </a:extLst>
          </p:cNvPr>
          <p:cNvSpPr txBox="1"/>
          <p:nvPr/>
        </p:nvSpPr>
        <p:spPr>
          <a:xfrm>
            <a:off x="9522449" y="3080227"/>
            <a:ext cx="1025512" cy="1200329"/>
          </a:xfrm>
          <a:prstGeom prst="rect">
            <a:avLst/>
          </a:prstGeom>
          <a:solidFill>
            <a:schemeClr val="tx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레이어</a:t>
            </a:r>
            <a:endParaRPr lang="en-US" sz="2000" dirty="0">
              <a:solidFill>
                <a:schemeClr val="tx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크기</a:t>
            </a:r>
            <a:endParaRPr lang="en-US" sz="2000" dirty="0">
              <a:solidFill>
                <a:schemeClr val="tx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(Layer</a:t>
            </a:r>
          </a:p>
          <a:p>
            <a:pPr algn="ctr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Size)</a:t>
            </a:r>
          </a:p>
        </p:txBody>
      </p:sp>
      <p:sp>
        <p:nvSpPr>
          <p:cNvPr id="81" name="Google Shape;219;p33">
            <a:extLst>
              <a:ext uri="{FF2B5EF4-FFF2-40B4-BE49-F238E27FC236}">
                <a16:creationId xmlns:a16="http://schemas.microsoft.com/office/drawing/2014/main" id="{44BCB7D4-7C74-4C9A-908D-FB6840B39FE7}"/>
              </a:ext>
            </a:extLst>
          </p:cNvPr>
          <p:cNvSpPr/>
          <p:nvPr/>
        </p:nvSpPr>
        <p:spPr>
          <a:xfrm rot="5400000">
            <a:off x="7470577" y="3219778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219;p33">
            <a:extLst>
              <a:ext uri="{FF2B5EF4-FFF2-40B4-BE49-F238E27FC236}">
                <a16:creationId xmlns:a16="http://schemas.microsoft.com/office/drawing/2014/main" id="{34C4EB2E-B4FE-4098-870E-30E8DB66CE04}"/>
              </a:ext>
            </a:extLst>
          </p:cNvPr>
          <p:cNvSpPr/>
          <p:nvPr/>
        </p:nvSpPr>
        <p:spPr>
          <a:xfrm rot="5400000">
            <a:off x="3146642" y="3214062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219;p33">
            <a:extLst>
              <a:ext uri="{FF2B5EF4-FFF2-40B4-BE49-F238E27FC236}">
                <a16:creationId xmlns:a16="http://schemas.microsoft.com/office/drawing/2014/main" id="{FFCB42F6-659C-47CB-B66F-D81389A64EC0}"/>
              </a:ext>
            </a:extLst>
          </p:cNvPr>
          <p:cNvSpPr/>
          <p:nvPr/>
        </p:nvSpPr>
        <p:spPr>
          <a:xfrm rot="5400000">
            <a:off x="2755759" y="3214062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219;p33">
            <a:extLst>
              <a:ext uri="{FF2B5EF4-FFF2-40B4-BE49-F238E27FC236}">
                <a16:creationId xmlns:a16="http://schemas.microsoft.com/office/drawing/2014/main" id="{B4C6B1B3-412B-495F-8B41-12501B017AFC}"/>
              </a:ext>
            </a:extLst>
          </p:cNvPr>
          <p:cNvSpPr/>
          <p:nvPr/>
        </p:nvSpPr>
        <p:spPr>
          <a:xfrm rot="5400000">
            <a:off x="7470577" y="4034692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219;p33">
            <a:extLst>
              <a:ext uri="{FF2B5EF4-FFF2-40B4-BE49-F238E27FC236}">
                <a16:creationId xmlns:a16="http://schemas.microsoft.com/office/drawing/2014/main" id="{C56640AA-1D7E-4ABE-9923-0B1B82614CC5}"/>
              </a:ext>
            </a:extLst>
          </p:cNvPr>
          <p:cNvSpPr/>
          <p:nvPr/>
        </p:nvSpPr>
        <p:spPr>
          <a:xfrm rot="5400000">
            <a:off x="3146642" y="4028976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219;p33">
            <a:extLst>
              <a:ext uri="{FF2B5EF4-FFF2-40B4-BE49-F238E27FC236}">
                <a16:creationId xmlns:a16="http://schemas.microsoft.com/office/drawing/2014/main" id="{1C0D4B3C-5359-4CA8-A0C3-402726586581}"/>
              </a:ext>
            </a:extLst>
          </p:cNvPr>
          <p:cNvSpPr/>
          <p:nvPr/>
        </p:nvSpPr>
        <p:spPr>
          <a:xfrm rot="5400000">
            <a:off x="2755759" y="4028976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219;p33">
            <a:extLst>
              <a:ext uri="{FF2B5EF4-FFF2-40B4-BE49-F238E27FC236}">
                <a16:creationId xmlns:a16="http://schemas.microsoft.com/office/drawing/2014/main" id="{6AA96FB0-15D3-4906-A963-244ABFC2C56F}"/>
              </a:ext>
            </a:extLst>
          </p:cNvPr>
          <p:cNvSpPr/>
          <p:nvPr/>
        </p:nvSpPr>
        <p:spPr>
          <a:xfrm rot="5400000">
            <a:off x="3176594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34CEEB5-8510-47BC-A761-C1750D48809D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H="1">
            <a:off x="3339551" y="4359613"/>
            <a:ext cx="4293983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417B844-80D3-4023-9B1E-D5BB098793AB}"/>
              </a:ext>
            </a:extLst>
          </p:cNvPr>
          <p:cNvCxnSpPr>
            <a:cxnSpLocks/>
            <a:stCxn id="85" idx="6"/>
            <a:endCxn id="87" idx="2"/>
          </p:cNvCxnSpPr>
          <p:nvPr/>
        </p:nvCxnSpPr>
        <p:spPr>
          <a:xfrm>
            <a:off x="3309599" y="4353897"/>
            <a:ext cx="29952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9F8630D-96A1-42EB-A47E-8EA401107326}"/>
              </a:ext>
            </a:extLst>
          </p:cNvPr>
          <p:cNvCxnSpPr>
            <a:cxnSpLocks/>
            <a:stCxn id="86" idx="6"/>
            <a:endCxn id="87" idx="2"/>
          </p:cNvCxnSpPr>
          <p:nvPr/>
        </p:nvCxnSpPr>
        <p:spPr>
          <a:xfrm>
            <a:off x="2918716" y="4353897"/>
            <a:ext cx="420835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8988506-E824-4BDA-B298-F1BEC7E0D621}"/>
              </a:ext>
            </a:extLst>
          </p:cNvPr>
          <p:cNvCxnSpPr>
            <a:cxnSpLocks/>
            <a:stCxn id="83" idx="6"/>
            <a:endCxn id="84" idx="2"/>
          </p:cNvCxnSpPr>
          <p:nvPr/>
        </p:nvCxnSpPr>
        <p:spPr>
          <a:xfrm>
            <a:off x="2918716" y="3538983"/>
            <a:ext cx="4714818" cy="494716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C973E16-52A3-48BB-AA42-6BD1E5F59EAE}"/>
              </a:ext>
            </a:extLst>
          </p:cNvPr>
          <p:cNvCxnSpPr>
            <a:cxnSpLocks/>
            <a:stCxn id="83" idx="6"/>
            <a:endCxn id="85" idx="2"/>
          </p:cNvCxnSpPr>
          <p:nvPr/>
        </p:nvCxnSpPr>
        <p:spPr>
          <a:xfrm>
            <a:off x="2918716" y="3538983"/>
            <a:ext cx="390883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D3DF7CE-9AEB-4B5D-A64B-1CC29DBC023D}"/>
              </a:ext>
            </a:extLst>
          </p:cNvPr>
          <p:cNvCxnSpPr>
            <a:cxnSpLocks/>
            <a:stCxn id="81" idx="6"/>
            <a:endCxn id="84" idx="2"/>
          </p:cNvCxnSpPr>
          <p:nvPr/>
        </p:nvCxnSpPr>
        <p:spPr>
          <a:xfrm>
            <a:off x="7633534" y="3544699"/>
            <a:ext cx="0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BF7CD04-56E1-4EFD-BC5D-0D12AE24274A}"/>
              </a:ext>
            </a:extLst>
          </p:cNvPr>
          <p:cNvCxnSpPr>
            <a:cxnSpLocks/>
            <a:stCxn id="81" idx="6"/>
            <a:endCxn id="85" idx="2"/>
          </p:cNvCxnSpPr>
          <p:nvPr/>
        </p:nvCxnSpPr>
        <p:spPr>
          <a:xfrm flipH="1">
            <a:off x="3309599" y="3544699"/>
            <a:ext cx="4323935" cy="4832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E0C9F06-A602-4BE7-B2EB-5CAEEC7B56A3}"/>
              </a:ext>
            </a:extLst>
          </p:cNvPr>
          <p:cNvCxnSpPr>
            <a:cxnSpLocks/>
            <a:stCxn id="81" idx="6"/>
            <a:endCxn id="86" idx="2"/>
          </p:cNvCxnSpPr>
          <p:nvPr/>
        </p:nvCxnSpPr>
        <p:spPr>
          <a:xfrm flipH="1">
            <a:off x="2918716" y="3544699"/>
            <a:ext cx="4714818" cy="4832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424A21D9-2FF1-48ED-8EDD-4459907A21D5}"/>
              </a:ext>
            </a:extLst>
          </p:cNvPr>
          <p:cNvCxnSpPr>
            <a:cxnSpLocks/>
            <a:stCxn id="82" idx="6"/>
            <a:endCxn id="84" idx="2"/>
          </p:cNvCxnSpPr>
          <p:nvPr/>
        </p:nvCxnSpPr>
        <p:spPr>
          <a:xfrm>
            <a:off x="3309599" y="3538983"/>
            <a:ext cx="4323935" cy="494716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D5540C2-AD5C-4495-B16C-B2BF325BEB33}"/>
              </a:ext>
            </a:extLst>
          </p:cNvPr>
          <p:cNvCxnSpPr>
            <a:cxnSpLocks/>
            <a:stCxn id="82" idx="6"/>
            <a:endCxn id="85" idx="2"/>
          </p:cNvCxnSpPr>
          <p:nvPr/>
        </p:nvCxnSpPr>
        <p:spPr>
          <a:xfrm>
            <a:off x="3309599" y="3538983"/>
            <a:ext cx="0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1AD811C-751D-4C89-8A4C-361DC43BB7B8}"/>
              </a:ext>
            </a:extLst>
          </p:cNvPr>
          <p:cNvCxnSpPr>
            <a:cxnSpLocks/>
            <a:stCxn id="82" idx="6"/>
            <a:endCxn id="86" idx="2"/>
          </p:cNvCxnSpPr>
          <p:nvPr/>
        </p:nvCxnSpPr>
        <p:spPr>
          <a:xfrm flipH="1">
            <a:off x="2918716" y="3538983"/>
            <a:ext cx="390883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Google Shape;219;p33">
            <a:extLst>
              <a:ext uri="{FF2B5EF4-FFF2-40B4-BE49-F238E27FC236}">
                <a16:creationId xmlns:a16="http://schemas.microsoft.com/office/drawing/2014/main" id="{57267D0F-CDAF-49C5-B415-2FDFF0EE32BA}"/>
              </a:ext>
            </a:extLst>
          </p:cNvPr>
          <p:cNvSpPr/>
          <p:nvPr/>
        </p:nvSpPr>
        <p:spPr>
          <a:xfrm rot="5400000">
            <a:off x="3617711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219;p33">
            <a:extLst>
              <a:ext uri="{FF2B5EF4-FFF2-40B4-BE49-F238E27FC236}">
                <a16:creationId xmlns:a16="http://schemas.microsoft.com/office/drawing/2014/main" id="{07F538D2-B082-4342-9211-AAFD48AB1BAF}"/>
              </a:ext>
            </a:extLst>
          </p:cNvPr>
          <p:cNvSpPr/>
          <p:nvPr/>
        </p:nvSpPr>
        <p:spPr>
          <a:xfrm rot="5400000">
            <a:off x="4058828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219;p33">
            <a:extLst>
              <a:ext uri="{FF2B5EF4-FFF2-40B4-BE49-F238E27FC236}">
                <a16:creationId xmlns:a16="http://schemas.microsoft.com/office/drawing/2014/main" id="{9795D2B2-575C-4843-A3C1-3EB5BC4F19D5}"/>
              </a:ext>
            </a:extLst>
          </p:cNvPr>
          <p:cNvSpPr/>
          <p:nvPr/>
        </p:nvSpPr>
        <p:spPr>
          <a:xfrm rot="5400000">
            <a:off x="4499945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219;p33">
            <a:extLst>
              <a:ext uri="{FF2B5EF4-FFF2-40B4-BE49-F238E27FC236}">
                <a16:creationId xmlns:a16="http://schemas.microsoft.com/office/drawing/2014/main" id="{0011B0F9-2064-493B-AEA1-055D65094B16}"/>
              </a:ext>
            </a:extLst>
          </p:cNvPr>
          <p:cNvSpPr/>
          <p:nvPr/>
        </p:nvSpPr>
        <p:spPr>
          <a:xfrm rot="5400000">
            <a:off x="4941062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219;p33">
            <a:extLst>
              <a:ext uri="{FF2B5EF4-FFF2-40B4-BE49-F238E27FC236}">
                <a16:creationId xmlns:a16="http://schemas.microsoft.com/office/drawing/2014/main" id="{3F423C84-E7B3-451B-8AC7-EF8823818424}"/>
              </a:ext>
            </a:extLst>
          </p:cNvPr>
          <p:cNvSpPr/>
          <p:nvPr/>
        </p:nvSpPr>
        <p:spPr>
          <a:xfrm rot="5400000">
            <a:off x="5382179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219;p33">
            <a:extLst>
              <a:ext uri="{FF2B5EF4-FFF2-40B4-BE49-F238E27FC236}">
                <a16:creationId xmlns:a16="http://schemas.microsoft.com/office/drawing/2014/main" id="{0669C394-F6C5-4B0B-99ED-751A0B6E59EB}"/>
              </a:ext>
            </a:extLst>
          </p:cNvPr>
          <p:cNvSpPr/>
          <p:nvPr/>
        </p:nvSpPr>
        <p:spPr>
          <a:xfrm rot="5400000">
            <a:off x="5823296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219;p33">
            <a:extLst>
              <a:ext uri="{FF2B5EF4-FFF2-40B4-BE49-F238E27FC236}">
                <a16:creationId xmlns:a16="http://schemas.microsoft.com/office/drawing/2014/main" id="{28221ADC-50B2-4044-8736-D9D60BD48AE2}"/>
              </a:ext>
            </a:extLst>
          </p:cNvPr>
          <p:cNvSpPr/>
          <p:nvPr/>
        </p:nvSpPr>
        <p:spPr>
          <a:xfrm rot="5400000">
            <a:off x="6264413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219;p33">
            <a:extLst>
              <a:ext uri="{FF2B5EF4-FFF2-40B4-BE49-F238E27FC236}">
                <a16:creationId xmlns:a16="http://schemas.microsoft.com/office/drawing/2014/main" id="{971713B2-EA90-4483-8B82-F35AE815DBC8}"/>
              </a:ext>
            </a:extLst>
          </p:cNvPr>
          <p:cNvSpPr/>
          <p:nvPr/>
        </p:nvSpPr>
        <p:spPr>
          <a:xfrm rot="5400000">
            <a:off x="6705530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219;p33">
            <a:extLst>
              <a:ext uri="{FF2B5EF4-FFF2-40B4-BE49-F238E27FC236}">
                <a16:creationId xmlns:a16="http://schemas.microsoft.com/office/drawing/2014/main" id="{E03C2917-44A8-44BD-98DC-B648630831B9}"/>
              </a:ext>
            </a:extLst>
          </p:cNvPr>
          <p:cNvSpPr/>
          <p:nvPr/>
        </p:nvSpPr>
        <p:spPr>
          <a:xfrm rot="5400000">
            <a:off x="7146649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605F8B7-2DEC-45F3-926C-3D444E8904D3}"/>
              </a:ext>
            </a:extLst>
          </p:cNvPr>
          <p:cNvCxnSpPr>
            <a:cxnSpLocks/>
            <a:stCxn id="86" idx="6"/>
            <a:endCxn id="106" idx="2"/>
          </p:cNvCxnSpPr>
          <p:nvPr/>
        </p:nvCxnSpPr>
        <p:spPr>
          <a:xfrm>
            <a:off x="2918716" y="4353897"/>
            <a:ext cx="861952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F2C429F-6DFC-477A-BB43-65A6B3AFFEF6}"/>
              </a:ext>
            </a:extLst>
          </p:cNvPr>
          <p:cNvCxnSpPr>
            <a:cxnSpLocks/>
            <a:stCxn id="85" idx="6"/>
            <a:endCxn id="106" idx="2"/>
          </p:cNvCxnSpPr>
          <p:nvPr/>
        </p:nvCxnSpPr>
        <p:spPr>
          <a:xfrm>
            <a:off x="3309599" y="4353897"/>
            <a:ext cx="471069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41F2097-D840-4D6C-965F-D28BD46EA39A}"/>
              </a:ext>
            </a:extLst>
          </p:cNvPr>
          <p:cNvCxnSpPr>
            <a:cxnSpLocks/>
            <a:stCxn id="84" idx="6"/>
            <a:endCxn id="106" idx="2"/>
          </p:cNvCxnSpPr>
          <p:nvPr/>
        </p:nvCxnSpPr>
        <p:spPr>
          <a:xfrm flipH="1">
            <a:off x="3780668" y="4359613"/>
            <a:ext cx="3852866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EE2A62E-64A2-44BA-B443-CD60033E3CB3}"/>
              </a:ext>
            </a:extLst>
          </p:cNvPr>
          <p:cNvCxnSpPr>
            <a:cxnSpLocks/>
            <a:stCxn id="85" idx="6"/>
            <a:endCxn id="108" idx="2"/>
          </p:cNvCxnSpPr>
          <p:nvPr/>
        </p:nvCxnSpPr>
        <p:spPr>
          <a:xfrm>
            <a:off x="3309599" y="4353897"/>
            <a:ext cx="912186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E7888E1D-D8AA-405F-9F0E-3D71B5E918E7}"/>
              </a:ext>
            </a:extLst>
          </p:cNvPr>
          <p:cNvCxnSpPr>
            <a:cxnSpLocks/>
            <a:stCxn id="86" idx="6"/>
            <a:endCxn id="108" idx="2"/>
          </p:cNvCxnSpPr>
          <p:nvPr/>
        </p:nvCxnSpPr>
        <p:spPr>
          <a:xfrm>
            <a:off x="2918716" y="4353897"/>
            <a:ext cx="1303069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5C01FEA3-114E-4482-B65C-19B6F2122F90}"/>
              </a:ext>
            </a:extLst>
          </p:cNvPr>
          <p:cNvCxnSpPr>
            <a:cxnSpLocks/>
            <a:stCxn id="84" idx="6"/>
            <a:endCxn id="108" idx="2"/>
          </p:cNvCxnSpPr>
          <p:nvPr/>
        </p:nvCxnSpPr>
        <p:spPr>
          <a:xfrm flipH="1">
            <a:off x="4221785" y="4359613"/>
            <a:ext cx="3411749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BD19CD5-8796-4563-B5B5-BFA60A1AEECB}"/>
              </a:ext>
            </a:extLst>
          </p:cNvPr>
          <p:cNvCxnSpPr>
            <a:cxnSpLocks/>
            <a:stCxn id="86" idx="6"/>
            <a:endCxn id="109" idx="2"/>
          </p:cNvCxnSpPr>
          <p:nvPr/>
        </p:nvCxnSpPr>
        <p:spPr>
          <a:xfrm>
            <a:off x="2918716" y="4353897"/>
            <a:ext cx="1744186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838895D-7F90-4F8F-8D81-4E066D6A678D}"/>
              </a:ext>
            </a:extLst>
          </p:cNvPr>
          <p:cNvCxnSpPr>
            <a:cxnSpLocks/>
            <a:stCxn id="85" idx="6"/>
            <a:endCxn id="109" idx="2"/>
          </p:cNvCxnSpPr>
          <p:nvPr/>
        </p:nvCxnSpPr>
        <p:spPr>
          <a:xfrm>
            <a:off x="3309599" y="4353897"/>
            <a:ext cx="1353303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5E440C01-1709-4CD1-8164-A452F77587D4}"/>
              </a:ext>
            </a:extLst>
          </p:cNvPr>
          <p:cNvCxnSpPr>
            <a:cxnSpLocks/>
            <a:stCxn id="84" idx="6"/>
            <a:endCxn id="109" idx="2"/>
          </p:cNvCxnSpPr>
          <p:nvPr/>
        </p:nvCxnSpPr>
        <p:spPr>
          <a:xfrm flipH="1">
            <a:off x="4662902" y="4359613"/>
            <a:ext cx="2970632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2A090A3D-078D-4065-899E-A72C08EE4197}"/>
              </a:ext>
            </a:extLst>
          </p:cNvPr>
          <p:cNvCxnSpPr>
            <a:cxnSpLocks/>
            <a:stCxn id="86" idx="6"/>
            <a:endCxn id="111" idx="2"/>
          </p:cNvCxnSpPr>
          <p:nvPr/>
        </p:nvCxnSpPr>
        <p:spPr>
          <a:xfrm>
            <a:off x="2918716" y="4353897"/>
            <a:ext cx="2185303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201ED0-2CC1-46B8-8769-C9DA15CA67CD}"/>
              </a:ext>
            </a:extLst>
          </p:cNvPr>
          <p:cNvCxnSpPr>
            <a:cxnSpLocks/>
            <a:stCxn id="85" idx="6"/>
            <a:endCxn id="111" idx="2"/>
          </p:cNvCxnSpPr>
          <p:nvPr/>
        </p:nvCxnSpPr>
        <p:spPr>
          <a:xfrm>
            <a:off x="3309599" y="4353897"/>
            <a:ext cx="1794420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92D1301D-9DC1-486F-A2F4-3C1C6D5C7428}"/>
              </a:ext>
            </a:extLst>
          </p:cNvPr>
          <p:cNvCxnSpPr>
            <a:cxnSpLocks/>
            <a:stCxn id="84" idx="6"/>
            <a:endCxn id="111" idx="2"/>
          </p:cNvCxnSpPr>
          <p:nvPr/>
        </p:nvCxnSpPr>
        <p:spPr>
          <a:xfrm flipH="1">
            <a:off x="5104019" y="4359613"/>
            <a:ext cx="2529515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C2DD255-B7D4-42F1-A426-31DA58B44CCF}"/>
              </a:ext>
            </a:extLst>
          </p:cNvPr>
          <p:cNvCxnSpPr>
            <a:cxnSpLocks/>
            <a:stCxn id="85" idx="6"/>
            <a:endCxn id="112" idx="2"/>
          </p:cNvCxnSpPr>
          <p:nvPr/>
        </p:nvCxnSpPr>
        <p:spPr>
          <a:xfrm>
            <a:off x="3309599" y="4353897"/>
            <a:ext cx="2235537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015C9B7-DE30-4DA7-BF6D-4E0CBCC58361}"/>
              </a:ext>
            </a:extLst>
          </p:cNvPr>
          <p:cNvCxnSpPr>
            <a:cxnSpLocks/>
            <a:stCxn id="86" idx="6"/>
            <a:endCxn id="112" idx="2"/>
          </p:cNvCxnSpPr>
          <p:nvPr/>
        </p:nvCxnSpPr>
        <p:spPr>
          <a:xfrm>
            <a:off x="2918716" y="4353897"/>
            <a:ext cx="2626420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D041434-A625-4FDF-A4F6-9D9302BE7A54}"/>
              </a:ext>
            </a:extLst>
          </p:cNvPr>
          <p:cNvCxnSpPr>
            <a:cxnSpLocks/>
            <a:stCxn id="84" idx="6"/>
            <a:endCxn id="112" idx="2"/>
          </p:cNvCxnSpPr>
          <p:nvPr/>
        </p:nvCxnSpPr>
        <p:spPr>
          <a:xfrm flipH="1">
            <a:off x="5545136" y="4359613"/>
            <a:ext cx="2088398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F314443D-B223-4316-9FEA-EEE58F2E9ECD}"/>
              </a:ext>
            </a:extLst>
          </p:cNvPr>
          <p:cNvCxnSpPr>
            <a:cxnSpLocks/>
            <a:stCxn id="86" idx="6"/>
            <a:endCxn id="114" idx="2"/>
          </p:cNvCxnSpPr>
          <p:nvPr/>
        </p:nvCxnSpPr>
        <p:spPr>
          <a:xfrm>
            <a:off x="2918716" y="4353897"/>
            <a:ext cx="3067537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230A900-BA49-43C2-811F-79EC19403B26}"/>
              </a:ext>
            </a:extLst>
          </p:cNvPr>
          <p:cNvCxnSpPr>
            <a:cxnSpLocks/>
            <a:stCxn id="85" idx="6"/>
            <a:endCxn id="114" idx="2"/>
          </p:cNvCxnSpPr>
          <p:nvPr/>
        </p:nvCxnSpPr>
        <p:spPr>
          <a:xfrm>
            <a:off x="3309599" y="4353897"/>
            <a:ext cx="2676654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2ECC0732-0DDC-4745-9137-860B49B75E1D}"/>
              </a:ext>
            </a:extLst>
          </p:cNvPr>
          <p:cNvCxnSpPr>
            <a:cxnSpLocks/>
            <a:stCxn id="84" idx="6"/>
            <a:endCxn id="114" idx="2"/>
          </p:cNvCxnSpPr>
          <p:nvPr/>
        </p:nvCxnSpPr>
        <p:spPr>
          <a:xfrm flipH="1">
            <a:off x="5986253" y="4359613"/>
            <a:ext cx="1647281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900F8285-EEC3-4CE1-88BF-504EB2BD23C0}"/>
              </a:ext>
            </a:extLst>
          </p:cNvPr>
          <p:cNvCxnSpPr>
            <a:cxnSpLocks/>
            <a:stCxn id="86" idx="6"/>
            <a:endCxn id="115" idx="2"/>
          </p:cNvCxnSpPr>
          <p:nvPr/>
        </p:nvCxnSpPr>
        <p:spPr>
          <a:xfrm>
            <a:off x="2918716" y="4353897"/>
            <a:ext cx="3508654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F46DED0-AC75-410F-8B57-EDA99CDEBB22}"/>
              </a:ext>
            </a:extLst>
          </p:cNvPr>
          <p:cNvCxnSpPr>
            <a:cxnSpLocks/>
            <a:stCxn id="85" idx="6"/>
            <a:endCxn id="115" idx="2"/>
          </p:cNvCxnSpPr>
          <p:nvPr/>
        </p:nvCxnSpPr>
        <p:spPr>
          <a:xfrm>
            <a:off x="3309599" y="4353897"/>
            <a:ext cx="3117771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0195A37-C28A-4007-A66A-7CB12FB0328A}"/>
              </a:ext>
            </a:extLst>
          </p:cNvPr>
          <p:cNvCxnSpPr>
            <a:cxnSpLocks/>
            <a:stCxn id="84" idx="6"/>
            <a:endCxn id="115" idx="2"/>
          </p:cNvCxnSpPr>
          <p:nvPr/>
        </p:nvCxnSpPr>
        <p:spPr>
          <a:xfrm flipH="1">
            <a:off x="6427370" y="4359613"/>
            <a:ext cx="1206164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BF8DA36D-B6DA-4585-865C-6E4A487FA714}"/>
              </a:ext>
            </a:extLst>
          </p:cNvPr>
          <p:cNvCxnSpPr>
            <a:cxnSpLocks/>
            <a:stCxn id="86" idx="6"/>
            <a:endCxn id="117" idx="2"/>
          </p:cNvCxnSpPr>
          <p:nvPr/>
        </p:nvCxnSpPr>
        <p:spPr>
          <a:xfrm>
            <a:off x="2918716" y="4353897"/>
            <a:ext cx="3949771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12679B3-4B01-430D-A963-1387A6A69EEB}"/>
              </a:ext>
            </a:extLst>
          </p:cNvPr>
          <p:cNvCxnSpPr>
            <a:cxnSpLocks/>
            <a:stCxn id="85" idx="6"/>
            <a:endCxn id="117" idx="2"/>
          </p:cNvCxnSpPr>
          <p:nvPr/>
        </p:nvCxnSpPr>
        <p:spPr>
          <a:xfrm>
            <a:off x="3309599" y="4353897"/>
            <a:ext cx="3558888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1277DCC8-ABA4-48B4-AE29-BA87A5CC80A6}"/>
              </a:ext>
            </a:extLst>
          </p:cNvPr>
          <p:cNvCxnSpPr>
            <a:cxnSpLocks/>
            <a:stCxn id="84" idx="6"/>
            <a:endCxn id="117" idx="2"/>
          </p:cNvCxnSpPr>
          <p:nvPr/>
        </p:nvCxnSpPr>
        <p:spPr>
          <a:xfrm flipH="1">
            <a:off x="6868487" y="4359613"/>
            <a:ext cx="765047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ABD36935-2D5B-4F76-A807-2C041DF7BF30}"/>
              </a:ext>
            </a:extLst>
          </p:cNvPr>
          <p:cNvCxnSpPr>
            <a:cxnSpLocks/>
            <a:stCxn id="86" idx="6"/>
            <a:endCxn id="118" idx="2"/>
          </p:cNvCxnSpPr>
          <p:nvPr/>
        </p:nvCxnSpPr>
        <p:spPr>
          <a:xfrm>
            <a:off x="2918716" y="4353897"/>
            <a:ext cx="4390890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75A0E5A6-6318-44C7-A480-222CB26F0167}"/>
              </a:ext>
            </a:extLst>
          </p:cNvPr>
          <p:cNvCxnSpPr>
            <a:cxnSpLocks/>
            <a:stCxn id="85" idx="6"/>
            <a:endCxn id="118" idx="2"/>
          </p:cNvCxnSpPr>
          <p:nvPr/>
        </p:nvCxnSpPr>
        <p:spPr>
          <a:xfrm>
            <a:off x="3309599" y="4353897"/>
            <a:ext cx="4000007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54B64FDF-4530-49CC-A11D-180933EE862C}"/>
              </a:ext>
            </a:extLst>
          </p:cNvPr>
          <p:cNvCxnSpPr>
            <a:cxnSpLocks/>
            <a:stCxn id="84" idx="6"/>
            <a:endCxn id="118" idx="2"/>
          </p:cNvCxnSpPr>
          <p:nvPr/>
        </p:nvCxnSpPr>
        <p:spPr>
          <a:xfrm flipH="1">
            <a:off x="7309606" y="4359613"/>
            <a:ext cx="323928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0" name="Picture 159" descr="A picture containing drawing  Description automatically generated">
            <a:extLst>
              <a:ext uri="{FF2B5EF4-FFF2-40B4-BE49-F238E27FC236}">
                <a16:creationId xmlns:a16="http://schemas.microsoft.com/office/drawing/2014/main" id="{363351FC-F36F-45C9-9FDD-9A8F62C06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68" y="1725140"/>
            <a:ext cx="786731" cy="786731"/>
          </a:xfrm>
          <a:prstGeom prst="rect">
            <a:avLst/>
          </a:prstGeom>
        </p:spPr>
      </p:pic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D8FA1634-B5B5-47F2-973D-119664D3FF05}"/>
              </a:ext>
            </a:extLst>
          </p:cNvPr>
          <p:cNvCxnSpPr>
            <a:cxnSpLocks/>
          </p:cNvCxnSpPr>
          <p:nvPr/>
        </p:nvCxnSpPr>
        <p:spPr>
          <a:xfrm>
            <a:off x="3958381" y="2141301"/>
            <a:ext cx="534433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A0CEF224-F4E4-492B-AA54-E44C5E6E9B62}"/>
              </a:ext>
            </a:extLst>
          </p:cNvPr>
          <p:cNvSpPr txBox="1"/>
          <p:nvPr/>
        </p:nvSpPr>
        <p:spPr>
          <a:xfrm>
            <a:off x="4431388" y="1959259"/>
            <a:ext cx="1795449" cy="39698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200" dirty="0">
                <a:solidFill>
                  <a:schemeClr val="bg1"/>
                </a:solidFill>
              </a:rPr>
              <a:t>[ 0, 0, …, 0]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49F1ABE2-5034-45AC-B569-0A574A300EFC}"/>
              </a:ext>
            </a:extLst>
          </p:cNvPr>
          <p:cNvCxnSpPr>
            <a:cxnSpLocks/>
            <a:endCxn id="83" idx="2"/>
          </p:cNvCxnSpPr>
          <p:nvPr/>
        </p:nvCxnSpPr>
        <p:spPr>
          <a:xfrm flipH="1">
            <a:off x="2918716" y="2386885"/>
            <a:ext cx="1901338" cy="8261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878DCA0E-FAE0-47A3-A1F9-B0DE9C43BD20}"/>
              </a:ext>
            </a:extLst>
          </p:cNvPr>
          <p:cNvCxnSpPr>
            <a:cxnSpLocks/>
            <a:endCxn id="82" idx="2"/>
          </p:cNvCxnSpPr>
          <p:nvPr/>
        </p:nvCxnSpPr>
        <p:spPr>
          <a:xfrm flipH="1">
            <a:off x="3309599" y="2386885"/>
            <a:ext cx="1510456" cy="8261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F419AA6D-39B5-432F-9AF6-B250E3127B1C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4820054" y="2394871"/>
            <a:ext cx="2813480" cy="82391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DFE831B0-1630-43B4-AACD-C8E3F9935404}"/>
              </a:ext>
            </a:extLst>
          </p:cNvPr>
          <p:cNvSpPr txBox="1"/>
          <p:nvPr/>
        </p:nvSpPr>
        <p:spPr>
          <a:xfrm>
            <a:off x="3462794" y="3954446"/>
            <a:ext cx="3817074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…                 …                 …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33807DF-BAF2-4097-B280-10663BFDB8B1}"/>
              </a:ext>
            </a:extLst>
          </p:cNvPr>
          <p:cNvSpPr txBox="1"/>
          <p:nvPr/>
        </p:nvSpPr>
        <p:spPr>
          <a:xfrm>
            <a:off x="3462794" y="3110617"/>
            <a:ext cx="3817074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…                 …                 …</a:t>
            </a: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94DDE32-58F6-4237-AAB9-AD2831804320}"/>
              </a:ext>
            </a:extLst>
          </p:cNvPr>
          <p:cNvCxnSpPr>
            <a:cxnSpLocks/>
            <a:endCxn id="83" idx="2"/>
          </p:cNvCxnSpPr>
          <p:nvPr/>
        </p:nvCxnSpPr>
        <p:spPr>
          <a:xfrm flipH="1">
            <a:off x="2918716" y="2394871"/>
            <a:ext cx="2216498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CF307440-1CBC-4224-8A5C-FC9583DDA11F}"/>
              </a:ext>
            </a:extLst>
          </p:cNvPr>
          <p:cNvCxnSpPr>
            <a:cxnSpLocks/>
            <a:endCxn id="82" idx="2"/>
          </p:cNvCxnSpPr>
          <p:nvPr/>
        </p:nvCxnSpPr>
        <p:spPr>
          <a:xfrm flipH="1">
            <a:off x="3309599" y="2394871"/>
            <a:ext cx="1834382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688BDA00-9698-4DD6-BCF6-70617FE868B1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5126088" y="2394871"/>
            <a:ext cx="2507446" cy="82391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81C3FBAA-9F36-4DAE-A01F-52FE24787CA6}"/>
              </a:ext>
            </a:extLst>
          </p:cNvPr>
          <p:cNvCxnSpPr>
            <a:cxnSpLocks/>
            <a:endCxn id="83" idx="2"/>
          </p:cNvCxnSpPr>
          <p:nvPr/>
        </p:nvCxnSpPr>
        <p:spPr>
          <a:xfrm flipH="1">
            <a:off x="2918716" y="2394871"/>
            <a:ext cx="2979286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3F83FCA-C76F-4918-9669-AF15FE7A30E7}"/>
              </a:ext>
            </a:extLst>
          </p:cNvPr>
          <p:cNvCxnSpPr>
            <a:cxnSpLocks/>
            <a:endCxn id="82" idx="2"/>
          </p:cNvCxnSpPr>
          <p:nvPr/>
        </p:nvCxnSpPr>
        <p:spPr>
          <a:xfrm flipH="1">
            <a:off x="3309599" y="2394871"/>
            <a:ext cx="2588404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4146E12-3908-4088-9B49-33FDC2C96AB8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5898002" y="2394871"/>
            <a:ext cx="1735532" cy="82391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8552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MNIST 모델</a:t>
            </a: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643BF7C6-5757-4DE9-ABF2-34E0F4CEB72A}"/>
              </a:ext>
            </a:extLst>
          </p:cNvPr>
          <p:cNvSpPr txBox="1"/>
          <p:nvPr/>
        </p:nvSpPr>
        <p:spPr>
          <a:xfrm>
            <a:off x="8232484" y="1986425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(784,)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1AE54E7E-D959-48AF-97FF-0801326833A4}"/>
              </a:ext>
            </a:extLst>
          </p:cNvPr>
          <p:cNvSpPr txBox="1"/>
          <p:nvPr/>
        </p:nvSpPr>
        <p:spPr>
          <a:xfrm>
            <a:off x="8232484" y="3154257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(512,)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91A2F325-051F-4F72-AF64-E1E6E01A6886}"/>
              </a:ext>
            </a:extLst>
          </p:cNvPr>
          <p:cNvSpPr txBox="1"/>
          <p:nvPr/>
        </p:nvSpPr>
        <p:spPr>
          <a:xfrm>
            <a:off x="8232484" y="4054293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(512,)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E5CADB68-6768-4E25-828B-D6C8BD604994}"/>
              </a:ext>
            </a:extLst>
          </p:cNvPr>
          <p:cNvSpPr txBox="1"/>
          <p:nvPr/>
        </p:nvSpPr>
        <p:spPr>
          <a:xfrm>
            <a:off x="8232484" y="5027186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(10,)</a:t>
            </a:r>
          </a:p>
        </p:txBody>
      </p:sp>
      <p:sp>
        <p:nvSpPr>
          <p:cNvPr id="380" name="Right Brace 379">
            <a:extLst>
              <a:ext uri="{FF2B5EF4-FFF2-40B4-BE49-F238E27FC236}">
                <a16:creationId xmlns:a16="http://schemas.microsoft.com/office/drawing/2014/main" id="{AE3E214E-A9A6-4570-B94B-29B9EE9FCEA9}"/>
              </a:ext>
            </a:extLst>
          </p:cNvPr>
          <p:cNvSpPr/>
          <p:nvPr/>
        </p:nvSpPr>
        <p:spPr>
          <a:xfrm>
            <a:off x="9215276" y="2157241"/>
            <a:ext cx="150690" cy="3052934"/>
          </a:xfrm>
          <a:prstGeom prst="rightBrac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FFB8E-011C-4DCA-867A-12DAF173D44A}"/>
              </a:ext>
            </a:extLst>
          </p:cNvPr>
          <p:cNvSpPr txBox="1"/>
          <p:nvPr/>
        </p:nvSpPr>
        <p:spPr>
          <a:xfrm>
            <a:off x="9522449" y="3080227"/>
            <a:ext cx="1025512" cy="1200329"/>
          </a:xfrm>
          <a:prstGeom prst="rect">
            <a:avLst/>
          </a:prstGeom>
          <a:solidFill>
            <a:schemeClr val="tx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레이어</a:t>
            </a:r>
            <a:endParaRPr lang="en-US" sz="2000" dirty="0">
              <a:solidFill>
                <a:schemeClr val="tx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크기</a:t>
            </a:r>
            <a:endParaRPr lang="en-US" sz="2000" dirty="0">
              <a:solidFill>
                <a:schemeClr val="tx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(Layer</a:t>
            </a:r>
          </a:p>
          <a:p>
            <a:pPr algn="ctr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Size)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E0CB014C-2072-44F1-AC04-4D0FC64DF189}"/>
              </a:ext>
            </a:extLst>
          </p:cNvPr>
          <p:cNvSpPr txBox="1"/>
          <p:nvPr/>
        </p:nvSpPr>
        <p:spPr>
          <a:xfrm>
            <a:off x="1361258" y="3224970"/>
            <a:ext cx="958509" cy="424732"/>
          </a:xfrm>
          <a:prstGeom prst="rect">
            <a:avLst/>
          </a:prstGeom>
          <a:solidFill>
            <a:schemeClr val="tx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400" err="1">
                <a:solidFill>
                  <a:schemeClr val="tx1"/>
                </a:solidFill>
              </a:rPr>
              <a:t>ReLU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7168111-F819-4776-8A24-271D2CFF1A51}"/>
              </a:ext>
            </a:extLst>
          </p:cNvPr>
          <p:cNvSpPr txBox="1"/>
          <p:nvPr/>
        </p:nvSpPr>
        <p:spPr>
          <a:xfrm>
            <a:off x="1361258" y="4846585"/>
            <a:ext cx="1361282" cy="341632"/>
          </a:xfrm>
          <a:prstGeom prst="rect">
            <a:avLst/>
          </a:prstGeom>
          <a:solidFill>
            <a:schemeClr val="tx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시그모이드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F807541-8DB6-4B49-85B1-D3600B23B6AF}"/>
              </a:ext>
            </a:extLst>
          </p:cNvPr>
          <p:cNvSpPr txBox="1"/>
          <p:nvPr/>
        </p:nvSpPr>
        <p:spPr>
          <a:xfrm>
            <a:off x="1361258" y="4015003"/>
            <a:ext cx="958509" cy="424732"/>
          </a:xfrm>
          <a:prstGeom prst="rect">
            <a:avLst/>
          </a:prstGeom>
          <a:solidFill>
            <a:schemeClr val="tx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400" err="1">
                <a:solidFill>
                  <a:schemeClr val="tx1"/>
                </a:solidFill>
              </a:rPr>
              <a:t>ReLU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90" name="Google Shape;219;p33">
            <a:extLst>
              <a:ext uri="{FF2B5EF4-FFF2-40B4-BE49-F238E27FC236}">
                <a16:creationId xmlns:a16="http://schemas.microsoft.com/office/drawing/2014/main" id="{F9E985ED-D43A-42A4-AF8B-040E8A026BA8}"/>
              </a:ext>
            </a:extLst>
          </p:cNvPr>
          <p:cNvSpPr/>
          <p:nvPr/>
        </p:nvSpPr>
        <p:spPr>
          <a:xfrm rot="5400000">
            <a:off x="7470577" y="3219778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219;p33">
            <a:extLst>
              <a:ext uri="{FF2B5EF4-FFF2-40B4-BE49-F238E27FC236}">
                <a16:creationId xmlns:a16="http://schemas.microsoft.com/office/drawing/2014/main" id="{8EAA38ED-7427-4C77-9953-A847CDA7524A}"/>
              </a:ext>
            </a:extLst>
          </p:cNvPr>
          <p:cNvSpPr/>
          <p:nvPr/>
        </p:nvSpPr>
        <p:spPr>
          <a:xfrm rot="5400000">
            <a:off x="3146642" y="3214062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219;p33">
            <a:extLst>
              <a:ext uri="{FF2B5EF4-FFF2-40B4-BE49-F238E27FC236}">
                <a16:creationId xmlns:a16="http://schemas.microsoft.com/office/drawing/2014/main" id="{FE0679F8-2AC1-4DA7-B085-78DB48F55137}"/>
              </a:ext>
            </a:extLst>
          </p:cNvPr>
          <p:cNvSpPr/>
          <p:nvPr/>
        </p:nvSpPr>
        <p:spPr>
          <a:xfrm rot="5400000">
            <a:off x="2755759" y="3214062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219;p33">
            <a:extLst>
              <a:ext uri="{FF2B5EF4-FFF2-40B4-BE49-F238E27FC236}">
                <a16:creationId xmlns:a16="http://schemas.microsoft.com/office/drawing/2014/main" id="{CD90EC92-E8F4-47B3-9725-ED83F0EE2796}"/>
              </a:ext>
            </a:extLst>
          </p:cNvPr>
          <p:cNvSpPr/>
          <p:nvPr/>
        </p:nvSpPr>
        <p:spPr>
          <a:xfrm rot="5400000">
            <a:off x="7470577" y="4034692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219;p33">
            <a:extLst>
              <a:ext uri="{FF2B5EF4-FFF2-40B4-BE49-F238E27FC236}">
                <a16:creationId xmlns:a16="http://schemas.microsoft.com/office/drawing/2014/main" id="{0A75F393-54B0-46F9-A4CF-8ECAB2C7AAFD}"/>
              </a:ext>
            </a:extLst>
          </p:cNvPr>
          <p:cNvSpPr/>
          <p:nvPr/>
        </p:nvSpPr>
        <p:spPr>
          <a:xfrm rot="5400000">
            <a:off x="3146642" y="4028976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219;p33">
            <a:extLst>
              <a:ext uri="{FF2B5EF4-FFF2-40B4-BE49-F238E27FC236}">
                <a16:creationId xmlns:a16="http://schemas.microsoft.com/office/drawing/2014/main" id="{5800D1E8-AAE5-4745-8E47-6A0E72F2C030}"/>
              </a:ext>
            </a:extLst>
          </p:cNvPr>
          <p:cNvSpPr/>
          <p:nvPr/>
        </p:nvSpPr>
        <p:spPr>
          <a:xfrm rot="5400000">
            <a:off x="2755759" y="4028976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219;p33">
            <a:extLst>
              <a:ext uri="{FF2B5EF4-FFF2-40B4-BE49-F238E27FC236}">
                <a16:creationId xmlns:a16="http://schemas.microsoft.com/office/drawing/2014/main" id="{3CB1DD5C-9238-4685-A53B-F40FBD65864B}"/>
              </a:ext>
            </a:extLst>
          </p:cNvPr>
          <p:cNvSpPr/>
          <p:nvPr/>
        </p:nvSpPr>
        <p:spPr>
          <a:xfrm rot="5400000">
            <a:off x="3176594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1F4F2F8C-7EA9-45AA-AFFD-D0817F7F916D}"/>
              </a:ext>
            </a:extLst>
          </p:cNvPr>
          <p:cNvCxnSpPr>
            <a:cxnSpLocks/>
            <a:stCxn id="193" idx="6"/>
            <a:endCxn id="196" idx="2"/>
          </p:cNvCxnSpPr>
          <p:nvPr/>
        </p:nvCxnSpPr>
        <p:spPr>
          <a:xfrm flipH="1">
            <a:off x="3339551" y="4359613"/>
            <a:ext cx="4293983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D1508C6A-DBD0-4160-AB5E-41D8F939E78E}"/>
              </a:ext>
            </a:extLst>
          </p:cNvPr>
          <p:cNvCxnSpPr>
            <a:cxnSpLocks/>
            <a:stCxn id="194" idx="6"/>
            <a:endCxn id="196" idx="2"/>
          </p:cNvCxnSpPr>
          <p:nvPr/>
        </p:nvCxnSpPr>
        <p:spPr>
          <a:xfrm>
            <a:off x="3309599" y="4353897"/>
            <a:ext cx="29952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E797071B-8A05-4B54-A2B3-3B4884926D6E}"/>
              </a:ext>
            </a:extLst>
          </p:cNvPr>
          <p:cNvCxnSpPr>
            <a:cxnSpLocks/>
            <a:stCxn id="195" idx="6"/>
            <a:endCxn id="196" idx="2"/>
          </p:cNvCxnSpPr>
          <p:nvPr/>
        </p:nvCxnSpPr>
        <p:spPr>
          <a:xfrm>
            <a:off x="2918716" y="4353897"/>
            <a:ext cx="420835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DCCA5DB3-208A-4ED5-AF69-50D4BB73E391}"/>
              </a:ext>
            </a:extLst>
          </p:cNvPr>
          <p:cNvCxnSpPr>
            <a:cxnSpLocks/>
            <a:stCxn id="192" idx="6"/>
            <a:endCxn id="193" idx="2"/>
          </p:cNvCxnSpPr>
          <p:nvPr/>
        </p:nvCxnSpPr>
        <p:spPr>
          <a:xfrm>
            <a:off x="2918716" y="3538983"/>
            <a:ext cx="4714818" cy="494716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8537B897-10A5-477F-A449-89568C12FE1B}"/>
              </a:ext>
            </a:extLst>
          </p:cNvPr>
          <p:cNvCxnSpPr>
            <a:cxnSpLocks/>
            <a:stCxn id="192" idx="6"/>
            <a:endCxn id="194" idx="2"/>
          </p:cNvCxnSpPr>
          <p:nvPr/>
        </p:nvCxnSpPr>
        <p:spPr>
          <a:xfrm>
            <a:off x="2918716" y="3538983"/>
            <a:ext cx="390883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84A5C583-9AB1-4A85-9469-26CBB677B9CB}"/>
              </a:ext>
            </a:extLst>
          </p:cNvPr>
          <p:cNvCxnSpPr>
            <a:cxnSpLocks/>
            <a:stCxn id="192" idx="6"/>
            <a:endCxn id="195" idx="2"/>
          </p:cNvCxnSpPr>
          <p:nvPr/>
        </p:nvCxnSpPr>
        <p:spPr>
          <a:xfrm>
            <a:off x="2918716" y="3538983"/>
            <a:ext cx="0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58C27629-6448-4FEA-9C30-C81941CACAEC}"/>
              </a:ext>
            </a:extLst>
          </p:cNvPr>
          <p:cNvCxnSpPr>
            <a:cxnSpLocks/>
            <a:stCxn id="190" idx="6"/>
            <a:endCxn id="193" idx="2"/>
          </p:cNvCxnSpPr>
          <p:nvPr/>
        </p:nvCxnSpPr>
        <p:spPr>
          <a:xfrm>
            <a:off x="7633534" y="3544699"/>
            <a:ext cx="0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BD3CF183-D2F7-4ED3-A589-334441929771}"/>
              </a:ext>
            </a:extLst>
          </p:cNvPr>
          <p:cNvCxnSpPr>
            <a:cxnSpLocks/>
            <a:stCxn id="190" idx="6"/>
            <a:endCxn id="194" idx="2"/>
          </p:cNvCxnSpPr>
          <p:nvPr/>
        </p:nvCxnSpPr>
        <p:spPr>
          <a:xfrm flipH="1">
            <a:off x="3309599" y="3544699"/>
            <a:ext cx="4323935" cy="4832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9107B14-E9FA-4E3F-9CB6-4F48A250F3AD}"/>
              </a:ext>
            </a:extLst>
          </p:cNvPr>
          <p:cNvCxnSpPr>
            <a:cxnSpLocks/>
            <a:stCxn id="190" idx="6"/>
            <a:endCxn id="195" idx="2"/>
          </p:cNvCxnSpPr>
          <p:nvPr/>
        </p:nvCxnSpPr>
        <p:spPr>
          <a:xfrm flipH="1">
            <a:off x="2918716" y="3544699"/>
            <a:ext cx="4714818" cy="4832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F117FE84-0C4F-4B06-B39D-EF9A1690E9A0}"/>
              </a:ext>
            </a:extLst>
          </p:cNvPr>
          <p:cNvCxnSpPr>
            <a:cxnSpLocks/>
            <a:stCxn id="191" idx="6"/>
            <a:endCxn id="193" idx="2"/>
          </p:cNvCxnSpPr>
          <p:nvPr/>
        </p:nvCxnSpPr>
        <p:spPr>
          <a:xfrm>
            <a:off x="3309599" y="3538983"/>
            <a:ext cx="4323935" cy="494716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ADB73DB3-4D7F-4EE0-A801-22075F229130}"/>
              </a:ext>
            </a:extLst>
          </p:cNvPr>
          <p:cNvCxnSpPr>
            <a:cxnSpLocks/>
            <a:stCxn id="191" idx="6"/>
            <a:endCxn id="194" idx="2"/>
          </p:cNvCxnSpPr>
          <p:nvPr/>
        </p:nvCxnSpPr>
        <p:spPr>
          <a:xfrm>
            <a:off x="3309599" y="3538983"/>
            <a:ext cx="0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A9D3F46E-B806-4FDA-B08C-AEE3D4DDF98F}"/>
              </a:ext>
            </a:extLst>
          </p:cNvPr>
          <p:cNvCxnSpPr>
            <a:cxnSpLocks/>
            <a:stCxn id="191" idx="6"/>
            <a:endCxn id="195" idx="2"/>
          </p:cNvCxnSpPr>
          <p:nvPr/>
        </p:nvCxnSpPr>
        <p:spPr>
          <a:xfrm flipH="1">
            <a:off x="2918716" y="3538983"/>
            <a:ext cx="390883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Google Shape;219;p33">
            <a:extLst>
              <a:ext uri="{FF2B5EF4-FFF2-40B4-BE49-F238E27FC236}">
                <a16:creationId xmlns:a16="http://schemas.microsoft.com/office/drawing/2014/main" id="{07D260C6-B15D-4413-A7E5-7F7A6221F98B}"/>
              </a:ext>
            </a:extLst>
          </p:cNvPr>
          <p:cNvSpPr/>
          <p:nvPr/>
        </p:nvSpPr>
        <p:spPr>
          <a:xfrm rot="5400000">
            <a:off x="3617711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9;p33">
            <a:extLst>
              <a:ext uri="{FF2B5EF4-FFF2-40B4-BE49-F238E27FC236}">
                <a16:creationId xmlns:a16="http://schemas.microsoft.com/office/drawing/2014/main" id="{D47F1A65-8574-4ED2-AF69-1F7953EA54C7}"/>
              </a:ext>
            </a:extLst>
          </p:cNvPr>
          <p:cNvSpPr/>
          <p:nvPr/>
        </p:nvSpPr>
        <p:spPr>
          <a:xfrm rot="5400000">
            <a:off x="4058828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9;p33">
            <a:extLst>
              <a:ext uri="{FF2B5EF4-FFF2-40B4-BE49-F238E27FC236}">
                <a16:creationId xmlns:a16="http://schemas.microsoft.com/office/drawing/2014/main" id="{97F8DAE6-1A48-476A-8F7F-CCC72FC8E60A}"/>
              </a:ext>
            </a:extLst>
          </p:cNvPr>
          <p:cNvSpPr/>
          <p:nvPr/>
        </p:nvSpPr>
        <p:spPr>
          <a:xfrm rot="5400000">
            <a:off x="4499945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9;p33">
            <a:extLst>
              <a:ext uri="{FF2B5EF4-FFF2-40B4-BE49-F238E27FC236}">
                <a16:creationId xmlns:a16="http://schemas.microsoft.com/office/drawing/2014/main" id="{EAE52A27-66AE-4E7C-A972-0CCF8EF93BF0}"/>
              </a:ext>
            </a:extLst>
          </p:cNvPr>
          <p:cNvSpPr/>
          <p:nvPr/>
        </p:nvSpPr>
        <p:spPr>
          <a:xfrm rot="5400000">
            <a:off x="4941062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9;p33">
            <a:extLst>
              <a:ext uri="{FF2B5EF4-FFF2-40B4-BE49-F238E27FC236}">
                <a16:creationId xmlns:a16="http://schemas.microsoft.com/office/drawing/2014/main" id="{D20C833B-DC1E-412A-BF9C-B3226BCEC029}"/>
              </a:ext>
            </a:extLst>
          </p:cNvPr>
          <p:cNvSpPr/>
          <p:nvPr/>
        </p:nvSpPr>
        <p:spPr>
          <a:xfrm rot="5400000">
            <a:off x="5382179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9;p33">
            <a:extLst>
              <a:ext uri="{FF2B5EF4-FFF2-40B4-BE49-F238E27FC236}">
                <a16:creationId xmlns:a16="http://schemas.microsoft.com/office/drawing/2014/main" id="{8AA1398E-0BF9-4AF0-BAF6-40084C18BBAD}"/>
              </a:ext>
            </a:extLst>
          </p:cNvPr>
          <p:cNvSpPr/>
          <p:nvPr/>
        </p:nvSpPr>
        <p:spPr>
          <a:xfrm rot="5400000">
            <a:off x="5823296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9;p33">
            <a:extLst>
              <a:ext uri="{FF2B5EF4-FFF2-40B4-BE49-F238E27FC236}">
                <a16:creationId xmlns:a16="http://schemas.microsoft.com/office/drawing/2014/main" id="{17B9212A-9035-41E7-95D0-8753482EF4F2}"/>
              </a:ext>
            </a:extLst>
          </p:cNvPr>
          <p:cNvSpPr/>
          <p:nvPr/>
        </p:nvSpPr>
        <p:spPr>
          <a:xfrm rot="5400000">
            <a:off x="6264413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9;p33">
            <a:extLst>
              <a:ext uri="{FF2B5EF4-FFF2-40B4-BE49-F238E27FC236}">
                <a16:creationId xmlns:a16="http://schemas.microsoft.com/office/drawing/2014/main" id="{54EEB30A-286D-48B6-86D5-0E5C760C7F15}"/>
              </a:ext>
            </a:extLst>
          </p:cNvPr>
          <p:cNvSpPr/>
          <p:nvPr/>
        </p:nvSpPr>
        <p:spPr>
          <a:xfrm rot="5400000">
            <a:off x="6705530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9;p33">
            <a:extLst>
              <a:ext uri="{FF2B5EF4-FFF2-40B4-BE49-F238E27FC236}">
                <a16:creationId xmlns:a16="http://schemas.microsoft.com/office/drawing/2014/main" id="{7434BE2D-99E4-4554-810C-2E128479C0B5}"/>
              </a:ext>
            </a:extLst>
          </p:cNvPr>
          <p:cNvSpPr/>
          <p:nvPr/>
        </p:nvSpPr>
        <p:spPr>
          <a:xfrm rot="5400000">
            <a:off x="7146649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03E5BBFF-D6F8-474F-BC51-95B297B34FE4}"/>
              </a:ext>
            </a:extLst>
          </p:cNvPr>
          <p:cNvCxnSpPr>
            <a:cxnSpLocks/>
            <a:stCxn id="195" idx="6"/>
            <a:endCxn id="209" idx="2"/>
          </p:cNvCxnSpPr>
          <p:nvPr/>
        </p:nvCxnSpPr>
        <p:spPr>
          <a:xfrm>
            <a:off x="2918716" y="4353897"/>
            <a:ext cx="861952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29FF0868-31E9-414C-97A1-4AA9FCABC81A}"/>
              </a:ext>
            </a:extLst>
          </p:cNvPr>
          <p:cNvCxnSpPr>
            <a:cxnSpLocks/>
            <a:stCxn id="194" idx="6"/>
            <a:endCxn id="209" idx="2"/>
          </p:cNvCxnSpPr>
          <p:nvPr/>
        </p:nvCxnSpPr>
        <p:spPr>
          <a:xfrm>
            <a:off x="3309599" y="4353897"/>
            <a:ext cx="471069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093221F1-A80E-49CE-B379-91965E0C76A5}"/>
              </a:ext>
            </a:extLst>
          </p:cNvPr>
          <p:cNvCxnSpPr>
            <a:cxnSpLocks/>
            <a:stCxn id="193" idx="6"/>
            <a:endCxn id="209" idx="2"/>
          </p:cNvCxnSpPr>
          <p:nvPr/>
        </p:nvCxnSpPr>
        <p:spPr>
          <a:xfrm flipH="1">
            <a:off x="3780668" y="4359613"/>
            <a:ext cx="3852866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62D1C327-8D8B-4005-B192-CEAA7E5954D3}"/>
              </a:ext>
            </a:extLst>
          </p:cNvPr>
          <p:cNvCxnSpPr>
            <a:cxnSpLocks/>
            <a:stCxn id="194" idx="6"/>
            <a:endCxn id="210" idx="2"/>
          </p:cNvCxnSpPr>
          <p:nvPr/>
        </p:nvCxnSpPr>
        <p:spPr>
          <a:xfrm>
            <a:off x="3309599" y="4353897"/>
            <a:ext cx="912186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36CA0B68-35BD-48C5-BF5E-92939641F193}"/>
              </a:ext>
            </a:extLst>
          </p:cNvPr>
          <p:cNvCxnSpPr>
            <a:cxnSpLocks/>
            <a:stCxn id="195" idx="6"/>
            <a:endCxn id="210" idx="2"/>
          </p:cNvCxnSpPr>
          <p:nvPr/>
        </p:nvCxnSpPr>
        <p:spPr>
          <a:xfrm>
            <a:off x="2918716" y="4353897"/>
            <a:ext cx="1303069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1C3E3836-16ED-4485-9774-1EA87E1CD270}"/>
              </a:ext>
            </a:extLst>
          </p:cNvPr>
          <p:cNvCxnSpPr>
            <a:cxnSpLocks/>
            <a:stCxn id="193" idx="6"/>
            <a:endCxn id="210" idx="2"/>
          </p:cNvCxnSpPr>
          <p:nvPr/>
        </p:nvCxnSpPr>
        <p:spPr>
          <a:xfrm flipH="1">
            <a:off x="4221785" y="4359613"/>
            <a:ext cx="3411749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9E3D7E68-5314-4333-B08C-B64FCB6948CB}"/>
              </a:ext>
            </a:extLst>
          </p:cNvPr>
          <p:cNvCxnSpPr>
            <a:cxnSpLocks/>
            <a:stCxn id="195" idx="6"/>
            <a:endCxn id="211" idx="2"/>
          </p:cNvCxnSpPr>
          <p:nvPr/>
        </p:nvCxnSpPr>
        <p:spPr>
          <a:xfrm>
            <a:off x="2918716" y="4353897"/>
            <a:ext cx="1744186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0B35D996-A24E-4979-B8DC-F9433DE41742}"/>
              </a:ext>
            </a:extLst>
          </p:cNvPr>
          <p:cNvCxnSpPr>
            <a:cxnSpLocks/>
            <a:stCxn id="194" idx="6"/>
            <a:endCxn id="211" idx="2"/>
          </p:cNvCxnSpPr>
          <p:nvPr/>
        </p:nvCxnSpPr>
        <p:spPr>
          <a:xfrm>
            <a:off x="3309599" y="4353897"/>
            <a:ext cx="1353303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4B2CE72A-EAE7-4D78-97E5-A5819AB7A4EC}"/>
              </a:ext>
            </a:extLst>
          </p:cNvPr>
          <p:cNvCxnSpPr>
            <a:cxnSpLocks/>
            <a:stCxn id="193" idx="6"/>
            <a:endCxn id="211" idx="2"/>
          </p:cNvCxnSpPr>
          <p:nvPr/>
        </p:nvCxnSpPr>
        <p:spPr>
          <a:xfrm flipH="1">
            <a:off x="4662902" y="4359613"/>
            <a:ext cx="2970632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4EFC0F09-604F-4B29-9AE7-CC2AF4D24E6B}"/>
              </a:ext>
            </a:extLst>
          </p:cNvPr>
          <p:cNvCxnSpPr>
            <a:cxnSpLocks/>
            <a:stCxn id="195" idx="6"/>
            <a:endCxn id="212" idx="2"/>
          </p:cNvCxnSpPr>
          <p:nvPr/>
        </p:nvCxnSpPr>
        <p:spPr>
          <a:xfrm>
            <a:off x="2918716" y="4353897"/>
            <a:ext cx="2185303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B9AE30FD-4080-4EE2-925F-582754F923E4}"/>
              </a:ext>
            </a:extLst>
          </p:cNvPr>
          <p:cNvCxnSpPr>
            <a:cxnSpLocks/>
            <a:stCxn id="194" idx="6"/>
            <a:endCxn id="212" idx="2"/>
          </p:cNvCxnSpPr>
          <p:nvPr/>
        </p:nvCxnSpPr>
        <p:spPr>
          <a:xfrm>
            <a:off x="3309599" y="4353897"/>
            <a:ext cx="1794420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6523356-09AF-427F-9369-4BD2F1CE53A4}"/>
              </a:ext>
            </a:extLst>
          </p:cNvPr>
          <p:cNvCxnSpPr>
            <a:cxnSpLocks/>
            <a:stCxn id="193" idx="6"/>
            <a:endCxn id="212" idx="2"/>
          </p:cNvCxnSpPr>
          <p:nvPr/>
        </p:nvCxnSpPr>
        <p:spPr>
          <a:xfrm flipH="1">
            <a:off x="5104019" y="4359613"/>
            <a:ext cx="2529515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4037F26A-6CAB-49F8-B682-5C4379844195}"/>
              </a:ext>
            </a:extLst>
          </p:cNvPr>
          <p:cNvCxnSpPr>
            <a:cxnSpLocks/>
            <a:stCxn id="194" idx="6"/>
            <a:endCxn id="213" idx="2"/>
          </p:cNvCxnSpPr>
          <p:nvPr/>
        </p:nvCxnSpPr>
        <p:spPr>
          <a:xfrm>
            <a:off x="3309599" y="4353897"/>
            <a:ext cx="2235537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6B88351-436C-4763-A8B5-F1FF3D15A9ED}"/>
              </a:ext>
            </a:extLst>
          </p:cNvPr>
          <p:cNvCxnSpPr>
            <a:cxnSpLocks/>
            <a:stCxn id="195" idx="6"/>
            <a:endCxn id="213" idx="2"/>
          </p:cNvCxnSpPr>
          <p:nvPr/>
        </p:nvCxnSpPr>
        <p:spPr>
          <a:xfrm>
            <a:off x="2918716" y="4353897"/>
            <a:ext cx="2626420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C1ABFB5E-DD0B-4288-9161-DBA3DB5B8250}"/>
              </a:ext>
            </a:extLst>
          </p:cNvPr>
          <p:cNvCxnSpPr>
            <a:cxnSpLocks/>
            <a:stCxn id="193" idx="6"/>
            <a:endCxn id="213" idx="2"/>
          </p:cNvCxnSpPr>
          <p:nvPr/>
        </p:nvCxnSpPr>
        <p:spPr>
          <a:xfrm flipH="1">
            <a:off x="5545136" y="4359613"/>
            <a:ext cx="2088398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C0FF02FB-063C-4137-BFD5-2E037051768D}"/>
              </a:ext>
            </a:extLst>
          </p:cNvPr>
          <p:cNvCxnSpPr>
            <a:cxnSpLocks/>
            <a:stCxn id="195" idx="6"/>
            <a:endCxn id="214" idx="2"/>
          </p:cNvCxnSpPr>
          <p:nvPr/>
        </p:nvCxnSpPr>
        <p:spPr>
          <a:xfrm>
            <a:off x="2918716" y="4353897"/>
            <a:ext cx="3067537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5E0349F6-C419-41C2-AB41-C55883DC4AA1}"/>
              </a:ext>
            </a:extLst>
          </p:cNvPr>
          <p:cNvCxnSpPr>
            <a:cxnSpLocks/>
            <a:stCxn id="194" idx="6"/>
            <a:endCxn id="214" idx="2"/>
          </p:cNvCxnSpPr>
          <p:nvPr/>
        </p:nvCxnSpPr>
        <p:spPr>
          <a:xfrm>
            <a:off x="3309599" y="4353897"/>
            <a:ext cx="2676654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FECD595E-04CE-4A25-88F3-10621A246DB0}"/>
              </a:ext>
            </a:extLst>
          </p:cNvPr>
          <p:cNvCxnSpPr>
            <a:cxnSpLocks/>
            <a:stCxn id="193" idx="6"/>
            <a:endCxn id="214" idx="2"/>
          </p:cNvCxnSpPr>
          <p:nvPr/>
        </p:nvCxnSpPr>
        <p:spPr>
          <a:xfrm flipH="1">
            <a:off x="5986253" y="4359613"/>
            <a:ext cx="1647281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13A7B4B2-3A2F-4102-B12C-BF4BCBA78A2D}"/>
              </a:ext>
            </a:extLst>
          </p:cNvPr>
          <p:cNvCxnSpPr>
            <a:cxnSpLocks/>
            <a:stCxn id="195" idx="6"/>
            <a:endCxn id="215" idx="2"/>
          </p:cNvCxnSpPr>
          <p:nvPr/>
        </p:nvCxnSpPr>
        <p:spPr>
          <a:xfrm>
            <a:off x="2918716" y="4353897"/>
            <a:ext cx="3508654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E325A9A2-66F3-4923-956D-597D613F9B11}"/>
              </a:ext>
            </a:extLst>
          </p:cNvPr>
          <p:cNvCxnSpPr>
            <a:cxnSpLocks/>
            <a:stCxn id="194" idx="6"/>
            <a:endCxn id="215" idx="2"/>
          </p:cNvCxnSpPr>
          <p:nvPr/>
        </p:nvCxnSpPr>
        <p:spPr>
          <a:xfrm>
            <a:off x="3309599" y="4353897"/>
            <a:ext cx="3117771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A07E5612-05A4-4253-BC0B-2CA40D128D28}"/>
              </a:ext>
            </a:extLst>
          </p:cNvPr>
          <p:cNvCxnSpPr>
            <a:cxnSpLocks/>
            <a:stCxn id="193" idx="6"/>
            <a:endCxn id="215" idx="2"/>
          </p:cNvCxnSpPr>
          <p:nvPr/>
        </p:nvCxnSpPr>
        <p:spPr>
          <a:xfrm flipH="1">
            <a:off x="6427370" y="4359613"/>
            <a:ext cx="1206164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48D65BD2-8904-4B09-B300-271C9EC3311C}"/>
              </a:ext>
            </a:extLst>
          </p:cNvPr>
          <p:cNvCxnSpPr>
            <a:cxnSpLocks/>
            <a:stCxn id="195" idx="6"/>
            <a:endCxn id="216" idx="2"/>
          </p:cNvCxnSpPr>
          <p:nvPr/>
        </p:nvCxnSpPr>
        <p:spPr>
          <a:xfrm>
            <a:off x="2918716" y="4353897"/>
            <a:ext cx="3949771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A4F7C8C3-4D05-46E9-9CF2-EFD6DA719647}"/>
              </a:ext>
            </a:extLst>
          </p:cNvPr>
          <p:cNvCxnSpPr>
            <a:cxnSpLocks/>
            <a:stCxn id="194" idx="6"/>
            <a:endCxn id="216" idx="2"/>
          </p:cNvCxnSpPr>
          <p:nvPr/>
        </p:nvCxnSpPr>
        <p:spPr>
          <a:xfrm>
            <a:off x="3309599" y="4353897"/>
            <a:ext cx="3558888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A82F966B-7B3A-4E4F-9D98-5CE07860EE47}"/>
              </a:ext>
            </a:extLst>
          </p:cNvPr>
          <p:cNvCxnSpPr>
            <a:cxnSpLocks/>
            <a:stCxn id="193" idx="6"/>
            <a:endCxn id="216" idx="2"/>
          </p:cNvCxnSpPr>
          <p:nvPr/>
        </p:nvCxnSpPr>
        <p:spPr>
          <a:xfrm flipH="1">
            <a:off x="6868487" y="4359613"/>
            <a:ext cx="765047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BF1567B8-DB0E-4008-8FB2-51E21DC75C5D}"/>
              </a:ext>
            </a:extLst>
          </p:cNvPr>
          <p:cNvCxnSpPr>
            <a:cxnSpLocks/>
            <a:stCxn id="195" idx="6"/>
            <a:endCxn id="217" idx="2"/>
          </p:cNvCxnSpPr>
          <p:nvPr/>
        </p:nvCxnSpPr>
        <p:spPr>
          <a:xfrm>
            <a:off x="2918716" y="4353897"/>
            <a:ext cx="4390890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DD8D614-DEE9-460E-913E-A4372D36B3E2}"/>
              </a:ext>
            </a:extLst>
          </p:cNvPr>
          <p:cNvCxnSpPr>
            <a:cxnSpLocks/>
            <a:stCxn id="194" idx="6"/>
            <a:endCxn id="217" idx="2"/>
          </p:cNvCxnSpPr>
          <p:nvPr/>
        </p:nvCxnSpPr>
        <p:spPr>
          <a:xfrm>
            <a:off x="3309599" y="4353897"/>
            <a:ext cx="4000007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E307F62F-FB22-4063-BB7F-CD390E4C0097}"/>
              </a:ext>
            </a:extLst>
          </p:cNvPr>
          <p:cNvCxnSpPr>
            <a:cxnSpLocks/>
            <a:stCxn id="193" idx="6"/>
            <a:endCxn id="217" idx="2"/>
          </p:cNvCxnSpPr>
          <p:nvPr/>
        </p:nvCxnSpPr>
        <p:spPr>
          <a:xfrm flipH="1">
            <a:off x="7309606" y="4359613"/>
            <a:ext cx="323928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" name="Picture 244" descr="A picture containing drawing  Description automatically generated">
            <a:extLst>
              <a:ext uri="{FF2B5EF4-FFF2-40B4-BE49-F238E27FC236}">
                <a16:creationId xmlns:a16="http://schemas.microsoft.com/office/drawing/2014/main" id="{BA729939-A4C4-41C5-BCCC-A5468C2A9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68" y="1725140"/>
            <a:ext cx="786731" cy="786731"/>
          </a:xfrm>
          <a:prstGeom prst="rect">
            <a:avLst/>
          </a:prstGeom>
        </p:spPr>
      </p:pic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838822B9-E019-42CA-B6D2-CBF49AE09454}"/>
              </a:ext>
            </a:extLst>
          </p:cNvPr>
          <p:cNvCxnSpPr>
            <a:cxnSpLocks/>
          </p:cNvCxnSpPr>
          <p:nvPr/>
        </p:nvCxnSpPr>
        <p:spPr>
          <a:xfrm>
            <a:off x="3958381" y="2141301"/>
            <a:ext cx="534433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B5D209B5-CA95-4961-ACEA-EF7A32215908}"/>
              </a:ext>
            </a:extLst>
          </p:cNvPr>
          <p:cNvSpPr txBox="1"/>
          <p:nvPr/>
        </p:nvSpPr>
        <p:spPr>
          <a:xfrm>
            <a:off x="4431388" y="1959259"/>
            <a:ext cx="1795449" cy="39698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[ 0, 0, …, 0]</a:t>
            </a:r>
          </a:p>
        </p:txBody>
      </p: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98134531-0C3E-4627-8021-10F93F64B061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>
            <a:off x="2918716" y="2386885"/>
            <a:ext cx="1901338" cy="8261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156A53B5-2095-42B8-8E6A-837B934B114B}"/>
              </a:ext>
            </a:extLst>
          </p:cNvPr>
          <p:cNvCxnSpPr>
            <a:cxnSpLocks/>
            <a:endCxn id="191" idx="2"/>
          </p:cNvCxnSpPr>
          <p:nvPr/>
        </p:nvCxnSpPr>
        <p:spPr>
          <a:xfrm flipH="1">
            <a:off x="3309599" y="2386885"/>
            <a:ext cx="1510456" cy="8261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4CCD1754-C932-4030-B2E6-C82F5CDCDD92}"/>
              </a:ext>
            </a:extLst>
          </p:cNvPr>
          <p:cNvCxnSpPr>
            <a:cxnSpLocks/>
            <a:endCxn id="190" idx="2"/>
          </p:cNvCxnSpPr>
          <p:nvPr/>
        </p:nvCxnSpPr>
        <p:spPr>
          <a:xfrm>
            <a:off x="4820054" y="2394871"/>
            <a:ext cx="2813480" cy="82391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BCBE7FDA-911B-45D9-A381-DB5C0CA6C87C}"/>
              </a:ext>
            </a:extLst>
          </p:cNvPr>
          <p:cNvSpPr txBox="1"/>
          <p:nvPr/>
        </p:nvSpPr>
        <p:spPr>
          <a:xfrm>
            <a:off x="3462794" y="3954446"/>
            <a:ext cx="3817074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…                 …                 …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47A607AF-631C-4E5C-B2FB-37132DF2D752}"/>
              </a:ext>
            </a:extLst>
          </p:cNvPr>
          <p:cNvSpPr txBox="1"/>
          <p:nvPr/>
        </p:nvSpPr>
        <p:spPr>
          <a:xfrm>
            <a:off x="3462794" y="3110617"/>
            <a:ext cx="3817074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…                 …                 …</a:t>
            </a:r>
          </a:p>
        </p:txBody>
      </p: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C21033DD-9950-4440-AC12-EDC2F929520C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>
            <a:off x="2918716" y="2394871"/>
            <a:ext cx="2216498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07BF7B59-F80A-4746-842D-ED38A7E113B7}"/>
              </a:ext>
            </a:extLst>
          </p:cNvPr>
          <p:cNvCxnSpPr>
            <a:cxnSpLocks/>
            <a:endCxn id="191" idx="2"/>
          </p:cNvCxnSpPr>
          <p:nvPr/>
        </p:nvCxnSpPr>
        <p:spPr>
          <a:xfrm flipH="1">
            <a:off x="3309599" y="2394871"/>
            <a:ext cx="1834382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C51C51C8-E845-4E5F-9D2D-A9EFA3CA3AC4}"/>
              </a:ext>
            </a:extLst>
          </p:cNvPr>
          <p:cNvCxnSpPr>
            <a:cxnSpLocks/>
            <a:endCxn id="190" idx="2"/>
          </p:cNvCxnSpPr>
          <p:nvPr/>
        </p:nvCxnSpPr>
        <p:spPr>
          <a:xfrm>
            <a:off x="5126088" y="2394871"/>
            <a:ext cx="2507446" cy="82391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20197C03-E2CB-471F-B195-5FFECA8E12CF}"/>
              </a:ext>
            </a:extLst>
          </p:cNvPr>
          <p:cNvCxnSpPr>
            <a:cxnSpLocks/>
            <a:endCxn id="192" idx="2"/>
          </p:cNvCxnSpPr>
          <p:nvPr/>
        </p:nvCxnSpPr>
        <p:spPr>
          <a:xfrm flipH="1">
            <a:off x="2918716" y="2394871"/>
            <a:ext cx="2979286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07A4D40-B800-4619-BA34-35C8173A847D}"/>
              </a:ext>
            </a:extLst>
          </p:cNvPr>
          <p:cNvCxnSpPr>
            <a:cxnSpLocks/>
            <a:endCxn id="191" idx="2"/>
          </p:cNvCxnSpPr>
          <p:nvPr/>
        </p:nvCxnSpPr>
        <p:spPr>
          <a:xfrm flipH="1">
            <a:off x="3309599" y="2394871"/>
            <a:ext cx="2588404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8AB2A688-36F3-467A-8983-84A87B720467}"/>
              </a:ext>
            </a:extLst>
          </p:cNvPr>
          <p:cNvCxnSpPr>
            <a:cxnSpLocks/>
            <a:endCxn id="190" idx="2"/>
          </p:cNvCxnSpPr>
          <p:nvPr/>
        </p:nvCxnSpPr>
        <p:spPr>
          <a:xfrm>
            <a:off x="5898002" y="2394871"/>
            <a:ext cx="1735532" cy="82391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8858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MNIST 모델</a:t>
            </a: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643BF7C6-5757-4DE9-ABF2-34E0F4CEB72A}"/>
              </a:ext>
            </a:extLst>
          </p:cNvPr>
          <p:cNvSpPr txBox="1"/>
          <p:nvPr/>
        </p:nvSpPr>
        <p:spPr>
          <a:xfrm>
            <a:off x="8232484" y="1986425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(784,)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1AE54E7E-D959-48AF-97FF-0801326833A4}"/>
              </a:ext>
            </a:extLst>
          </p:cNvPr>
          <p:cNvSpPr txBox="1"/>
          <p:nvPr/>
        </p:nvSpPr>
        <p:spPr>
          <a:xfrm>
            <a:off x="8232484" y="3154257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(512,)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91A2F325-051F-4F72-AF64-E1E6E01A6886}"/>
              </a:ext>
            </a:extLst>
          </p:cNvPr>
          <p:cNvSpPr txBox="1"/>
          <p:nvPr/>
        </p:nvSpPr>
        <p:spPr>
          <a:xfrm>
            <a:off x="8232484" y="4054293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(512,)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E5CADB68-6768-4E25-828B-D6C8BD604994}"/>
              </a:ext>
            </a:extLst>
          </p:cNvPr>
          <p:cNvSpPr txBox="1"/>
          <p:nvPr/>
        </p:nvSpPr>
        <p:spPr>
          <a:xfrm>
            <a:off x="8232484" y="5027186"/>
            <a:ext cx="982792" cy="3416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(10,)</a:t>
            </a:r>
          </a:p>
        </p:txBody>
      </p:sp>
      <p:sp>
        <p:nvSpPr>
          <p:cNvPr id="380" name="Right Brace 379">
            <a:extLst>
              <a:ext uri="{FF2B5EF4-FFF2-40B4-BE49-F238E27FC236}">
                <a16:creationId xmlns:a16="http://schemas.microsoft.com/office/drawing/2014/main" id="{AE3E214E-A9A6-4570-B94B-29B9EE9FCEA9}"/>
              </a:ext>
            </a:extLst>
          </p:cNvPr>
          <p:cNvSpPr/>
          <p:nvPr/>
        </p:nvSpPr>
        <p:spPr>
          <a:xfrm>
            <a:off x="9215276" y="2157241"/>
            <a:ext cx="150690" cy="3052934"/>
          </a:xfrm>
          <a:prstGeom prst="rightBrac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85CA84-A907-435D-81BB-21133C8C5FEE}"/>
              </a:ext>
            </a:extLst>
          </p:cNvPr>
          <p:cNvSpPr txBox="1"/>
          <p:nvPr/>
        </p:nvSpPr>
        <p:spPr>
          <a:xfrm>
            <a:off x="1361258" y="3224970"/>
            <a:ext cx="958509" cy="424732"/>
          </a:xfrm>
          <a:prstGeom prst="rect">
            <a:avLst/>
          </a:prstGeom>
          <a:solidFill>
            <a:schemeClr val="tx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400" dirty="0" err="1">
                <a:solidFill>
                  <a:schemeClr val="tx1"/>
                </a:solidFill>
              </a:rPr>
              <a:t>ReLU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B24AB3-BD7A-4A6A-9E0E-F9892786968F}"/>
              </a:ext>
            </a:extLst>
          </p:cNvPr>
          <p:cNvSpPr txBox="1"/>
          <p:nvPr/>
        </p:nvSpPr>
        <p:spPr>
          <a:xfrm>
            <a:off x="1361258" y="4805035"/>
            <a:ext cx="1361282" cy="4247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400" dirty="0" err="1">
                <a:solidFill>
                  <a:schemeClr val="tx1"/>
                </a:solidFill>
              </a:rPr>
              <a:t>Softmax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D9D2BD-7276-420F-89A2-35A1FAA3A0C3}"/>
              </a:ext>
            </a:extLst>
          </p:cNvPr>
          <p:cNvSpPr txBox="1"/>
          <p:nvPr/>
        </p:nvSpPr>
        <p:spPr>
          <a:xfrm>
            <a:off x="9522449" y="3080227"/>
            <a:ext cx="1025512" cy="1200329"/>
          </a:xfrm>
          <a:prstGeom prst="rect">
            <a:avLst/>
          </a:prstGeom>
          <a:solidFill>
            <a:schemeClr val="tx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레이어</a:t>
            </a:r>
            <a:endParaRPr lang="en-US" sz="2000" dirty="0">
              <a:solidFill>
                <a:schemeClr val="tx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크기</a:t>
            </a:r>
            <a:endParaRPr lang="en-US" sz="2000" dirty="0">
              <a:solidFill>
                <a:schemeClr val="tx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(Layer</a:t>
            </a:r>
          </a:p>
          <a:p>
            <a:pPr algn="ctr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Size)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D98014-5223-416C-BF0C-3B7797DC2214}"/>
              </a:ext>
            </a:extLst>
          </p:cNvPr>
          <p:cNvSpPr txBox="1"/>
          <p:nvPr/>
        </p:nvSpPr>
        <p:spPr>
          <a:xfrm>
            <a:off x="1361258" y="4015003"/>
            <a:ext cx="958509" cy="424732"/>
          </a:xfrm>
          <a:prstGeom prst="rect">
            <a:avLst/>
          </a:prstGeom>
          <a:solidFill>
            <a:schemeClr val="tx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400" dirty="0" err="1">
                <a:solidFill>
                  <a:schemeClr val="tx1"/>
                </a:solidFill>
              </a:rPr>
              <a:t>ReLU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1" name="Google Shape;219;p33">
            <a:extLst>
              <a:ext uri="{FF2B5EF4-FFF2-40B4-BE49-F238E27FC236}">
                <a16:creationId xmlns:a16="http://schemas.microsoft.com/office/drawing/2014/main" id="{4B048139-F13B-43FA-B33B-435106851131}"/>
              </a:ext>
            </a:extLst>
          </p:cNvPr>
          <p:cNvSpPr/>
          <p:nvPr/>
        </p:nvSpPr>
        <p:spPr>
          <a:xfrm rot="5400000">
            <a:off x="7470577" y="3219778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219;p33">
            <a:extLst>
              <a:ext uri="{FF2B5EF4-FFF2-40B4-BE49-F238E27FC236}">
                <a16:creationId xmlns:a16="http://schemas.microsoft.com/office/drawing/2014/main" id="{A28C4ADA-4BC6-46A6-A2F7-276F8838B4C2}"/>
              </a:ext>
            </a:extLst>
          </p:cNvPr>
          <p:cNvSpPr/>
          <p:nvPr/>
        </p:nvSpPr>
        <p:spPr>
          <a:xfrm rot="5400000">
            <a:off x="3146642" y="3214062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219;p33">
            <a:extLst>
              <a:ext uri="{FF2B5EF4-FFF2-40B4-BE49-F238E27FC236}">
                <a16:creationId xmlns:a16="http://schemas.microsoft.com/office/drawing/2014/main" id="{0F4E7910-E218-43E2-981F-D231821BD830}"/>
              </a:ext>
            </a:extLst>
          </p:cNvPr>
          <p:cNvSpPr/>
          <p:nvPr/>
        </p:nvSpPr>
        <p:spPr>
          <a:xfrm rot="5400000">
            <a:off x="2755759" y="3214062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219;p33">
            <a:extLst>
              <a:ext uri="{FF2B5EF4-FFF2-40B4-BE49-F238E27FC236}">
                <a16:creationId xmlns:a16="http://schemas.microsoft.com/office/drawing/2014/main" id="{8FE3DFFB-50B3-4A08-AFDA-C5F0766F525D}"/>
              </a:ext>
            </a:extLst>
          </p:cNvPr>
          <p:cNvSpPr/>
          <p:nvPr/>
        </p:nvSpPr>
        <p:spPr>
          <a:xfrm rot="5400000">
            <a:off x="7470577" y="4034692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219;p33">
            <a:extLst>
              <a:ext uri="{FF2B5EF4-FFF2-40B4-BE49-F238E27FC236}">
                <a16:creationId xmlns:a16="http://schemas.microsoft.com/office/drawing/2014/main" id="{77952AF0-A1D5-4D7A-974E-6D625B735024}"/>
              </a:ext>
            </a:extLst>
          </p:cNvPr>
          <p:cNvSpPr/>
          <p:nvPr/>
        </p:nvSpPr>
        <p:spPr>
          <a:xfrm rot="5400000">
            <a:off x="3146642" y="4028976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219;p33">
            <a:extLst>
              <a:ext uri="{FF2B5EF4-FFF2-40B4-BE49-F238E27FC236}">
                <a16:creationId xmlns:a16="http://schemas.microsoft.com/office/drawing/2014/main" id="{BE77691B-474C-4EAE-BE13-0DD2CBA789E7}"/>
              </a:ext>
            </a:extLst>
          </p:cNvPr>
          <p:cNvSpPr/>
          <p:nvPr/>
        </p:nvSpPr>
        <p:spPr>
          <a:xfrm rot="5400000">
            <a:off x="2755759" y="4028976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219;p33">
            <a:extLst>
              <a:ext uri="{FF2B5EF4-FFF2-40B4-BE49-F238E27FC236}">
                <a16:creationId xmlns:a16="http://schemas.microsoft.com/office/drawing/2014/main" id="{5C04B8EF-E967-45D8-BA12-3EF29E3D0F25}"/>
              </a:ext>
            </a:extLst>
          </p:cNvPr>
          <p:cNvSpPr/>
          <p:nvPr/>
        </p:nvSpPr>
        <p:spPr>
          <a:xfrm rot="5400000">
            <a:off x="3176594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4FC2F82-C3CB-430A-A74F-7B628CCAE98E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H="1">
            <a:off x="3339551" y="4359613"/>
            <a:ext cx="4293983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5D7D0BD-89B4-455A-8EB0-DFD15EC398C4}"/>
              </a:ext>
            </a:extLst>
          </p:cNvPr>
          <p:cNvCxnSpPr>
            <a:cxnSpLocks/>
            <a:stCxn id="85" idx="6"/>
            <a:endCxn id="87" idx="2"/>
          </p:cNvCxnSpPr>
          <p:nvPr/>
        </p:nvCxnSpPr>
        <p:spPr>
          <a:xfrm>
            <a:off x="3309599" y="4353897"/>
            <a:ext cx="29952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A7FFFE5-D097-4229-9058-900AB1BE5200}"/>
              </a:ext>
            </a:extLst>
          </p:cNvPr>
          <p:cNvCxnSpPr>
            <a:cxnSpLocks/>
            <a:stCxn id="86" idx="6"/>
            <a:endCxn id="87" idx="2"/>
          </p:cNvCxnSpPr>
          <p:nvPr/>
        </p:nvCxnSpPr>
        <p:spPr>
          <a:xfrm>
            <a:off x="2918716" y="4353897"/>
            <a:ext cx="420835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D286654-262C-435A-9B02-F27DD62878CB}"/>
              </a:ext>
            </a:extLst>
          </p:cNvPr>
          <p:cNvCxnSpPr>
            <a:cxnSpLocks/>
            <a:stCxn id="83" idx="6"/>
            <a:endCxn id="84" idx="2"/>
          </p:cNvCxnSpPr>
          <p:nvPr/>
        </p:nvCxnSpPr>
        <p:spPr>
          <a:xfrm>
            <a:off x="2918716" y="3538983"/>
            <a:ext cx="4714818" cy="494716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5EBFE71-7F75-44EB-9FC5-1C63AD88D27B}"/>
              </a:ext>
            </a:extLst>
          </p:cNvPr>
          <p:cNvCxnSpPr>
            <a:cxnSpLocks/>
            <a:stCxn id="83" idx="6"/>
            <a:endCxn id="85" idx="2"/>
          </p:cNvCxnSpPr>
          <p:nvPr/>
        </p:nvCxnSpPr>
        <p:spPr>
          <a:xfrm>
            <a:off x="2918716" y="3538983"/>
            <a:ext cx="390883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4D907D1-8FB5-41BB-A8EA-C7F80422363A}"/>
              </a:ext>
            </a:extLst>
          </p:cNvPr>
          <p:cNvCxnSpPr>
            <a:cxnSpLocks/>
            <a:stCxn id="83" idx="6"/>
            <a:endCxn id="86" idx="2"/>
          </p:cNvCxnSpPr>
          <p:nvPr/>
        </p:nvCxnSpPr>
        <p:spPr>
          <a:xfrm>
            <a:off x="2918716" y="3538983"/>
            <a:ext cx="0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707B71BC-92D8-44CC-B979-8BEF9C95F014}"/>
              </a:ext>
            </a:extLst>
          </p:cNvPr>
          <p:cNvCxnSpPr>
            <a:cxnSpLocks/>
            <a:stCxn id="81" idx="6"/>
            <a:endCxn id="84" idx="2"/>
          </p:cNvCxnSpPr>
          <p:nvPr/>
        </p:nvCxnSpPr>
        <p:spPr>
          <a:xfrm>
            <a:off x="7633534" y="3544699"/>
            <a:ext cx="0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CB1B965-1C8E-4E53-A0A6-BA6CDC923653}"/>
              </a:ext>
            </a:extLst>
          </p:cNvPr>
          <p:cNvCxnSpPr>
            <a:cxnSpLocks/>
            <a:stCxn id="81" idx="6"/>
            <a:endCxn id="85" idx="2"/>
          </p:cNvCxnSpPr>
          <p:nvPr/>
        </p:nvCxnSpPr>
        <p:spPr>
          <a:xfrm flipH="1">
            <a:off x="3309599" y="3544699"/>
            <a:ext cx="4323935" cy="4832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506D8E0-F2F8-4521-978F-94B7806D63FB}"/>
              </a:ext>
            </a:extLst>
          </p:cNvPr>
          <p:cNvCxnSpPr>
            <a:cxnSpLocks/>
            <a:stCxn id="81" idx="6"/>
            <a:endCxn id="86" idx="2"/>
          </p:cNvCxnSpPr>
          <p:nvPr/>
        </p:nvCxnSpPr>
        <p:spPr>
          <a:xfrm flipH="1">
            <a:off x="2918716" y="3544699"/>
            <a:ext cx="4714818" cy="4832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4AB71DB-467C-4A58-844B-F13ABCA02D6E}"/>
              </a:ext>
            </a:extLst>
          </p:cNvPr>
          <p:cNvCxnSpPr>
            <a:cxnSpLocks/>
            <a:stCxn id="82" idx="6"/>
            <a:endCxn id="84" idx="2"/>
          </p:cNvCxnSpPr>
          <p:nvPr/>
        </p:nvCxnSpPr>
        <p:spPr>
          <a:xfrm>
            <a:off x="3309599" y="3538983"/>
            <a:ext cx="4323935" cy="494716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5B1FEDB-E82C-4E9E-80B0-DA642A7E1665}"/>
              </a:ext>
            </a:extLst>
          </p:cNvPr>
          <p:cNvCxnSpPr>
            <a:cxnSpLocks/>
            <a:stCxn id="82" idx="6"/>
            <a:endCxn id="85" idx="2"/>
          </p:cNvCxnSpPr>
          <p:nvPr/>
        </p:nvCxnSpPr>
        <p:spPr>
          <a:xfrm>
            <a:off x="3309599" y="3538983"/>
            <a:ext cx="0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5E74767-F030-4901-9CDE-16599144DF68}"/>
              </a:ext>
            </a:extLst>
          </p:cNvPr>
          <p:cNvCxnSpPr>
            <a:cxnSpLocks/>
            <a:stCxn id="82" idx="6"/>
            <a:endCxn id="86" idx="2"/>
          </p:cNvCxnSpPr>
          <p:nvPr/>
        </p:nvCxnSpPr>
        <p:spPr>
          <a:xfrm flipH="1">
            <a:off x="2918716" y="3538983"/>
            <a:ext cx="390883" cy="489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Google Shape;219;p33">
            <a:extLst>
              <a:ext uri="{FF2B5EF4-FFF2-40B4-BE49-F238E27FC236}">
                <a16:creationId xmlns:a16="http://schemas.microsoft.com/office/drawing/2014/main" id="{B769BD9F-EBE4-4EB4-BFB3-730DE6280020}"/>
              </a:ext>
            </a:extLst>
          </p:cNvPr>
          <p:cNvSpPr/>
          <p:nvPr/>
        </p:nvSpPr>
        <p:spPr>
          <a:xfrm rot="5400000">
            <a:off x="3617711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219;p33">
            <a:extLst>
              <a:ext uri="{FF2B5EF4-FFF2-40B4-BE49-F238E27FC236}">
                <a16:creationId xmlns:a16="http://schemas.microsoft.com/office/drawing/2014/main" id="{DE918818-87DB-4A63-A5D8-688759915F46}"/>
              </a:ext>
            </a:extLst>
          </p:cNvPr>
          <p:cNvSpPr/>
          <p:nvPr/>
        </p:nvSpPr>
        <p:spPr>
          <a:xfrm rot="5400000">
            <a:off x="4058828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219;p33">
            <a:extLst>
              <a:ext uri="{FF2B5EF4-FFF2-40B4-BE49-F238E27FC236}">
                <a16:creationId xmlns:a16="http://schemas.microsoft.com/office/drawing/2014/main" id="{EB9130A9-2464-45E8-ADE0-1CFBAABAD512}"/>
              </a:ext>
            </a:extLst>
          </p:cNvPr>
          <p:cNvSpPr/>
          <p:nvPr/>
        </p:nvSpPr>
        <p:spPr>
          <a:xfrm rot="5400000">
            <a:off x="4499945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219;p33">
            <a:extLst>
              <a:ext uri="{FF2B5EF4-FFF2-40B4-BE49-F238E27FC236}">
                <a16:creationId xmlns:a16="http://schemas.microsoft.com/office/drawing/2014/main" id="{2EC84CDA-001C-4798-A5C2-D959031FCE64}"/>
              </a:ext>
            </a:extLst>
          </p:cNvPr>
          <p:cNvSpPr/>
          <p:nvPr/>
        </p:nvSpPr>
        <p:spPr>
          <a:xfrm rot="5400000">
            <a:off x="4941062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219;p33">
            <a:extLst>
              <a:ext uri="{FF2B5EF4-FFF2-40B4-BE49-F238E27FC236}">
                <a16:creationId xmlns:a16="http://schemas.microsoft.com/office/drawing/2014/main" id="{43BBE948-9FD5-4054-A59F-106215CE13AF}"/>
              </a:ext>
            </a:extLst>
          </p:cNvPr>
          <p:cNvSpPr/>
          <p:nvPr/>
        </p:nvSpPr>
        <p:spPr>
          <a:xfrm rot="5400000">
            <a:off x="5382179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219;p33">
            <a:extLst>
              <a:ext uri="{FF2B5EF4-FFF2-40B4-BE49-F238E27FC236}">
                <a16:creationId xmlns:a16="http://schemas.microsoft.com/office/drawing/2014/main" id="{109B7FD9-AAF2-46C4-8A9E-069444006ED3}"/>
              </a:ext>
            </a:extLst>
          </p:cNvPr>
          <p:cNvSpPr/>
          <p:nvPr/>
        </p:nvSpPr>
        <p:spPr>
          <a:xfrm rot="5400000">
            <a:off x="5823296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219;p33">
            <a:extLst>
              <a:ext uri="{FF2B5EF4-FFF2-40B4-BE49-F238E27FC236}">
                <a16:creationId xmlns:a16="http://schemas.microsoft.com/office/drawing/2014/main" id="{E9DC7872-1AF3-4FDC-913E-840F4CE32E5E}"/>
              </a:ext>
            </a:extLst>
          </p:cNvPr>
          <p:cNvSpPr/>
          <p:nvPr/>
        </p:nvSpPr>
        <p:spPr>
          <a:xfrm rot="5400000">
            <a:off x="6264413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219;p33">
            <a:extLst>
              <a:ext uri="{FF2B5EF4-FFF2-40B4-BE49-F238E27FC236}">
                <a16:creationId xmlns:a16="http://schemas.microsoft.com/office/drawing/2014/main" id="{0DF80451-4E4F-4E3B-83EA-74B8C305BAB5}"/>
              </a:ext>
            </a:extLst>
          </p:cNvPr>
          <p:cNvSpPr/>
          <p:nvPr/>
        </p:nvSpPr>
        <p:spPr>
          <a:xfrm rot="5400000">
            <a:off x="6705530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219;p33">
            <a:extLst>
              <a:ext uri="{FF2B5EF4-FFF2-40B4-BE49-F238E27FC236}">
                <a16:creationId xmlns:a16="http://schemas.microsoft.com/office/drawing/2014/main" id="{D4EB7184-DC31-46B3-84B7-F78E27B3523A}"/>
              </a:ext>
            </a:extLst>
          </p:cNvPr>
          <p:cNvSpPr/>
          <p:nvPr/>
        </p:nvSpPr>
        <p:spPr>
          <a:xfrm rot="5400000">
            <a:off x="7146649" y="4885254"/>
            <a:ext cx="325914" cy="32392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CB27158-359C-4324-B306-32CB6BE519DF}"/>
              </a:ext>
            </a:extLst>
          </p:cNvPr>
          <p:cNvCxnSpPr>
            <a:cxnSpLocks/>
            <a:stCxn id="86" idx="6"/>
            <a:endCxn id="106" idx="2"/>
          </p:cNvCxnSpPr>
          <p:nvPr/>
        </p:nvCxnSpPr>
        <p:spPr>
          <a:xfrm>
            <a:off x="2918716" y="4353897"/>
            <a:ext cx="861952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AA8E4BA-4DDF-4361-BD1B-7C1D55859E36}"/>
              </a:ext>
            </a:extLst>
          </p:cNvPr>
          <p:cNvCxnSpPr>
            <a:cxnSpLocks/>
            <a:stCxn id="85" idx="6"/>
            <a:endCxn id="106" idx="2"/>
          </p:cNvCxnSpPr>
          <p:nvPr/>
        </p:nvCxnSpPr>
        <p:spPr>
          <a:xfrm>
            <a:off x="3309599" y="4353897"/>
            <a:ext cx="471069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B9ECFE2D-A822-458D-8AE8-36B0FDD16539}"/>
              </a:ext>
            </a:extLst>
          </p:cNvPr>
          <p:cNvCxnSpPr>
            <a:cxnSpLocks/>
            <a:stCxn id="84" idx="6"/>
            <a:endCxn id="106" idx="2"/>
          </p:cNvCxnSpPr>
          <p:nvPr/>
        </p:nvCxnSpPr>
        <p:spPr>
          <a:xfrm flipH="1">
            <a:off x="3780668" y="4359613"/>
            <a:ext cx="3852866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DF9D4DE7-E112-48CD-B1A8-11D79114C67C}"/>
              </a:ext>
            </a:extLst>
          </p:cNvPr>
          <p:cNvCxnSpPr>
            <a:cxnSpLocks/>
            <a:stCxn id="85" idx="6"/>
            <a:endCxn id="108" idx="2"/>
          </p:cNvCxnSpPr>
          <p:nvPr/>
        </p:nvCxnSpPr>
        <p:spPr>
          <a:xfrm>
            <a:off x="3309599" y="4353897"/>
            <a:ext cx="912186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918F6A9-41E3-4EF4-9186-6B5D032E6049}"/>
              </a:ext>
            </a:extLst>
          </p:cNvPr>
          <p:cNvCxnSpPr>
            <a:cxnSpLocks/>
            <a:stCxn id="86" idx="6"/>
            <a:endCxn id="108" idx="2"/>
          </p:cNvCxnSpPr>
          <p:nvPr/>
        </p:nvCxnSpPr>
        <p:spPr>
          <a:xfrm>
            <a:off x="2918716" y="4353897"/>
            <a:ext cx="1303069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9E9CCC07-6B65-4782-A02B-09D41AEBD0E3}"/>
              </a:ext>
            </a:extLst>
          </p:cNvPr>
          <p:cNvCxnSpPr>
            <a:cxnSpLocks/>
            <a:stCxn id="84" idx="6"/>
            <a:endCxn id="108" idx="2"/>
          </p:cNvCxnSpPr>
          <p:nvPr/>
        </p:nvCxnSpPr>
        <p:spPr>
          <a:xfrm flipH="1">
            <a:off x="4221785" y="4359613"/>
            <a:ext cx="3411749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0BFE81A1-87D3-4252-B495-27CC2D4B046F}"/>
              </a:ext>
            </a:extLst>
          </p:cNvPr>
          <p:cNvCxnSpPr>
            <a:cxnSpLocks/>
            <a:stCxn id="86" idx="6"/>
            <a:endCxn id="109" idx="2"/>
          </p:cNvCxnSpPr>
          <p:nvPr/>
        </p:nvCxnSpPr>
        <p:spPr>
          <a:xfrm>
            <a:off x="2918716" y="4353897"/>
            <a:ext cx="1744186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EEBB3C12-230F-439B-BE28-C1B9B68CCDC0}"/>
              </a:ext>
            </a:extLst>
          </p:cNvPr>
          <p:cNvCxnSpPr>
            <a:cxnSpLocks/>
            <a:stCxn id="85" idx="6"/>
            <a:endCxn id="109" idx="2"/>
          </p:cNvCxnSpPr>
          <p:nvPr/>
        </p:nvCxnSpPr>
        <p:spPr>
          <a:xfrm>
            <a:off x="3309599" y="4353897"/>
            <a:ext cx="1353303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D97AFF3B-08D9-4931-98A1-36594C2DEAC8}"/>
              </a:ext>
            </a:extLst>
          </p:cNvPr>
          <p:cNvCxnSpPr>
            <a:cxnSpLocks/>
            <a:stCxn id="84" idx="6"/>
            <a:endCxn id="109" idx="2"/>
          </p:cNvCxnSpPr>
          <p:nvPr/>
        </p:nvCxnSpPr>
        <p:spPr>
          <a:xfrm flipH="1">
            <a:off x="4662902" y="4359613"/>
            <a:ext cx="2970632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CA28170-8631-4D81-9F99-E1A20889D39F}"/>
              </a:ext>
            </a:extLst>
          </p:cNvPr>
          <p:cNvCxnSpPr>
            <a:cxnSpLocks/>
            <a:stCxn id="86" idx="6"/>
            <a:endCxn id="111" idx="2"/>
          </p:cNvCxnSpPr>
          <p:nvPr/>
        </p:nvCxnSpPr>
        <p:spPr>
          <a:xfrm>
            <a:off x="2918716" y="4353897"/>
            <a:ext cx="2185303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896D1A4-15A4-4516-BAA6-957C1800FE20}"/>
              </a:ext>
            </a:extLst>
          </p:cNvPr>
          <p:cNvCxnSpPr>
            <a:cxnSpLocks/>
            <a:stCxn id="85" idx="6"/>
            <a:endCxn id="111" idx="2"/>
          </p:cNvCxnSpPr>
          <p:nvPr/>
        </p:nvCxnSpPr>
        <p:spPr>
          <a:xfrm>
            <a:off x="3309599" y="4353897"/>
            <a:ext cx="1794420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21FE895-1AF3-4A8B-8053-BD4A003F1ADF}"/>
              </a:ext>
            </a:extLst>
          </p:cNvPr>
          <p:cNvCxnSpPr>
            <a:cxnSpLocks/>
            <a:stCxn id="84" idx="6"/>
            <a:endCxn id="111" idx="2"/>
          </p:cNvCxnSpPr>
          <p:nvPr/>
        </p:nvCxnSpPr>
        <p:spPr>
          <a:xfrm flipH="1">
            <a:off x="5104019" y="4359613"/>
            <a:ext cx="2529515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F9DBBA1-D3BC-4CF1-AC04-1C13EAB1DA50}"/>
              </a:ext>
            </a:extLst>
          </p:cNvPr>
          <p:cNvCxnSpPr>
            <a:cxnSpLocks/>
            <a:stCxn id="85" idx="6"/>
            <a:endCxn id="112" idx="2"/>
          </p:cNvCxnSpPr>
          <p:nvPr/>
        </p:nvCxnSpPr>
        <p:spPr>
          <a:xfrm>
            <a:off x="3309599" y="4353897"/>
            <a:ext cx="2235537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F706586-1425-458E-A9E6-1F6FFA110389}"/>
              </a:ext>
            </a:extLst>
          </p:cNvPr>
          <p:cNvCxnSpPr>
            <a:cxnSpLocks/>
            <a:stCxn id="86" idx="6"/>
            <a:endCxn id="112" idx="2"/>
          </p:cNvCxnSpPr>
          <p:nvPr/>
        </p:nvCxnSpPr>
        <p:spPr>
          <a:xfrm>
            <a:off x="2918716" y="4353897"/>
            <a:ext cx="2626420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3CAA3F3-6F78-4E64-AD73-12430AF09A6B}"/>
              </a:ext>
            </a:extLst>
          </p:cNvPr>
          <p:cNvCxnSpPr>
            <a:cxnSpLocks/>
            <a:stCxn id="84" idx="6"/>
            <a:endCxn id="112" idx="2"/>
          </p:cNvCxnSpPr>
          <p:nvPr/>
        </p:nvCxnSpPr>
        <p:spPr>
          <a:xfrm flipH="1">
            <a:off x="5545136" y="4359613"/>
            <a:ext cx="2088398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AB4012A1-3A4B-4E9D-B352-C48A4D274AC0}"/>
              </a:ext>
            </a:extLst>
          </p:cNvPr>
          <p:cNvCxnSpPr>
            <a:cxnSpLocks/>
            <a:stCxn id="86" idx="6"/>
            <a:endCxn id="114" idx="2"/>
          </p:cNvCxnSpPr>
          <p:nvPr/>
        </p:nvCxnSpPr>
        <p:spPr>
          <a:xfrm>
            <a:off x="2918716" y="4353897"/>
            <a:ext cx="3067537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9CFAB71-559D-41BA-B6AC-5524CD40D108}"/>
              </a:ext>
            </a:extLst>
          </p:cNvPr>
          <p:cNvCxnSpPr>
            <a:cxnSpLocks/>
            <a:stCxn id="85" idx="6"/>
            <a:endCxn id="114" idx="2"/>
          </p:cNvCxnSpPr>
          <p:nvPr/>
        </p:nvCxnSpPr>
        <p:spPr>
          <a:xfrm>
            <a:off x="3309599" y="4353897"/>
            <a:ext cx="2676654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67466CD-6413-44FD-A8C0-4536ED14B885}"/>
              </a:ext>
            </a:extLst>
          </p:cNvPr>
          <p:cNvCxnSpPr>
            <a:cxnSpLocks/>
            <a:stCxn id="84" idx="6"/>
            <a:endCxn id="114" idx="2"/>
          </p:cNvCxnSpPr>
          <p:nvPr/>
        </p:nvCxnSpPr>
        <p:spPr>
          <a:xfrm flipH="1">
            <a:off x="5986253" y="4359613"/>
            <a:ext cx="1647281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B5091553-5000-43A1-810E-56ABCB283279}"/>
              </a:ext>
            </a:extLst>
          </p:cNvPr>
          <p:cNvCxnSpPr>
            <a:cxnSpLocks/>
            <a:stCxn id="86" idx="6"/>
            <a:endCxn id="115" idx="2"/>
          </p:cNvCxnSpPr>
          <p:nvPr/>
        </p:nvCxnSpPr>
        <p:spPr>
          <a:xfrm>
            <a:off x="2918716" y="4353897"/>
            <a:ext cx="3508654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9FB82A5E-A704-4269-97CB-E7545609A461}"/>
              </a:ext>
            </a:extLst>
          </p:cNvPr>
          <p:cNvCxnSpPr>
            <a:cxnSpLocks/>
            <a:stCxn id="85" idx="6"/>
            <a:endCxn id="115" idx="2"/>
          </p:cNvCxnSpPr>
          <p:nvPr/>
        </p:nvCxnSpPr>
        <p:spPr>
          <a:xfrm>
            <a:off x="3309599" y="4353897"/>
            <a:ext cx="3117771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B42182B-BF1D-4906-B664-B5F8EF81B51E}"/>
              </a:ext>
            </a:extLst>
          </p:cNvPr>
          <p:cNvCxnSpPr>
            <a:cxnSpLocks/>
            <a:stCxn id="84" idx="6"/>
            <a:endCxn id="115" idx="2"/>
          </p:cNvCxnSpPr>
          <p:nvPr/>
        </p:nvCxnSpPr>
        <p:spPr>
          <a:xfrm flipH="1">
            <a:off x="6427370" y="4359613"/>
            <a:ext cx="1206164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391D03B-6A9C-4A3A-AF4B-3E6C247030B1}"/>
              </a:ext>
            </a:extLst>
          </p:cNvPr>
          <p:cNvCxnSpPr>
            <a:cxnSpLocks/>
            <a:stCxn id="86" idx="6"/>
            <a:endCxn id="117" idx="2"/>
          </p:cNvCxnSpPr>
          <p:nvPr/>
        </p:nvCxnSpPr>
        <p:spPr>
          <a:xfrm>
            <a:off x="2918716" y="4353897"/>
            <a:ext cx="3949771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F8DDA1C-A314-4658-BA5B-1EC59750C8F1}"/>
              </a:ext>
            </a:extLst>
          </p:cNvPr>
          <p:cNvCxnSpPr>
            <a:cxnSpLocks/>
            <a:stCxn id="85" idx="6"/>
            <a:endCxn id="117" idx="2"/>
          </p:cNvCxnSpPr>
          <p:nvPr/>
        </p:nvCxnSpPr>
        <p:spPr>
          <a:xfrm>
            <a:off x="3309599" y="4353897"/>
            <a:ext cx="3558888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A18C3B02-2C31-4610-95EF-CD724FFA858C}"/>
              </a:ext>
            </a:extLst>
          </p:cNvPr>
          <p:cNvCxnSpPr>
            <a:cxnSpLocks/>
            <a:stCxn id="84" idx="6"/>
            <a:endCxn id="117" idx="2"/>
          </p:cNvCxnSpPr>
          <p:nvPr/>
        </p:nvCxnSpPr>
        <p:spPr>
          <a:xfrm flipH="1">
            <a:off x="6868487" y="4359613"/>
            <a:ext cx="765047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6D92F343-B586-43D5-81B7-C0652FCA8FDA}"/>
              </a:ext>
            </a:extLst>
          </p:cNvPr>
          <p:cNvCxnSpPr>
            <a:cxnSpLocks/>
            <a:stCxn id="86" idx="6"/>
            <a:endCxn id="118" idx="2"/>
          </p:cNvCxnSpPr>
          <p:nvPr/>
        </p:nvCxnSpPr>
        <p:spPr>
          <a:xfrm>
            <a:off x="2918716" y="4353897"/>
            <a:ext cx="4390890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BECD055C-7AD4-48EA-8D3C-AFB967851E03}"/>
              </a:ext>
            </a:extLst>
          </p:cNvPr>
          <p:cNvCxnSpPr>
            <a:cxnSpLocks/>
            <a:stCxn id="85" idx="6"/>
            <a:endCxn id="118" idx="2"/>
          </p:cNvCxnSpPr>
          <p:nvPr/>
        </p:nvCxnSpPr>
        <p:spPr>
          <a:xfrm>
            <a:off x="3309599" y="4353897"/>
            <a:ext cx="4000007" cy="53036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B0CEB7AB-0F56-42D2-9323-740023A85CA1}"/>
              </a:ext>
            </a:extLst>
          </p:cNvPr>
          <p:cNvCxnSpPr>
            <a:cxnSpLocks/>
            <a:stCxn id="84" idx="6"/>
            <a:endCxn id="118" idx="2"/>
          </p:cNvCxnSpPr>
          <p:nvPr/>
        </p:nvCxnSpPr>
        <p:spPr>
          <a:xfrm flipH="1">
            <a:off x="7309606" y="4359613"/>
            <a:ext cx="323928" cy="52464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0" name="Picture 159" descr="A picture containing drawing  Description automatically generated">
            <a:extLst>
              <a:ext uri="{FF2B5EF4-FFF2-40B4-BE49-F238E27FC236}">
                <a16:creationId xmlns:a16="http://schemas.microsoft.com/office/drawing/2014/main" id="{099F6E5E-0B75-4532-B586-C57075453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68" y="1725140"/>
            <a:ext cx="786731" cy="786731"/>
          </a:xfrm>
          <a:prstGeom prst="rect">
            <a:avLst/>
          </a:prstGeom>
        </p:spPr>
      </p:pic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A94560C2-B46E-4FDE-897D-2E4662A5D9DE}"/>
              </a:ext>
            </a:extLst>
          </p:cNvPr>
          <p:cNvCxnSpPr>
            <a:cxnSpLocks/>
          </p:cNvCxnSpPr>
          <p:nvPr/>
        </p:nvCxnSpPr>
        <p:spPr>
          <a:xfrm>
            <a:off x="3958381" y="2141301"/>
            <a:ext cx="534433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CBC5590A-64C6-4362-870E-D38953DB4BDC}"/>
              </a:ext>
            </a:extLst>
          </p:cNvPr>
          <p:cNvSpPr txBox="1"/>
          <p:nvPr/>
        </p:nvSpPr>
        <p:spPr>
          <a:xfrm>
            <a:off x="4431388" y="1959259"/>
            <a:ext cx="1795449" cy="39698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[ 0, 0, …, 0]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CD518D5C-B141-4BDB-B39B-BEF71A1838C6}"/>
              </a:ext>
            </a:extLst>
          </p:cNvPr>
          <p:cNvCxnSpPr>
            <a:cxnSpLocks/>
            <a:endCxn id="83" idx="2"/>
          </p:cNvCxnSpPr>
          <p:nvPr/>
        </p:nvCxnSpPr>
        <p:spPr>
          <a:xfrm flipH="1">
            <a:off x="2918716" y="2386885"/>
            <a:ext cx="1901338" cy="8261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F4E81DD1-99D2-4C39-BA6F-A86A003E9058}"/>
              </a:ext>
            </a:extLst>
          </p:cNvPr>
          <p:cNvCxnSpPr>
            <a:cxnSpLocks/>
            <a:endCxn id="82" idx="2"/>
          </p:cNvCxnSpPr>
          <p:nvPr/>
        </p:nvCxnSpPr>
        <p:spPr>
          <a:xfrm flipH="1">
            <a:off x="3309599" y="2386885"/>
            <a:ext cx="1510456" cy="82618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17FA819E-6822-4B11-8B0D-BCAC5E1AC763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4820054" y="2394871"/>
            <a:ext cx="2813480" cy="82391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D25CD58E-6601-4454-B01E-AEC5FFCBC457}"/>
              </a:ext>
            </a:extLst>
          </p:cNvPr>
          <p:cNvSpPr txBox="1"/>
          <p:nvPr/>
        </p:nvSpPr>
        <p:spPr>
          <a:xfrm>
            <a:off x="3462794" y="3954446"/>
            <a:ext cx="3817074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…                 …                 …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D783EC2-094A-4CAF-BCDA-868569F10C0D}"/>
              </a:ext>
            </a:extLst>
          </p:cNvPr>
          <p:cNvSpPr txBox="1"/>
          <p:nvPr/>
        </p:nvSpPr>
        <p:spPr>
          <a:xfrm>
            <a:off x="3462794" y="3110617"/>
            <a:ext cx="3817074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…                 …                 …</a:t>
            </a: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FE1CA2FA-56B3-48F0-9B10-B673AF3D10D6}"/>
              </a:ext>
            </a:extLst>
          </p:cNvPr>
          <p:cNvCxnSpPr>
            <a:cxnSpLocks/>
            <a:endCxn id="83" idx="2"/>
          </p:cNvCxnSpPr>
          <p:nvPr/>
        </p:nvCxnSpPr>
        <p:spPr>
          <a:xfrm flipH="1">
            <a:off x="2918716" y="2394871"/>
            <a:ext cx="2216498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04044D4-08DB-4E2F-8BD7-1D7587FE0BFD}"/>
              </a:ext>
            </a:extLst>
          </p:cNvPr>
          <p:cNvCxnSpPr>
            <a:cxnSpLocks/>
            <a:endCxn id="82" idx="2"/>
          </p:cNvCxnSpPr>
          <p:nvPr/>
        </p:nvCxnSpPr>
        <p:spPr>
          <a:xfrm flipH="1">
            <a:off x="3309599" y="2394871"/>
            <a:ext cx="1834382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4DA5CB76-7C78-4865-97AC-A2A9927EF2E1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5126088" y="2394871"/>
            <a:ext cx="2507446" cy="82391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8FA65C7-9727-4E63-9485-558BBB6C6210}"/>
              </a:ext>
            </a:extLst>
          </p:cNvPr>
          <p:cNvCxnSpPr>
            <a:cxnSpLocks/>
            <a:endCxn id="83" idx="2"/>
          </p:cNvCxnSpPr>
          <p:nvPr/>
        </p:nvCxnSpPr>
        <p:spPr>
          <a:xfrm flipH="1">
            <a:off x="2918716" y="2394871"/>
            <a:ext cx="2979286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0BF6993A-A9D5-4CBD-A152-CF225DCA2F1F}"/>
              </a:ext>
            </a:extLst>
          </p:cNvPr>
          <p:cNvCxnSpPr>
            <a:cxnSpLocks/>
            <a:endCxn id="82" idx="2"/>
          </p:cNvCxnSpPr>
          <p:nvPr/>
        </p:nvCxnSpPr>
        <p:spPr>
          <a:xfrm flipH="1">
            <a:off x="3309599" y="2394871"/>
            <a:ext cx="2588404" cy="81819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DAFAAE8E-ED65-476C-9424-37B54DA3E08B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5898002" y="2394871"/>
            <a:ext cx="1735532" cy="82391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4431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RMSE로</a:t>
            </a:r>
            <a:r>
              <a:rPr lang="en-US" sz="3200" dirty="0"/>
              <a:t> </a:t>
            </a:r>
            <a:r>
              <a:rPr lang="en-US" sz="3200" dirty="0" err="1"/>
              <a:t>확률</a:t>
            </a:r>
            <a:r>
              <a:rPr lang="en-US" sz="3200" dirty="0"/>
              <a:t> </a:t>
            </a:r>
            <a:r>
              <a:rPr lang="en-US" sz="3200" dirty="0" err="1"/>
              <a:t>예측</a:t>
            </a:r>
            <a:r>
              <a:rPr lang="en-US" sz="3200" dirty="0"/>
              <a:t>?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ED0CEBD-DD79-4B66-B404-D3A47E9C76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976209"/>
              </p:ext>
            </p:extLst>
          </p:nvPr>
        </p:nvGraphicFramePr>
        <p:xfrm>
          <a:off x="723014" y="1645154"/>
          <a:ext cx="6103088" cy="2565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376581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AF831F6-1092-48B6-A23E-0F658C152F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752815"/>
              </p:ext>
            </p:extLst>
          </p:nvPr>
        </p:nvGraphicFramePr>
        <p:xfrm>
          <a:off x="723014" y="1645154"/>
          <a:ext cx="6103088" cy="2565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RMSE로</a:t>
            </a:r>
            <a:r>
              <a:rPr lang="en-US" sz="3200" dirty="0"/>
              <a:t> </a:t>
            </a:r>
            <a:r>
              <a:rPr lang="en-US" sz="3200" dirty="0" err="1"/>
              <a:t>확률</a:t>
            </a:r>
            <a:r>
              <a:rPr lang="en-US" sz="3200" dirty="0"/>
              <a:t> </a:t>
            </a:r>
            <a:r>
              <a:rPr lang="en-US" sz="3200" dirty="0" err="1"/>
              <a:t>예측</a:t>
            </a:r>
            <a:r>
              <a:rPr lang="en-US" sz="3200" dirty="0"/>
              <a:t>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1BF0BC-1AAE-4812-8C9B-C3F597E29523}"/>
              </a:ext>
            </a:extLst>
          </p:cNvPr>
          <p:cNvCxnSpPr>
            <a:cxnSpLocks/>
          </p:cNvCxnSpPr>
          <p:nvPr/>
        </p:nvCxnSpPr>
        <p:spPr>
          <a:xfrm>
            <a:off x="1796902" y="1850065"/>
            <a:ext cx="3987210" cy="185006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5746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크로스</a:t>
            </a:r>
            <a:r>
              <a:rPr lang="en-US" sz="3200" dirty="0"/>
              <a:t> </a:t>
            </a:r>
            <a:r>
              <a:rPr lang="en-US" sz="3200" dirty="0" err="1"/>
              <a:t>엔트로피</a:t>
            </a:r>
            <a:r>
              <a:rPr lang="en-US" sz="3200" dirty="0"/>
              <a:t> (Cross Entropy)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7E6A29F-A383-4F99-9BD5-C2F62A9CB7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2216347"/>
              </p:ext>
            </p:extLst>
          </p:nvPr>
        </p:nvGraphicFramePr>
        <p:xfrm>
          <a:off x="7006856" y="1695422"/>
          <a:ext cx="3467596" cy="3815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0C25E2F-529A-4F92-8A20-EFD6D4BFD8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2367542"/>
              </p:ext>
            </p:extLst>
          </p:nvPr>
        </p:nvGraphicFramePr>
        <p:xfrm>
          <a:off x="723014" y="1645154"/>
          <a:ext cx="6103088" cy="2565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28AB56-B04F-4E2C-AFEE-8A630247B93F}"/>
              </a:ext>
            </a:extLst>
          </p:cNvPr>
          <p:cNvCxnSpPr>
            <a:cxnSpLocks/>
          </p:cNvCxnSpPr>
          <p:nvPr/>
        </p:nvCxnSpPr>
        <p:spPr>
          <a:xfrm>
            <a:off x="1796902" y="1850065"/>
            <a:ext cx="3987210" cy="185006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032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크로스</a:t>
            </a:r>
            <a:r>
              <a:rPr lang="en-US" sz="3200" dirty="0"/>
              <a:t> </a:t>
            </a:r>
            <a:r>
              <a:rPr lang="en-US" sz="3200" dirty="0" err="1"/>
              <a:t>엔트로피</a:t>
            </a:r>
            <a:r>
              <a:rPr lang="en-US" sz="3200" dirty="0"/>
              <a:t> (Cross Entropy)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7E6A29F-A383-4F99-9BD5-C2F62A9CB7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2862335"/>
              </p:ext>
            </p:extLst>
          </p:nvPr>
        </p:nvGraphicFramePr>
        <p:xfrm>
          <a:off x="7006856" y="1695422"/>
          <a:ext cx="3467596" cy="3815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0C25E2F-529A-4F92-8A20-EFD6D4BFD8DE}"/>
              </a:ext>
            </a:extLst>
          </p:cNvPr>
          <p:cNvGraphicFramePr/>
          <p:nvPr/>
        </p:nvGraphicFramePr>
        <p:xfrm>
          <a:off x="723014" y="1645154"/>
          <a:ext cx="6103088" cy="2565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28AB56-B04F-4E2C-AFEE-8A630247B93F}"/>
              </a:ext>
            </a:extLst>
          </p:cNvPr>
          <p:cNvCxnSpPr>
            <a:cxnSpLocks/>
          </p:cNvCxnSpPr>
          <p:nvPr/>
        </p:nvCxnSpPr>
        <p:spPr>
          <a:xfrm>
            <a:off x="1796902" y="1850065"/>
            <a:ext cx="3987210" cy="185006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70FC40-1CFE-42BE-98C7-2355A7F8B129}"/>
                  </a:ext>
                </a:extLst>
              </p:cNvPr>
              <p:cNvSpPr txBox="1"/>
              <p:nvPr/>
            </p:nvSpPr>
            <p:spPr>
              <a:xfrm>
                <a:off x="462513" y="4481788"/>
                <a:ext cx="6655988" cy="343940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=−(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log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70FC40-1CFE-42BE-98C7-2355A7F8B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13" y="4481788"/>
                <a:ext cx="6655988" cy="343940"/>
              </a:xfrm>
              <a:prstGeom prst="rect">
                <a:avLst/>
              </a:prstGeom>
              <a:blipFill>
                <a:blip r:embed="rId5"/>
                <a:stretch>
                  <a:fillRect l="-1007" t="-1754" r="-275" b="-29825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98398A-ED8C-4025-A001-FAEFF04B268E}"/>
                  </a:ext>
                </a:extLst>
              </p:cNvPr>
              <p:cNvSpPr txBox="1"/>
              <p:nvPr/>
            </p:nvSpPr>
            <p:spPr>
              <a:xfrm>
                <a:off x="498348" y="5045332"/>
                <a:ext cx="4632871" cy="304699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𝑡𝑎𝑟𝑔𝑒𝑡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( 1 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0 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𝐹𝑎𝑙𝑠𝑒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98398A-ED8C-4025-A001-FAEFF04B2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48" y="5045332"/>
                <a:ext cx="4632871" cy="304699"/>
              </a:xfrm>
              <a:prstGeom prst="rect">
                <a:avLst/>
              </a:prstGeom>
              <a:blipFill>
                <a:blip r:embed="rId6"/>
                <a:stretch>
                  <a:fillRect l="-1447" t="-8000" r="-395" b="-40000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A6AAED-CDAC-4909-A35A-D1843290F927}"/>
                  </a:ext>
                </a:extLst>
              </p:cNvPr>
              <p:cNvSpPr txBox="1"/>
              <p:nvPr/>
            </p:nvSpPr>
            <p:spPr>
              <a:xfrm>
                <a:off x="498348" y="5569635"/>
                <a:ext cx="5184240" cy="304699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𝑝𝑟𝑜𝑏𝑎𝑏𝑖𝑙𝑖𝑡𝑦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𝑝𝑟𝑒𝑑𝑖𝑐𝑡𝑖𝑜𝑛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𝑝𝑜𝑖𝑛𝑡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2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A6AAED-CDAC-4909-A35A-D1843290F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48" y="5569635"/>
                <a:ext cx="5184240" cy="304699"/>
              </a:xfrm>
              <a:prstGeom prst="rect">
                <a:avLst/>
              </a:prstGeom>
              <a:blipFill>
                <a:blip r:embed="rId7"/>
                <a:stretch>
                  <a:fillRect l="-1529" t="-8000" b="-40000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43693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크로스</a:t>
            </a:r>
            <a:r>
              <a:rPr lang="en-US" sz="3200" dirty="0"/>
              <a:t> </a:t>
            </a:r>
            <a:r>
              <a:rPr lang="en-US" sz="3200" dirty="0" err="1"/>
              <a:t>엔트로피</a:t>
            </a:r>
            <a:r>
              <a:rPr lang="en-US" sz="3200" dirty="0"/>
              <a:t> (Cross Entropy)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7E6A29F-A383-4F99-9BD5-C2F62A9CB7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0360681"/>
              </p:ext>
            </p:extLst>
          </p:nvPr>
        </p:nvGraphicFramePr>
        <p:xfrm>
          <a:off x="7006856" y="1695422"/>
          <a:ext cx="3467596" cy="3815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0C25E2F-529A-4F92-8A20-EFD6D4BFD8DE}"/>
              </a:ext>
            </a:extLst>
          </p:cNvPr>
          <p:cNvGraphicFramePr/>
          <p:nvPr/>
        </p:nvGraphicFramePr>
        <p:xfrm>
          <a:off x="723014" y="1645154"/>
          <a:ext cx="6103088" cy="2565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28AB56-B04F-4E2C-AFEE-8A630247B93F}"/>
              </a:ext>
            </a:extLst>
          </p:cNvPr>
          <p:cNvCxnSpPr>
            <a:cxnSpLocks/>
          </p:cNvCxnSpPr>
          <p:nvPr/>
        </p:nvCxnSpPr>
        <p:spPr>
          <a:xfrm>
            <a:off x="1796902" y="1850065"/>
            <a:ext cx="3987210" cy="185006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657EF72-B63A-433E-B07E-8EB00E2FCD1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080" r="69444" b="75056"/>
          <a:stretch/>
        </p:blipFill>
        <p:spPr>
          <a:xfrm>
            <a:off x="723014" y="4559402"/>
            <a:ext cx="6103088" cy="88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352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74336" y="4224528"/>
            <a:ext cx="5376672" cy="1373939"/>
          </a:xfrm>
        </p:spPr>
        <p:txBody>
          <a:bodyPr wrap="square" anchor="b">
            <a:normAutofit/>
          </a:bodyPr>
          <a:lstStyle/>
          <a:p>
            <a:r>
              <a:rPr lang="ko-KR" altLang="en-US" dirty="0"/>
              <a:t>종합 정리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210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연습</a:t>
            </a:r>
            <a:r>
              <a:rPr lang="en-US" sz="3200" b="1" dirty="0"/>
              <a:t> </a:t>
            </a:r>
            <a:r>
              <a:rPr lang="ko-KR" altLang="en-US" sz="3200" b="1" dirty="0"/>
              <a:t>문제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C6C09-1E64-CA4F-8494-490CAA3DF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48" y="1774264"/>
            <a:ext cx="9948672" cy="3718925"/>
          </a:xfrm>
        </p:spPr>
        <p:txBody>
          <a:bodyPr/>
          <a:lstStyle/>
          <a:p>
            <a:endParaRPr lang="en-US"/>
          </a:p>
          <a:p>
            <a:pPr marL="342900" indent="-342900">
              <a:buFontTx/>
              <a:buChar char="-"/>
            </a:pP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E2FB5-8D51-E146-842B-7E7CC771C4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800"/>
              <a:t>미국 수화 알파벳</a:t>
            </a:r>
          </a:p>
        </p:txBody>
      </p:sp>
      <p:pic>
        <p:nvPicPr>
          <p:cNvPr id="6" name="Picture 5" descr="A close up of text on a white background  Description automatically generated">
            <a:extLst>
              <a:ext uri="{FF2B5EF4-FFF2-40B4-BE49-F238E27FC236}">
                <a16:creationId xmlns:a16="http://schemas.microsoft.com/office/drawing/2014/main" id="{E08999CF-C19E-3840-AA28-6ABE42EA8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885" y="1940519"/>
            <a:ext cx="6367030" cy="371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200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74336" y="4224528"/>
            <a:ext cx="5376672" cy="1373939"/>
          </a:xfrm>
        </p:spPr>
        <p:txBody>
          <a:bodyPr wrap="square" anchor="b">
            <a:normAutofit/>
          </a:bodyPr>
          <a:lstStyle/>
          <a:p>
            <a:r>
              <a:rPr lang="en-GB"/>
              <a:t>시작하겠습니다!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730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C35AAE26-9F20-4562-9FDA-4529ACE3EC2F}"/>
              </a:ext>
            </a:extLst>
          </p:cNvPr>
          <p:cNvSpPr txBox="1">
            <a:spLocks/>
          </p:cNvSpPr>
          <p:nvPr/>
        </p:nvSpPr>
        <p:spPr bwMode="auto">
          <a:xfrm>
            <a:off x="685800" y="4974336"/>
            <a:ext cx="5815584" cy="286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 cap="all" baseline="0">
                <a:solidFill>
                  <a:schemeClr val="tx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 algn="l" defTabSz="914400">
              <a:spcAft>
                <a:spcPts val="600"/>
              </a:spcAft>
            </a:pPr>
            <a:r>
              <a:rPr lang="en-GB" sz="1400" kern="0">
                <a:solidFill>
                  <a:schemeClr val="tx2"/>
                </a:solidFill>
              </a:rPr>
              <a:t>컴퓨터가 미적분에 대한 편법을 사용할 수 있도록 돕기</a:t>
            </a:r>
            <a:endParaRPr lang="en-US" sz="1400" kern="0">
              <a:solidFill>
                <a:schemeClr val="tx2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023360"/>
            <a:ext cx="5815584" cy="982855"/>
          </a:xfrm>
        </p:spPr>
        <p:txBody>
          <a:bodyPr wrap="square" anchor="b">
            <a:normAutofit/>
          </a:bodyPr>
          <a:lstStyle/>
          <a:p>
            <a:r>
              <a:rPr lang="en-GB" sz="3100"/>
              <a:t>부록: 그래디언트 하강법</a:t>
            </a:r>
            <a:endParaRPr lang="en-US" sz="3100"/>
          </a:p>
        </p:txBody>
      </p:sp>
    </p:spTree>
    <p:extLst>
      <p:ext uri="{BB962C8B-B14F-4D97-AF65-F5344CB8AC3E}">
        <p14:creationId xmlns:p14="http://schemas.microsoft.com/office/powerpoint/2010/main" val="36838857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379" y="566917"/>
            <a:ext cx="6461924" cy="590931"/>
          </a:xfrm>
        </p:spPr>
        <p:txBody>
          <a:bodyPr>
            <a:normAutofit/>
          </a:bodyPr>
          <a:lstStyle/>
          <a:p>
            <a:pPr algn="l"/>
            <a:r>
              <a:rPr lang="ko-KR" altLang="en-US" sz="3200" b="1" dirty="0">
                <a:solidFill>
                  <a:schemeClr val="tx1"/>
                </a:solidFill>
              </a:rPr>
              <a:t>에러를 통한 학습</a:t>
            </a:r>
            <a:endParaRPr lang="en-US" sz="32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737BC7-3E3A-42B0-B1AD-51D0A2BA9480}"/>
                  </a:ext>
                </a:extLst>
              </p:cNvPr>
              <p:cNvSpPr txBox="1"/>
              <p:nvPr/>
            </p:nvSpPr>
            <p:spPr>
              <a:xfrm>
                <a:off x="1039379" y="1700400"/>
                <a:ext cx="6423425" cy="484300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𝑀𝑆𝐸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den>
                    </m:f>
                  </m:oMath>
                </a14:m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−(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𝑚𝑥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𝑏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737BC7-3E3A-42B0-B1AD-51D0A2BA9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379" y="1700400"/>
                <a:ext cx="6423425" cy="4843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960156-3663-412D-9573-8C18101549D4}"/>
                  </a:ext>
                </a:extLst>
              </p:cNvPr>
              <p:cNvSpPr txBox="1"/>
              <p:nvPr/>
            </p:nvSpPr>
            <p:spPr>
              <a:xfrm>
                <a:off x="1004850" y="2673907"/>
                <a:ext cx="7005443" cy="622350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𝑀𝑆𝐸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(3 −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</m:d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+ 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(5 −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e>
                          </m:d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960156-3663-412D-9573-8C1810154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50" y="2673907"/>
                <a:ext cx="7005443" cy="622350"/>
              </a:xfrm>
              <a:prstGeom prst="rect">
                <a:avLst/>
              </a:prstGeom>
              <a:blipFill>
                <a:blip r:embed="rId4"/>
                <a:stretch>
                  <a:fillRect t="-1961" b="-1961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7698A8-D4B2-4770-BE05-222B92657EB5}"/>
                  </a:ext>
                </a:extLst>
              </p:cNvPr>
              <p:cNvSpPr txBox="1"/>
              <p:nvPr/>
            </p:nvSpPr>
            <p:spPr>
              <a:xfrm>
                <a:off x="1039379" y="3909289"/>
                <a:ext cx="3142463" cy="6320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=9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23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7698A8-D4B2-4770-BE05-222B92657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379" y="3909289"/>
                <a:ext cx="3142463" cy="632096"/>
              </a:xfrm>
              <a:prstGeom prst="rect">
                <a:avLst/>
              </a:prstGeom>
              <a:blipFill>
                <a:blip r:embed="rId5"/>
                <a:stretch>
                  <a:fillRect t="-962" b="-2885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03151F-78E0-46DB-8323-C00FC64012B6}"/>
                  </a:ext>
                </a:extLst>
              </p:cNvPr>
              <p:cNvSpPr txBox="1"/>
              <p:nvPr/>
            </p:nvSpPr>
            <p:spPr>
              <a:xfrm>
                <a:off x="5100741" y="3914411"/>
                <a:ext cx="3142463" cy="632033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+3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−13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03151F-78E0-46DB-8323-C00FC6401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741" y="3914411"/>
                <a:ext cx="3142463" cy="632033"/>
              </a:xfrm>
              <a:prstGeom prst="rect">
                <a:avLst/>
              </a:prstGeom>
              <a:blipFill>
                <a:blip r:embed="rId6"/>
                <a:stretch>
                  <a:fillRect t="-962" b="-2885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44FF8176-E612-4A5A-9FB0-50736EB16596}"/>
              </a:ext>
            </a:extLst>
          </p:cNvPr>
          <p:cNvSpPr/>
          <p:nvPr/>
        </p:nvSpPr>
        <p:spPr>
          <a:xfrm>
            <a:off x="9229478" y="4341976"/>
            <a:ext cx="1407886" cy="12247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100344-EFEB-4F8A-8AFA-67C72DFECC60}"/>
                  </a:ext>
                </a:extLst>
              </p:cNvPr>
              <p:cNvSpPr txBox="1"/>
              <p:nvPr/>
            </p:nvSpPr>
            <p:spPr>
              <a:xfrm>
                <a:off x="9328684" y="4558346"/>
                <a:ext cx="1155637" cy="332399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=−1</m:t>
                      </m:r>
                    </m:oMath>
                  </m:oMathPara>
                </a14:m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100344-EFEB-4F8A-8AFA-67C72DFEC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8684" y="4558346"/>
                <a:ext cx="1155637" cy="332399"/>
              </a:xfrm>
              <a:prstGeom prst="rect">
                <a:avLst/>
              </a:prstGeom>
              <a:blipFill>
                <a:blip r:embed="rId7"/>
                <a:stretch>
                  <a:fillRect l="-2105" r="-4737" b="-1296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5518DB-ABDA-4D66-BE66-2DBD0AB04C0F}"/>
                  </a:ext>
                </a:extLst>
              </p:cNvPr>
              <p:cNvSpPr txBox="1"/>
              <p:nvPr/>
            </p:nvSpPr>
            <p:spPr>
              <a:xfrm>
                <a:off x="9328684" y="5030060"/>
                <a:ext cx="831381" cy="332399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b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=5</m:t>
                      </m:r>
                    </m:oMath>
                  </m:oMathPara>
                </a14:m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5518DB-ABDA-4D66-BE66-2DBD0AB04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8684" y="5030060"/>
                <a:ext cx="831381" cy="332399"/>
              </a:xfrm>
              <a:prstGeom prst="rect">
                <a:avLst/>
              </a:prstGeom>
              <a:blipFill>
                <a:blip r:embed="rId8"/>
                <a:stretch>
                  <a:fillRect l="-7299" t="-3636" r="-7299" b="-12727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1E1CA5-2EA6-4BAD-B3F8-C5B004DDC50F}"/>
                  </a:ext>
                </a:extLst>
              </p:cNvPr>
              <p:cNvSpPr txBox="1"/>
              <p:nvPr/>
            </p:nvSpPr>
            <p:spPr>
              <a:xfrm>
                <a:off x="1004850" y="4973187"/>
                <a:ext cx="1693028" cy="6320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=−7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1E1CA5-2EA6-4BAD-B3F8-C5B004DDC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50" y="4973187"/>
                <a:ext cx="1693028" cy="632096"/>
              </a:xfrm>
              <a:prstGeom prst="rect">
                <a:avLst/>
              </a:prstGeom>
              <a:blipFill>
                <a:blip r:embed="rId9"/>
                <a:stretch>
                  <a:fillRect t="-962" b="-192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0D9E3C-4655-4B88-984B-49F75A2502BF}"/>
                  </a:ext>
                </a:extLst>
              </p:cNvPr>
              <p:cNvSpPr txBox="1"/>
              <p:nvPr/>
            </p:nvSpPr>
            <p:spPr>
              <a:xfrm>
                <a:off x="5100741" y="4973250"/>
                <a:ext cx="1693028" cy="632033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−3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0D9E3C-4655-4B88-984B-49F75A250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741" y="4973250"/>
                <a:ext cx="1693028" cy="632033"/>
              </a:xfrm>
              <a:prstGeom prst="rect">
                <a:avLst/>
              </a:prstGeom>
              <a:blipFill>
                <a:blip r:embed="rId10"/>
                <a:stretch>
                  <a:fillRect t="-962" b="-192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99455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손실</a:t>
            </a:r>
            <a:r>
              <a:rPr lang="en-US" sz="3200" b="1" dirty="0"/>
              <a:t> </a:t>
            </a:r>
            <a:r>
              <a:rPr lang="en-US" sz="3200" b="1" dirty="0" err="1"/>
              <a:t>곡선</a:t>
            </a:r>
            <a:r>
              <a:rPr lang="en-US" sz="3200" b="1" dirty="0"/>
              <a:t> (The Loss Curve)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00ECE0-583F-4820-AA1F-732701F10F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658" t="38117" r="28299" b="24074"/>
          <a:stretch/>
        </p:blipFill>
        <p:spPr>
          <a:xfrm>
            <a:off x="685799" y="1583150"/>
            <a:ext cx="4216596" cy="37297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82EF9E-5844-42D3-95D4-18AAD39548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830" t="39571" r="22135" b="22222"/>
          <a:stretch/>
        </p:blipFill>
        <p:spPr>
          <a:xfrm>
            <a:off x="4902395" y="1583150"/>
            <a:ext cx="5212498" cy="372979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DD8BE05-5B97-4152-A6E4-0B4B5C2FD7AE}"/>
              </a:ext>
            </a:extLst>
          </p:cNvPr>
          <p:cNvSpPr/>
          <p:nvPr/>
        </p:nvSpPr>
        <p:spPr>
          <a:xfrm>
            <a:off x="6110288" y="2624138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602396-AC39-47D2-A2F8-890C4FECDEC9}"/>
              </a:ext>
            </a:extLst>
          </p:cNvPr>
          <p:cNvSpPr/>
          <p:nvPr/>
        </p:nvSpPr>
        <p:spPr>
          <a:xfrm>
            <a:off x="8072438" y="3800476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8C585-EADB-4A72-9EEF-84EAEA5B497C}"/>
              </a:ext>
            </a:extLst>
          </p:cNvPr>
          <p:cNvSpPr txBox="1"/>
          <p:nvPr/>
        </p:nvSpPr>
        <p:spPr>
          <a:xfrm>
            <a:off x="6200775" y="2526265"/>
            <a:ext cx="797013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현재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8ED10-82C5-404B-81EC-13FCFE4CD5F0}"/>
              </a:ext>
            </a:extLst>
          </p:cNvPr>
          <p:cNvSpPr txBox="1"/>
          <p:nvPr/>
        </p:nvSpPr>
        <p:spPr>
          <a:xfrm>
            <a:off x="8216593" y="3702603"/>
            <a:ext cx="689677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타깃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0C781C-B96F-4C6D-A91E-85CFEDCD74B8}"/>
              </a:ext>
            </a:extLst>
          </p:cNvPr>
          <p:cNvSpPr txBox="1"/>
          <p:nvPr/>
        </p:nvSpPr>
        <p:spPr>
          <a:xfrm>
            <a:off x="9716386" y="1679240"/>
            <a:ext cx="797013" cy="3194721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16</a:t>
            </a: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7558374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손실</a:t>
            </a:r>
            <a:r>
              <a:rPr lang="en-US" sz="3200" b="1" dirty="0"/>
              <a:t> </a:t>
            </a:r>
            <a:r>
              <a:rPr lang="en-US" sz="3200" b="1" dirty="0" err="1"/>
              <a:t>곡선</a:t>
            </a:r>
            <a:r>
              <a:rPr lang="en-US" sz="3200" b="1" dirty="0"/>
              <a:t> (The Loss Curve)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82EF9E-5844-42D3-95D4-18AAD39548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30" t="39571" r="22135" b="22222"/>
          <a:stretch/>
        </p:blipFill>
        <p:spPr>
          <a:xfrm>
            <a:off x="4902395" y="1583150"/>
            <a:ext cx="5212498" cy="372979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DD8BE05-5B97-4152-A6E4-0B4B5C2FD7AE}"/>
              </a:ext>
            </a:extLst>
          </p:cNvPr>
          <p:cNvSpPr/>
          <p:nvPr/>
        </p:nvSpPr>
        <p:spPr>
          <a:xfrm>
            <a:off x="6110288" y="2624138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602396-AC39-47D2-A2F8-890C4FECDEC9}"/>
              </a:ext>
            </a:extLst>
          </p:cNvPr>
          <p:cNvSpPr/>
          <p:nvPr/>
        </p:nvSpPr>
        <p:spPr>
          <a:xfrm>
            <a:off x="8072438" y="3800476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8ED10-82C5-404B-81EC-13FCFE4CD5F0}"/>
              </a:ext>
            </a:extLst>
          </p:cNvPr>
          <p:cNvSpPr txBox="1"/>
          <p:nvPr/>
        </p:nvSpPr>
        <p:spPr>
          <a:xfrm>
            <a:off x="8216593" y="3702603"/>
            <a:ext cx="689677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타깃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03DED8-7559-4619-A8EA-FCB217A8CF6E}"/>
              </a:ext>
            </a:extLst>
          </p:cNvPr>
          <p:cNvSpPr txBox="1"/>
          <p:nvPr/>
        </p:nvSpPr>
        <p:spPr>
          <a:xfrm>
            <a:off x="9716386" y="1679240"/>
            <a:ext cx="797013" cy="3194721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16</a:t>
            </a: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812829-491E-49ED-B988-C8E5511B625C}"/>
              </a:ext>
            </a:extLst>
          </p:cNvPr>
          <p:cNvCxnSpPr>
            <a:cxnSpLocks/>
          </p:cNvCxnSpPr>
          <p:nvPr/>
        </p:nvCxnSpPr>
        <p:spPr>
          <a:xfrm flipV="1">
            <a:off x="6123540" y="1967687"/>
            <a:ext cx="3172860" cy="6697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6660E8-6401-47E0-9263-D0EFC6FE903E}"/>
                  </a:ext>
                </a:extLst>
              </p:cNvPr>
              <p:cNvSpPr txBox="1"/>
              <p:nvPr/>
            </p:nvSpPr>
            <p:spPr>
              <a:xfrm>
                <a:off x="857907" y="1992042"/>
                <a:ext cx="1693028" cy="6320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=−7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6660E8-6401-47E0-9263-D0EFC6FE9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7" y="1992042"/>
                <a:ext cx="1693028" cy="632096"/>
              </a:xfrm>
              <a:prstGeom prst="rect">
                <a:avLst/>
              </a:prstGeom>
              <a:blipFill>
                <a:blip r:embed="rId4"/>
                <a:stretch>
                  <a:fillRect t="-971" b="-291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BCD64A-4817-47B6-A5B3-D19860C2C93B}"/>
                  </a:ext>
                </a:extLst>
              </p:cNvPr>
              <p:cNvSpPr txBox="1"/>
              <p:nvPr/>
            </p:nvSpPr>
            <p:spPr>
              <a:xfrm>
                <a:off x="3031931" y="1992042"/>
                <a:ext cx="1693028" cy="632033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−3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BCD64A-4817-47B6-A5B3-D19860C2C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931" y="1992042"/>
                <a:ext cx="1693028" cy="632033"/>
              </a:xfrm>
              <a:prstGeom prst="rect">
                <a:avLst/>
              </a:prstGeom>
              <a:blipFill>
                <a:blip r:embed="rId5"/>
                <a:stretch>
                  <a:fillRect t="-971" b="-291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64227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손실</a:t>
            </a:r>
            <a:r>
              <a:rPr lang="en-US" sz="3200" b="1" dirty="0"/>
              <a:t> </a:t>
            </a:r>
            <a:r>
              <a:rPr lang="en-US" sz="3200" b="1" dirty="0" err="1"/>
              <a:t>곡선</a:t>
            </a:r>
            <a:r>
              <a:rPr lang="en-US" sz="3200" b="1" dirty="0"/>
              <a:t> (The Loss Curve)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522356-CC40-4AA2-ABBA-A172D5F62D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30" t="39571" r="22135" b="22222"/>
          <a:stretch/>
        </p:blipFill>
        <p:spPr>
          <a:xfrm>
            <a:off x="4902395" y="1583150"/>
            <a:ext cx="5212498" cy="3729799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519D3564-3C82-4C73-93FF-0769A92B483A}"/>
              </a:ext>
            </a:extLst>
          </p:cNvPr>
          <p:cNvSpPr/>
          <p:nvPr/>
        </p:nvSpPr>
        <p:spPr>
          <a:xfrm>
            <a:off x="6110288" y="2624138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60893E-A07B-40F8-A352-FA8270010B43}"/>
              </a:ext>
            </a:extLst>
          </p:cNvPr>
          <p:cNvSpPr/>
          <p:nvPr/>
        </p:nvSpPr>
        <p:spPr>
          <a:xfrm>
            <a:off x="8072438" y="3800476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268D1D-2B87-4150-A31A-B5B56CD4BAED}"/>
              </a:ext>
            </a:extLst>
          </p:cNvPr>
          <p:cNvSpPr txBox="1"/>
          <p:nvPr/>
        </p:nvSpPr>
        <p:spPr>
          <a:xfrm>
            <a:off x="8216593" y="3702603"/>
            <a:ext cx="689677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타깃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6E5EF2-763C-407D-A8D7-241EFAAECD78}"/>
              </a:ext>
            </a:extLst>
          </p:cNvPr>
          <p:cNvSpPr txBox="1"/>
          <p:nvPr/>
        </p:nvSpPr>
        <p:spPr>
          <a:xfrm>
            <a:off x="9716386" y="1679240"/>
            <a:ext cx="797013" cy="3194721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16</a:t>
            </a: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ED7A444-7B96-420B-A939-39EA9C388450}"/>
              </a:ext>
            </a:extLst>
          </p:cNvPr>
          <p:cNvCxnSpPr>
            <a:cxnSpLocks/>
          </p:cNvCxnSpPr>
          <p:nvPr/>
        </p:nvCxnSpPr>
        <p:spPr>
          <a:xfrm flipV="1">
            <a:off x="6123540" y="1967687"/>
            <a:ext cx="3172860" cy="6697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8AD15E-D2A9-4711-B4EF-047DBDC4BC23}"/>
                  </a:ext>
                </a:extLst>
              </p:cNvPr>
              <p:cNvSpPr txBox="1"/>
              <p:nvPr/>
            </p:nvSpPr>
            <p:spPr>
              <a:xfrm>
                <a:off x="857907" y="1992042"/>
                <a:ext cx="1693028" cy="6320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=−7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8AD15E-D2A9-4711-B4EF-047DBDC4B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7" y="1992042"/>
                <a:ext cx="1693028" cy="632096"/>
              </a:xfrm>
              <a:prstGeom prst="rect">
                <a:avLst/>
              </a:prstGeom>
              <a:blipFill>
                <a:blip r:embed="rId4"/>
                <a:stretch>
                  <a:fillRect t="-971" b="-291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18E12-F560-4350-BF5C-21CA097FDC5F}"/>
                  </a:ext>
                </a:extLst>
              </p:cNvPr>
              <p:cNvSpPr txBox="1"/>
              <p:nvPr/>
            </p:nvSpPr>
            <p:spPr>
              <a:xfrm>
                <a:off x="3031931" y="1992042"/>
                <a:ext cx="1693028" cy="632033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−3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18E12-F560-4350-BF5C-21CA097FD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931" y="1992042"/>
                <a:ext cx="1693028" cy="632033"/>
              </a:xfrm>
              <a:prstGeom prst="rect">
                <a:avLst/>
              </a:prstGeom>
              <a:blipFill>
                <a:blip r:embed="rId5"/>
                <a:stretch>
                  <a:fillRect t="-971" b="-291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8C85D4-CB39-4ED1-85E0-2AC1C420CF39}"/>
                  </a:ext>
                </a:extLst>
              </p:cNvPr>
              <p:cNvSpPr txBox="1"/>
              <p:nvPr/>
            </p:nvSpPr>
            <p:spPr>
              <a:xfrm>
                <a:off x="857907" y="3181274"/>
                <a:ext cx="2604110" cy="6320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m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:=</m:t>
                      </m:r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m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−</m:t>
                      </m:r>
                      <m:r>
                        <m:rPr>
                          <m:sty m:val="p"/>
                        </m:rPr>
                        <a:rPr kumimoji="0" lang="el-G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λ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8C85D4-CB39-4ED1-85E0-2AC1C420C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7" y="3181274"/>
                <a:ext cx="2604110" cy="632096"/>
              </a:xfrm>
              <a:prstGeom prst="rect">
                <a:avLst/>
              </a:prstGeom>
              <a:blipFill>
                <a:blip r:embed="rId6"/>
                <a:stretch>
                  <a:fillRect t="-962" b="-192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409DE6-AC75-4F7B-98D3-61722D219076}"/>
                  </a:ext>
                </a:extLst>
              </p:cNvPr>
              <p:cNvSpPr txBox="1"/>
              <p:nvPr/>
            </p:nvSpPr>
            <p:spPr>
              <a:xfrm>
                <a:off x="857907" y="4332470"/>
                <a:ext cx="2464970" cy="6320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b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≔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−</m:t>
                      </m:r>
                      <m:r>
                        <m:rPr>
                          <m:sty m:val="p"/>
                        </m:rPr>
                        <a:rPr kumimoji="0" lang="el-G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λ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409DE6-AC75-4F7B-98D3-61722D219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7" y="4332470"/>
                <a:ext cx="2464970" cy="632096"/>
              </a:xfrm>
              <a:prstGeom prst="rect">
                <a:avLst/>
              </a:prstGeom>
              <a:blipFill>
                <a:blip r:embed="rId7"/>
                <a:stretch>
                  <a:fillRect t="-971" b="-291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90627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손실</a:t>
            </a:r>
            <a:r>
              <a:rPr lang="en-US" sz="3200" b="1" dirty="0"/>
              <a:t> </a:t>
            </a:r>
            <a:r>
              <a:rPr lang="en-US" sz="3200" b="1" dirty="0" err="1"/>
              <a:t>곡선</a:t>
            </a:r>
            <a:r>
              <a:rPr lang="en-US" sz="3200" b="1" dirty="0"/>
              <a:t> (The Loss Curve)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82EF9E-5844-42D3-95D4-18AAD39548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30" t="39571" r="22135" b="22222"/>
          <a:stretch/>
        </p:blipFill>
        <p:spPr>
          <a:xfrm>
            <a:off x="4902395" y="1583150"/>
            <a:ext cx="5212498" cy="372979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DD8BE05-5B97-4152-A6E4-0B4B5C2FD7AE}"/>
              </a:ext>
            </a:extLst>
          </p:cNvPr>
          <p:cNvSpPr/>
          <p:nvPr/>
        </p:nvSpPr>
        <p:spPr>
          <a:xfrm>
            <a:off x="6110288" y="2624138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602396-AC39-47D2-A2F8-890C4FECDEC9}"/>
              </a:ext>
            </a:extLst>
          </p:cNvPr>
          <p:cNvSpPr/>
          <p:nvPr/>
        </p:nvSpPr>
        <p:spPr>
          <a:xfrm>
            <a:off x="8072438" y="3800476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8ED10-82C5-404B-81EC-13FCFE4CD5F0}"/>
              </a:ext>
            </a:extLst>
          </p:cNvPr>
          <p:cNvSpPr txBox="1"/>
          <p:nvPr/>
        </p:nvSpPr>
        <p:spPr>
          <a:xfrm>
            <a:off x="8216593" y="3702603"/>
            <a:ext cx="689677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타깃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03DED8-7559-4619-A8EA-FCB217A8CF6E}"/>
              </a:ext>
            </a:extLst>
          </p:cNvPr>
          <p:cNvSpPr txBox="1"/>
          <p:nvPr/>
        </p:nvSpPr>
        <p:spPr>
          <a:xfrm>
            <a:off x="9716386" y="1679240"/>
            <a:ext cx="797013" cy="3194721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16</a:t>
            </a: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3AE398-3D5F-4238-B3DD-746982E3893E}"/>
              </a:ext>
            </a:extLst>
          </p:cNvPr>
          <p:cNvCxnSpPr>
            <a:cxnSpLocks/>
            <a:stCxn id="3" idx="1"/>
          </p:cNvCxnSpPr>
          <p:nvPr/>
        </p:nvCxnSpPr>
        <p:spPr>
          <a:xfrm flipV="1">
            <a:off x="6123540" y="2152650"/>
            <a:ext cx="2296560" cy="4847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CCBDB4-FC0B-4333-A540-DFBA87E016E8}"/>
                  </a:ext>
                </a:extLst>
              </p:cNvPr>
              <p:cNvSpPr txBox="1"/>
              <p:nvPr/>
            </p:nvSpPr>
            <p:spPr>
              <a:xfrm>
                <a:off x="857907" y="1992042"/>
                <a:ext cx="1693028" cy="6320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=−7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CCBDB4-FC0B-4333-A540-DFBA87E01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7" y="1992042"/>
                <a:ext cx="1693028" cy="632096"/>
              </a:xfrm>
              <a:prstGeom prst="rect">
                <a:avLst/>
              </a:prstGeom>
              <a:blipFill>
                <a:blip r:embed="rId4"/>
                <a:stretch>
                  <a:fillRect t="-971" b="-291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93D780-B390-47C3-A16F-44C1FB16336B}"/>
                  </a:ext>
                </a:extLst>
              </p:cNvPr>
              <p:cNvSpPr txBox="1"/>
              <p:nvPr/>
            </p:nvSpPr>
            <p:spPr>
              <a:xfrm>
                <a:off x="3031931" y="1992042"/>
                <a:ext cx="1693028" cy="632033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−3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93D780-B390-47C3-A16F-44C1FB163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931" y="1992042"/>
                <a:ext cx="1693028" cy="632033"/>
              </a:xfrm>
              <a:prstGeom prst="rect">
                <a:avLst/>
              </a:prstGeom>
              <a:blipFill>
                <a:blip r:embed="rId5"/>
                <a:stretch>
                  <a:fillRect t="-971" b="-291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465F70-8062-416A-BBA1-F0777483A366}"/>
                  </a:ext>
                </a:extLst>
              </p:cNvPr>
              <p:cNvSpPr txBox="1"/>
              <p:nvPr/>
            </p:nvSpPr>
            <p:spPr>
              <a:xfrm>
                <a:off x="857907" y="3181274"/>
                <a:ext cx="2604110" cy="6320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m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:=</m:t>
                      </m:r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m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−</m:t>
                      </m:r>
                      <m:r>
                        <m:rPr>
                          <m:sty m:val="p"/>
                        </m:rPr>
                        <a:rPr kumimoji="0" lang="el-G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λ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465F70-8062-416A-BBA1-F0777483A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7" y="3181274"/>
                <a:ext cx="2604110" cy="632096"/>
              </a:xfrm>
              <a:prstGeom prst="rect">
                <a:avLst/>
              </a:prstGeom>
              <a:blipFill>
                <a:blip r:embed="rId6"/>
                <a:stretch>
                  <a:fillRect t="-962" b="-192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59170C-8EA4-4B1B-8F17-C5961071DAE6}"/>
                  </a:ext>
                </a:extLst>
              </p:cNvPr>
              <p:cNvSpPr txBox="1"/>
              <p:nvPr/>
            </p:nvSpPr>
            <p:spPr>
              <a:xfrm>
                <a:off x="857907" y="4332470"/>
                <a:ext cx="2464970" cy="6320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b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≔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−</m:t>
                      </m:r>
                      <m:r>
                        <m:rPr>
                          <m:sty m:val="p"/>
                        </m:rPr>
                        <a:rPr kumimoji="0" lang="el-G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λ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59170C-8EA4-4B1B-8F17-C5961071D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7" y="4332470"/>
                <a:ext cx="2464970" cy="632096"/>
              </a:xfrm>
              <a:prstGeom prst="rect">
                <a:avLst/>
              </a:prstGeom>
              <a:blipFill>
                <a:blip r:embed="rId7"/>
                <a:stretch>
                  <a:fillRect t="-971" b="-291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EB859B-AC61-4138-9A99-EE0D0F35E46E}"/>
                  </a:ext>
                </a:extLst>
              </p:cNvPr>
              <p:cNvSpPr txBox="1"/>
              <p:nvPr/>
            </p:nvSpPr>
            <p:spPr>
              <a:xfrm>
                <a:off x="3878445" y="3845719"/>
                <a:ext cx="876266" cy="332399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l-G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λ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=.5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EB859B-AC61-4138-9A99-EE0D0F35E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445" y="3845719"/>
                <a:ext cx="876266" cy="332399"/>
              </a:xfrm>
              <a:prstGeom prst="rect">
                <a:avLst/>
              </a:prstGeom>
              <a:blipFill>
                <a:blip r:embed="rId8"/>
                <a:stretch>
                  <a:fillRect l="-6944" t="-3704" r="-7639" b="-14815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7225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손실</a:t>
            </a:r>
            <a:r>
              <a:rPr lang="en-US" sz="3200" b="1" dirty="0"/>
              <a:t> </a:t>
            </a:r>
            <a:r>
              <a:rPr lang="en-US" sz="3200" b="1" dirty="0" err="1"/>
              <a:t>곡선</a:t>
            </a:r>
            <a:r>
              <a:rPr lang="en-US" sz="3200" b="1" dirty="0"/>
              <a:t> (The Loss Curve)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82EF9E-5844-42D3-95D4-18AAD39548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30" t="39571" r="22135" b="22222"/>
          <a:stretch/>
        </p:blipFill>
        <p:spPr>
          <a:xfrm>
            <a:off x="4902395" y="1583150"/>
            <a:ext cx="5212498" cy="372979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DD8BE05-5B97-4152-A6E4-0B4B5C2FD7AE}"/>
              </a:ext>
            </a:extLst>
          </p:cNvPr>
          <p:cNvSpPr/>
          <p:nvPr/>
        </p:nvSpPr>
        <p:spPr>
          <a:xfrm>
            <a:off x="6110288" y="2624138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602396-AC39-47D2-A2F8-890C4FECDEC9}"/>
              </a:ext>
            </a:extLst>
          </p:cNvPr>
          <p:cNvSpPr/>
          <p:nvPr/>
        </p:nvSpPr>
        <p:spPr>
          <a:xfrm>
            <a:off x="8072438" y="3800476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8ED10-82C5-404B-81EC-13FCFE4CD5F0}"/>
              </a:ext>
            </a:extLst>
          </p:cNvPr>
          <p:cNvSpPr txBox="1"/>
          <p:nvPr/>
        </p:nvSpPr>
        <p:spPr>
          <a:xfrm>
            <a:off x="8216593" y="3702603"/>
            <a:ext cx="689677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타깃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03DED8-7559-4619-A8EA-FCB217A8CF6E}"/>
              </a:ext>
            </a:extLst>
          </p:cNvPr>
          <p:cNvSpPr txBox="1"/>
          <p:nvPr/>
        </p:nvSpPr>
        <p:spPr>
          <a:xfrm>
            <a:off x="9716386" y="1679240"/>
            <a:ext cx="797013" cy="3194721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16</a:t>
            </a: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3AE398-3D5F-4238-B3DD-746982E3893E}"/>
              </a:ext>
            </a:extLst>
          </p:cNvPr>
          <p:cNvCxnSpPr>
            <a:cxnSpLocks/>
            <a:stCxn id="3" idx="1"/>
          </p:cNvCxnSpPr>
          <p:nvPr/>
        </p:nvCxnSpPr>
        <p:spPr>
          <a:xfrm flipV="1">
            <a:off x="6123540" y="2552700"/>
            <a:ext cx="201060" cy="846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069F6B-85DA-49E7-BF92-825B936E5733}"/>
                  </a:ext>
                </a:extLst>
              </p:cNvPr>
              <p:cNvSpPr txBox="1"/>
              <p:nvPr/>
            </p:nvSpPr>
            <p:spPr>
              <a:xfrm>
                <a:off x="857907" y="1992042"/>
                <a:ext cx="1693028" cy="6320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=−7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069F6B-85DA-49E7-BF92-825B936E5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7" y="1992042"/>
                <a:ext cx="1693028" cy="632096"/>
              </a:xfrm>
              <a:prstGeom prst="rect">
                <a:avLst/>
              </a:prstGeom>
              <a:blipFill>
                <a:blip r:embed="rId4"/>
                <a:stretch>
                  <a:fillRect t="-971" b="-291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0ECD34-F4F8-441B-93FB-27D08BE2FFB7}"/>
                  </a:ext>
                </a:extLst>
              </p:cNvPr>
              <p:cNvSpPr txBox="1"/>
              <p:nvPr/>
            </p:nvSpPr>
            <p:spPr>
              <a:xfrm>
                <a:off x="3031931" y="1992042"/>
                <a:ext cx="1693028" cy="632033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−3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0ECD34-F4F8-441B-93FB-27D08BE2F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931" y="1992042"/>
                <a:ext cx="1693028" cy="632033"/>
              </a:xfrm>
              <a:prstGeom prst="rect">
                <a:avLst/>
              </a:prstGeom>
              <a:blipFill>
                <a:blip r:embed="rId5"/>
                <a:stretch>
                  <a:fillRect t="-971" b="-291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30CA23-7BCD-4A0B-B77B-4589E939490B}"/>
                  </a:ext>
                </a:extLst>
              </p:cNvPr>
              <p:cNvSpPr txBox="1"/>
              <p:nvPr/>
            </p:nvSpPr>
            <p:spPr>
              <a:xfrm>
                <a:off x="857907" y="3181274"/>
                <a:ext cx="2604110" cy="6320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m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:=</m:t>
                      </m:r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m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−</m:t>
                      </m:r>
                      <m:r>
                        <m:rPr>
                          <m:sty m:val="p"/>
                        </m:rPr>
                        <a:rPr kumimoji="0" lang="el-G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λ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30CA23-7BCD-4A0B-B77B-4589E9394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7" y="3181274"/>
                <a:ext cx="2604110" cy="632096"/>
              </a:xfrm>
              <a:prstGeom prst="rect">
                <a:avLst/>
              </a:prstGeom>
              <a:blipFill>
                <a:blip r:embed="rId6"/>
                <a:stretch>
                  <a:fillRect t="-962" b="-192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FCB72F-F03F-4944-8A58-0D15D74D33DC}"/>
                  </a:ext>
                </a:extLst>
              </p:cNvPr>
              <p:cNvSpPr txBox="1"/>
              <p:nvPr/>
            </p:nvSpPr>
            <p:spPr>
              <a:xfrm>
                <a:off x="857907" y="4332470"/>
                <a:ext cx="2464970" cy="6320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b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≔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−</m:t>
                      </m:r>
                      <m:r>
                        <m:rPr>
                          <m:sty m:val="p"/>
                        </m:rPr>
                        <a:rPr kumimoji="0" lang="el-G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λ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𝑀𝑆𝐸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FCB72F-F03F-4944-8A58-0D15D74D3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7" y="4332470"/>
                <a:ext cx="2464970" cy="632096"/>
              </a:xfrm>
              <a:prstGeom prst="rect">
                <a:avLst/>
              </a:prstGeom>
              <a:blipFill>
                <a:blip r:embed="rId7"/>
                <a:stretch>
                  <a:fillRect t="-971" b="-291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F4CC74-5B76-4CBB-AD67-06AD0502AB94}"/>
                  </a:ext>
                </a:extLst>
              </p:cNvPr>
              <p:cNvSpPr txBox="1"/>
              <p:nvPr/>
            </p:nvSpPr>
            <p:spPr>
              <a:xfrm>
                <a:off x="3878445" y="3845719"/>
                <a:ext cx="1216102" cy="332399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l-G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λ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=.005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F4CC74-5B76-4CBB-AD67-06AD0502A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445" y="3845719"/>
                <a:ext cx="1216102" cy="332399"/>
              </a:xfrm>
              <a:prstGeom prst="rect">
                <a:avLst/>
              </a:prstGeom>
              <a:blipFill>
                <a:blip r:embed="rId8"/>
                <a:stretch>
                  <a:fillRect l="-4500" t="-3704" r="-5500" b="-14815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87420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3D19-8183-674E-8922-A1E6F5FB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/>
              <a:t>손실</a:t>
            </a:r>
            <a:r>
              <a:rPr lang="en-US" sz="3200" b="1" dirty="0"/>
              <a:t> </a:t>
            </a:r>
            <a:r>
              <a:rPr lang="en-US" sz="3200" b="1" dirty="0" err="1"/>
              <a:t>곡선</a:t>
            </a:r>
            <a:r>
              <a:rPr lang="en-US" sz="3200" b="1" dirty="0"/>
              <a:t> (The Loss Curve)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A0227B8-75E6-4163-9C54-8038B41A60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30" t="39571" r="22135" b="22222"/>
          <a:stretch/>
        </p:blipFill>
        <p:spPr>
          <a:xfrm>
            <a:off x="4902395" y="1583150"/>
            <a:ext cx="5212498" cy="3729799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B3C6E4DC-D509-45F3-8898-2D62F10C48B7}"/>
              </a:ext>
            </a:extLst>
          </p:cNvPr>
          <p:cNvSpPr/>
          <p:nvPr/>
        </p:nvSpPr>
        <p:spPr>
          <a:xfrm>
            <a:off x="6110288" y="2624138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0742DE5-35FD-4CC3-846D-3BD8686E3F68}"/>
              </a:ext>
            </a:extLst>
          </p:cNvPr>
          <p:cNvSpPr/>
          <p:nvPr/>
        </p:nvSpPr>
        <p:spPr>
          <a:xfrm>
            <a:off x="8072438" y="3800476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1AD6B0-67CA-462C-A82A-51EDBA29F00E}"/>
              </a:ext>
            </a:extLst>
          </p:cNvPr>
          <p:cNvSpPr txBox="1"/>
          <p:nvPr/>
        </p:nvSpPr>
        <p:spPr>
          <a:xfrm>
            <a:off x="8216593" y="3702603"/>
            <a:ext cx="689677" cy="2862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타깃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7C57EF-2418-4074-AB57-D7ACC19646C8}"/>
              </a:ext>
            </a:extLst>
          </p:cNvPr>
          <p:cNvSpPr txBox="1"/>
          <p:nvPr/>
        </p:nvSpPr>
        <p:spPr>
          <a:xfrm>
            <a:off x="9716386" y="1679240"/>
            <a:ext cx="797013" cy="3194721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16</a:t>
            </a: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0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326A0E2-A88D-4C53-BE61-649A0613FD67}"/>
              </a:ext>
            </a:extLst>
          </p:cNvPr>
          <p:cNvCxnSpPr>
            <a:cxnSpLocks/>
            <a:stCxn id="21" idx="1"/>
          </p:cNvCxnSpPr>
          <p:nvPr/>
        </p:nvCxnSpPr>
        <p:spPr>
          <a:xfrm flipV="1">
            <a:off x="6123540" y="2557463"/>
            <a:ext cx="267735" cy="799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3DF96C7-3A7B-4B3C-8F0C-50751EF265CA}"/>
              </a:ext>
            </a:extLst>
          </p:cNvPr>
          <p:cNvCxnSpPr>
            <a:cxnSpLocks/>
          </p:cNvCxnSpPr>
          <p:nvPr/>
        </p:nvCxnSpPr>
        <p:spPr>
          <a:xfrm>
            <a:off x="6343094" y="2558809"/>
            <a:ext cx="391081" cy="1891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513D53B-3B4F-4548-BB2A-14CB25323922}"/>
              </a:ext>
            </a:extLst>
          </p:cNvPr>
          <p:cNvCxnSpPr>
            <a:cxnSpLocks/>
          </p:cNvCxnSpPr>
          <p:nvPr/>
        </p:nvCxnSpPr>
        <p:spPr>
          <a:xfrm>
            <a:off x="6710088" y="2747963"/>
            <a:ext cx="298500" cy="2286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34D5AD5-129D-4F0B-813E-8A2912FF8777}"/>
              </a:ext>
            </a:extLst>
          </p:cNvPr>
          <p:cNvCxnSpPr>
            <a:cxnSpLocks/>
          </p:cNvCxnSpPr>
          <p:nvPr/>
        </p:nvCxnSpPr>
        <p:spPr>
          <a:xfrm>
            <a:off x="6981478" y="2943225"/>
            <a:ext cx="295622" cy="2224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EEF3464-1B0C-44D9-A2AB-8B092BCCFC79}"/>
              </a:ext>
            </a:extLst>
          </p:cNvPr>
          <p:cNvCxnSpPr>
            <a:cxnSpLocks/>
          </p:cNvCxnSpPr>
          <p:nvPr/>
        </p:nvCxnSpPr>
        <p:spPr>
          <a:xfrm>
            <a:off x="7250762" y="3162300"/>
            <a:ext cx="297728" cy="2286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D3B77FD-D865-47E0-A5E7-4F8E135EAA18}"/>
              </a:ext>
            </a:extLst>
          </p:cNvPr>
          <p:cNvCxnSpPr>
            <a:cxnSpLocks/>
          </p:cNvCxnSpPr>
          <p:nvPr/>
        </p:nvCxnSpPr>
        <p:spPr>
          <a:xfrm>
            <a:off x="7537813" y="3384790"/>
            <a:ext cx="255003" cy="2000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08CC119-7FAF-454E-9C6B-43DAC414CF4D}"/>
              </a:ext>
            </a:extLst>
          </p:cNvPr>
          <p:cNvCxnSpPr>
            <a:cxnSpLocks/>
          </p:cNvCxnSpPr>
          <p:nvPr/>
        </p:nvCxnSpPr>
        <p:spPr>
          <a:xfrm>
            <a:off x="7775888" y="3557433"/>
            <a:ext cx="248925" cy="2049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898351-3ABA-4B30-B38E-C7368491D63B}"/>
                  </a:ext>
                </a:extLst>
              </p:cNvPr>
              <p:cNvSpPr txBox="1"/>
              <p:nvPr/>
            </p:nvSpPr>
            <p:spPr>
              <a:xfrm>
                <a:off x="857907" y="3086100"/>
                <a:ext cx="3061159" cy="332399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m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≔−1</m:t>
                    </m:r>
                    <m: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−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7 </m:t>
                    </m:r>
                    <m:r>
                      <m:rPr>
                        <m:sty m:val="p"/>
                      </m:rPr>
                      <a:rPr kumimoji="0" lang="el-GR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λ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=−1.7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rebuchet MS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898351-3ABA-4B30-B38E-C7368491D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7" y="3086100"/>
                <a:ext cx="3061159" cy="332399"/>
              </a:xfrm>
              <a:prstGeom prst="rect">
                <a:avLst/>
              </a:prstGeom>
              <a:blipFill>
                <a:blip r:embed="rId4"/>
                <a:stretch>
                  <a:fillRect l="-2590" t="-1818" b="-12727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7C2E6ED-87A7-482E-8A34-D2DA2F3D554F}"/>
                  </a:ext>
                </a:extLst>
              </p:cNvPr>
              <p:cNvSpPr txBox="1"/>
              <p:nvPr/>
            </p:nvSpPr>
            <p:spPr>
              <a:xfrm>
                <a:off x="857907" y="3743813"/>
                <a:ext cx="2581861" cy="332399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b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≔</m:t>
                      </m:r>
                      <m: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5 −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3 </m:t>
                      </m:r>
                      <m:r>
                        <m:rPr>
                          <m:sty m:val="p"/>
                        </m:rPr>
                        <a:rPr kumimoji="0" lang="el-G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λ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=5.3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7C2E6ED-87A7-482E-8A34-D2DA2F3D5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7" y="3743813"/>
                <a:ext cx="2581861" cy="332399"/>
              </a:xfrm>
              <a:prstGeom prst="rect">
                <a:avLst/>
              </a:prstGeom>
              <a:blipFill>
                <a:blip r:embed="rId5"/>
                <a:stretch>
                  <a:fillRect l="-1891" t="-3636" r="-2128" b="-12727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11EF320-802A-4533-9FAB-26921F404B77}"/>
                  </a:ext>
                </a:extLst>
              </p:cNvPr>
              <p:cNvSpPr txBox="1"/>
              <p:nvPr/>
            </p:nvSpPr>
            <p:spPr>
              <a:xfrm>
                <a:off x="843893" y="2424359"/>
                <a:ext cx="876266" cy="332399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l-G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λ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=.1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11EF320-802A-4533-9FAB-26921F404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93" y="2424359"/>
                <a:ext cx="876266" cy="332399"/>
              </a:xfrm>
              <a:prstGeom prst="rect">
                <a:avLst/>
              </a:prstGeom>
              <a:blipFill>
                <a:blip r:embed="rId6"/>
                <a:stretch>
                  <a:fillRect l="-6944" t="-1852" r="-6944" b="-1296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20652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913354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Trebuchet MS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Trebuchet MS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Trebuchet MS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Trebuchet MS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Trebuchet MS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Gallery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5.xml><?xml version="1.0" encoding="utf-8"?>
<a:theme xmlns:a="http://schemas.openxmlformats.org/drawingml/2006/main" name="Theme1">
  <a:themeElements>
    <a:clrScheme name="Custom 1">
      <a:dk1>
        <a:srgbClr val="CDCDCD"/>
      </a:dk1>
      <a:lt1>
        <a:srgbClr val="FFFFFF"/>
      </a:lt1>
      <a:dk2>
        <a:srgbClr val="000000"/>
      </a:dk2>
      <a:lt2>
        <a:srgbClr val="76B900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Trebuchet MS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Trebuchet MS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sz="1400" dirty="0" smtClean="0">
            <a:solidFill>
              <a:schemeClr val="bg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2DC2ADA4-67A3-4136-9A41-04B6EFCEBBA8}" vid="{8D7F6D3F-7026-4FAE-B40F-848121644610}"/>
    </a:ext>
  </a:extLst>
</a:theme>
</file>

<file path=ppt/theme/theme6.xml><?xml version="1.0" encoding="utf-8"?>
<a:theme xmlns:a="http://schemas.openxmlformats.org/drawingml/2006/main" name="11_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_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3_Title &amp; Bullet">
  <a:themeElements>
    <a:clrScheme name="Custom 1">
      <a:dk1>
        <a:srgbClr val="CDCDCD"/>
      </a:dk1>
      <a:lt1>
        <a:srgbClr val="FFFFFF"/>
      </a:lt1>
      <a:dk2>
        <a:srgbClr val="000000"/>
      </a:dk2>
      <a:lt2>
        <a:srgbClr val="76B900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Trebuchet MS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Trebuchet MS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sz="1400" dirty="0" smtClean="0">
            <a:solidFill>
              <a:schemeClr val="bg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CF33B71089DC448F3A861CCE49DD4C" ma:contentTypeVersion="6" ma:contentTypeDescription="Create a new document." ma:contentTypeScope="" ma:versionID="055b4585b017200913b2de69e56facba">
  <xsd:schema xmlns:xsd="http://www.w3.org/2001/XMLSchema" xmlns:xs="http://www.w3.org/2001/XMLSchema" xmlns:p="http://schemas.microsoft.com/office/2006/metadata/properties" xmlns:ns3="33156d47-4ed2-41b4-b82d-0bdc41d51c72" xmlns:ns4="eac25ff7-bb51-4c67-b289-9013749df816" targetNamespace="http://schemas.microsoft.com/office/2006/metadata/properties" ma:root="true" ma:fieldsID="3e7ed0295b1edb71ed1c82dfbc8434c4" ns3:_="" ns4:_="">
    <xsd:import namespace="33156d47-4ed2-41b4-b82d-0bdc41d51c72"/>
    <xsd:import namespace="eac25ff7-bb51-4c67-b289-9013749df81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156d47-4ed2-41b4-b82d-0bdc41d51c7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c25ff7-bb51-4c67-b289-9013749df8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9B7386-0C5E-43DB-8BF1-052EEAD5F5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1944E67-0873-4BD9-B0F7-E2BBF0E46703}">
  <ds:schemaRefs>
    <ds:schemaRef ds:uri="33156d47-4ed2-41b4-b82d-0bdc41d51c72"/>
    <ds:schemaRef ds:uri="eac25ff7-bb51-4c67-b289-9013749df8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38B3A57-959B-4237-8769-BA3E2D89D3B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4060</Words>
  <Application>Microsoft Office PowerPoint</Application>
  <PresentationFormat>Custom</PresentationFormat>
  <Paragraphs>835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54</vt:i4>
      </vt:variant>
    </vt:vector>
  </HeadingPairs>
  <TitlesOfParts>
    <vt:vector size="70" baseType="lpstr">
      <vt:lpstr>Century Gothic</vt:lpstr>
      <vt:lpstr>Wingdings 3</vt:lpstr>
      <vt:lpstr>Arial</vt:lpstr>
      <vt:lpstr>Questrial</vt:lpstr>
      <vt:lpstr>Trebuchet MS</vt:lpstr>
      <vt:lpstr>Cambria Math</vt:lpstr>
      <vt:lpstr>Gill Sans MT</vt:lpstr>
      <vt:lpstr>Wingdings</vt:lpstr>
      <vt:lpstr>Title &amp; Bullet</vt:lpstr>
      <vt:lpstr>1_Title &amp; Bullet</vt:lpstr>
      <vt:lpstr>Facet</vt:lpstr>
      <vt:lpstr>Gallery</vt:lpstr>
      <vt:lpstr>Theme1</vt:lpstr>
      <vt:lpstr>11_Title &amp; Bullet</vt:lpstr>
      <vt:lpstr>2_Title &amp; Bullet</vt:lpstr>
      <vt:lpstr>3_Title &amp; Bullet</vt:lpstr>
      <vt:lpstr>딥러닝의  기초</vt:lpstr>
      <vt:lpstr>목차</vt:lpstr>
      <vt:lpstr>목차 – 2부</vt:lpstr>
      <vt:lpstr>핸즈온 요약</vt:lpstr>
      <vt:lpstr>데이터 준비 (Data preparation)</vt:lpstr>
      <vt:lpstr>데이터 준비 (Data preparation)</vt:lpstr>
      <vt:lpstr>트레이닝되지 않은 모델</vt:lpstr>
      <vt:lpstr>더욱 단순한 모델</vt:lpstr>
      <vt:lpstr>더욱 단순한 모델</vt:lpstr>
      <vt:lpstr>더욱 단순한 모델</vt:lpstr>
      <vt:lpstr>더욱 단순한 모델</vt:lpstr>
      <vt:lpstr>더욱 단순한 모델</vt:lpstr>
      <vt:lpstr>더욱 단순한 모델</vt:lpstr>
      <vt:lpstr>손실 곡선 (The Loss Curve)</vt:lpstr>
      <vt:lpstr>손실 곡선 (The Loss Curve)</vt:lpstr>
      <vt:lpstr>손실 곡선 (The Loss Curve)</vt:lpstr>
      <vt:lpstr>손실 곡선 (The Loss Curve)</vt:lpstr>
      <vt:lpstr>손실 곡선 (The Loss Curve)</vt:lpstr>
      <vt:lpstr>손실 곡선 (The Loss Curve)</vt:lpstr>
      <vt:lpstr>옵티마이저 (Optimizers)</vt:lpstr>
      <vt:lpstr>뉴런에서 네트워크로</vt:lpstr>
      <vt:lpstr>네트워크 구축</vt:lpstr>
      <vt:lpstr>네트워크 구축</vt:lpstr>
      <vt:lpstr>네트워크 구축</vt:lpstr>
      <vt:lpstr>활성화 함수 Activation Functions</vt:lpstr>
      <vt:lpstr>활성화 함수 (Activation Functions)</vt:lpstr>
      <vt:lpstr>활성화 함수 (Activation Functions)</vt:lpstr>
      <vt:lpstr>활성화 함수 (Activation Functions)</vt:lpstr>
      <vt:lpstr>과적합 Overfitting</vt:lpstr>
      <vt:lpstr>과적합 (Overfitting)</vt:lpstr>
      <vt:lpstr>과적합 (Overfitting)</vt:lpstr>
      <vt:lpstr>과적합 (Overfitting)</vt:lpstr>
      <vt:lpstr>트레이닝 데이터와 검증 데이터 비교</vt:lpstr>
      <vt:lpstr>회귀에서 분류로 From Regression to Classification</vt:lpstr>
      <vt:lpstr>MNIST 모델</vt:lpstr>
      <vt:lpstr>MNIST 모델</vt:lpstr>
      <vt:lpstr>MNIST 모델</vt:lpstr>
      <vt:lpstr>RMSE로 확률 예측?</vt:lpstr>
      <vt:lpstr>RMSE로 확률 예측?</vt:lpstr>
      <vt:lpstr>크로스 엔트로피 (Cross Entropy)</vt:lpstr>
      <vt:lpstr>크로스 엔트로피 (Cross Entropy)</vt:lpstr>
      <vt:lpstr>크로스 엔트로피 (Cross Entropy)</vt:lpstr>
      <vt:lpstr>종합 정리</vt:lpstr>
      <vt:lpstr>연습 문제</vt:lpstr>
      <vt:lpstr>시작하겠습니다!</vt:lpstr>
      <vt:lpstr>부록: 그래디언트 하강법</vt:lpstr>
      <vt:lpstr>에러를 통한 학습</vt:lpstr>
      <vt:lpstr>손실 곡선 (The Loss Curve)</vt:lpstr>
      <vt:lpstr>손실 곡선 (The Loss Curve)</vt:lpstr>
      <vt:lpstr>손실 곡선 (The Loss Curve)</vt:lpstr>
      <vt:lpstr>손실 곡선 (The Loss Curve)</vt:lpstr>
      <vt:lpstr>손실 곡선 (The Loss Curve)</vt:lpstr>
      <vt:lpstr>손실 곡선 (The Loss Curve)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 deep learning</dc:title>
  <dc:creator>Danielle Detering</dc:creator>
  <cp:lastModifiedBy>Solee Moon</cp:lastModifiedBy>
  <cp:revision>74</cp:revision>
  <dcterms:created xsi:type="dcterms:W3CDTF">2020-10-29T08:08:01Z</dcterms:created>
  <dcterms:modified xsi:type="dcterms:W3CDTF">2021-04-09T23:54:57Z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558183-044c-4105-8d9c-cea02a2a3d86_Enabled">
    <vt:lpwstr>True</vt:lpwstr>
  </property>
  <property fmtid="{D5CDD505-2E9C-101B-9397-08002B2CF9AE}" pid="3" name="MSIP_Label_6b558183-044c-4105-8d9c-cea02a2a3d86_SiteId">
    <vt:lpwstr>43083d15-7273-40c1-b7db-39efd9ccc17a</vt:lpwstr>
  </property>
  <property fmtid="{D5CDD505-2E9C-101B-9397-08002B2CF9AE}" pid="4" name="MSIP_Label_6b558183-044c-4105-8d9c-cea02a2a3d86_Owner">
    <vt:lpwstr>ddetering@nvidia.com</vt:lpwstr>
  </property>
  <property fmtid="{D5CDD505-2E9C-101B-9397-08002B2CF9AE}" pid="5" name="MSIP_Label_6b558183-044c-4105-8d9c-cea02a2a3d86_SetDate">
    <vt:lpwstr>2020-10-29T08:11:47.0093460Z</vt:lpwstr>
  </property>
  <property fmtid="{D5CDD505-2E9C-101B-9397-08002B2CF9AE}" pid="6" name="MSIP_Label_6b558183-044c-4105-8d9c-cea02a2a3d86_Name">
    <vt:lpwstr>Unrestricted</vt:lpwstr>
  </property>
  <property fmtid="{D5CDD505-2E9C-101B-9397-08002B2CF9AE}" pid="7" name="MSIP_Label_6b558183-044c-4105-8d9c-cea02a2a3d86_Application">
    <vt:lpwstr>Microsoft Azure Information Protection</vt:lpwstr>
  </property>
  <property fmtid="{D5CDD505-2E9C-101B-9397-08002B2CF9AE}" pid="8" name="MSIP_Label_6b558183-044c-4105-8d9c-cea02a2a3d86_Extended_MSFT_Method">
    <vt:lpwstr>Automatic</vt:lpwstr>
  </property>
  <property fmtid="{D5CDD505-2E9C-101B-9397-08002B2CF9AE}" pid="9" name="Sensitivity">
    <vt:lpwstr>Unrestricted</vt:lpwstr>
  </property>
</Properties>
</file>