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4.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5.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6.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7.xml" ContentType="application/vnd.openxmlformats-officedocument.theme+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8.xml" ContentType="application/vnd.openxmlformats-officedocument.theme+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theme/theme9.xml" ContentType="application/vnd.openxmlformats-officedocument.theme+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theme/theme10.xml" ContentType="application/vnd.openxmlformats-officedocument.theme+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theme/theme11.xml" ContentType="application/vnd.openxmlformats-officedocument.theme+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theme/theme12.xml" ContentType="application/vnd.openxmlformats-officedocument.theme+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1.xml" ContentType="application/inkml+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894" r:id="rId4"/>
    <p:sldMasterId id="2147483982" r:id="rId5"/>
    <p:sldMasterId id="2147483996" r:id="rId6"/>
    <p:sldMasterId id="2147484009" r:id="rId7"/>
    <p:sldMasterId id="2147484025" r:id="rId8"/>
    <p:sldMasterId id="2147484039" r:id="rId9"/>
    <p:sldMasterId id="2147484057" r:id="rId10"/>
    <p:sldMasterId id="2147484070" r:id="rId11"/>
    <p:sldMasterId id="2147484090" r:id="rId12"/>
    <p:sldMasterId id="2147484102" r:id="rId13"/>
    <p:sldMasterId id="2147484115" r:id="rId14"/>
    <p:sldMasterId id="2147484133" r:id="rId15"/>
    <p:sldMasterId id="2147484153" r:id="rId16"/>
  </p:sldMasterIdLst>
  <p:notesMasterIdLst>
    <p:notesMasterId r:id="rId46"/>
  </p:notesMasterIdLst>
  <p:handoutMasterIdLst>
    <p:handoutMasterId r:id="rId47"/>
  </p:handoutMasterIdLst>
  <p:sldIdLst>
    <p:sldId id="754" r:id="rId17"/>
    <p:sldId id="1147" r:id="rId18"/>
    <p:sldId id="1148" r:id="rId19"/>
    <p:sldId id="1078" r:id="rId20"/>
    <p:sldId id="862" r:id="rId21"/>
    <p:sldId id="1094" r:id="rId22"/>
    <p:sldId id="1107" r:id="rId23"/>
    <p:sldId id="1108" r:id="rId24"/>
    <p:sldId id="1109" r:id="rId25"/>
    <p:sldId id="1110" r:id="rId26"/>
    <p:sldId id="1111" r:id="rId27"/>
    <p:sldId id="1113" r:id="rId28"/>
    <p:sldId id="1114" r:id="rId29"/>
    <p:sldId id="1115" r:id="rId30"/>
    <p:sldId id="1116" r:id="rId31"/>
    <p:sldId id="1117" r:id="rId32"/>
    <p:sldId id="1118" r:id="rId33"/>
    <p:sldId id="1119" r:id="rId34"/>
    <p:sldId id="1120" r:id="rId35"/>
    <p:sldId id="1122" r:id="rId36"/>
    <p:sldId id="1106" r:id="rId37"/>
    <p:sldId id="1123" r:id="rId38"/>
    <p:sldId id="1124" r:id="rId39"/>
    <p:sldId id="1103" r:id="rId40"/>
    <p:sldId id="1098" r:id="rId41"/>
    <p:sldId id="1104" r:id="rId42"/>
    <p:sldId id="1099" r:id="rId43"/>
    <p:sldId id="1125" r:id="rId44"/>
    <p:sldId id="1149" r:id="rId45"/>
  </p:sldIdLst>
  <p:sldSz cx="10972800" cy="6172200"/>
  <p:notesSz cx="7010400" cy="9296400"/>
  <p:embeddedFontLst>
    <p:embeddedFont>
      <p:font typeface="Questrial" panose="020B0600000101010101" charset="-127"/>
      <p:regular r:id="rId48"/>
    </p:embeddedFont>
    <p:embeddedFont>
      <p:font typeface="Cambria Math" panose="02040503050406030204" pitchFamily="18" charset="0"/>
      <p:regular r:id="rId49"/>
    </p:embeddedFont>
    <p:embeddedFont>
      <p:font typeface="Century Gothic" panose="020B0502020202020204" pitchFamily="34" charset="0"/>
      <p:regular r:id="rId50"/>
      <p:bold r:id="rId51"/>
      <p:italic r:id="rId52"/>
      <p:boldItalic r:id="rId53"/>
    </p:embeddedFont>
    <p:embeddedFont>
      <p:font typeface="Gill Sans MT" panose="020B0502020104020203" pitchFamily="34" charset="0"/>
      <p:regular r:id="rId54"/>
      <p:bold r:id="rId55"/>
      <p:italic r:id="rId56"/>
      <p:boldItalic r:id="rId57"/>
    </p:embeddedFont>
    <p:embeddedFont>
      <p:font typeface="Trebuchet MS" panose="020B0603020202020204" pitchFamily="34" charset="0"/>
      <p:regular r:id="rId58"/>
      <p:bold r:id="rId59"/>
      <p:italic r:id="rId60"/>
      <p:boldItalic r:id="rId61"/>
    </p:embeddedFont>
    <p:embeddedFont>
      <p:font typeface="Wingdings 3" panose="05040102010807070707" pitchFamily="18" charset="2"/>
      <p:regular r:id="rId62"/>
    </p:embeddedFont>
  </p:embeddedFontLst>
  <p:defaultTextStyle>
    <a:defPPr>
      <a:defRPr lang="en-US"/>
    </a:defPPr>
    <a:lvl1pPr algn="l" defTabSz="457200" rtl="0" fontAlgn="base">
      <a:spcBef>
        <a:spcPct val="0"/>
      </a:spcBef>
      <a:spcAft>
        <a:spcPct val="0"/>
      </a:spcAft>
      <a:defRPr kern="1200">
        <a:solidFill>
          <a:schemeClr val="tx1"/>
        </a:solidFill>
        <a:latin typeface="Arial" charset="0"/>
        <a:ea typeface="MS PGothic" pitchFamily="34" charset="-128"/>
        <a:cs typeface="+mn-cs"/>
      </a:defRPr>
    </a:lvl1pPr>
    <a:lvl2pPr marL="457200" algn="l" defTabSz="457200" rtl="0" fontAlgn="base">
      <a:spcBef>
        <a:spcPct val="0"/>
      </a:spcBef>
      <a:spcAft>
        <a:spcPct val="0"/>
      </a:spcAft>
      <a:defRPr kern="1200">
        <a:solidFill>
          <a:schemeClr val="tx1"/>
        </a:solidFill>
        <a:latin typeface="Arial" charset="0"/>
        <a:ea typeface="MS PGothic" pitchFamily="34" charset="-128"/>
        <a:cs typeface="+mn-cs"/>
      </a:defRPr>
    </a:lvl2pPr>
    <a:lvl3pPr marL="914400" algn="l" defTabSz="457200" rtl="0" fontAlgn="base">
      <a:spcBef>
        <a:spcPct val="0"/>
      </a:spcBef>
      <a:spcAft>
        <a:spcPct val="0"/>
      </a:spcAft>
      <a:defRPr kern="1200">
        <a:solidFill>
          <a:schemeClr val="tx1"/>
        </a:solidFill>
        <a:latin typeface="Arial" charset="0"/>
        <a:ea typeface="MS PGothic" pitchFamily="34" charset="-128"/>
        <a:cs typeface="+mn-cs"/>
      </a:defRPr>
    </a:lvl3pPr>
    <a:lvl4pPr marL="1371600" algn="l" defTabSz="457200" rtl="0" fontAlgn="base">
      <a:spcBef>
        <a:spcPct val="0"/>
      </a:spcBef>
      <a:spcAft>
        <a:spcPct val="0"/>
      </a:spcAft>
      <a:defRPr kern="1200">
        <a:solidFill>
          <a:schemeClr val="tx1"/>
        </a:solidFill>
        <a:latin typeface="Arial" charset="0"/>
        <a:ea typeface="MS PGothic" pitchFamily="34" charset="-128"/>
        <a:cs typeface="+mn-cs"/>
      </a:defRPr>
    </a:lvl4pPr>
    <a:lvl5pPr marL="1828800" algn="l" defTabSz="457200" rtl="0" fontAlgn="base">
      <a:spcBef>
        <a:spcPct val="0"/>
      </a:spcBef>
      <a:spcAft>
        <a:spcPct val="0"/>
      </a:spcAft>
      <a:defRPr kern="1200">
        <a:solidFill>
          <a:schemeClr val="tx1"/>
        </a:solidFill>
        <a:latin typeface="Arial" charset="0"/>
        <a:ea typeface="MS PGothic" pitchFamily="34" charset="-128"/>
        <a:cs typeface="+mn-cs"/>
      </a:defRPr>
    </a:lvl5pPr>
    <a:lvl6pPr marL="2286000" algn="l" defTabSz="914400" rtl="0" eaLnBrk="1" latinLnBrk="0" hangingPunct="1">
      <a:defRPr kern="1200">
        <a:solidFill>
          <a:schemeClr val="tx1"/>
        </a:solidFill>
        <a:latin typeface="Arial" charset="0"/>
        <a:ea typeface="MS PGothic" pitchFamily="34" charset="-128"/>
        <a:cs typeface="+mn-cs"/>
      </a:defRPr>
    </a:lvl6pPr>
    <a:lvl7pPr marL="2743200" algn="l" defTabSz="914400" rtl="0" eaLnBrk="1" latinLnBrk="0" hangingPunct="1">
      <a:defRPr kern="1200">
        <a:solidFill>
          <a:schemeClr val="tx1"/>
        </a:solidFill>
        <a:latin typeface="Arial" charset="0"/>
        <a:ea typeface="MS PGothic" pitchFamily="34" charset="-128"/>
        <a:cs typeface="+mn-cs"/>
      </a:defRPr>
    </a:lvl7pPr>
    <a:lvl8pPr marL="3200400" algn="l" defTabSz="914400" rtl="0" eaLnBrk="1" latinLnBrk="0" hangingPunct="1">
      <a:defRPr kern="1200">
        <a:solidFill>
          <a:schemeClr val="tx1"/>
        </a:solidFill>
        <a:latin typeface="Arial" charset="0"/>
        <a:ea typeface="MS PGothic" pitchFamily="34" charset="-128"/>
        <a:cs typeface="+mn-cs"/>
      </a:defRPr>
    </a:lvl8pPr>
    <a:lvl9pPr marL="3657600" algn="l" defTabSz="914400" rtl="0" eaLnBrk="1" latinLnBrk="0" hangingPunct="1">
      <a:defRPr kern="1200">
        <a:solidFill>
          <a:schemeClr val="tx1"/>
        </a:solidFill>
        <a:latin typeface="Arial" charset="0"/>
        <a:ea typeface="MS PGothic" pitchFamily="34" charset="-128"/>
        <a:cs typeface="+mn-cs"/>
      </a:defRPr>
    </a:lvl9pPr>
  </p:defaultTextStyle>
  <p:extLst>
    <p:ext uri="{EFAFB233-063F-42B5-8137-9DF3F51BA10A}">
      <p15:sldGuideLst xmlns:p15="http://schemas.microsoft.com/office/powerpoint/2012/main">
        <p15:guide id="1" orient="horz" pos="1316">
          <p15:clr>
            <a:srgbClr val="A4A3A4"/>
          </p15:clr>
        </p15:guide>
        <p15:guide id="2" orient="horz" pos="3050">
          <p15:clr>
            <a:srgbClr val="A4A3A4"/>
          </p15:clr>
        </p15:guide>
        <p15:guide id="3" orient="horz" pos="3189">
          <p15:clr>
            <a:srgbClr val="A4A3A4"/>
          </p15:clr>
        </p15:guide>
        <p15:guide id="4" pos="5455">
          <p15:clr>
            <a:srgbClr val="A4A3A4"/>
          </p15:clr>
        </p15:guide>
        <p15:guide id="5" orient="horz" pos="975">
          <p15:clr>
            <a:srgbClr val="A4A3A4"/>
          </p15:clr>
        </p15:guide>
        <p15:guide id="6" pos="3457">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oyd Case" initials="LC" lastIdx="17" clrIdx="0">
    <p:extLst>
      <p:ext uri="{19B8F6BF-5375-455C-9EA6-DF929625EA0E}">
        <p15:presenceInfo xmlns:p15="http://schemas.microsoft.com/office/powerpoint/2012/main" userId="Loyd Cas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591E"/>
    <a:srgbClr val="D6A300"/>
    <a:srgbClr val="E6AF00"/>
    <a:srgbClr val="C89800"/>
    <a:srgbClr val="E26D32"/>
    <a:srgbClr val="B3B3B3"/>
    <a:srgbClr val="F2F2F2"/>
    <a:srgbClr val="3673EB"/>
    <a:srgbClr val="E6E6E6"/>
    <a:srgbClr val="E7FF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5722" autoAdjust="0"/>
  </p:normalViewPr>
  <p:slideViewPr>
    <p:cSldViewPr snapToGrid="0">
      <p:cViewPr varScale="1">
        <p:scale>
          <a:sx n="66" d="100"/>
          <a:sy n="66" d="100"/>
        </p:scale>
        <p:origin x="90" y="636"/>
      </p:cViewPr>
      <p:guideLst>
        <p:guide orient="horz" pos="1316"/>
        <p:guide orient="horz" pos="3050"/>
        <p:guide orient="horz" pos="3189"/>
        <p:guide pos="5455"/>
        <p:guide orient="horz" pos="975"/>
        <p:guide pos="3457"/>
      </p:guideLst>
    </p:cSldViewPr>
  </p:slideViewPr>
  <p:notesTextViewPr>
    <p:cViewPr>
      <p:scale>
        <a:sx n="1" d="1"/>
        <a:sy n="1" d="1"/>
      </p:scale>
      <p:origin x="0" y="0"/>
    </p:cViewPr>
  </p:notesTextViewPr>
  <p:notesViewPr>
    <p:cSldViewPr snapToGrid="0">
      <p:cViewPr>
        <p:scale>
          <a:sx n="1" d="2"/>
          <a:sy n="1" d="2"/>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2.xml"/><Relationship Id="rId26" Type="http://schemas.openxmlformats.org/officeDocument/2006/relationships/slide" Target="slides/slide10.xml"/><Relationship Id="rId39" Type="http://schemas.openxmlformats.org/officeDocument/2006/relationships/slide" Target="slides/slide23.xml"/><Relationship Id="rId21" Type="http://schemas.openxmlformats.org/officeDocument/2006/relationships/slide" Target="slides/slide5.xml"/><Relationship Id="rId34" Type="http://schemas.openxmlformats.org/officeDocument/2006/relationships/slide" Target="slides/slide18.xml"/><Relationship Id="rId42" Type="http://schemas.openxmlformats.org/officeDocument/2006/relationships/slide" Target="slides/slide26.xml"/><Relationship Id="rId47" Type="http://schemas.openxmlformats.org/officeDocument/2006/relationships/handoutMaster" Target="handoutMasters/handoutMaster1.xml"/><Relationship Id="rId50" Type="http://schemas.openxmlformats.org/officeDocument/2006/relationships/font" Target="fonts/font3.fntdata"/><Relationship Id="rId55" Type="http://schemas.openxmlformats.org/officeDocument/2006/relationships/font" Target="fonts/font8.fntdata"/><Relationship Id="rId63"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Master" Target="slideMasters/slideMaster13.xml"/><Relationship Id="rId29"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8.xml"/><Relationship Id="rId32" Type="http://schemas.openxmlformats.org/officeDocument/2006/relationships/slide" Target="slides/slide16.xml"/><Relationship Id="rId37" Type="http://schemas.openxmlformats.org/officeDocument/2006/relationships/slide" Target="slides/slide21.xml"/><Relationship Id="rId40" Type="http://schemas.openxmlformats.org/officeDocument/2006/relationships/slide" Target="slides/slide24.xml"/><Relationship Id="rId45" Type="http://schemas.openxmlformats.org/officeDocument/2006/relationships/slide" Target="slides/slide29.xml"/><Relationship Id="rId53" Type="http://schemas.openxmlformats.org/officeDocument/2006/relationships/font" Target="fonts/font6.fntdata"/><Relationship Id="rId58" Type="http://schemas.openxmlformats.org/officeDocument/2006/relationships/font" Target="fonts/font11.fntdata"/><Relationship Id="rId66"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7.xml"/><Relationship Id="rId28" Type="http://schemas.openxmlformats.org/officeDocument/2006/relationships/slide" Target="slides/slide12.xml"/><Relationship Id="rId36" Type="http://schemas.openxmlformats.org/officeDocument/2006/relationships/slide" Target="slides/slide20.xml"/><Relationship Id="rId49" Type="http://schemas.openxmlformats.org/officeDocument/2006/relationships/font" Target="fonts/font2.fntdata"/><Relationship Id="rId57" Type="http://schemas.openxmlformats.org/officeDocument/2006/relationships/font" Target="fonts/font10.fntdata"/><Relationship Id="rId61" Type="http://schemas.openxmlformats.org/officeDocument/2006/relationships/font" Target="fonts/font14.fntdata"/><Relationship Id="rId10" Type="http://schemas.openxmlformats.org/officeDocument/2006/relationships/slideMaster" Target="slideMasters/slideMaster7.xml"/><Relationship Id="rId19" Type="http://schemas.openxmlformats.org/officeDocument/2006/relationships/slide" Target="slides/slide3.xml"/><Relationship Id="rId31" Type="http://schemas.openxmlformats.org/officeDocument/2006/relationships/slide" Target="slides/slide15.xml"/><Relationship Id="rId44" Type="http://schemas.openxmlformats.org/officeDocument/2006/relationships/slide" Target="slides/slide28.xml"/><Relationship Id="rId52" Type="http://schemas.openxmlformats.org/officeDocument/2006/relationships/font" Target="fonts/font5.fntdata"/><Relationship Id="rId60" Type="http://schemas.openxmlformats.org/officeDocument/2006/relationships/font" Target="fonts/font13.fntdata"/><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6.xml"/><Relationship Id="rId27" Type="http://schemas.openxmlformats.org/officeDocument/2006/relationships/slide" Target="slides/slide11.xml"/><Relationship Id="rId30" Type="http://schemas.openxmlformats.org/officeDocument/2006/relationships/slide" Target="slides/slide14.xml"/><Relationship Id="rId35" Type="http://schemas.openxmlformats.org/officeDocument/2006/relationships/slide" Target="slides/slide19.xml"/><Relationship Id="rId43" Type="http://schemas.openxmlformats.org/officeDocument/2006/relationships/slide" Target="slides/slide27.xml"/><Relationship Id="rId48" Type="http://schemas.openxmlformats.org/officeDocument/2006/relationships/font" Target="fonts/font1.fntdata"/><Relationship Id="rId56" Type="http://schemas.openxmlformats.org/officeDocument/2006/relationships/font" Target="fonts/font9.fntdata"/><Relationship Id="rId64"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font" Target="fonts/font4.fntdata"/><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1.xml"/><Relationship Id="rId25" Type="http://schemas.openxmlformats.org/officeDocument/2006/relationships/slide" Target="slides/slide9.xml"/><Relationship Id="rId33" Type="http://schemas.openxmlformats.org/officeDocument/2006/relationships/slide" Target="slides/slide17.xml"/><Relationship Id="rId38" Type="http://schemas.openxmlformats.org/officeDocument/2006/relationships/slide" Target="slides/slide22.xml"/><Relationship Id="rId46" Type="http://schemas.openxmlformats.org/officeDocument/2006/relationships/notesMaster" Target="notesMasters/notesMaster1.xml"/><Relationship Id="rId59" Type="http://schemas.openxmlformats.org/officeDocument/2006/relationships/font" Target="fonts/font12.fntdata"/><Relationship Id="rId67" Type="http://schemas.openxmlformats.org/officeDocument/2006/relationships/tableStyles" Target="tableStyles.xml"/><Relationship Id="rId20" Type="http://schemas.openxmlformats.org/officeDocument/2006/relationships/slide" Target="slides/slide4.xml"/><Relationship Id="rId41" Type="http://schemas.openxmlformats.org/officeDocument/2006/relationships/slide" Target="slides/slide25.xml"/><Relationship Id="rId54" Type="http://schemas.openxmlformats.org/officeDocument/2006/relationships/font" Target="fonts/font7.fntdata"/><Relationship Id="rId62" Type="http://schemas.openxmlformats.org/officeDocument/2006/relationships/font" Target="fonts/font15.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4466E2-1FE0-4AAF-9A15-35A18460AE6C}" type="doc">
      <dgm:prSet loTypeId="urn:microsoft.com/office/officeart/2005/8/layout/list1" loCatId="list" qsTypeId="urn:microsoft.com/office/officeart/2005/8/quickstyle/simple4" qsCatId="simple" csTypeId="urn:microsoft.com/office/officeart/2005/8/colors/accent1_2" csCatId="accent1"/>
      <dgm:spPr/>
      <dgm:t>
        <a:bodyPr/>
        <a:lstStyle/>
        <a:p>
          <a:endParaRPr lang="en-US"/>
        </a:p>
      </dgm:t>
    </dgm:pt>
    <dgm:pt modelId="{9124095B-A200-4DEB-90C0-ACCBFBD33BF2}">
      <dgm:prSet/>
      <dgm:spPr/>
      <dgm:t>
        <a:bodyPr/>
        <a:lstStyle/>
        <a:p>
          <a:r>
            <a:rPr lang="en-US"/>
            <a:t>1부: 딥러닝 소개</a:t>
          </a:r>
        </a:p>
      </dgm:t>
    </dgm:pt>
    <dgm:pt modelId="{C07EC53E-9B77-4F6F-B546-87DA1851BCB6}" type="parTrans" cxnId="{23A1D04A-5FFD-4038-A9DC-E5062E9CACC2}">
      <dgm:prSet/>
      <dgm:spPr/>
      <dgm:t>
        <a:bodyPr/>
        <a:lstStyle/>
        <a:p>
          <a:endParaRPr lang="en-US"/>
        </a:p>
      </dgm:t>
    </dgm:pt>
    <dgm:pt modelId="{30D6C911-C612-4E13-972B-862C0C14448B}" type="sibTrans" cxnId="{23A1D04A-5FFD-4038-A9DC-E5062E9CACC2}">
      <dgm:prSet/>
      <dgm:spPr/>
      <dgm:t>
        <a:bodyPr/>
        <a:lstStyle/>
        <a:p>
          <a:endParaRPr lang="en-US"/>
        </a:p>
      </dgm:t>
    </dgm:pt>
    <dgm:pt modelId="{E3B6176B-19E9-49DC-8935-5FC1D326226A}">
      <dgm:prSet/>
      <dgm:spPr/>
      <dgm:t>
        <a:bodyPr/>
        <a:lstStyle/>
        <a:p>
          <a:r>
            <a:rPr lang="en-US"/>
            <a:t>2부: 뉴럴 네트워크의 트레이닝 방식</a:t>
          </a:r>
        </a:p>
      </dgm:t>
    </dgm:pt>
    <dgm:pt modelId="{35969128-5469-45F0-A0BD-A614DA29450E}" type="parTrans" cxnId="{408E519F-B299-4FE7-BF7B-6E9C884FB638}">
      <dgm:prSet/>
      <dgm:spPr/>
      <dgm:t>
        <a:bodyPr/>
        <a:lstStyle/>
        <a:p>
          <a:endParaRPr lang="en-US"/>
        </a:p>
      </dgm:t>
    </dgm:pt>
    <dgm:pt modelId="{907CC422-609D-4111-93B5-6B0E685CCC4E}" type="sibTrans" cxnId="{408E519F-B299-4FE7-BF7B-6E9C884FB638}">
      <dgm:prSet/>
      <dgm:spPr/>
      <dgm:t>
        <a:bodyPr/>
        <a:lstStyle/>
        <a:p>
          <a:endParaRPr lang="en-US"/>
        </a:p>
      </dgm:t>
    </dgm:pt>
    <dgm:pt modelId="{BC73A0EF-BACA-44B5-B7FA-8559EFE7D717}">
      <dgm:prSet/>
      <dgm:spPr/>
      <dgm:t>
        <a:bodyPr/>
        <a:lstStyle/>
        <a:p>
          <a:r>
            <a:rPr lang="en-US"/>
            <a:t>3부: CNN(Convolutional Neural Network)</a:t>
          </a:r>
        </a:p>
      </dgm:t>
    </dgm:pt>
    <dgm:pt modelId="{3492A832-F0B4-41AC-BBF7-53083F681CF3}" type="parTrans" cxnId="{BBE2EE80-CD07-42F3-9AB1-5359BB01F88E}">
      <dgm:prSet/>
      <dgm:spPr/>
      <dgm:t>
        <a:bodyPr/>
        <a:lstStyle/>
        <a:p>
          <a:endParaRPr lang="en-US"/>
        </a:p>
      </dgm:t>
    </dgm:pt>
    <dgm:pt modelId="{5278DCD6-8C12-4249-BC74-09DCD8B0FF5E}" type="sibTrans" cxnId="{BBE2EE80-CD07-42F3-9AB1-5359BB01F88E}">
      <dgm:prSet/>
      <dgm:spPr/>
      <dgm:t>
        <a:bodyPr/>
        <a:lstStyle/>
        <a:p>
          <a:endParaRPr lang="en-US"/>
        </a:p>
      </dgm:t>
    </dgm:pt>
    <dgm:pt modelId="{09261F07-2B57-4F4A-9184-61D3FF7EA9B7}">
      <dgm:prSet/>
      <dgm:spPr/>
      <dgm:t>
        <a:bodyPr/>
        <a:lstStyle/>
        <a:p>
          <a:r>
            <a:rPr lang="en-US"/>
            <a:t>4부: 데이터 증강 및 배포</a:t>
          </a:r>
        </a:p>
      </dgm:t>
    </dgm:pt>
    <dgm:pt modelId="{9D795FD9-7EA3-454E-8078-C99EA0B431D9}" type="parTrans" cxnId="{BAADA846-C7F8-4823-B5EA-6B57BDA279DA}">
      <dgm:prSet/>
      <dgm:spPr/>
      <dgm:t>
        <a:bodyPr/>
        <a:lstStyle/>
        <a:p>
          <a:endParaRPr lang="en-US"/>
        </a:p>
      </dgm:t>
    </dgm:pt>
    <dgm:pt modelId="{67722A88-758B-4A0C-98ED-E76673E22662}" type="sibTrans" cxnId="{BAADA846-C7F8-4823-B5EA-6B57BDA279DA}">
      <dgm:prSet/>
      <dgm:spPr/>
      <dgm:t>
        <a:bodyPr/>
        <a:lstStyle/>
        <a:p>
          <a:endParaRPr lang="en-US"/>
        </a:p>
      </dgm:t>
    </dgm:pt>
    <dgm:pt modelId="{B21EF215-DC77-4512-9FA9-F402D823AD6A}">
      <dgm:prSet/>
      <dgm:spPr/>
      <dgm:t>
        <a:bodyPr/>
        <a:lstStyle/>
        <a:p>
          <a:r>
            <a:rPr lang="en-US"/>
            <a:t>5부: 사전 트레이닝된 모델</a:t>
          </a:r>
        </a:p>
      </dgm:t>
    </dgm:pt>
    <dgm:pt modelId="{7877E896-4408-40E6-A865-D2BDFD78F34F}" type="parTrans" cxnId="{03B48CE6-AB06-419B-AB7A-DA6BCAC7372F}">
      <dgm:prSet/>
      <dgm:spPr/>
      <dgm:t>
        <a:bodyPr/>
        <a:lstStyle/>
        <a:p>
          <a:endParaRPr lang="en-US"/>
        </a:p>
      </dgm:t>
    </dgm:pt>
    <dgm:pt modelId="{BCF1C84A-D312-44DE-B970-7FBCD9F5BF42}" type="sibTrans" cxnId="{03B48CE6-AB06-419B-AB7A-DA6BCAC7372F}">
      <dgm:prSet/>
      <dgm:spPr/>
      <dgm:t>
        <a:bodyPr/>
        <a:lstStyle/>
        <a:p>
          <a:endParaRPr lang="en-US"/>
        </a:p>
      </dgm:t>
    </dgm:pt>
    <dgm:pt modelId="{B9ECEEB2-F083-43B5-9C8B-518ED3EA5F5E}">
      <dgm:prSet/>
      <dgm:spPr/>
      <dgm:t>
        <a:bodyPr/>
        <a:lstStyle/>
        <a:p>
          <a:r>
            <a:rPr lang="en-US"/>
            <a:t>6부: 고급 아키텍처</a:t>
          </a:r>
        </a:p>
      </dgm:t>
    </dgm:pt>
    <dgm:pt modelId="{0BA3BA15-314F-45BE-B77D-C23F105F8DAA}" type="parTrans" cxnId="{27E75F04-2403-4F84-80CA-78960651068A}">
      <dgm:prSet/>
      <dgm:spPr/>
      <dgm:t>
        <a:bodyPr/>
        <a:lstStyle/>
        <a:p>
          <a:endParaRPr lang="en-US"/>
        </a:p>
      </dgm:t>
    </dgm:pt>
    <dgm:pt modelId="{62DEDF2D-99C1-43FC-A887-BA743D585ADE}" type="sibTrans" cxnId="{27E75F04-2403-4F84-80CA-78960651068A}">
      <dgm:prSet/>
      <dgm:spPr/>
      <dgm:t>
        <a:bodyPr/>
        <a:lstStyle/>
        <a:p>
          <a:endParaRPr lang="en-US"/>
        </a:p>
      </dgm:t>
    </dgm:pt>
    <dgm:pt modelId="{60F5443E-3D25-48E7-BD6D-267D69AA3389}" type="pres">
      <dgm:prSet presAssocID="{014466E2-1FE0-4AAF-9A15-35A18460AE6C}" presName="linear" presStyleCnt="0">
        <dgm:presLayoutVars>
          <dgm:dir/>
          <dgm:animLvl val="lvl"/>
          <dgm:resizeHandles val="exact"/>
        </dgm:presLayoutVars>
      </dgm:prSet>
      <dgm:spPr/>
    </dgm:pt>
    <dgm:pt modelId="{948C24EC-B794-43AB-9FC4-5584C5246655}" type="pres">
      <dgm:prSet presAssocID="{9124095B-A200-4DEB-90C0-ACCBFBD33BF2}" presName="parentLin" presStyleCnt="0"/>
      <dgm:spPr/>
    </dgm:pt>
    <dgm:pt modelId="{FC30B8EC-879B-4B4B-981B-3EE637F42D6A}" type="pres">
      <dgm:prSet presAssocID="{9124095B-A200-4DEB-90C0-ACCBFBD33BF2}" presName="parentLeftMargin" presStyleLbl="node1" presStyleIdx="0" presStyleCnt="6"/>
      <dgm:spPr/>
    </dgm:pt>
    <dgm:pt modelId="{D6D66FE0-E326-43BD-A55E-8C9D0A92B3CB}" type="pres">
      <dgm:prSet presAssocID="{9124095B-A200-4DEB-90C0-ACCBFBD33BF2}" presName="parentText" presStyleLbl="node1" presStyleIdx="0" presStyleCnt="6">
        <dgm:presLayoutVars>
          <dgm:chMax val="0"/>
          <dgm:bulletEnabled val="1"/>
        </dgm:presLayoutVars>
      </dgm:prSet>
      <dgm:spPr/>
    </dgm:pt>
    <dgm:pt modelId="{026EF489-57F0-4C0D-9743-688EAE783F65}" type="pres">
      <dgm:prSet presAssocID="{9124095B-A200-4DEB-90C0-ACCBFBD33BF2}" presName="negativeSpace" presStyleCnt="0"/>
      <dgm:spPr/>
    </dgm:pt>
    <dgm:pt modelId="{1F80A7D4-969A-4E7E-9531-458F74DCE459}" type="pres">
      <dgm:prSet presAssocID="{9124095B-A200-4DEB-90C0-ACCBFBD33BF2}" presName="childText" presStyleLbl="conFgAcc1" presStyleIdx="0" presStyleCnt="6">
        <dgm:presLayoutVars>
          <dgm:bulletEnabled val="1"/>
        </dgm:presLayoutVars>
      </dgm:prSet>
      <dgm:spPr/>
    </dgm:pt>
    <dgm:pt modelId="{CD8AD931-DDDF-4B54-95C3-BA456A6FEB28}" type="pres">
      <dgm:prSet presAssocID="{30D6C911-C612-4E13-972B-862C0C14448B}" presName="spaceBetweenRectangles" presStyleCnt="0"/>
      <dgm:spPr/>
    </dgm:pt>
    <dgm:pt modelId="{75B91715-653F-468A-BBBB-9C2D6A87E00B}" type="pres">
      <dgm:prSet presAssocID="{E3B6176B-19E9-49DC-8935-5FC1D326226A}" presName="parentLin" presStyleCnt="0"/>
      <dgm:spPr/>
    </dgm:pt>
    <dgm:pt modelId="{56277306-AE2B-49E0-975E-1A83394B349C}" type="pres">
      <dgm:prSet presAssocID="{E3B6176B-19E9-49DC-8935-5FC1D326226A}" presName="parentLeftMargin" presStyleLbl="node1" presStyleIdx="0" presStyleCnt="6"/>
      <dgm:spPr/>
    </dgm:pt>
    <dgm:pt modelId="{FA756CBE-44B9-4F18-B2D1-6FBA673FFC2D}" type="pres">
      <dgm:prSet presAssocID="{E3B6176B-19E9-49DC-8935-5FC1D326226A}" presName="parentText" presStyleLbl="node1" presStyleIdx="1" presStyleCnt="6">
        <dgm:presLayoutVars>
          <dgm:chMax val="0"/>
          <dgm:bulletEnabled val="1"/>
        </dgm:presLayoutVars>
      </dgm:prSet>
      <dgm:spPr/>
    </dgm:pt>
    <dgm:pt modelId="{87FE9E24-6B85-4968-A992-A75BF076D288}" type="pres">
      <dgm:prSet presAssocID="{E3B6176B-19E9-49DC-8935-5FC1D326226A}" presName="negativeSpace" presStyleCnt="0"/>
      <dgm:spPr/>
    </dgm:pt>
    <dgm:pt modelId="{247F1B74-319B-49D7-A018-48E863D8B398}" type="pres">
      <dgm:prSet presAssocID="{E3B6176B-19E9-49DC-8935-5FC1D326226A}" presName="childText" presStyleLbl="conFgAcc1" presStyleIdx="1" presStyleCnt="6">
        <dgm:presLayoutVars>
          <dgm:bulletEnabled val="1"/>
        </dgm:presLayoutVars>
      </dgm:prSet>
      <dgm:spPr/>
    </dgm:pt>
    <dgm:pt modelId="{42404858-34F1-40CE-B3C2-7586D8378E3D}" type="pres">
      <dgm:prSet presAssocID="{907CC422-609D-4111-93B5-6B0E685CCC4E}" presName="spaceBetweenRectangles" presStyleCnt="0"/>
      <dgm:spPr/>
    </dgm:pt>
    <dgm:pt modelId="{B9DD0433-B1D4-4E20-A896-139746A53795}" type="pres">
      <dgm:prSet presAssocID="{BC73A0EF-BACA-44B5-B7FA-8559EFE7D717}" presName="parentLin" presStyleCnt="0"/>
      <dgm:spPr/>
    </dgm:pt>
    <dgm:pt modelId="{6C8B57DF-B46E-474D-8DA3-3D0AFE24F324}" type="pres">
      <dgm:prSet presAssocID="{BC73A0EF-BACA-44B5-B7FA-8559EFE7D717}" presName="parentLeftMargin" presStyleLbl="node1" presStyleIdx="1" presStyleCnt="6"/>
      <dgm:spPr/>
    </dgm:pt>
    <dgm:pt modelId="{FA5B2DE7-C0B7-4BF4-B5CD-CA36978A8F75}" type="pres">
      <dgm:prSet presAssocID="{BC73A0EF-BACA-44B5-B7FA-8559EFE7D717}" presName="parentText" presStyleLbl="node1" presStyleIdx="2" presStyleCnt="6">
        <dgm:presLayoutVars>
          <dgm:chMax val="0"/>
          <dgm:bulletEnabled val="1"/>
        </dgm:presLayoutVars>
      </dgm:prSet>
      <dgm:spPr/>
    </dgm:pt>
    <dgm:pt modelId="{A064764D-223C-4B2C-AE5B-39A12330BD80}" type="pres">
      <dgm:prSet presAssocID="{BC73A0EF-BACA-44B5-B7FA-8559EFE7D717}" presName="negativeSpace" presStyleCnt="0"/>
      <dgm:spPr/>
    </dgm:pt>
    <dgm:pt modelId="{057C50B2-50C0-493C-9C7A-8F44D0563959}" type="pres">
      <dgm:prSet presAssocID="{BC73A0EF-BACA-44B5-B7FA-8559EFE7D717}" presName="childText" presStyleLbl="conFgAcc1" presStyleIdx="2" presStyleCnt="6">
        <dgm:presLayoutVars>
          <dgm:bulletEnabled val="1"/>
        </dgm:presLayoutVars>
      </dgm:prSet>
      <dgm:spPr/>
    </dgm:pt>
    <dgm:pt modelId="{074ACB30-2014-479B-87C0-44149569967A}" type="pres">
      <dgm:prSet presAssocID="{5278DCD6-8C12-4249-BC74-09DCD8B0FF5E}" presName="spaceBetweenRectangles" presStyleCnt="0"/>
      <dgm:spPr/>
    </dgm:pt>
    <dgm:pt modelId="{DDE4A7E5-A674-4625-803C-A2836CCACFD0}" type="pres">
      <dgm:prSet presAssocID="{09261F07-2B57-4F4A-9184-61D3FF7EA9B7}" presName="parentLin" presStyleCnt="0"/>
      <dgm:spPr/>
    </dgm:pt>
    <dgm:pt modelId="{4DDA7CB9-01AD-48DB-A1C3-A41BBACA5877}" type="pres">
      <dgm:prSet presAssocID="{09261F07-2B57-4F4A-9184-61D3FF7EA9B7}" presName="parentLeftMargin" presStyleLbl="node1" presStyleIdx="2" presStyleCnt="6"/>
      <dgm:spPr/>
    </dgm:pt>
    <dgm:pt modelId="{93B1BDC5-7AF4-41C6-B388-8C46BB68B1C4}" type="pres">
      <dgm:prSet presAssocID="{09261F07-2B57-4F4A-9184-61D3FF7EA9B7}" presName="parentText" presStyleLbl="node1" presStyleIdx="3" presStyleCnt="6">
        <dgm:presLayoutVars>
          <dgm:chMax val="0"/>
          <dgm:bulletEnabled val="1"/>
        </dgm:presLayoutVars>
      </dgm:prSet>
      <dgm:spPr/>
    </dgm:pt>
    <dgm:pt modelId="{7876335C-6672-4787-9C35-5CB54279B83D}" type="pres">
      <dgm:prSet presAssocID="{09261F07-2B57-4F4A-9184-61D3FF7EA9B7}" presName="negativeSpace" presStyleCnt="0"/>
      <dgm:spPr/>
    </dgm:pt>
    <dgm:pt modelId="{4773976E-31ED-4484-ACF0-75AD19B0DCC0}" type="pres">
      <dgm:prSet presAssocID="{09261F07-2B57-4F4A-9184-61D3FF7EA9B7}" presName="childText" presStyleLbl="conFgAcc1" presStyleIdx="3" presStyleCnt="6">
        <dgm:presLayoutVars>
          <dgm:bulletEnabled val="1"/>
        </dgm:presLayoutVars>
      </dgm:prSet>
      <dgm:spPr/>
    </dgm:pt>
    <dgm:pt modelId="{4EAF62E0-AD54-46EB-A800-8FBF9337E7C1}" type="pres">
      <dgm:prSet presAssocID="{67722A88-758B-4A0C-98ED-E76673E22662}" presName="spaceBetweenRectangles" presStyleCnt="0"/>
      <dgm:spPr/>
    </dgm:pt>
    <dgm:pt modelId="{84AB9781-0A14-4FF3-92F4-F444DD7CFF8C}" type="pres">
      <dgm:prSet presAssocID="{B21EF215-DC77-4512-9FA9-F402D823AD6A}" presName="parentLin" presStyleCnt="0"/>
      <dgm:spPr/>
    </dgm:pt>
    <dgm:pt modelId="{830B98C3-7482-4A95-BEFB-01A2D687603F}" type="pres">
      <dgm:prSet presAssocID="{B21EF215-DC77-4512-9FA9-F402D823AD6A}" presName="parentLeftMargin" presStyleLbl="node1" presStyleIdx="3" presStyleCnt="6"/>
      <dgm:spPr/>
    </dgm:pt>
    <dgm:pt modelId="{7693AED7-1A80-4EC8-BF5D-C927107E6B47}" type="pres">
      <dgm:prSet presAssocID="{B21EF215-DC77-4512-9FA9-F402D823AD6A}" presName="parentText" presStyleLbl="node1" presStyleIdx="4" presStyleCnt="6">
        <dgm:presLayoutVars>
          <dgm:chMax val="0"/>
          <dgm:bulletEnabled val="1"/>
        </dgm:presLayoutVars>
      </dgm:prSet>
      <dgm:spPr/>
    </dgm:pt>
    <dgm:pt modelId="{C73F35C2-E64D-446C-98F1-BC34CB4AD8F6}" type="pres">
      <dgm:prSet presAssocID="{B21EF215-DC77-4512-9FA9-F402D823AD6A}" presName="negativeSpace" presStyleCnt="0"/>
      <dgm:spPr/>
    </dgm:pt>
    <dgm:pt modelId="{277A1481-DBA3-4296-946B-73B0094321D4}" type="pres">
      <dgm:prSet presAssocID="{B21EF215-DC77-4512-9FA9-F402D823AD6A}" presName="childText" presStyleLbl="conFgAcc1" presStyleIdx="4" presStyleCnt="6">
        <dgm:presLayoutVars>
          <dgm:bulletEnabled val="1"/>
        </dgm:presLayoutVars>
      </dgm:prSet>
      <dgm:spPr/>
    </dgm:pt>
    <dgm:pt modelId="{FEA10063-F594-47D0-B8F2-A8045571AE07}" type="pres">
      <dgm:prSet presAssocID="{BCF1C84A-D312-44DE-B970-7FBCD9F5BF42}" presName="spaceBetweenRectangles" presStyleCnt="0"/>
      <dgm:spPr/>
    </dgm:pt>
    <dgm:pt modelId="{B42E4DEF-21AE-450E-B5B4-9CA96AA18762}" type="pres">
      <dgm:prSet presAssocID="{B9ECEEB2-F083-43B5-9C8B-518ED3EA5F5E}" presName="parentLin" presStyleCnt="0"/>
      <dgm:spPr/>
    </dgm:pt>
    <dgm:pt modelId="{70307D62-7EE8-455A-8B35-9E84B0F176FE}" type="pres">
      <dgm:prSet presAssocID="{B9ECEEB2-F083-43B5-9C8B-518ED3EA5F5E}" presName="parentLeftMargin" presStyleLbl="node1" presStyleIdx="4" presStyleCnt="6"/>
      <dgm:spPr/>
    </dgm:pt>
    <dgm:pt modelId="{8DB99647-4D1C-471E-8D23-A05E6326DC84}" type="pres">
      <dgm:prSet presAssocID="{B9ECEEB2-F083-43B5-9C8B-518ED3EA5F5E}" presName="parentText" presStyleLbl="node1" presStyleIdx="5" presStyleCnt="6">
        <dgm:presLayoutVars>
          <dgm:chMax val="0"/>
          <dgm:bulletEnabled val="1"/>
        </dgm:presLayoutVars>
      </dgm:prSet>
      <dgm:spPr/>
    </dgm:pt>
    <dgm:pt modelId="{27F3A89B-78D1-4E5B-A469-0942E2F506D6}" type="pres">
      <dgm:prSet presAssocID="{B9ECEEB2-F083-43B5-9C8B-518ED3EA5F5E}" presName="negativeSpace" presStyleCnt="0"/>
      <dgm:spPr/>
    </dgm:pt>
    <dgm:pt modelId="{8EA19417-896E-446A-9E4F-22AD1A100910}" type="pres">
      <dgm:prSet presAssocID="{B9ECEEB2-F083-43B5-9C8B-518ED3EA5F5E}" presName="childText" presStyleLbl="conFgAcc1" presStyleIdx="5" presStyleCnt="6">
        <dgm:presLayoutVars>
          <dgm:bulletEnabled val="1"/>
        </dgm:presLayoutVars>
      </dgm:prSet>
      <dgm:spPr/>
    </dgm:pt>
  </dgm:ptLst>
  <dgm:cxnLst>
    <dgm:cxn modelId="{27E75F04-2403-4F84-80CA-78960651068A}" srcId="{014466E2-1FE0-4AAF-9A15-35A18460AE6C}" destId="{B9ECEEB2-F083-43B5-9C8B-518ED3EA5F5E}" srcOrd="5" destOrd="0" parTransId="{0BA3BA15-314F-45BE-B77D-C23F105F8DAA}" sibTransId="{62DEDF2D-99C1-43FC-A887-BA743D585ADE}"/>
    <dgm:cxn modelId="{B67D2E2E-9E1B-411F-BDE1-01B69C2686AA}" type="presOf" srcId="{BC73A0EF-BACA-44B5-B7FA-8559EFE7D717}" destId="{FA5B2DE7-C0B7-4BF4-B5CD-CA36978A8F75}" srcOrd="1" destOrd="0" presId="urn:microsoft.com/office/officeart/2005/8/layout/list1"/>
    <dgm:cxn modelId="{19C43B31-F83D-49E7-80C5-9BDCFAF24000}" type="presOf" srcId="{B9ECEEB2-F083-43B5-9C8B-518ED3EA5F5E}" destId="{8DB99647-4D1C-471E-8D23-A05E6326DC84}" srcOrd="1" destOrd="0" presId="urn:microsoft.com/office/officeart/2005/8/layout/list1"/>
    <dgm:cxn modelId="{B9D3E645-EC69-496A-9C28-DC1FB4E26C1D}" type="presOf" srcId="{014466E2-1FE0-4AAF-9A15-35A18460AE6C}" destId="{60F5443E-3D25-48E7-BD6D-267D69AA3389}" srcOrd="0" destOrd="0" presId="urn:microsoft.com/office/officeart/2005/8/layout/list1"/>
    <dgm:cxn modelId="{BAADA846-C7F8-4823-B5EA-6B57BDA279DA}" srcId="{014466E2-1FE0-4AAF-9A15-35A18460AE6C}" destId="{09261F07-2B57-4F4A-9184-61D3FF7EA9B7}" srcOrd="3" destOrd="0" parTransId="{9D795FD9-7EA3-454E-8078-C99EA0B431D9}" sibTransId="{67722A88-758B-4A0C-98ED-E76673E22662}"/>
    <dgm:cxn modelId="{23A1D04A-5FFD-4038-A9DC-E5062E9CACC2}" srcId="{014466E2-1FE0-4AAF-9A15-35A18460AE6C}" destId="{9124095B-A200-4DEB-90C0-ACCBFBD33BF2}" srcOrd="0" destOrd="0" parTransId="{C07EC53E-9B77-4F6F-B546-87DA1851BCB6}" sibTransId="{30D6C911-C612-4E13-972B-862C0C14448B}"/>
    <dgm:cxn modelId="{0639364E-C9C9-43D3-B0EE-DFA251D7AB94}" type="presOf" srcId="{B21EF215-DC77-4512-9FA9-F402D823AD6A}" destId="{7693AED7-1A80-4EC8-BF5D-C927107E6B47}" srcOrd="1" destOrd="0" presId="urn:microsoft.com/office/officeart/2005/8/layout/list1"/>
    <dgm:cxn modelId="{4A60CA59-ED6A-40CD-B49D-593DB700D280}" type="presOf" srcId="{09261F07-2B57-4F4A-9184-61D3FF7EA9B7}" destId="{93B1BDC5-7AF4-41C6-B388-8C46BB68B1C4}" srcOrd="1" destOrd="0" presId="urn:microsoft.com/office/officeart/2005/8/layout/list1"/>
    <dgm:cxn modelId="{C324465A-5EFB-4363-96E3-0575827A3762}" type="presOf" srcId="{9124095B-A200-4DEB-90C0-ACCBFBD33BF2}" destId="{FC30B8EC-879B-4B4B-981B-3EE637F42D6A}" srcOrd="0" destOrd="0" presId="urn:microsoft.com/office/officeart/2005/8/layout/list1"/>
    <dgm:cxn modelId="{BBE2EE80-CD07-42F3-9AB1-5359BB01F88E}" srcId="{014466E2-1FE0-4AAF-9A15-35A18460AE6C}" destId="{BC73A0EF-BACA-44B5-B7FA-8559EFE7D717}" srcOrd="2" destOrd="0" parTransId="{3492A832-F0B4-41AC-BBF7-53083F681CF3}" sibTransId="{5278DCD6-8C12-4249-BC74-09DCD8B0FF5E}"/>
    <dgm:cxn modelId="{69371391-8D23-4AD4-89B1-F1D8BF4B8A1C}" type="presOf" srcId="{B9ECEEB2-F083-43B5-9C8B-518ED3EA5F5E}" destId="{70307D62-7EE8-455A-8B35-9E84B0F176FE}" srcOrd="0" destOrd="0" presId="urn:microsoft.com/office/officeart/2005/8/layout/list1"/>
    <dgm:cxn modelId="{408E519F-B299-4FE7-BF7B-6E9C884FB638}" srcId="{014466E2-1FE0-4AAF-9A15-35A18460AE6C}" destId="{E3B6176B-19E9-49DC-8935-5FC1D326226A}" srcOrd="1" destOrd="0" parTransId="{35969128-5469-45F0-A0BD-A614DA29450E}" sibTransId="{907CC422-609D-4111-93B5-6B0E685CCC4E}"/>
    <dgm:cxn modelId="{7B714FA6-E269-4AB4-B1D1-CE76C996F0F1}" type="presOf" srcId="{E3B6176B-19E9-49DC-8935-5FC1D326226A}" destId="{56277306-AE2B-49E0-975E-1A83394B349C}" srcOrd="0" destOrd="0" presId="urn:microsoft.com/office/officeart/2005/8/layout/list1"/>
    <dgm:cxn modelId="{6235ADB8-AFD9-4648-836B-E22D646B9909}" type="presOf" srcId="{09261F07-2B57-4F4A-9184-61D3FF7EA9B7}" destId="{4DDA7CB9-01AD-48DB-A1C3-A41BBACA5877}" srcOrd="0" destOrd="0" presId="urn:microsoft.com/office/officeart/2005/8/layout/list1"/>
    <dgm:cxn modelId="{9E0849BA-B6B4-46C1-B2C6-AB5DEDE2E495}" type="presOf" srcId="{B21EF215-DC77-4512-9FA9-F402D823AD6A}" destId="{830B98C3-7482-4A95-BEFB-01A2D687603F}" srcOrd="0" destOrd="0" presId="urn:microsoft.com/office/officeart/2005/8/layout/list1"/>
    <dgm:cxn modelId="{B6CF48BF-400D-46DD-AD44-38AEDA28ED89}" type="presOf" srcId="{BC73A0EF-BACA-44B5-B7FA-8559EFE7D717}" destId="{6C8B57DF-B46E-474D-8DA3-3D0AFE24F324}" srcOrd="0" destOrd="0" presId="urn:microsoft.com/office/officeart/2005/8/layout/list1"/>
    <dgm:cxn modelId="{22375FCC-E201-441E-A7A3-245172A5F93B}" type="presOf" srcId="{9124095B-A200-4DEB-90C0-ACCBFBD33BF2}" destId="{D6D66FE0-E326-43BD-A55E-8C9D0A92B3CB}" srcOrd="1" destOrd="0" presId="urn:microsoft.com/office/officeart/2005/8/layout/list1"/>
    <dgm:cxn modelId="{03B48CE6-AB06-419B-AB7A-DA6BCAC7372F}" srcId="{014466E2-1FE0-4AAF-9A15-35A18460AE6C}" destId="{B21EF215-DC77-4512-9FA9-F402D823AD6A}" srcOrd="4" destOrd="0" parTransId="{7877E896-4408-40E6-A865-D2BDFD78F34F}" sibTransId="{BCF1C84A-D312-44DE-B970-7FBCD9F5BF42}"/>
    <dgm:cxn modelId="{A9CF83FB-147A-4E67-A84C-3D4D631FC9D0}" type="presOf" srcId="{E3B6176B-19E9-49DC-8935-5FC1D326226A}" destId="{FA756CBE-44B9-4F18-B2D1-6FBA673FFC2D}" srcOrd="1" destOrd="0" presId="urn:microsoft.com/office/officeart/2005/8/layout/list1"/>
    <dgm:cxn modelId="{CAC2D417-827F-4DF7-A4D0-36C4853C2079}" type="presParOf" srcId="{60F5443E-3D25-48E7-BD6D-267D69AA3389}" destId="{948C24EC-B794-43AB-9FC4-5584C5246655}" srcOrd="0" destOrd="0" presId="urn:microsoft.com/office/officeart/2005/8/layout/list1"/>
    <dgm:cxn modelId="{634DE7FA-F2F8-4A4B-B4AF-6B1DA16E12B2}" type="presParOf" srcId="{948C24EC-B794-43AB-9FC4-5584C5246655}" destId="{FC30B8EC-879B-4B4B-981B-3EE637F42D6A}" srcOrd="0" destOrd="0" presId="urn:microsoft.com/office/officeart/2005/8/layout/list1"/>
    <dgm:cxn modelId="{F0D84756-5B60-480D-B90A-DA58E0BB415C}" type="presParOf" srcId="{948C24EC-B794-43AB-9FC4-5584C5246655}" destId="{D6D66FE0-E326-43BD-A55E-8C9D0A92B3CB}" srcOrd="1" destOrd="0" presId="urn:microsoft.com/office/officeart/2005/8/layout/list1"/>
    <dgm:cxn modelId="{F1846069-7B8A-472A-9FE5-3E6DEF63DB91}" type="presParOf" srcId="{60F5443E-3D25-48E7-BD6D-267D69AA3389}" destId="{026EF489-57F0-4C0D-9743-688EAE783F65}" srcOrd="1" destOrd="0" presId="urn:microsoft.com/office/officeart/2005/8/layout/list1"/>
    <dgm:cxn modelId="{D2F01072-2267-43F3-A098-BDB281A59FBA}" type="presParOf" srcId="{60F5443E-3D25-48E7-BD6D-267D69AA3389}" destId="{1F80A7D4-969A-4E7E-9531-458F74DCE459}" srcOrd="2" destOrd="0" presId="urn:microsoft.com/office/officeart/2005/8/layout/list1"/>
    <dgm:cxn modelId="{7D1CED96-1913-4053-9659-646D7C73F3DF}" type="presParOf" srcId="{60F5443E-3D25-48E7-BD6D-267D69AA3389}" destId="{CD8AD931-DDDF-4B54-95C3-BA456A6FEB28}" srcOrd="3" destOrd="0" presId="urn:microsoft.com/office/officeart/2005/8/layout/list1"/>
    <dgm:cxn modelId="{6C1176FF-46C0-4E2E-8150-7CC63D29679E}" type="presParOf" srcId="{60F5443E-3D25-48E7-BD6D-267D69AA3389}" destId="{75B91715-653F-468A-BBBB-9C2D6A87E00B}" srcOrd="4" destOrd="0" presId="urn:microsoft.com/office/officeart/2005/8/layout/list1"/>
    <dgm:cxn modelId="{C508602A-3877-4DFC-B40E-E680AC8DAF74}" type="presParOf" srcId="{75B91715-653F-468A-BBBB-9C2D6A87E00B}" destId="{56277306-AE2B-49E0-975E-1A83394B349C}" srcOrd="0" destOrd="0" presId="urn:microsoft.com/office/officeart/2005/8/layout/list1"/>
    <dgm:cxn modelId="{057A9875-673B-47CA-A949-BF07FEA757F7}" type="presParOf" srcId="{75B91715-653F-468A-BBBB-9C2D6A87E00B}" destId="{FA756CBE-44B9-4F18-B2D1-6FBA673FFC2D}" srcOrd="1" destOrd="0" presId="urn:microsoft.com/office/officeart/2005/8/layout/list1"/>
    <dgm:cxn modelId="{D170E920-A028-45EB-ABA4-A8516123C944}" type="presParOf" srcId="{60F5443E-3D25-48E7-BD6D-267D69AA3389}" destId="{87FE9E24-6B85-4968-A992-A75BF076D288}" srcOrd="5" destOrd="0" presId="urn:microsoft.com/office/officeart/2005/8/layout/list1"/>
    <dgm:cxn modelId="{1838F310-C6CB-4F9B-A98D-E712F764D3B9}" type="presParOf" srcId="{60F5443E-3D25-48E7-BD6D-267D69AA3389}" destId="{247F1B74-319B-49D7-A018-48E863D8B398}" srcOrd="6" destOrd="0" presId="urn:microsoft.com/office/officeart/2005/8/layout/list1"/>
    <dgm:cxn modelId="{7F247F5F-5CFB-4890-8338-506BCC6E3B01}" type="presParOf" srcId="{60F5443E-3D25-48E7-BD6D-267D69AA3389}" destId="{42404858-34F1-40CE-B3C2-7586D8378E3D}" srcOrd="7" destOrd="0" presId="urn:microsoft.com/office/officeart/2005/8/layout/list1"/>
    <dgm:cxn modelId="{E3D6D410-E40B-4EC6-8361-0FB8D7D98B3B}" type="presParOf" srcId="{60F5443E-3D25-48E7-BD6D-267D69AA3389}" destId="{B9DD0433-B1D4-4E20-A896-139746A53795}" srcOrd="8" destOrd="0" presId="urn:microsoft.com/office/officeart/2005/8/layout/list1"/>
    <dgm:cxn modelId="{A67566EA-68F0-4441-A6B2-8E8BE23804CC}" type="presParOf" srcId="{B9DD0433-B1D4-4E20-A896-139746A53795}" destId="{6C8B57DF-B46E-474D-8DA3-3D0AFE24F324}" srcOrd="0" destOrd="0" presId="urn:microsoft.com/office/officeart/2005/8/layout/list1"/>
    <dgm:cxn modelId="{08E970A6-EB28-474B-9EF6-B89FFB6DC0DA}" type="presParOf" srcId="{B9DD0433-B1D4-4E20-A896-139746A53795}" destId="{FA5B2DE7-C0B7-4BF4-B5CD-CA36978A8F75}" srcOrd="1" destOrd="0" presId="urn:microsoft.com/office/officeart/2005/8/layout/list1"/>
    <dgm:cxn modelId="{BF9FB6CF-131C-49A4-B706-86B259535659}" type="presParOf" srcId="{60F5443E-3D25-48E7-BD6D-267D69AA3389}" destId="{A064764D-223C-4B2C-AE5B-39A12330BD80}" srcOrd="9" destOrd="0" presId="urn:microsoft.com/office/officeart/2005/8/layout/list1"/>
    <dgm:cxn modelId="{401F5FA0-24F4-4A02-ABFA-A6BA4F36204D}" type="presParOf" srcId="{60F5443E-3D25-48E7-BD6D-267D69AA3389}" destId="{057C50B2-50C0-493C-9C7A-8F44D0563959}" srcOrd="10" destOrd="0" presId="urn:microsoft.com/office/officeart/2005/8/layout/list1"/>
    <dgm:cxn modelId="{5550EB14-CACC-45A2-B385-545BD6EC1B59}" type="presParOf" srcId="{60F5443E-3D25-48E7-BD6D-267D69AA3389}" destId="{074ACB30-2014-479B-87C0-44149569967A}" srcOrd="11" destOrd="0" presId="urn:microsoft.com/office/officeart/2005/8/layout/list1"/>
    <dgm:cxn modelId="{29493F2F-4585-4149-9252-4FDCE4097F6B}" type="presParOf" srcId="{60F5443E-3D25-48E7-BD6D-267D69AA3389}" destId="{DDE4A7E5-A674-4625-803C-A2836CCACFD0}" srcOrd="12" destOrd="0" presId="urn:microsoft.com/office/officeart/2005/8/layout/list1"/>
    <dgm:cxn modelId="{0A10001D-820F-443A-B330-314D314EBD5D}" type="presParOf" srcId="{DDE4A7E5-A674-4625-803C-A2836CCACFD0}" destId="{4DDA7CB9-01AD-48DB-A1C3-A41BBACA5877}" srcOrd="0" destOrd="0" presId="urn:microsoft.com/office/officeart/2005/8/layout/list1"/>
    <dgm:cxn modelId="{683EEC14-CC60-442B-B83A-D3B696F535FA}" type="presParOf" srcId="{DDE4A7E5-A674-4625-803C-A2836CCACFD0}" destId="{93B1BDC5-7AF4-41C6-B388-8C46BB68B1C4}" srcOrd="1" destOrd="0" presId="urn:microsoft.com/office/officeart/2005/8/layout/list1"/>
    <dgm:cxn modelId="{953F7381-0885-4180-9085-1695DA94669D}" type="presParOf" srcId="{60F5443E-3D25-48E7-BD6D-267D69AA3389}" destId="{7876335C-6672-4787-9C35-5CB54279B83D}" srcOrd="13" destOrd="0" presId="urn:microsoft.com/office/officeart/2005/8/layout/list1"/>
    <dgm:cxn modelId="{69592E96-385C-49A1-A61C-DC16E356181C}" type="presParOf" srcId="{60F5443E-3D25-48E7-BD6D-267D69AA3389}" destId="{4773976E-31ED-4484-ACF0-75AD19B0DCC0}" srcOrd="14" destOrd="0" presId="urn:microsoft.com/office/officeart/2005/8/layout/list1"/>
    <dgm:cxn modelId="{6FA7EB06-EF73-4287-A97B-A48A6DE9BE5F}" type="presParOf" srcId="{60F5443E-3D25-48E7-BD6D-267D69AA3389}" destId="{4EAF62E0-AD54-46EB-A800-8FBF9337E7C1}" srcOrd="15" destOrd="0" presId="urn:microsoft.com/office/officeart/2005/8/layout/list1"/>
    <dgm:cxn modelId="{FAE2AAB2-4C59-4797-AA8F-F9AA567A3EF9}" type="presParOf" srcId="{60F5443E-3D25-48E7-BD6D-267D69AA3389}" destId="{84AB9781-0A14-4FF3-92F4-F444DD7CFF8C}" srcOrd="16" destOrd="0" presId="urn:microsoft.com/office/officeart/2005/8/layout/list1"/>
    <dgm:cxn modelId="{EAC5BE8B-C9B5-4DA0-879F-95D723A94C45}" type="presParOf" srcId="{84AB9781-0A14-4FF3-92F4-F444DD7CFF8C}" destId="{830B98C3-7482-4A95-BEFB-01A2D687603F}" srcOrd="0" destOrd="0" presId="urn:microsoft.com/office/officeart/2005/8/layout/list1"/>
    <dgm:cxn modelId="{D90AFAB4-7081-4692-A8D6-7B119FEF35DB}" type="presParOf" srcId="{84AB9781-0A14-4FF3-92F4-F444DD7CFF8C}" destId="{7693AED7-1A80-4EC8-BF5D-C927107E6B47}" srcOrd="1" destOrd="0" presId="urn:microsoft.com/office/officeart/2005/8/layout/list1"/>
    <dgm:cxn modelId="{8C963F8B-3390-4F86-B3E7-C6B29F76E00C}" type="presParOf" srcId="{60F5443E-3D25-48E7-BD6D-267D69AA3389}" destId="{C73F35C2-E64D-446C-98F1-BC34CB4AD8F6}" srcOrd="17" destOrd="0" presId="urn:microsoft.com/office/officeart/2005/8/layout/list1"/>
    <dgm:cxn modelId="{BBFCE7E9-F3B3-4AD7-9344-A8CDF181A8EF}" type="presParOf" srcId="{60F5443E-3D25-48E7-BD6D-267D69AA3389}" destId="{277A1481-DBA3-4296-946B-73B0094321D4}" srcOrd="18" destOrd="0" presId="urn:microsoft.com/office/officeart/2005/8/layout/list1"/>
    <dgm:cxn modelId="{6CA3B329-0DCD-4D7B-82AB-5E11D798F849}" type="presParOf" srcId="{60F5443E-3D25-48E7-BD6D-267D69AA3389}" destId="{FEA10063-F594-47D0-B8F2-A8045571AE07}" srcOrd="19" destOrd="0" presId="urn:microsoft.com/office/officeart/2005/8/layout/list1"/>
    <dgm:cxn modelId="{178DE8EC-47F6-4AE1-8E95-D396185C9B4D}" type="presParOf" srcId="{60F5443E-3D25-48E7-BD6D-267D69AA3389}" destId="{B42E4DEF-21AE-450E-B5B4-9CA96AA18762}" srcOrd="20" destOrd="0" presId="urn:microsoft.com/office/officeart/2005/8/layout/list1"/>
    <dgm:cxn modelId="{647B143C-CBE0-4527-B610-711AA739FD46}" type="presParOf" srcId="{B42E4DEF-21AE-450E-B5B4-9CA96AA18762}" destId="{70307D62-7EE8-455A-8B35-9E84B0F176FE}" srcOrd="0" destOrd="0" presId="urn:microsoft.com/office/officeart/2005/8/layout/list1"/>
    <dgm:cxn modelId="{A5A91E41-62F7-4F4C-B28A-9D65D2F619BF}" type="presParOf" srcId="{B42E4DEF-21AE-450E-B5B4-9CA96AA18762}" destId="{8DB99647-4D1C-471E-8D23-A05E6326DC84}" srcOrd="1" destOrd="0" presId="urn:microsoft.com/office/officeart/2005/8/layout/list1"/>
    <dgm:cxn modelId="{C27003F2-90EC-4860-B4ED-B7FCA320F84E}" type="presParOf" srcId="{60F5443E-3D25-48E7-BD6D-267D69AA3389}" destId="{27F3A89B-78D1-4E5B-A469-0942E2F506D6}" srcOrd="21" destOrd="0" presId="urn:microsoft.com/office/officeart/2005/8/layout/list1"/>
    <dgm:cxn modelId="{ED5D2D51-FFCF-4E11-84D4-7FFF9F87C5D8}" type="presParOf" srcId="{60F5443E-3D25-48E7-BD6D-267D69AA3389}" destId="{8EA19417-896E-446A-9E4F-22AD1A100910}" srcOrd="22"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4D6827-BBEB-4F43-AF00-6E05872AB0AE}" type="doc">
      <dgm:prSet loTypeId="urn:microsoft.com/office/officeart/2005/8/layout/vProcess5" loCatId="process" qsTypeId="urn:microsoft.com/office/officeart/2005/8/quickstyle/simple3" qsCatId="simple" csTypeId="urn:microsoft.com/office/officeart/2005/8/colors/accent2_2" csCatId="accent2" phldr="1"/>
      <dgm:spPr/>
      <dgm:t>
        <a:bodyPr/>
        <a:lstStyle/>
        <a:p>
          <a:endParaRPr lang="en-US"/>
        </a:p>
      </dgm:t>
    </dgm:pt>
    <dgm:pt modelId="{0492170F-0CCE-43C5-8DF4-F0B6F06428C7}">
      <dgm:prSet/>
      <dgm:spPr/>
      <dgm:t>
        <a:bodyPr/>
        <a:lstStyle/>
        <a:p>
          <a:r>
            <a:rPr lang="en-US" dirty="0" err="1">
              <a:solidFill>
                <a:schemeClr val="bg1"/>
              </a:solidFill>
            </a:rPr>
            <a:t>밀집</a:t>
          </a:r>
          <a:r>
            <a:rPr lang="en-US" dirty="0">
              <a:solidFill>
                <a:schemeClr val="bg1"/>
              </a:solidFill>
            </a:rPr>
            <a:t>(Fully-connected) </a:t>
          </a:r>
          <a:r>
            <a:rPr lang="en-US" dirty="0" err="1">
              <a:solidFill>
                <a:schemeClr val="bg1"/>
              </a:solidFill>
            </a:rPr>
            <a:t>뉴럴</a:t>
          </a:r>
          <a:r>
            <a:rPr lang="en-US" dirty="0">
              <a:solidFill>
                <a:schemeClr val="bg1"/>
              </a:solidFill>
            </a:rPr>
            <a:t> </a:t>
          </a:r>
          <a:r>
            <a:rPr lang="en-US" dirty="0" err="1">
              <a:solidFill>
                <a:schemeClr val="bg1"/>
              </a:solidFill>
            </a:rPr>
            <a:t>네트워크</a:t>
          </a:r>
          <a:r>
            <a:rPr lang="en-US" dirty="0">
              <a:solidFill>
                <a:schemeClr val="bg1"/>
              </a:solidFill>
            </a:rPr>
            <a:t> </a:t>
          </a:r>
          <a:r>
            <a:rPr lang="en-US" dirty="0" err="1">
              <a:solidFill>
                <a:schemeClr val="bg1"/>
              </a:solidFill>
            </a:rPr>
            <a:t>모델</a:t>
          </a:r>
          <a:r>
            <a:rPr lang="en-US" dirty="0">
              <a:solidFill>
                <a:schemeClr val="bg1"/>
              </a:solidFill>
            </a:rPr>
            <a:t> </a:t>
          </a:r>
          <a:r>
            <a:rPr lang="ko-KR" altLang="en-US" dirty="0">
              <a:solidFill>
                <a:schemeClr val="bg1"/>
              </a:solidFill>
            </a:rPr>
            <a:t>학습</a:t>
          </a:r>
          <a:endParaRPr lang="en-US" dirty="0">
            <a:solidFill>
              <a:schemeClr val="bg1"/>
            </a:solidFill>
          </a:endParaRPr>
        </a:p>
      </dgm:t>
    </dgm:pt>
    <dgm:pt modelId="{C5450C8D-15F7-4D01-BDB7-F0C0A60434D3}" type="parTrans" cxnId="{AFBABF1E-4255-4FE7-8128-FC64E324BC14}">
      <dgm:prSet/>
      <dgm:spPr/>
      <dgm:t>
        <a:bodyPr/>
        <a:lstStyle/>
        <a:p>
          <a:endParaRPr lang="en-US"/>
        </a:p>
      </dgm:t>
    </dgm:pt>
    <dgm:pt modelId="{EF0EBBCF-484E-4FA8-83BF-91B7E8798C54}" type="sibTrans" cxnId="{AFBABF1E-4255-4FE7-8128-FC64E324BC14}">
      <dgm:prSet/>
      <dgm:spPr/>
      <dgm:t>
        <a:bodyPr/>
        <a:lstStyle/>
        <a:p>
          <a:endParaRPr lang="en-US"/>
        </a:p>
      </dgm:t>
    </dgm:pt>
    <dgm:pt modelId="{BDBE3C9B-DD74-49DF-B9AC-A98A916CD9B6}">
      <dgm:prSet/>
      <dgm:spPr/>
      <dgm:t>
        <a:bodyPr/>
        <a:lstStyle/>
        <a:p>
          <a:r>
            <a:rPr lang="en-US">
              <a:solidFill>
                <a:schemeClr val="bg1"/>
              </a:solidFill>
            </a:rPr>
            <a:t>트레이닝 정확도가 높음</a:t>
          </a:r>
        </a:p>
      </dgm:t>
    </dgm:pt>
    <dgm:pt modelId="{2DC3FC80-076D-411D-A823-183827C12C92}" type="parTrans" cxnId="{05A53A07-3029-438B-BEBF-0A9C84DF56BD}">
      <dgm:prSet/>
      <dgm:spPr/>
      <dgm:t>
        <a:bodyPr/>
        <a:lstStyle/>
        <a:p>
          <a:endParaRPr lang="en-US"/>
        </a:p>
      </dgm:t>
    </dgm:pt>
    <dgm:pt modelId="{BEA3E119-8F69-4D17-B938-2138ABDA7751}" type="sibTrans" cxnId="{05A53A07-3029-438B-BEBF-0A9C84DF56BD}">
      <dgm:prSet/>
      <dgm:spPr/>
      <dgm:t>
        <a:bodyPr/>
        <a:lstStyle/>
        <a:p>
          <a:endParaRPr lang="en-US"/>
        </a:p>
      </dgm:t>
    </dgm:pt>
    <dgm:pt modelId="{EE2186DF-3CA7-4FEE-94C6-7BF17F3C97FE}">
      <dgm:prSet/>
      <dgm:spPr/>
      <dgm:t>
        <a:bodyPr/>
        <a:lstStyle/>
        <a:p>
          <a:r>
            <a:rPr lang="en-US">
              <a:solidFill>
                <a:schemeClr val="bg1"/>
              </a:solidFill>
            </a:rPr>
            <a:t>검증 정확도가 낮음 </a:t>
          </a:r>
        </a:p>
      </dgm:t>
    </dgm:pt>
    <dgm:pt modelId="{639B6050-0391-4A86-93A0-2DEF443685B3}" type="parTrans" cxnId="{A8BB01A3-0DC5-4778-A241-1C2782871D63}">
      <dgm:prSet/>
      <dgm:spPr/>
      <dgm:t>
        <a:bodyPr/>
        <a:lstStyle/>
        <a:p>
          <a:endParaRPr lang="en-US"/>
        </a:p>
      </dgm:t>
    </dgm:pt>
    <dgm:pt modelId="{37689B4A-F8C7-4183-9EF5-85B3CF4E1938}" type="sibTrans" cxnId="{A8BB01A3-0DC5-4778-A241-1C2782871D63}">
      <dgm:prSet/>
      <dgm:spPr/>
      <dgm:t>
        <a:bodyPr/>
        <a:lstStyle/>
        <a:p>
          <a:endParaRPr lang="en-US"/>
        </a:p>
      </dgm:t>
    </dgm:pt>
    <dgm:pt modelId="{B43425EF-6952-4AC7-97C0-A2EE26F3B4CB}">
      <dgm:prSet/>
      <dgm:spPr/>
      <dgm:t>
        <a:bodyPr/>
        <a:lstStyle/>
        <a:p>
          <a:r>
            <a:rPr lang="en-US">
              <a:solidFill>
                <a:schemeClr val="bg1"/>
              </a:solidFill>
            </a:rPr>
            <a:t>과적합의 증거</a:t>
          </a:r>
        </a:p>
      </dgm:t>
    </dgm:pt>
    <dgm:pt modelId="{2B79B1F4-3CE6-4493-B610-6361F2C3D35F}" type="parTrans" cxnId="{D47F611A-9A1A-4B3E-84AD-7E6BE19786F5}">
      <dgm:prSet/>
      <dgm:spPr/>
      <dgm:t>
        <a:bodyPr/>
        <a:lstStyle/>
        <a:p>
          <a:endParaRPr lang="en-US"/>
        </a:p>
      </dgm:t>
    </dgm:pt>
    <dgm:pt modelId="{29DA821A-DC73-4150-B8E3-2246A27235BB}" type="sibTrans" cxnId="{D47F611A-9A1A-4B3E-84AD-7E6BE19786F5}">
      <dgm:prSet/>
      <dgm:spPr/>
      <dgm:t>
        <a:bodyPr/>
        <a:lstStyle/>
        <a:p>
          <a:endParaRPr lang="en-US"/>
        </a:p>
      </dgm:t>
    </dgm:pt>
    <dgm:pt modelId="{4E2FFBAA-98F3-44BB-B0DB-323C5B347C2F}" type="pres">
      <dgm:prSet presAssocID="{264D6827-BBEB-4F43-AF00-6E05872AB0AE}" presName="outerComposite" presStyleCnt="0">
        <dgm:presLayoutVars>
          <dgm:chMax val="5"/>
          <dgm:dir/>
          <dgm:resizeHandles val="exact"/>
        </dgm:presLayoutVars>
      </dgm:prSet>
      <dgm:spPr/>
    </dgm:pt>
    <dgm:pt modelId="{4475296E-B530-48DC-AEDE-C028D9628EBB}" type="pres">
      <dgm:prSet presAssocID="{264D6827-BBEB-4F43-AF00-6E05872AB0AE}" presName="dummyMaxCanvas" presStyleCnt="0">
        <dgm:presLayoutVars/>
      </dgm:prSet>
      <dgm:spPr/>
    </dgm:pt>
    <dgm:pt modelId="{A3E80143-4FF9-4C0D-BBA9-194E5F3E16AB}" type="pres">
      <dgm:prSet presAssocID="{264D6827-BBEB-4F43-AF00-6E05872AB0AE}" presName="FourNodes_1" presStyleLbl="node1" presStyleIdx="0" presStyleCnt="4">
        <dgm:presLayoutVars>
          <dgm:bulletEnabled val="1"/>
        </dgm:presLayoutVars>
      </dgm:prSet>
      <dgm:spPr/>
    </dgm:pt>
    <dgm:pt modelId="{10A64044-2D13-4C03-86AF-42FE0760A50A}" type="pres">
      <dgm:prSet presAssocID="{264D6827-BBEB-4F43-AF00-6E05872AB0AE}" presName="FourNodes_2" presStyleLbl="node1" presStyleIdx="1" presStyleCnt="4">
        <dgm:presLayoutVars>
          <dgm:bulletEnabled val="1"/>
        </dgm:presLayoutVars>
      </dgm:prSet>
      <dgm:spPr/>
    </dgm:pt>
    <dgm:pt modelId="{7A32556B-9995-4068-A5DD-FCAE22AD0486}" type="pres">
      <dgm:prSet presAssocID="{264D6827-BBEB-4F43-AF00-6E05872AB0AE}" presName="FourNodes_3" presStyleLbl="node1" presStyleIdx="2" presStyleCnt="4">
        <dgm:presLayoutVars>
          <dgm:bulletEnabled val="1"/>
        </dgm:presLayoutVars>
      </dgm:prSet>
      <dgm:spPr/>
    </dgm:pt>
    <dgm:pt modelId="{EB00C2C8-D32B-4263-8284-5095A6798132}" type="pres">
      <dgm:prSet presAssocID="{264D6827-BBEB-4F43-AF00-6E05872AB0AE}" presName="FourNodes_4" presStyleLbl="node1" presStyleIdx="3" presStyleCnt="4">
        <dgm:presLayoutVars>
          <dgm:bulletEnabled val="1"/>
        </dgm:presLayoutVars>
      </dgm:prSet>
      <dgm:spPr/>
    </dgm:pt>
    <dgm:pt modelId="{25CAE8CC-5658-44CE-9A9C-84E230D9A9EC}" type="pres">
      <dgm:prSet presAssocID="{264D6827-BBEB-4F43-AF00-6E05872AB0AE}" presName="FourConn_1-2" presStyleLbl="fgAccFollowNode1" presStyleIdx="0" presStyleCnt="3">
        <dgm:presLayoutVars>
          <dgm:bulletEnabled val="1"/>
        </dgm:presLayoutVars>
      </dgm:prSet>
      <dgm:spPr/>
    </dgm:pt>
    <dgm:pt modelId="{B2702E71-F591-493F-8BD9-B440193E7252}" type="pres">
      <dgm:prSet presAssocID="{264D6827-BBEB-4F43-AF00-6E05872AB0AE}" presName="FourConn_2-3" presStyleLbl="fgAccFollowNode1" presStyleIdx="1" presStyleCnt="3">
        <dgm:presLayoutVars>
          <dgm:bulletEnabled val="1"/>
        </dgm:presLayoutVars>
      </dgm:prSet>
      <dgm:spPr/>
    </dgm:pt>
    <dgm:pt modelId="{39D7B1CF-AE20-457F-B436-EC40973812B3}" type="pres">
      <dgm:prSet presAssocID="{264D6827-BBEB-4F43-AF00-6E05872AB0AE}" presName="FourConn_3-4" presStyleLbl="fgAccFollowNode1" presStyleIdx="2" presStyleCnt="3">
        <dgm:presLayoutVars>
          <dgm:bulletEnabled val="1"/>
        </dgm:presLayoutVars>
      </dgm:prSet>
      <dgm:spPr/>
    </dgm:pt>
    <dgm:pt modelId="{128A4791-0525-40E9-A212-A29BE8CC2E0F}" type="pres">
      <dgm:prSet presAssocID="{264D6827-BBEB-4F43-AF00-6E05872AB0AE}" presName="FourNodes_1_text" presStyleLbl="node1" presStyleIdx="3" presStyleCnt="4">
        <dgm:presLayoutVars>
          <dgm:bulletEnabled val="1"/>
        </dgm:presLayoutVars>
      </dgm:prSet>
      <dgm:spPr/>
    </dgm:pt>
    <dgm:pt modelId="{718F0849-D3CF-4983-A8D3-622098330527}" type="pres">
      <dgm:prSet presAssocID="{264D6827-BBEB-4F43-AF00-6E05872AB0AE}" presName="FourNodes_2_text" presStyleLbl="node1" presStyleIdx="3" presStyleCnt="4">
        <dgm:presLayoutVars>
          <dgm:bulletEnabled val="1"/>
        </dgm:presLayoutVars>
      </dgm:prSet>
      <dgm:spPr/>
    </dgm:pt>
    <dgm:pt modelId="{0A2DB4C7-C296-43E6-968E-322AA6A80E44}" type="pres">
      <dgm:prSet presAssocID="{264D6827-BBEB-4F43-AF00-6E05872AB0AE}" presName="FourNodes_3_text" presStyleLbl="node1" presStyleIdx="3" presStyleCnt="4">
        <dgm:presLayoutVars>
          <dgm:bulletEnabled val="1"/>
        </dgm:presLayoutVars>
      </dgm:prSet>
      <dgm:spPr/>
    </dgm:pt>
    <dgm:pt modelId="{53B3C899-0734-4D8A-982A-3DE221BEDB31}" type="pres">
      <dgm:prSet presAssocID="{264D6827-BBEB-4F43-AF00-6E05872AB0AE}" presName="FourNodes_4_text" presStyleLbl="node1" presStyleIdx="3" presStyleCnt="4">
        <dgm:presLayoutVars>
          <dgm:bulletEnabled val="1"/>
        </dgm:presLayoutVars>
      </dgm:prSet>
      <dgm:spPr/>
    </dgm:pt>
  </dgm:ptLst>
  <dgm:cxnLst>
    <dgm:cxn modelId="{05A53A07-3029-438B-BEBF-0A9C84DF56BD}" srcId="{264D6827-BBEB-4F43-AF00-6E05872AB0AE}" destId="{BDBE3C9B-DD74-49DF-B9AC-A98A916CD9B6}" srcOrd="1" destOrd="0" parTransId="{2DC3FC80-076D-411D-A823-183827C12C92}" sibTransId="{BEA3E119-8F69-4D17-B938-2138ABDA7751}"/>
    <dgm:cxn modelId="{D47F611A-9A1A-4B3E-84AD-7E6BE19786F5}" srcId="{264D6827-BBEB-4F43-AF00-6E05872AB0AE}" destId="{B43425EF-6952-4AC7-97C0-A2EE26F3B4CB}" srcOrd="3" destOrd="0" parTransId="{2B79B1F4-3CE6-4493-B610-6361F2C3D35F}" sibTransId="{29DA821A-DC73-4150-B8E3-2246A27235BB}"/>
    <dgm:cxn modelId="{E0414F1A-15BE-4042-A87A-1C88012D0D50}" type="presOf" srcId="{BDBE3C9B-DD74-49DF-B9AC-A98A916CD9B6}" destId="{718F0849-D3CF-4983-A8D3-622098330527}" srcOrd="1" destOrd="0" presId="urn:microsoft.com/office/officeart/2005/8/layout/vProcess5"/>
    <dgm:cxn modelId="{AFBABF1E-4255-4FE7-8128-FC64E324BC14}" srcId="{264D6827-BBEB-4F43-AF00-6E05872AB0AE}" destId="{0492170F-0CCE-43C5-8DF4-F0B6F06428C7}" srcOrd="0" destOrd="0" parTransId="{C5450C8D-15F7-4D01-BDB7-F0C0A60434D3}" sibTransId="{EF0EBBCF-484E-4FA8-83BF-91B7E8798C54}"/>
    <dgm:cxn modelId="{2A81CF2F-52E7-48DA-A904-41C3E1431626}" type="presOf" srcId="{BDBE3C9B-DD74-49DF-B9AC-A98A916CD9B6}" destId="{10A64044-2D13-4C03-86AF-42FE0760A50A}" srcOrd="0" destOrd="0" presId="urn:microsoft.com/office/officeart/2005/8/layout/vProcess5"/>
    <dgm:cxn modelId="{60937962-4C21-4CF1-B485-D930987E64DF}" type="presOf" srcId="{EE2186DF-3CA7-4FEE-94C6-7BF17F3C97FE}" destId="{7A32556B-9995-4068-A5DD-FCAE22AD0486}" srcOrd="0" destOrd="0" presId="urn:microsoft.com/office/officeart/2005/8/layout/vProcess5"/>
    <dgm:cxn modelId="{67655F46-181B-40F7-8F4A-CF6E4BEFD17F}" type="presOf" srcId="{B43425EF-6952-4AC7-97C0-A2EE26F3B4CB}" destId="{EB00C2C8-D32B-4263-8284-5095A6798132}" srcOrd="0" destOrd="0" presId="urn:microsoft.com/office/officeart/2005/8/layout/vProcess5"/>
    <dgm:cxn modelId="{120A0E7E-C892-4135-B850-CEB6695C2539}" type="presOf" srcId="{264D6827-BBEB-4F43-AF00-6E05872AB0AE}" destId="{4E2FFBAA-98F3-44BB-B0DB-323C5B347C2F}" srcOrd="0" destOrd="0" presId="urn:microsoft.com/office/officeart/2005/8/layout/vProcess5"/>
    <dgm:cxn modelId="{6ED57B9F-0441-48C4-A198-5FAEE6264D1D}" type="presOf" srcId="{0492170F-0CCE-43C5-8DF4-F0B6F06428C7}" destId="{128A4791-0525-40E9-A212-A29BE8CC2E0F}" srcOrd="1" destOrd="0" presId="urn:microsoft.com/office/officeart/2005/8/layout/vProcess5"/>
    <dgm:cxn modelId="{A8BB01A3-0DC5-4778-A241-1C2782871D63}" srcId="{264D6827-BBEB-4F43-AF00-6E05872AB0AE}" destId="{EE2186DF-3CA7-4FEE-94C6-7BF17F3C97FE}" srcOrd="2" destOrd="0" parTransId="{639B6050-0391-4A86-93A0-2DEF443685B3}" sibTransId="{37689B4A-F8C7-4183-9EF5-85B3CF4E1938}"/>
    <dgm:cxn modelId="{D9F92DB0-AF03-4854-9AAB-581D16242EAA}" type="presOf" srcId="{B43425EF-6952-4AC7-97C0-A2EE26F3B4CB}" destId="{53B3C899-0734-4D8A-982A-3DE221BEDB31}" srcOrd="1" destOrd="0" presId="urn:microsoft.com/office/officeart/2005/8/layout/vProcess5"/>
    <dgm:cxn modelId="{EF13EEBE-6472-4188-89BA-1ABE3FB0BE01}" type="presOf" srcId="{EF0EBBCF-484E-4FA8-83BF-91B7E8798C54}" destId="{25CAE8CC-5658-44CE-9A9C-84E230D9A9EC}" srcOrd="0" destOrd="0" presId="urn:microsoft.com/office/officeart/2005/8/layout/vProcess5"/>
    <dgm:cxn modelId="{C94BE1C9-44E6-40E3-91A3-08BA18BE4469}" type="presOf" srcId="{EE2186DF-3CA7-4FEE-94C6-7BF17F3C97FE}" destId="{0A2DB4C7-C296-43E6-968E-322AA6A80E44}" srcOrd="1" destOrd="0" presId="urn:microsoft.com/office/officeart/2005/8/layout/vProcess5"/>
    <dgm:cxn modelId="{29563DD2-88AC-4A05-8144-D20F01C69D88}" type="presOf" srcId="{0492170F-0CCE-43C5-8DF4-F0B6F06428C7}" destId="{A3E80143-4FF9-4C0D-BBA9-194E5F3E16AB}" srcOrd="0" destOrd="0" presId="urn:microsoft.com/office/officeart/2005/8/layout/vProcess5"/>
    <dgm:cxn modelId="{E7AA26E2-7DC5-4D6C-8103-0DD2D2C1DD66}" type="presOf" srcId="{BEA3E119-8F69-4D17-B938-2138ABDA7751}" destId="{B2702E71-F591-493F-8BD9-B440193E7252}" srcOrd="0" destOrd="0" presId="urn:microsoft.com/office/officeart/2005/8/layout/vProcess5"/>
    <dgm:cxn modelId="{502069F2-DBFF-47AB-B155-74950DBBE251}" type="presOf" srcId="{37689B4A-F8C7-4183-9EF5-85B3CF4E1938}" destId="{39D7B1CF-AE20-457F-B436-EC40973812B3}" srcOrd="0" destOrd="0" presId="urn:microsoft.com/office/officeart/2005/8/layout/vProcess5"/>
    <dgm:cxn modelId="{7AF475C3-8A0A-4193-AEA8-577E54C92170}" type="presParOf" srcId="{4E2FFBAA-98F3-44BB-B0DB-323C5B347C2F}" destId="{4475296E-B530-48DC-AEDE-C028D9628EBB}" srcOrd="0" destOrd="0" presId="urn:microsoft.com/office/officeart/2005/8/layout/vProcess5"/>
    <dgm:cxn modelId="{7588CE37-C4D5-42B4-9915-80FB774796D5}" type="presParOf" srcId="{4E2FFBAA-98F3-44BB-B0DB-323C5B347C2F}" destId="{A3E80143-4FF9-4C0D-BBA9-194E5F3E16AB}" srcOrd="1" destOrd="0" presId="urn:microsoft.com/office/officeart/2005/8/layout/vProcess5"/>
    <dgm:cxn modelId="{CE1FCFE4-53BE-4466-9D37-0F420E0EF9FB}" type="presParOf" srcId="{4E2FFBAA-98F3-44BB-B0DB-323C5B347C2F}" destId="{10A64044-2D13-4C03-86AF-42FE0760A50A}" srcOrd="2" destOrd="0" presId="urn:microsoft.com/office/officeart/2005/8/layout/vProcess5"/>
    <dgm:cxn modelId="{A1EC89B8-52E9-4DAC-90AF-CCB02A02D63D}" type="presParOf" srcId="{4E2FFBAA-98F3-44BB-B0DB-323C5B347C2F}" destId="{7A32556B-9995-4068-A5DD-FCAE22AD0486}" srcOrd="3" destOrd="0" presId="urn:microsoft.com/office/officeart/2005/8/layout/vProcess5"/>
    <dgm:cxn modelId="{FFC72A3A-A20D-4229-B381-F27EAB94F2C3}" type="presParOf" srcId="{4E2FFBAA-98F3-44BB-B0DB-323C5B347C2F}" destId="{EB00C2C8-D32B-4263-8284-5095A6798132}" srcOrd="4" destOrd="0" presId="urn:microsoft.com/office/officeart/2005/8/layout/vProcess5"/>
    <dgm:cxn modelId="{E1C97638-DB36-4899-9019-47574BE56F88}" type="presParOf" srcId="{4E2FFBAA-98F3-44BB-B0DB-323C5B347C2F}" destId="{25CAE8CC-5658-44CE-9A9C-84E230D9A9EC}" srcOrd="5" destOrd="0" presId="urn:microsoft.com/office/officeart/2005/8/layout/vProcess5"/>
    <dgm:cxn modelId="{D2C6823B-A447-4237-A100-2B81A942D368}" type="presParOf" srcId="{4E2FFBAA-98F3-44BB-B0DB-323C5B347C2F}" destId="{B2702E71-F591-493F-8BD9-B440193E7252}" srcOrd="6" destOrd="0" presId="urn:microsoft.com/office/officeart/2005/8/layout/vProcess5"/>
    <dgm:cxn modelId="{60411358-F319-4D1A-BA20-20040EFFD4BB}" type="presParOf" srcId="{4E2FFBAA-98F3-44BB-B0DB-323C5B347C2F}" destId="{39D7B1CF-AE20-457F-B436-EC40973812B3}" srcOrd="7" destOrd="0" presId="urn:microsoft.com/office/officeart/2005/8/layout/vProcess5"/>
    <dgm:cxn modelId="{795301EC-F51E-4205-A8EA-65BCFFC72C27}" type="presParOf" srcId="{4E2FFBAA-98F3-44BB-B0DB-323C5B347C2F}" destId="{128A4791-0525-40E9-A212-A29BE8CC2E0F}" srcOrd="8" destOrd="0" presId="urn:microsoft.com/office/officeart/2005/8/layout/vProcess5"/>
    <dgm:cxn modelId="{B2105557-ACE7-43AE-A92B-EC7509441360}" type="presParOf" srcId="{4E2FFBAA-98F3-44BB-B0DB-323C5B347C2F}" destId="{718F0849-D3CF-4983-A8D3-622098330527}" srcOrd="9" destOrd="0" presId="urn:microsoft.com/office/officeart/2005/8/layout/vProcess5"/>
    <dgm:cxn modelId="{4A207BB9-5383-4703-B4A8-A9CD1F118B37}" type="presParOf" srcId="{4E2FFBAA-98F3-44BB-B0DB-323C5B347C2F}" destId="{0A2DB4C7-C296-43E6-968E-322AA6A80E44}" srcOrd="10" destOrd="0" presId="urn:microsoft.com/office/officeart/2005/8/layout/vProcess5"/>
    <dgm:cxn modelId="{C6F071AE-910A-4E45-8AA9-909DBF0C5260}" type="presParOf" srcId="{4E2FFBAA-98F3-44BB-B0DB-323C5B347C2F}" destId="{53B3C899-0734-4D8A-982A-3DE221BEDB31}"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80A7D4-969A-4E7E-9531-458F74DCE459}">
      <dsp:nvSpPr>
        <dsp:cNvPr id="0" name=""/>
        <dsp:cNvSpPr/>
      </dsp:nvSpPr>
      <dsp:spPr>
        <a:xfrm>
          <a:off x="0" y="307389"/>
          <a:ext cx="5322094" cy="378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6D66FE0-E326-43BD-A55E-8C9D0A92B3CB}">
      <dsp:nvSpPr>
        <dsp:cNvPr id="0" name=""/>
        <dsp:cNvSpPr/>
      </dsp:nvSpPr>
      <dsp:spPr>
        <a:xfrm>
          <a:off x="266104" y="85989"/>
          <a:ext cx="3725465" cy="442800"/>
        </a:xfrm>
        <a:prstGeom prst="roundRect">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814" tIns="0" rIns="140814" bIns="0" numCol="1" spcCol="1270" anchor="ctr" anchorCtr="0">
          <a:noAutofit/>
        </a:bodyPr>
        <a:lstStyle/>
        <a:p>
          <a:pPr marL="0" lvl="0" indent="0" algn="l" defTabSz="666750">
            <a:lnSpc>
              <a:spcPct val="90000"/>
            </a:lnSpc>
            <a:spcBef>
              <a:spcPct val="0"/>
            </a:spcBef>
            <a:spcAft>
              <a:spcPct val="35000"/>
            </a:spcAft>
            <a:buNone/>
          </a:pPr>
          <a:r>
            <a:rPr lang="en-US" sz="1500" kern="1200"/>
            <a:t>1부: 딥러닝 소개</a:t>
          </a:r>
        </a:p>
      </dsp:txBody>
      <dsp:txXfrm>
        <a:off x="287720" y="107605"/>
        <a:ext cx="3682233" cy="399568"/>
      </dsp:txXfrm>
    </dsp:sp>
    <dsp:sp modelId="{247F1B74-319B-49D7-A018-48E863D8B398}">
      <dsp:nvSpPr>
        <dsp:cNvPr id="0" name=""/>
        <dsp:cNvSpPr/>
      </dsp:nvSpPr>
      <dsp:spPr>
        <a:xfrm>
          <a:off x="0" y="987789"/>
          <a:ext cx="5322094" cy="378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FA756CBE-44B9-4F18-B2D1-6FBA673FFC2D}">
      <dsp:nvSpPr>
        <dsp:cNvPr id="0" name=""/>
        <dsp:cNvSpPr/>
      </dsp:nvSpPr>
      <dsp:spPr>
        <a:xfrm>
          <a:off x="266104" y="766389"/>
          <a:ext cx="3725465" cy="442800"/>
        </a:xfrm>
        <a:prstGeom prst="roundRect">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814" tIns="0" rIns="140814" bIns="0" numCol="1" spcCol="1270" anchor="ctr" anchorCtr="0">
          <a:noAutofit/>
        </a:bodyPr>
        <a:lstStyle/>
        <a:p>
          <a:pPr marL="0" lvl="0" indent="0" algn="l" defTabSz="666750">
            <a:lnSpc>
              <a:spcPct val="90000"/>
            </a:lnSpc>
            <a:spcBef>
              <a:spcPct val="0"/>
            </a:spcBef>
            <a:spcAft>
              <a:spcPct val="35000"/>
            </a:spcAft>
            <a:buNone/>
          </a:pPr>
          <a:r>
            <a:rPr lang="en-US" sz="1500" kern="1200"/>
            <a:t>2부: 뉴럴 네트워크의 트레이닝 방식</a:t>
          </a:r>
        </a:p>
      </dsp:txBody>
      <dsp:txXfrm>
        <a:off x="287720" y="788005"/>
        <a:ext cx="3682233" cy="399568"/>
      </dsp:txXfrm>
    </dsp:sp>
    <dsp:sp modelId="{057C50B2-50C0-493C-9C7A-8F44D0563959}">
      <dsp:nvSpPr>
        <dsp:cNvPr id="0" name=""/>
        <dsp:cNvSpPr/>
      </dsp:nvSpPr>
      <dsp:spPr>
        <a:xfrm>
          <a:off x="0" y="1668189"/>
          <a:ext cx="5322094" cy="378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FA5B2DE7-C0B7-4BF4-B5CD-CA36978A8F75}">
      <dsp:nvSpPr>
        <dsp:cNvPr id="0" name=""/>
        <dsp:cNvSpPr/>
      </dsp:nvSpPr>
      <dsp:spPr>
        <a:xfrm>
          <a:off x="266104" y="1446789"/>
          <a:ext cx="3725465" cy="442800"/>
        </a:xfrm>
        <a:prstGeom prst="roundRect">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814" tIns="0" rIns="140814" bIns="0" numCol="1" spcCol="1270" anchor="ctr" anchorCtr="0">
          <a:noAutofit/>
        </a:bodyPr>
        <a:lstStyle/>
        <a:p>
          <a:pPr marL="0" lvl="0" indent="0" algn="l" defTabSz="666750">
            <a:lnSpc>
              <a:spcPct val="90000"/>
            </a:lnSpc>
            <a:spcBef>
              <a:spcPct val="0"/>
            </a:spcBef>
            <a:spcAft>
              <a:spcPct val="35000"/>
            </a:spcAft>
            <a:buNone/>
          </a:pPr>
          <a:r>
            <a:rPr lang="en-US" sz="1500" kern="1200"/>
            <a:t>3부: CNN(Convolutional Neural Network)</a:t>
          </a:r>
        </a:p>
      </dsp:txBody>
      <dsp:txXfrm>
        <a:off x="287720" y="1468405"/>
        <a:ext cx="3682233" cy="399568"/>
      </dsp:txXfrm>
    </dsp:sp>
    <dsp:sp modelId="{4773976E-31ED-4484-ACF0-75AD19B0DCC0}">
      <dsp:nvSpPr>
        <dsp:cNvPr id="0" name=""/>
        <dsp:cNvSpPr/>
      </dsp:nvSpPr>
      <dsp:spPr>
        <a:xfrm>
          <a:off x="0" y="2348589"/>
          <a:ext cx="5322094" cy="378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3B1BDC5-7AF4-41C6-B388-8C46BB68B1C4}">
      <dsp:nvSpPr>
        <dsp:cNvPr id="0" name=""/>
        <dsp:cNvSpPr/>
      </dsp:nvSpPr>
      <dsp:spPr>
        <a:xfrm>
          <a:off x="266104" y="2127189"/>
          <a:ext cx="3725465" cy="442800"/>
        </a:xfrm>
        <a:prstGeom prst="roundRect">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814" tIns="0" rIns="140814" bIns="0" numCol="1" spcCol="1270" anchor="ctr" anchorCtr="0">
          <a:noAutofit/>
        </a:bodyPr>
        <a:lstStyle/>
        <a:p>
          <a:pPr marL="0" lvl="0" indent="0" algn="l" defTabSz="666750">
            <a:lnSpc>
              <a:spcPct val="90000"/>
            </a:lnSpc>
            <a:spcBef>
              <a:spcPct val="0"/>
            </a:spcBef>
            <a:spcAft>
              <a:spcPct val="35000"/>
            </a:spcAft>
            <a:buNone/>
          </a:pPr>
          <a:r>
            <a:rPr lang="en-US" sz="1500" kern="1200"/>
            <a:t>4부: 데이터 증강 및 배포</a:t>
          </a:r>
        </a:p>
      </dsp:txBody>
      <dsp:txXfrm>
        <a:off x="287720" y="2148805"/>
        <a:ext cx="3682233" cy="399568"/>
      </dsp:txXfrm>
    </dsp:sp>
    <dsp:sp modelId="{277A1481-DBA3-4296-946B-73B0094321D4}">
      <dsp:nvSpPr>
        <dsp:cNvPr id="0" name=""/>
        <dsp:cNvSpPr/>
      </dsp:nvSpPr>
      <dsp:spPr>
        <a:xfrm>
          <a:off x="0" y="3028989"/>
          <a:ext cx="5322094" cy="378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7693AED7-1A80-4EC8-BF5D-C927107E6B47}">
      <dsp:nvSpPr>
        <dsp:cNvPr id="0" name=""/>
        <dsp:cNvSpPr/>
      </dsp:nvSpPr>
      <dsp:spPr>
        <a:xfrm>
          <a:off x="266104" y="2807589"/>
          <a:ext cx="3725465" cy="442800"/>
        </a:xfrm>
        <a:prstGeom prst="roundRect">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814" tIns="0" rIns="140814" bIns="0" numCol="1" spcCol="1270" anchor="ctr" anchorCtr="0">
          <a:noAutofit/>
        </a:bodyPr>
        <a:lstStyle/>
        <a:p>
          <a:pPr marL="0" lvl="0" indent="0" algn="l" defTabSz="666750">
            <a:lnSpc>
              <a:spcPct val="90000"/>
            </a:lnSpc>
            <a:spcBef>
              <a:spcPct val="0"/>
            </a:spcBef>
            <a:spcAft>
              <a:spcPct val="35000"/>
            </a:spcAft>
            <a:buNone/>
          </a:pPr>
          <a:r>
            <a:rPr lang="en-US" sz="1500" kern="1200"/>
            <a:t>5부: 사전 트레이닝된 모델</a:t>
          </a:r>
        </a:p>
      </dsp:txBody>
      <dsp:txXfrm>
        <a:off x="287720" y="2829205"/>
        <a:ext cx="3682233" cy="399568"/>
      </dsp:txXfrm>
    </dsp:sp>
    <dsp:sp modelId="{8EA19417-896E-446A-9E4F-22AD1A100910}">
      <dsp:nvSpPr>
        <dsp:cNvPr id="0" name=""/>
        <dsp:cNvSpPr/>
      </dsp:nvSpPr>
      <dsp:spPr>
        <a:xfrm>
          <a:off x="0" y="3709389"/>
          <a:ext cx="5322094" cy="378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8DB99647-4D1C-471E-8D23-A05E6326DC84}">
      <dsp:nvSpPr>
        <dsp:cNvPr id="0" name=""/>
        <dsp:cNvSpPr/>
      </dsp:nvSpPr>
      <dsp:spPr>
        <a:xfrm>
          <a:off x="266104" y="3487989"/>
          <a:ext cx="3725465" cy="442800"/>
        </a:xfrm>
        <a:prstGeom prst="roundRect">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814" tIns="0" rIns="140814" bIns="0" numCol="1" spcCol="1270" anchor="ctr" anchorCtr="0">
          <a:noAutofit/>
        </a:bodyPr>
        <a:lstStyle/>
        <a:p>
          <a:pPr marL="0" lvl="0" indent="0" algn="l" defTabSz="666750">
            <a:lnSpc>
              <a:spcPct val="90000"/>
            </a:lnSpc>
            <a:spcBef>
              <a:spcPct val="0"/>
            </a:spcBef>
            <a:spcAft>
              <a:spcPct val="35000"/>
            </a:spcAft>
            <a:buNone/>
          </a:pPr>
          <a:r>
            <a:rPr lang="en-US" sz="1500" kern="1200"/>
            <a:t>6부: 고급 아키텍처</a:t>
          </a:r>
        </a:p>
      </dsp:txBody>
      <dsp:txXfrm>
        <a:off x="287720" y="3509605"/>
        <a:ext cx="3682233" cy="3995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E80143-4FF9-4C0D-BBA9-194E5F3E16AB}">
      <dsp:nvSpPr>
        <dsp:cNvPr id="0" name=""/>
        <dsp:cNvSpPr/>
      </dsp:nvSpPr>
      <dsp:spPr>
        <a:xfrm>
          <a:off x="0" y="0"/>
          <a:ext cx="7958937" cy="818163"/>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err="1">
              <a:solidFill>
                <a:schemeClr val="bg1"/>
              </a:solidFill>
            </a:rPr>
            <a:t>밀집</a:t>
          </a:r>
          <a:r>
            <a:rPr lang="en-US" sz="2500" kern="1200" dirty="0">
              <a:solidFill>
                <a:schemeClr val="bg1"/>
              </a:solidFill>
            </a:rPr>
            <a:t>(Fully-connected) </a:t>
          </a:r>
          <a:r>
            <a:rPr lang="en-US" sz="2500" kern="1200" dirty="0" err="1">
              <a:solidFill>
                <a:schemeClr val="bg1"/>
              </a:solidFill>
            </a:rPr>
            <a:t>뉴럴</a:t>
          </a:r>
          <a:r>
            <a:rPr lang="en-US" sz="2500" kern="1200" dirty="0">
              <a:solidFill>
                <a:schemeClr val="bg1"/>
              </a:solidFill>
            </a:rPr>
            <a:t> </a:t>
          </a:r>
          <a:r>
            <a:rPr lang="en-US" sz="2500" kern="1200" dirty="0" err="1">
              <a:solidFill>
                <a:schemeClr val="bg1"/>
              </a:solidFill>
            </a:rPr>
            <a:t>네트워크</a:t>
          </a:r>
          <a:r>
            <a:rPr lang="en-US" sz="2500" kern="1200" dirty="0">
              <a:solidFill>
                <a:schemeClr val="bg1"/>
              </a:solidFill>
            </a:rPr>
            <a:t> </a:t>
          </a:r>
          <a:r>
            <a:rPr lang="en-US" sz="2500" kern="1200" dirty="0" err="1">
              <a:solidFill>
                <a:schemeClr val="bg1"/>
              </a:solidFill>
            </a:rPr>
            <a:t>모델</a:t>
          </a:r>
          <a:r>
            <a:rPr lang="en-US" sz="2500" kern="1200" dirty="0">
              <a:solidFill>
                <a:schemeClr val="bg1"/>
              </a:solidFill>
            </a:rPr>
            <a:t> </a:t>
          </a:r>
          <a:r>
            <a:rPr lang="ko-KR" altLang="en-US" sz="2500" kern="1200" dirty="0">
              <a:solidFill>
                <a:schemeClr val="bg1"/>
              </a:solidFill>
            </a:rPr>
            <a:t>학습</a:t>
          </a:r>
          <a:endParaRPr lang="en-US" sz="2500" kern="1200" dirty="0">
            <a:solidFill>
              <a:schemeClr val="bg1"/>
            </a:solidFill>
          </a:endParaRPr>
        </a:p>
      </dsp:txBody>
      <dsp:txXfrm>
        <a:off x="23963" y="23963"/>
        <a:ext cx="7006940" cy="770237"/>
      </dsp:txXfrm>
    </dsp:sp>
    <dsp:sp modelId="{10A64044-2D13-4C03-86AF-42FE0760A50A}">
      <dsp:nvSpPr>
        <dsp:cNvPr id="0" name=""/>
        <dsp:cNvSpPr/>
      </dsp:nvSpPr>
      <dsp:spPr>
        <a:xfrm>
          <a:off x="666561" y="966920"/>
          <a:ext cx="7958937" cy="818163"/>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solidFill>
                <a:schemeClr val="bg1"/>
              </a:solidFill>
            </a:rPr>
            <a:t>트레이닝 정확도가 높음</a:t>
          </a:r>
        </a:p>
      </dsp:txBody>
      <dsp:txXfrm>
        <a:off x="690524" y="990883"/>
        <a:ext cx="6712644" cy="770237"/>
      </dsp:txXfrm>
    </dsp:sp>
    <dsp:sp modelId="{7A32556B-9995-4068-A5DD-FCAE22AD0486}">
      <dsp:nvSpPr>
        <dsp:cNvPr id="0" name=""/>
        <dsp:cNvSpPr/>
      </dsp:nvSpPr>
      <dsp:spPr>
        <a:xfrm>
          <a:off x="1323173" y="1933841"/>
          <a:ext cx="7958937" cy="818163"/>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solidFill>
                <a:schemeClr val="bg1"/>
              </a:solidFill>
            </a:rPr>
            <a:t>검증 정확도가 낮음 </a:t>
          </a:r>
        </a:p>
      </dsp:txBody>
      <dsp:txXfrm>
        <a:off x="1347136" y="1957804"/>
        <a:ext cx="6722592" cy="770237"/>
      </dsp:txXfrm>
    </dsp:sp>
    <dsp:sp modelId="{EB00C2C8-D32B-4263-8284-5095A6798132}">
      <dsp:nvSpPr>
        <dsp:cNvPr id="0" name=""/>
        <dsp:cNvSpPr/>
      </dsp:nvSpPr>
      <dsp:spPr>
        <a:xfrm>
          <a:off x="1989734" y="2900761"/>
          <a:ext cx="7958937" cy="818163"/>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solidFill>
                <a:schemeClr val="bg1"/>
              </a:solidFill>
            </a:rPr>
            <a:t>과적합의 증거</a:t>
          </a:r>
        </a:p>
      </dsp:txBody>
      <dsp:txXfrm>
        <a:off x="2013697" y="2924724"/>
        <a:ext cx="6712644" cy="770237"/>
      </dsp:txXfrm>
    </dsp:sp>
    <dsp:sp modelId="{25CAE8CC-5658-44CE-9A9C-84E230D9A9EC}">
      <dsp:nvSpPr>
        <dsp:cNvPr id="0" name=""/>
        <dsp:cNvSpPr/>
      </dsp:nvSpPr>
      <dsp:spPr>
        <a:xfrm>
          <a:off x="7427131" y="626638"/>
          <a:ext cx="531806" cy="531806"/>
        </a:xfrm>
        <a:prstGeom prst="downArrow">
          <a:avLst>
            <a:gd name="adj1" fmla="val 55000"/>
            <a:gd name="adj2" fmla="val 45000"/>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7546787" y="626638"/>
        <a:ext cx="292494" cy="400184"/>
      </dsp:txXfrm>
    </dsp:sp>
    <dsp:sp modelId="{B2702E71-F591-493F-8BD9-B440193E7252}">
      <dsp:nvSpPr>
        <dsp:cNvPr id="0" name=""/>
        <dsp:cNvSpPr/>
      </dsp:nvSpPr>
      <dsp:spPr>
        <a:xfrm>
          <a:off x="8093692" y="1593559"/>
          <a:ext cx="531806" cy="531806"/>
        </a:xfrm>
        <a:prstGeom prst="downArrow">
          <a:avLst>
            <a:gd name="adj1" fmla="val 55000"/>
            <a:gd name="adj2" fmla="val 45000"/>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8213348" y="1593559"/>
        <a:ext cx="292494" cy="400184"/>
      </dsp:txXfrm>
    </dsp:sp>
    <dsp:sp modelId="{39D7B1CF-AE20-457F-B436-EC40973812B3}">
      <dsp:nvSpPr>
        <dsp:cNvPr id="0" name=""/>
        <dsp:cNvSpPr/>
      </dsp:nvSpPr>
      <dsp:spPr>
        <a:xfrm>
          <a:off x="8750304" y="2560479"/>
          <a:ext cx="531806" cy="531806"/>
        </a:xfrm>
        <a:prstGeom prst="downArrow">
          <a:avLst>
            <a:gd name="adj1" fmla="val 55000"/>
            <a:gd name="adj2" fmla="val 45000"/>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8869960" y="2560479"/>
        <a:ext cx="292494" cy="40018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Group 3"/>
          <p:cNvGrpSpPr/>
          <p:nvPr/>
        </p:nvGrpSpPr>
        <p:grpSpPr>
          <a:xfrm>
            <a:off x="5434520" y="8767094"/>
            <a:ext cx="1083012" cy="200064"/>
            <a:chOff x="8775700" y="3552825"/>
            <a:chExt cx="5156200" cy="952500"/>
          </a:xfrm>
        </p:grpSpPr>
        <p:sp>
          <p:nvSpPr>
            <p:cNvPr id="5" name="Freeform 4"/>
            <p:cNvSpPr>
              <a:spLocks noEditPoints="1"/>
            </p:cNvSpPr>
            <p:nvPr/>
          </p:nvSpPr>
          <p:spPr bwMode="auto">
            <a:xfrm>
              <a:off x="13817600" y="4265613"/>
              <a:ext cx="114300" cy="111125"/>
            </a:xfrm>
            <a:custGeom>
              <a:avLst/>
              <a:gdLst>
                <a:gd name="T0" fmla="*/ 59 w 144"/>
                <a:gd name="T1" fmla="*/ 63 h 139"/>
                <a:gd name="T2" fmla="*/ 79 w 144"/>
                <a:gd name="T3" fmla="*/ 63 h 139"/>
                <a:gd name="T4" fmla="*/ 85 w 144"/>
                <a:gd name="T5" fmla="*/ 61 h 139"/>
                <a:gd name="T6" fmla="*/ 87 w 144"/>
                <a:gd name="T7" fmla="*/ 53 h 139"/>
                <a:gd name="T8" fmla="*/ 83 w 144"/>
                <a:gd name="T9" fmla="*/ 47 h 139"/>
                <a:gd name="T10" fmla="*/ 75 w 144"/>
                <a:gd name="T11" fmla="*/ 45 h 139"/>
                <a:gd name="T12" fmla="*/ 59 w 144"/>
                <a:gd name="T13" fmla="*/ 45 h 139"/>
                <a:gd name="T14" fmla="*/ 73 w 144"/>
                <a:gd name="T15" fmla="*/ 33 h 139"/>
                <a:gd name="T16" fmla="*/ 101 w 144"/>
                <a:gd name="T17" fmla="*/ 41 h 139"/>
                <a:gd name="T18" fmla="*/ 103 w 144"/>
                <a:gd name="T19" fmla="*/ 61 h 139"/>
                <a:gd name="T20" fmla="*/ 99 w 144"/>
                <a:gd name="T21" fmla="*/ 68 h 139"/>
                <a:gd name="T22" fmla="*/ 91 w 144"/>
                <a:gd name="T23" fmla="*/ 74 h 139"/>
                <a:gd name="T24" fmla="*/ 105 w 144"/>
                <a:gd name="T25" fmla="*/ 106 h 139"/>
                <a:gd name="T26" fmla="*/ 67 w 144"/>
                <a:gd name="T27" fmla="*/ 76 h 139"/>
                <a:gd name="T28" fmla="*/ 59 w 144"/>
                <a:gd name="T29" fmla="*/ 106 h 139"/>
                <a:gd name="T30" fmla="*/ 44 w 144"/>
                <a:gd name="T31" fmla="*/ 33 h 139"/>
                <a:gd name="T32" fmla="*/ 51 w 144"/>
                <a:gd name="T33" fmla="*/ 21 h 139"/>
                <a:gd name="T34" fmla="*/ 24 w 144"/>
                <a:gd name="T35" fmla="*/ 49 h 139"/>
                <a:gd name="T36" fmla="*/ 24 w 144"/>
                <a:gd name="T37" fmla="*/ 92 h 139"/>
                <a:gd name="T38" fmla="*/ 51 w 144"/>
                <a:gd name="T39" fmla="*/ 120 h 139"/>
                <a:gd name="T40" fmla="*/ 71 w 144"/>
                <a:gd name="T41" fmla="*/ 124 h 139"/>
                <a:gd name="T42" fmla="*/ 109 w 144"/>
                <a:gd name="T43" fmla="*/ 108 h 139"/>
                <a:gd name="T44" fmla="*/ 122 w 144"/>
                <a:gd name="T45" fmla="*/ 70 h 139"/>
                <a:gd name="T46" fmla="*/ 109 w 144"/>
                <a:gd name="T47" fmla="*/ 31 h 139"/>
                <a:gd name="T48" fmla="*/ 71 w 144"/>
                <a:gd name="T49" fmla="*/ 17 h 139"/>
                <a:gd name="T50" fmla="*/ 95 w 144"/>
                <a:gd name="T51" fmla="*/ 3 h 139"/>
                <a:gd name="T52" fmla="*/ 130 w 144"/>
                <a:gd name="T53" fmla="*/ 27 h 139"/>
                <a:gd name="T54" fmla="*/ 144 w 144"/>
                <a:gd name="T55" fmla="*/ 70 h 139"/>
                <a:gd name="T56" fmla="*/ 130 w 144"/>
                <a:gd name="T57" fmla="*/ 114 h 139"/>
                <a:gd name="T58" fmla="*/ 95 w 144"/>
                <a:gd name="T59" fmla="*/ 135 h 139"/>
                <a:gd name="T60" fmla="*/ 50 w 144"/>
                <a:gd name="T61" fmla="*/ 135 h 139"/>
                <a:gd name="T62" fmla="*/ 14 w 144"/>
                <a:gd name="T63" fmla="*/ 114 h 139"/>
                <a:gd name="T64" fmla="*/ 0 w 144"/>
                <a:gd name="T65" fmla="*/ 70 h 139"/>
                <a:gd name="T66" fmla="*/ 14 w 144"/>
                <a:gd name="T67" fmla="*/ 27 h 139"/>
                <a:gd name="T68" fmla="*/ 50 w 144"/>
                <a:gd name="T69" fmla="*/ 3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4" h="139">
                  <a:moveTo>
                    <a:pt x="59" y="45"/>
                  </a:moveTo>
                  <a:lnTo>
                    <a:pt x="59" y="63"/>
                  </a:lnTo>
                  <a:lnTo>
                    <a:pt x="75" y="63"/>
                  </a:lnTo>
                  <a:lnTo>
                    <a:pt x="79" y="63"/>
                  </a:lnTo>
                  <a:lnTo>
                    <a:pt x="83" y="63"/>
                  </a:lnTo>
                  <a:lnTo>
                    <a:pt x="85" y="61"/>
                  </a:lnTo>
                  <a:lnTo>
                    <a:pt x="87" y="57"/>
                  </a:lnTo>
                  <a:lnTo>
                    <a:pt x="87" y="53"/>
                  </a:lnTo>
                  <a:lnTo>
                    <a:pt x="85" y="49"/>
                  </a:lnTo>
                  <a:lnTo>
                    <a:pt x="83" y="47"/>
                  </a:lnTo>
                  <a:lnTo>
                    <a:pt x="79" y="45"/>
                  </a:lnTo>
                  <a:lnTo>
                    <a:pt x="75" y="45"/>
                  </a:lnTo>
                  <a:lnTo>
                    <a:pt x="71" y="45"/>
                  </a:lnTo>
                  <a:lnTo>
                    <a:pt x="59" y="45"/>
                  </a:lnTo>
                  <a:close/>
                  <a:moveTo>
                    <a:pt x="44" y="33"/>
                  </a:moveTo>
                  <a:lnTo>
                    <a:pt x="73" y="33"/>
                  </a:lnTo>
                  <a:lnTo>
                    <a:pt x="89" y="35"/>
                  </a:lnTo>
                  <a:lnTo>
                    <a:pt x="101" y="41"/>
                  </a:lnTo>
                  <a:lnTo>
                    <a:pt x="105" y="55"/>
                  </a:lnTo>
                  <a:lnTo>
                    <a:pt x="103" y="61"/>
                  </a:lnTo>
                  <a:lnTo>
                    <a:pt x="101" y="67"/>
                  </a:lnTo>
                  <a:lnTo>
                    <a:pt x="99" y="68"/>
                  </a:lnTo>
                  <a:lnTo>
                    <a:pt x="95" y="72"/>
                  </a:lnTo>
                  <a:lnTo>
                    <a:pt x="91" y="74"/>
                  </a:lnTo>
                  <a:lnTo>
                    <a:pt x="85" y="74"/>
                  </a:lnTo>
                  <a:lnTo>
                    <a:pt x="105" y="106"/>
                  </a:lnTo>
                  <a:lnTo>
                    <a:pt x="85" y="106"/>
                  </a:lnTo>
                  <a:lnTo>
                    <a:pt x="67" y="76"/>
                  </a:lnTo>
                  <a:lnTo>
                    <a:pt x="59" y="76"/>
                  </a:lnTo>
                  <a:lnTo>
                    <a:pt x="59" y="106"/>
                  </a:lnTo>
                  <a:lnTo>
                    <a:pt x="44" y="106"/>
                  </a:lnTo>
                  <a:lnTo>
                    <a:pt x="44" y="33"/>
                  </a:lnTo>
                  <a:close/>
                  <a:moveTo>
                    <a:pt x="71" y="17"/>
                  </a:moveTo>
                  <a:lnTo>
                    <a:pt x="51" y="21"/>
                  </a:lnTo>
                  <a:lnTo>
                    <a:pt x="36" y="31"/>
                  </a:lnTo>
                  <a:lnTo>
                    <a:pt x="24" y="49"/>
                  </a:lnTo>
                  <a:lnTo>
                    <a:pt x="20" y="70"/>
                  </a:lnTo>
                  <a:lnTo>
                    <a:pt x="24" y="92"/>
                  </a:lnTo>
                  <a:lnTo>
                    <a:pt x="36" y="108"/>
                  </a:lnTo>
                  <a:lnTo>
                    <a:pt x="51" y="120"/>
                  </a:lnTo>
                  <a:lnTo>
                    <a:pt x="71" y="124"/>
                  </a:lnTo>
                  <a:lnTo>
                    <a:pt x="71" y="124"/>
                  </a:lnTo>
                  <a:lnTo>
                    <a:pt x="91" y="120"/>
                  </a:lnTo>
                  <a:lnTo>
                    <a:pt x="109" y="108"/>
                  </a:lnTo>
                  <a:lnTo>
                    <a:pt x="118" y="92"/>
                  </a:lnTo>
                  <a:lnTo>
                    <a:pt x="122" y="70"/>
                  </a:lnTo>
                  <a:lnTo>
                    <a:pt x="118" y="49"/>
                  </a:lnTo>
                  <a:lnTo>
                    <a:pt x="109" y="31"/>
                  </a:lnTo>
                  <a:lnTo>
                    <a:pt x="91" y="21"/>
                  </a:lnTo>
                  <a:lnTo>
                    <a:pt x="71" y="17"/>
                  </a:lnTo>
                  <a:close/>
                  <a:moveTo>
                    <a:pt x="71" y="0"/>
                  </a:moveTo>
                  <a:lnTo>
                    <a:pt x="95" y="3"/>
                  </a:lnTo>
                  <a:lnTo>
                    <a:pt x="114" y="11"/>
                  </a:lnTo>
                  <a:lnTo>
                    <a:pt x="130" y="27"/>
                  </a:lnTo>
                  <a:lnTo>
                    <a:pt x="140" y="45"/>
                  </a:lnTo>
                  <a:lnTo>
                    <a:pt x="144" y="70"/>
                  </a:lnTo>
                  <a:lnTo>
                    <a:pt x="140" y="94"/>
                  </a:lnTo>
                  <a:lnTo>
                    <a:pt x="130" y="114"/>
                  </a:lnTo>
                  <a:lnTo>
                    <a:pt x="114" y="128"/>
                  </a:lnTo>
                  <a:lnTo>
                    <a:pt x="95" y="135"/>
                  </a:lnTo>
                  <a:lnTo>
                    <a:pt x="71" y="139"/>
                  </a:lnTo>
                  <a:lnTo>
                    <a:pt x="50" y="135"/>
                  </a:lnTo>
                  <a:lnTo>
                    <a:pt x="30" y="128"/>
                  </a:lnTo>
                  <a:lnTo>
                    <a:pt x="14" y="114"/>
                  </a:lnTo>
                  <a:lnTo>
                    <a:pt x="4" y="94"/>
                  </a:lnTo>
                  <a:lnTo>
                    <a:pt x="0" y="70"/>
                  </a:lnTo>
                  <a:lnTo>
                    <a:pt x="4" y="45"/>
                  </a:lnTo>
                  <a:lnTo>
                    <a:pt x="14" y="27"/>
                  </a:lnTo>
                  <a:lnTo>
                    <a:pt x="30" y="11"/>
                  </a:lnTo>
                  <a:lnTo>
                    <a:pt x="50" y="3"/>
                  </a:lnTo>
                  <a:lnTo>
                    <a:pt x="71"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7"/>
            <p:cNvSpPr>
              <a:spLocks noEditPoints="1"/>
            </p:cNvSpPr>
            <p:nvPr/>
          </p:nvSpPr>
          <p:spPr bwMode="auto">
            <a:xfrm>
              <a:off x="10447338" y="3732213"/>
              <a:ext cx="3333750" cy="625475"/>
            </a:xfrm>
            <a:custGeom>
              <a:avLst/>
              <a:gdLst>
                <a:gd name="T0" fmla="*/ 2325 w 4200"/>
                <a:gd name="T1" fmla="*/ 618 h 788"/>
                <a:gd name="T2" fmla="*/ 2465 w 4200"/>
                <a:gd name="T3" fmla="*/ 616 h 788"/>
                <a:gd name="T4" fmla="*/ 2540 w 4200"/>
                <a:gd name="T5" fmla="*/ 597 h 788"/>
                <a:gd name="T6" fmla="*/ 2599 w 4200"/>
                <a:gd name="T7" fmla="*/ 555 h 788"/>
                <a:gd name="T8" fmla="*/ 2635 w 4200"/>
                <a:gd name="T9" fmla="*/ 488 h 788"/>
                <a:gd name="T10" fmla="*/ 2648 w 4200"/>
                <a:gd name="T11" fmla="*/ 396 h 788"/>
                <a:gd name="T12" fmla="*/ 2635 w 4200"/>
                <a:gd name="T13" fmla="*/ 301 h 788"/>
                <a:gd name="T14" fmla="*/ 2599 w 4200"/>
                <a:gd name="T15" fmla="*/ 236 h 788"/>
                <a:gd name="T16" fmla="*/ 2540 w 4200"/>
                <a:gd name="T17" fmla="*/ 193 h 788"/>
                <a:gd name="T18" fmla="*/ 2465 w 4200"/>
                <a:gd name="T19" fmla="*/ 173 h 788"/>
                <a:gd name="T20" fmla="*/ 2325 w 4200"/>
                <a:gd name="T21" fmla="*/ 171 h 788"/>
                <a:gd name="T22" fmla="*/ 3597 w 4200"/>
                <a:gd name="T23" fmla="*/ 512 h 788"/>
                <a:gd name="T24" fmla="*/ 3735 w 4200"/>
                <a:gd name="T25" fmla="*/ 143 h 788"/>
                <a:gd name="T26" fmla="*/ 4200 w 4200"/>
                <a:gd name="T27" fmla="*/ 786 h 788"/>
                <a:gd name="T28" fmla="*/ 3916 w 4200"/>
                <a:gd name="T29" fmla="*/ 648 h 788"/>
                <a:gd name="T30" fmla="*/ 3501 w 4200"/>
                <a:gd name="T31" fmla="*/ 786 h 788"/>
                <a:gd name="T32" fmla="*/ 3592 w 4200"/>
                <a:gd name="T33" fmla="*/ 0 h 788"/>
                <a:gd name="T34" fmla="*/ 2969 w 4200"/>
                <a:gd name="T35" fmla="*/ 0 h 788"/>
                <a:gd name="T36" fmla="*/ 3190 w 4200"/>
                <a:gd name="T37" fmla="*/ 788 h 788"/>
                <a:gd name="T38" fmla="*/ 2969 w 4200"/>
                <a:gd name="T39" fmla="*/ 0 h 788"/>
                <a:gd name="T40" fmla="*/ 2416 w 4200"/>
                <a:gd name="T41" fmla="*/ 0 h 788"/>
                <a:gd name="T42" fmla="*/ 2554 w 4200"/>
                <a:gd name="T43" fmla="*/ 7 h 788"/>
                <a:gd name="T44" fmla="*/ 2666 w 4200"/>
                <a:gd name="T45" fmla="*/ 33 h 788"/>
                <a:gd name="T46" fmla="*/ 2757 w 4200"/>
                <a:gd name="T47" fmla="*/ 90 h 788"/>
                <a:gd name="T48" fmla="*/ 2818 w 4200"/>
                <a:gd name="T49" fmla="*/ 173 h 788"/>
                <a:gd name="T50" fmla="*/ 2853 w 4200"/>
                <a:gd name="T51" fmla="*/ 277 h 788"/>
                <a:gd name="T52" fmla="*/ 2865 w 4200"/>
                <a:gd name="T53" fmla="*/ 402 h 788"/>
                <a:gd name="T54" fmla="*/ 2855 w 4200"/>
                <a:gd name="T55" fmla="*/ 518 h 788"/>
                <a:gd name="T56" fmla="*/ 2828 w 4200"/>
                <a:gd name="T57" fmla="*/ 614 h 788"/>
                <a:gd name="T58" fmla="*/ 2786 w 4200"/>
                <a:gd name="T59" fmla="*/ 683 h 788"/>
                <a:gd name="T60" fmla="*/ 2735 w 4200"/>
                <a:gd name="T61" fmla="*/ 731 h 788"/>
                <a:gd name="T62" fmla="*/ 2672 w 4200"/>
                <a:gd name="T63" fmla="*/ 762 h 788"/>
                <a:gd name="T64" fmla="*/ 2585 w 4200"/>
                <a:gd name="T65" fmla="*/ 780 h 788"/>
                <a:gd name="T66" fmla="*/ 2465 w 4200"/>
                <a:gd name="T67" fmla="*/ 788 h 788"/>
                <a:gd name="T68" fmla="*/ 2105 w 4200"/>
                <a:gd name="T69" fmla="*/ 0 h 788"/>
                <a:gd name="T70" fmla="*/ 1063 w 4200"/>
                <a:gd name="T71" fmla="*/ 0 h 788"/>
                <a:gd name="T72" fmla="*/ 1428 w 4200"/>
                <a:gd name="T73" fmla="*/ 0 h 788"/>
                <a:gd name="T74" fmla="*/ 1398 w 4200"/>
                <a:gd name="T75" fmla="*/ 788 h 788"/>
                <a:gd name="T76" fmla="*/ 825 w 4200"/>
                <a:gd name="T77" fmla="*/ 0 h 788"/>
                <a:gd name="T78" fmla="*/ 1969 w 4200"/>
                <a:gd name="T79" fmla="*/ 0 h 788"/>
                <a:gd name="T80" fmla="*/ 1747 w 4200"/>
                <a:gd name="T81" fmla="*/ 788 h 788"/>
                <a:gd name="T82" fmla="*/ 0 w 4200"/>
                <a:gd name="T83" fmla="*/ 0 h 788"/>
                <a:gd name="T84" fmla="*/ 441 w 4200"/>
                <a:gd name="T85" fmla="*/ 0 h 788"/>
                <a:gd name="T86" fmla="*/ 522 w 4200"/>
                <a:gd name="T87" fmla="*/ 7 h 788"/>
                <a:gd name="T88" fmla="*/ 599 w 4200"/>
                <a:gd name="T89" fmla="*/ 25 h 788"/>
                <a:gd name="T90" fmla="*/ 667 w 4200"/>
                <a:gd name="T91" fmla="*/ 59 h 788"/>
                <a:gd name="T92" fmla="*/ 725 w 4200"/>
                <a:gd name="T93" fmla="*/ 112 h 788"/>
                <a:gd name="T94" fmla="*/ 766 w 4200"/>
                <a:gd name="T95" fmla="*/ 187 h 788"/>
                <a:gd name="T96" fmla="*/ 788 w 4200"/>
                <a:gd name="T97" fmla="*/ 289 h 788"/>
                <a:gd name="T98" fmla="*/ 790 w 4200"/>
                <a:gd name="T99" fmla="*/ 788 h 788"/>
                <a:gd name="T100" fmla="*/ 573 w 4200"/>
                <a:gd name="T101" fmla="*/ 427 h 788"/>
                <a:gd name="T102" fmla="*/ 567 w 4200"/>
                <a:gd name="T103" fmla="*/ 317 h 788"/>
                <a:gd name="T104" fmla="*/ 543 w 4200"/>
                <a:gd name="T105" fmla="*/ 244 h 788"/>
                <a:gd name="T106" fmla="*/ 500 w 4200"/>
                <a:gd name="T107" fmla="*/ 201 h 788"/>
                <a:gd name="T108" fmla="*/ 439 w 4200"/>
                <a:gd name="T109" fmla="*/ 179 h 788"/>
                <a:gd name="T110" fmla="*/ 224 w 4200"/>
                <a:gd name="T111" fmla="*/ 175 h 788"/>
                <a:gd name="T112" fmla="*/ 0 w 4200"/>
                <a:gd name="T113" fmla="*/ 788 h 7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00" h="788">
                  <a:moveTo>
                    <a:pt x="2325" y="171"/>
                  </a:moveTo>
                  <a:lnTo>
                    <a:pt x="2325" y="618"/>
                  </a:lnTo>
                  <a:lnTo>
                    <a:pt x="2420" y="618"/>
                  </a:lnTo>
                  <a:lnTo>
                    <a:pt x="2465" y="616"/>
                  </a:lnTo>
                  <a:lnTo>
                    <a:pt x="2505" y="608"/>
                  </a:lnTo>
                  <a:lnTo>
                    <a:pt x="2540" y="597"/>
                  </a:lnTo>
                  <a:lnTo>
                    <a:pt x="2572" y="579"/>
                  </a:lnTo>
                  <a:lnTo>
                    <a:pt x="2599" y="555"/>
                  </a:lnTo>
                  <a:lnTo>
                    <a:pt x="2619" y="526"/>
                  </a:lnTo>
                  <a:lnTo>
                    <a:pt x="2635" y="488"/>
                  </a:lnTo>
                  <a:lnTo>
                    <a:pt x="2644" y="445"/>
                  </a:lnTo>
                  <a:lnTo>
                    <a:pt x="2648" y="396"/>
                  </a:lnTo>
                  <a:lnTo>
                    <a:pt x="2644" y="344"/>
                  </a:lnTo>
                  <a:lnTo>
                    <a:pt x="2635" y="301"/>
                  </a:lnTo>
                  <a:lnTo>
                    <a:pt x="2619" y="266"/>
                  </a:lnTo>
                  <a:lnTo>
                    <a:pt x="2599" y="236"/>
                  </a:lnTo>
                  <a:lnTo>
                    <a:pt x="2572" y="212"/>
                  </a:lnTo>
                  <a:lnTo>
                    <a:pt x="2540" y="193"/>
                  </a:lnTo>
                  <a:lnTo>
                    <a:pt x="2505" y="181"/>
                  </a:lnTo>
                  <a:lnTo>
                    <a:pt x="2465" y="173"/>
                  </a:lnTo>
                  <a:lnTo>
                    <a:pt x="2420" y="171"/>
                  </a:lnTo>
                  <a:lnTo>
                    <a:pt x="2325" y="171"/>
                  </a:lnTo>
                  <a:close/>
                  <a:moveTo>
                    <a:pt x="3735" y="143"/>
                  </a:moveTo>
                  <a:lnTo>
                    <a:pt x="3597" y="512"/>
                  </a:lnTo>
                  <a:lnTo>
                    <a:pt x="3869" y="512"/>
                  </a:lnTo>
                  <a:lnTo>
                    <a:pt x="3735" y="143"/>
                  </a:lnTo>
                  <a:close/>
                  <a:moveTo>
                    <a:pt x="3887" y="0"/>
                  </a:moveTo>
                  <a:lnTo>
                    <a:pt x="4200" y="786"/>
                  </a:lnTo>
                  <a:lnTo>
                    <a:pt x="3962" y="786"/>
                  </a:lnTo>
                  <a:lnTo>
                    <a:pt x="3916" y="648"/>
                  </a:lnTo>
                  <a:lnTo>
                    <a:pt x="3548" y="648"/>
                  </a:lnTo>
                  <a:lnTo>
                    <a:pt x="3501" y="786"/>
                  </a:lnTo>
                  <a:lnTo>
                    <a:pt x="3280" y="786"/>
                  </a:lnTo>
                  <a:lnTo>
                    <a:pt x="3592" y="0"/>
                  </a:lnTo>
                  <a:lnTo>
                    <a:pt x="3887" y="0"/>
                  </a:lnTo>
                  <a:close/>
                  <a:moveTo>
                    <a:pt x="2969" y="0"/>
                  </a:moveTo>
                  <a:lnTo>
                    <a:pt x="3190" y="0"/>
                  </a:lnTo>
                  <a:lnTo>
                    <a:pt x="3190" y="788"/>
                  </a:lnTo>
                  <a:lnTo>
                    <a:pt x="2969" y="788"/>
                  </a:lnTo>
                  <a:lnTo>
                    <a:pt x="2969" y="0"/>
                  </a:lnTo>
                  <a:close/>
                  <a:moveTo>
                    <a:pt x="2105" y="0"/>
                  </a:moveTo>
                  <a:lnTo>
                    <a:pt x="2416" y="0"/>
                  </a:lnTo>
                  <a:lnTo>
                    <a:pt x="2489" y="2"/>
                  </a:lnTo>
                  <a:lnTo>
                    <a:pt x="2554" y="7"/>
                  </a:lnTo>
                  <a:lnTo>
                    <a:pt x="2613" y="17"/>
                  </a:lnTo>
                  <a:lnTo>
                    <a:pt x="2666" y="33"/>
                  </a:lnTo>
                  <a:lnTo>
                    <a:pt x="2713" y="57"/>
                  </a:lnTo>
                  <a:lnTo>
                    <a:pt x="2757" y="90"/>
                  </a:lnTo>
                  <a:lnTo>
                    <a:pt x="2794" y="132"/>
                  </a:lnTo>
                  <a:lnTo>
                    <a:pt x="2818" y="173"/>
                  </a:lnTo>
                  <a:lnTo>
                    <a:pt x="2839" y="222"/>
                  </a:lnTo>
                  <a:lnTo>
                    <a:pt x="2853" y="277"/>
                  </a:lnTo>
                  <a:lnTo>
                    <a:pt x="2863" y="337"/>
                  </a:lnTo>
                  <a:lnTo>
                    <a:pt x="2865" y="402"/>
                  </a:lnTo>
                  <a:lnTo>
                    <a:pt x="2863" y="461"/>
                  </a:lnTo>
                  <a:lnTo>
                    <a:pt x="2855" y="518"/>
                  </a:lnTo>
                  <a:lnTo>
                    <a:pt x="2843" y="569"/>
                  </a:lnTo>
                  <a:lnTo>
                    <a:pt x="2828" y="614"/>
                  </a:lnTo>
                  <a:lnTo>
                    <a:pt x="2810" y="654"/>
                  </a:lnTo>
                  <a:lnTo>
                    <a:pt x="2786" y="683"/>
                  </a:lnTo>
                  <a:lnTo>
                    <a:pt x="2761" y="709"/>
                  </a:lnTo>
                  <a:lnTo>
                    <a:pt x="2735" y="731"/>
                  </a:lnTo>
                  <a:lnTo>
                    <a:pt x="2705" y="748"/>
                  </a:lnTo>
                  <a:lnTo>
                    <a:pt x="2672" y="762"/>
                  </a:lnTo>
                  <a:lnTo>
                    <a:pt x="2633" y="772"/>
                  </a:lnTo>
                  <a:lnTo>
                    <a:pt x="2585" y="780"/>
                  </a:lnTo>
                  <a:lnTo>
                    <a:pt x="2530" y="786"/>
                  </a:lnTo>
                  <a:lnTo>
                    <a:pt x="2465" y="788"/>
                  </a:lnTo>
                  <a:lnTo>
                    <a:pt x="2105" y="788"/>
                  </a:lnTo>
                  <a:lnTo>
                    <a:pt x="2105" y="0"/>
                  </a:lnTo>
                  <a:close/>
                  <a:moveTo>
                    <a:pt x="825" y="0"/>
                  </a:moveTo>
                  <a:lnTo>
                    <a:pt x="1063" y="0"/>
                  </a:lnTo>
                  <a:lnTo>
                    <a:pt x="1240" y="624"/>
                  </a:lnTo>
                  <a:lnTo>
                    <a:pt x="1428" y="0"/>
                  </a:lnTo>
                  <a:lnTo>
                    <a:pt x="1654" y="0"/>
                  </a:lnTo>
                  <a:lnTo>
                    <a:pt x="1398" y="788"/>
                  </a:lnTo>
                  <a:lnTo>
                    <a:pt x="1077" y="788"/>
                  </a:lnTo>
                  <a:lnTo>
                    <a:pt x="825" y="0"/>
                  </a:lnTo>
                  <a:close/>
                  <a:moveTo>
                    <a:pt x="1747" y="0"/>
                  </a:moveTo>
                  <a:lnTo>
                    <a:pt x="1969" y="0"/>
                  </a:lnTo>
                  <a:lnTo>
                    <a:pt x="1969" y="788"/>
                  </a:lnTo>
                  <a:lnTo>
                    <a:pt x="1747" y="788"/>
                  </a:lnTo>
                  <a:lnTo>
                    <a:pt x="1747" y="0"/>
                  </a:lnTo>
                  <a:close/>
                  <a:moveTo>
                    <a:pt x="0" y="0"/>
                  </a:moveTo>
                  <a:lnTo>
                    <a:pt x="400" y="0"/>
                  </a:lnTo>
                  <a:lnTo>
                    <a:pt x="441" y="0"/>
                  </a:lnTo>
                  <a:lnTo>
                    <a:pt x="482" y="2"/>
                  </a:lnTo>
                  <a:lnTo>
                    <a:pt x="522" y="7"/>
                  </a:lnTo>
                  <a:lnTo>
                    <a:pt x="561" y="15"/>
                  </a:lnTo>
                  <a:lnTo>
                    <a:pt x="599" y="25"/>
                  </a:lnTo>
                  <a:lnTo>
                    <a:pt x="634" y="41"/>
                  </a:lnTo>
                  <a:lnTo>
                    <a:pt x="667" y="59"/>
                  </a:lnTo>
                  <a:lnTo>
                    <a:pt x="697" y="82"/>
                  </a:lnTo>
                  <a:lnTo>
                    <a:pt x="725" y="112"/>
                  </a:lnTo>
                  <a:lnTo>
                    <a:pt x="746" y="145"/>
                  </a:lnTo>
                  <a:lnTo>
                    <a:pt x="766" y="187"/>
                  </a:lnTo>
                  <a:lnTo>
                    <a:pt x="780" y="234"/>
                  </a:lnTo>
                  <a:lnTo>
                    <a:pt x="788" y="289"/>
                  </a:lnTo>
                  <a:lnTo>
                    <a:pt x="790" y="352"/>
                  </a:lnTo>
                  <a:lnTo>
                    <a:pt x="790" y="788"/>
                  </a:lnTo>
                  <a:lnTo>
                    <a:pt x="573" y="788"/>
                  </a:lnTo>
                  <a:lnTo>
                    <a:pt x="573" y="427"/>
                  </a:lnTo>
                  <a:lnTo>
                    <a:pt x="571" y="368"/>
                  </a:lnTo>
                  <a:lnTo>
                    <a:pt x="567" y="317"/>
                  </a:lnTo>
                  <a:lnTo>
                    <a:pt x="557" y="277"/>
                  </a:lnTo>
                  <a:lnTo>
                    <a:pt x="543" y="244"/>
                  </a:lnTo>
                  <a:lnTo>
                    <a:pt x="524" y="220"/>
                  </a:lnTo>
                  <a:lnTo>
                    <a:pt x="500" y="201"/>
                  </a:lnTo>
                  <a:lnTo>
                    <a:pt x="473" y="187"/>
                  </a:lnTo>
                  <a:lnTo>
                    <a:pt x="439" y="179"/>
                  </a:lnTo>
                  <a:lnTo>
                    <a:pt x="400" y="175"/>
                  </a:lnTo>
                  <a:lnTo>
                    <a:pt x="224" y="175"/>
                  </a:lnTo>
                  <a:lnTo>
                    <a:pt x="224" y="788"/>
                  </a:lnTo>
                  <a:lnTo>
                    <a:pt x="0" y="788"/>
                  </a:lnTo>
                  <a:lnTo>
                    <a:pt x="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8"/>
            <p:cNvSpPr>
              <a:spLocks noEditPoints="1"/>
            </p:cNvSpPr>
            <p:nvPr/>
          </p:nvSpPr>
          <p:spPr bwMode="auto">
            <a:xfrm>
              <a:off x="8775700" y="3552825"/>
              <a:ext cx="1436688" cy="952500"/>
            </a:xfrm>
            <a:custGeom>
              <a:avLst/>
              <a:gdLst>
                <a:gd name="T0" fmla="*/ 638 w 1810"/>
                <a:gd name="T1" fmla="*/ 451 h 1200"/>
                <a:gd name="T2" fmla="*/ 516 w 1810"/>
                <a:gd name="T3" fmla="*/ 502 h 1200"/>
                <a:gd name="T4" fmla="*/ 469 w 1810"/>
                <a:gd name="T5" fmla="*/ 546 h 1200"/>
                <a:gd name="T6" fmla="*/ 496 w 1810"/>
                <a:gd name="T7" fmla="*/ 613 h 1200"/>
                <a:gd name="T8" fmla="*/ 595 w 1810"/>
                <a:gd name="T9" fmla="*/ 735 h 1200"/>
                <a:gd name="T10" fmla="*/ 614 w 1810"/>
                <a:gd name="T11" fmla="*/ 851 h 1200"/>
                <a:gd name="T12" fmla="*/ 439 w 1810"/>
                <a:gd name="T13" fmla="*/ 733 h 1200"/>
                <a:gd name="T14" fmla="*/ 349 w 1810"/>
                <a:gd name="T15" fmla="*/ 595 h 1200"/>
                <a:gd name="T16" fmla="*/ 323 w 1810"/>
                <a:gd name="T17" fmla="*/ 530 h 1200"/>
                <a:gd name="T18" fmla="*/ 372 w 1810"/>
                <a:gd name="T19" fmla="*/ 485 h 1200"/>
                <a:gd name="T20" fmla="*/ 516 w 1810"/>
                <a:gd name="T21" fmla="*/ 400 h 1200"/>
                <a:gd name="T22" fmla="*/ 707 w 1810"/>
                <a:gd name="T23" fmla="*/ 248 h 1200"/>
                <a:gd name="T24" fmla="*/ 933 w 1810"/>
                <a:gd name="T25" fmla="*/ 296 h 1200"/>
                <a:gd name="T26" fmla="*/ 1097 w 1810"/>
                <a:gd name="T27" fmla="*/ 400 h 1200"/>
                <a:gd name="T28" fmla="*/ 1185 w 1810"/>
                <a:gd name="T29" fmla="*/ 489 h 1200"/>
                <a:gd name="T30" fmla="*/ 1185 w 1810"/>
                <a:gd name="T31" fmla="*/ 518 h 1200"/>
                <a:gd name="T32" fmla="*/ 1097 w 1810"/>
                <a:gd name="T33" fmla="*/ 617 h 1200"/>
                <a:gd name="T34" fmla="*/ 947 w 1810"/>
                <a:gd name="T35" fmla="*/ 737 h 1200"/>
                <a:gd name="T36" fmla="*/ 762 w 1810"/>
                <a:gd name="T37" fmla="*/ 794 h 1200"/>
                <a:gd name="T38" fmla="*/ 715 w 1810"/>
                <a:gd name="T39" fmla="*/ 459 h 1200"/>
                <a:gd name="T40" fmla="*/ 817 w 1810"/>
                <a:gd name="T41" fmla="*/ 528 h 1200"/>
                <a:gd name="T42" fmla="*/ 1038 w 1810"/>
                <a:gd name="T43" fmla="*/ 502 h 1200"/>
                <a:gd name="T44" fmla="*/ 985 w 1810"/>
                <a:gd name="T45" fmla="*/ 451 h 1200"/>
                <a:gd name="T46" fmla="*/ 839 w 1810"/>
                <a:gd name="T47" fmla="*/ 370 h 1200"/>
                <a:gd name="T48" fmla="*/ 675 w 1810"/>
                <a:gd name="T49" fmla="*/ 250 h 1200"/>
                <a:gd name="T50" fmla="*/ 603 w 1810"/>
                <a:gd name="T51" fmla="*/ 260 h 1200"/>
                <a:gd name="T52" fmla="*/ 370 w 1810"/>
                <a:gd name="T53" fmla="*/ 349 h 1200"/>
                <a:gd name="T54" fmla="*/ 232 w 1810"/>
                <a:gd name="T55" fmla="*/ 461 h 1200"/>
                <a:gd name="T56" fmla="*/ 185 w 1810"/>
                <a:gd name="T57" fmla="*/ 516 h 1200"/>
                <a:gd name="T58" fmla="*/ 211 w 1810"/>
                <a:gd name="T59" fmla="*/ 581 h 1200"/>
                <a:gd name="T60" fmla="*/ 293 w 1810"/>
                <a:gd name="T61" fmla="*/ 723 h 1200"/>
                <a:gd name="T62" fmla="*/ 445 w 1810"/>
                <a:gd name="T63" fmla="*/ 877 h 1200"/>
                <a:gd name="T64" fmla="*/ 675 w 1810"/>
                <a:gd name="T65" fmla="*/ 966 h 1200"/>
                <a:gd name="T66" fmla="*/ 453 w 1810"/>
                <a:gd name="T67" fmla="*/ 1001 h 1200"/>
                <a:gd name="T68" fmla="*/ 232 w 1810"/>
                <a:gd name="T69" fmla="*/ 849 h 1200"/>
                <a:gd name="T70" fmla="*/ 89 w 1810"/>
                <a:gd name="T71" fmla="*/ 674 h 1200"/>
                <a:gd name="T72" fmla="*/ 16 w 1810"/>
                <a:gd name="T73" fmla="*/ 536 h 1200"/>
                <a:gd name="T74" fmla="*/ 4 w 1810"/>
                <a:gd name="T75" fmla="*/ 495 h 1200"/>
                <a:gd name="T76" fmla="*/ 85 w 1810"/>
                <a:gd name="T77" fmla="*/ 426 h 1200"/>
                <a:gd name="T78" fmla="*/ 250 w 1810"/>
                <a:gd name="T79" fmla="*/ 311 h 1200"/>
                <a:gd name="T80" fmla="*/ 478 w 1810"/>
                <a:gd name="T81" fmla="*/ 205 h 1200"/>
                <a:gd name="T82" fmla="*/ 675 w 1810"/>
                <a:gd name="T83" fmla="*/ 0 h 1200"/>
                <a:gd name="T84" fmla="*/ 675 w 1810"/>
                <a:gd name="T85" fmla="*/ 1058 h 1200"/>
                <a:gd name="T86" fmla="*/ 977 w 1810"/>
                <a:gd name="T87" fmla="*/ 1038 h 1200"/>
                <a:gd name="T88" fmla="*/ 1321 w 1810"/>
                <a:gd name="T89" fmla="*/ 946 h 1200"/>
                <a:gd name="T90" fmla="*/ 1619 w 1810"/>
                <a:gd name="T91" fmla="*/ 802 h 1200"/>
                <a:gd name="T92" fmla="*/ 1605 w 1810"/>
                <a:gd name="T93" fmla="*/ 717 h 1200"/>
                <a:gd name="T94" fmla="*/ 1485 w 1810"/>
                <a:gd name="T95" fmla="*/ 648 h 1200"/>
                <a:gd name="T96" fmla="*/ 1276 w 1810"/>
                <a:gd name="T97" fmla="*/ 788 h 1200"/>
                <a:gd name="T98" fmla="*/ 992 w 1810"/>
                <a:gd name="T99" fmla="*/ 932 h 1200"/>
                <a:gd name="T100" fmla="*/ 709 w 1810"/>
                <a:gd name="T101" fmla="*/ 969 h 1200"/>
                <a:gd name="T102" fmla="*/ 758 w 1810"/>
                <a:gd name="T103" fmla="*/ 873 h 1200"/>
                <a:gd name="T104" fmla="*/ 979 w 1810"/>
                <a:gd name="T105" fmla="*/ 820 h 1200"/>
                <a:gd name="T106" fmla="*/ 1172 w 1810"/>
                <a:gd name="T107" fmla="*/ 701 h 1200"/>
                <a:gd name="T108" fmla="*/ 1315 w 1810"/>
                <a:gd name="T109" fmla="*/ 577 h 1200"/>
                <a:gd name="T110" fmla="*/ 1384 w 1810"/>
                <a:gd name="T111" fmla="*/ 502 h 1200"/>
                <a:gd name="T112" fmla="*/ 1359 w 1810"/>
                <a:gd name="T113" fmla="*/ 465 h 1200"/>
                <a:gd name="T114" fmla="*/ 1242 w 1810"/>
                <a:gd name="T115" fmla="*/ 357 h 1200"/>
                <a:gd name="T116" fmla="*/ 1048 w 1810"/>
                <a:gd name="T117" fmla="*/ 233 h 1200"/>
                <a:gd name="T118" fmla="*/ 782 w 1810"/>
                <a:gd name="T119" fmla="*/ 162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810" h="1200">
                  <a:moveTo>
                    <a:pt x="675" y="359"/>
                  </a:moveTo>
                  <a:lnTo>
                    <a:pt x="675" y="451"/>
                  </a:lnTo>
                  <a:lnTo>
                    <a:pt x="675" y="451"/>
                  </a:lnTo>
                  <a:lnTo>
                    <a:pt x="638" y="451"/>
                  </a:lnTo>
                  <a:lnTo>
                    <a:pt x="603" y="459"/>
                  </a:lnTo>
                  <a:lnTo>
                    <a:pt x="571" y="471"/>
                  </a:lnTo>
                  <a:lnTo>
                    <a:pt x="542" y="485"/>
                  </a:lnTo>
                  <a:lnTo>
                    <a:pt x="516" y="502"/>
                  </a:lnTo>
                  <a:lnTo>
                    <a:pt x="496" y="518"/>
                  </a:lnTo>
                  <a:lnTo>
                    <a:pt x="482" y="532"/>
                  </a:lnTo>
                  <a:lnTo>
                    <a:pt x="473" y="542"/>
                  </a:lnTo>
                  <a:lnTo>
                    <a:pt x="469" y="546"/>
                  </a:lnTo>
                  <a:lnTo>
                    <a:pt x="471" y="552"/>
                  </a:lnTo>
                  <a:lnTo>
                    <a:pt x="477" y="566"/>
                  </a:lnTo>
                  <a:lnTo>
                    <a:pt x="484" y="587"/>
                  </a:lnTo>
                  <a:lnTo>
                    <a:pt x="496" y="613"/>
                  </a:lnTo>
                  <a:lnTo>
                    <a:pt x="514" y="644"/>
                  </a:lnTo>
                  <a:lnTo>
                    <a:pt x="536" y="676"/>
                  </a:lnTo>
                  <a:lnTo>
                    <a:pt x="561" y="707"/>
                  </a:lnTo>
                  <a:lnTo>
                    <a:pt x="595" y="735"/>
                  </a:lnTo>
                  <a:lnTo>
                    <a:pt x="632" y="761"/>
                  </a:lnTo>
                  <a:lnTo>
                    <a:pt x="675" y="780"/>
                  </a:lnTo>
                  <a:lnTo>
                    <a:pt x="675" y="865"/>
                  </a:lnTo>
                  <a:lnTo>
                    <a:pt x="614" y="851"/>
                  </a:lnTo>
                  <a:lnTo>
                    <a:pt x="561" y="828"/>
                  </a:lnTo>
                  <a:lnTo>
                    <a:pt x="514" y="800"/>
                  </a:lnTo>
                  <a:lnTo>
                    <a:pt x="473" y="768"/>
                  </a:lnTo>
                  <a:lnTo>
                    <a:pt x="439" y="733"/>
                  </a:lnTo>
                  <a:lnTo>
                    <a:pt x="408" y="698"/>
                  </a:lnTo>
                  <a:lnTo>
                    <a:pt x="384" y="660"/>
                  </a:lnTo>
                  <a:lnTo>
                    <a:pt x="364" y="627"/>
                  </a:lnTo>
                  <a:lnTo>
                    <a:pt x="349" y="595"/>
                  </a:lnTo>
                  <a:lnTo>
                    <a:pt x="337" y="569"/>
                  </a:lnTo>
                  <a:lnTo>
                    <a:pt x="329" y="548"/>
                  </a:lnTo>
                  <a:lnTo>
                    <a:pt x="325" y="534"/>
                  </a:lnTo>
                  <a:lnTo>
                    <a:pt x="323" y="530"/>
                  </a:lnTo>
                  <a:lnTo>
                    <a:pt x="325" y="526"/>
                  </a:lnTo>
                  <a:lnTo>
                    <a:pt x="335" y="516"/>
                  </a:lnTo>
                  <a:lnTo>
                    <a:pt x="350" y="502"/>
                  </a:lnTo>
                  <a:lnTo>
                    <a:pt x="372" y="485"/>
                  </a:lnTo>
                  <a:lnTo>
                    <a:pt x="400" y="463"/>
                  </a:lnTo>
                  <a:lnTo>
                    <a:pt x="433" y="441"/>
                  </a:lnTo>
                  <a:lnTo>
                    <a:pt x="473" y="420"/>
                  </a:lnTo>
                  <a:lnTo>
                    <a:pt x="516" y="400"/>
                  </a:lnTo>
                  <a:lnTo>
                    <a:pt x="565" y="382"/>
                  </a:lnTo>
                  <a:lnTo>
                    <a:pt x="618" y="368"/>
                  </a:lnTo>
                  <a:lnTo>
                    <a:pt x="675" y="359"/>
                  </a:lnTo>
                  <a:close/>
                  <a:moveTo>
                    <a:pt x="707" y="248"/>
                  </a:moveTo>
                  <a:lnTo>
                    <a:pt x="770" y="250"/>
                  </a:lnTo>
                  <a:lnTo>
                    <a:pt x="827" y="260"/>
                  </a:lnTo>
                  <a:lnTo>
                    <a:pt x="882" y="274"/>
                  </a:lnTo>
                  <a:lnTo>
                    <a:pt x="933" y="296"/>
                  </a:lnTo>
                  <a:lnTo>
                    <a:pt x="981" y="319"/>
                  </a:lnTo>
                  <a:lnTo>
                    <a:pt x="1024" y="345"/>
                  </a:lnTo>
                  <a:lnTo>
                    <a:pt x="1063" y="372"/>
                  </a:lnTo>
                  <a:lnTo>
                    <a:pt x="1097" y="400"/>
                  </a:lnTo>
                  <a:lnTo>
                    <a:pt x="1126" y="426"/>
                  </a:lnTo>
                  <a:lnTo>
                    <a:pt x="1152" y="451"/>
                  </a:lnTo>
                  <a:lnTo>
                    <a:pt x="1172" y="471"/>
                  </a:lnTo>
                  <a:lnTo>
                    <a:pt x="1185" y="489"/>
                  </a:lnTo>
                  <a:lnTo>
                    <a:pt x="1195" y="499"/>
                  </a:lnTo>
                  <a:lnTo>
                    <a:pt x="1197" y="502"/>
                  </a:lnTo>
                  <a:lnTo>
                    <a:pt x="1193" y="506"/>
                  </a:lnTo>
                  <a:lnTo>
                    <a:pt x="1185" y="518"/>
                  </a:lnTo>
                  <a:lnTo>
                    <a:pt x="1170" y="538"/>
                  </a:lnTo>
                  <a:lnTo>
                    <a:pt x="1150" y="562"/>
                  </a:lnTo>
                  <a:lnTo>
                    <a:pt x="1126" y="587"/>
                  </a:lnTo>
                  <a:lnTo>
                    <a:pt x="1097" y="617"/>
                  </a:lnTo>
                  <a:lnTo>
                    <a:pt x="1065" y="648"/>
                  </a:lnTo>
                  <a:lnTo>
                    <a:pt x="1028" y="680"/>
                  </a:lnTo>
                  <a:lnTo>
                    <a:pt x="988" y="709"/>
                  </a:lnTo>
                  <a:lnTo>
                    <a:pt x="947" y="737"/>
                  </a:lnTo>
                  <a:lnTo>
                    <a:pt x="904" y="761"/>
                  </a:lnTo>
                  <a:lnTo>
                    <a:pt x="859" y="778"/>
                  </a:lnTo>
                  <a:lnTo>
                    <a:pt x="811" y="790"/>
                  </a:lnTo>
                  <a:lnTo>
                    <a:pt x="762" y="794"/>
                  </a:lnTo>
                  <a:lnTo>
                    <a:pt x="717" y="790"/>
                  </a:lnTo>
                  <a:lnTo>
                    <a:pt x="675" y="780"/>
                  </a:lnTo>
                  <a:lnTo>
                    <a:pt x="675" y="451"/>
                  </a:lnTo>
                  <a:lnTo>
                    <a:pt x="715" y="459"/>
                  </a:lnTo>
                  <a:lnTo>
                    <a:pt x="746" y="469"/>
                  </a:lnTo>
                  <a:lnTo>
                    <a:pt x="774" y="485"/>
                  </a:lnTo>
                  <a:lnTo>
                    <a:pt x="796" y="504"/>
                  </a:lnTo>
                  <a:lnTo>
                    <a:pt x="817" y="528"/>
                  </a:lnTo>
                  <a:lnTo>
                    <a:pt x="837" y="558"/>
                  </a:lnTo>
                  <a:lnTo>
                    <a:pt x="859" y="591"/>
                  </a:lnTo>
                  <a:lnTo>
                    <a:pt x="882" y="633"/>
                  </a:lnTo>
                  <a:lnTo>
                    <a:pt x="1038" y="502"/>
                  </a:lnTo>
                  <a:lnTo>
                    <a:pt x="1034" y="499"/>
                  </a:lnTo>
                  <a:lnTo>
                    <a:pt x="1024" y="487"/>
                  </a:lnTo>
                  <a:lnTo>
                    <a:pt x="1008" y="471"/>
                  </a:lnTo>
                  <a:lnTo>
                    <a:pt x="985" y="451"/>
                  </a:lnTo>
                  <a:lnTo>
                    <a:pt x="957" y="430"/>
                  </a:lnTo>
                  <a:lnTo>
                    <a:pt x="924" y="406"/>
                  </a:lnTo>
                  <a:lnTo>
                    <a:pt x="884" y="386"/>
                  </a:lnTo>
                  <a:lnTo>
                    <a:pt x="839" y="370"/>
                  </a:lnTo>
                  <a:lnTo>
                    <a:pt x="790" y="359"/>
                  </a:lnTo>
                  <a:lnTo>
                    <a:pt x="734" y="355"/>
                  </a:lnTo>
                  <a:lnTo>
                    <a:pt x="675" y="359"/>
                  </a:lnTo>
                  <a:lnTo>
                    <a:pt x="675" y="250"/>
                  </a:lnTo>
                  <a:lnTo>
                    <a:pt x="707" y="248"/>
                  </a:lnTo>
                  <a:close/>
                  <a:moveTo>
                    <a:pt x="675" y="162"/>
                  </a:moveTo>
                  <a:lnTo>
                    <a:pt x="675" y="250"/>
                  </a:lnTo>
                  <a:lnTo>
                    <a:pt x="603" y="260"/>
                  </a:lnTo>
                  <a:lnTo>
                    <a:pt x="536" y="276"/>
                  </a:lnTo>
                  <a:lnTo>
                    <a:pt x="475" y="296"/>
                  </a:lnTo>
                  <a:lnTo>
                    <a:pt x="419" y="321"/>
                  </a:lnTo>
                  <a:lnTo>
                    <a:pt x="370" y="349"/>
                  </a:lnTo>
                  <a:lnTo>
                    <a:pt x="327" y="378"/>
                  </a:lnTo>
                  <a:lnTo>
                    <a:pt x="289" y="408"/>
                  </a:lnTo>
                  <a:lnTo>
                    <a:pt x="258" y="435"/>
                  </a:lnTo>
                  <a:lnTo>
                    <a:pt x="232" y="461"/>
                  </a:lnTo>
                  <a:lnTo>
                    <a:pt x="211" y="483"/>
                  </a:lnTo>
                  <a:lnTo>
                    <a:pt x="197" y="500"/>
                  </a:lnTo>
                  <a:lnTo>
                    <a:pt x="187" y="512"/>
                  </a:lnTo>
                  <a:lnTo>
                    <a:pt x="185" y="516"/>
                  </a:lnTo>
                  <a:lnTo>
                    <a:pt x="187" y="522"/>
                  </a:lnTo>
                  <a:lnTo>
                    <a:pt x="191" y="534"/>
                  </a:lnTo>
                  <a:lnTo>
                    <a:pt x="199" y="554"/>
                  </a:lnTo>
                  <a:lnTo>
                    <a:pt x="211" y="581"/>
                  </a:lnTo>
                  <a:lnTo>
                    <a:pt x="224" y="611"/>
                  </a:lnTo>
                  <a:lnTo>
                    <a:pt x="244" y="646"/>
                  </a:lnTo>
                  <a:lnTo>
                    <a:pt x="266" y="684"/>
                  </a:lnTo>
                  <a:lnTo>
                    <a:pt x="293" y="723"/>
                  </a:lnTo>
                  <a:lnTo>
                    <a:pt x="325" y="765"/>
                  </a:lnTo>
                  <a:lnTo>
                    <a:pt x="360" y="804"/>
                  </a:lnTo>
                  <a:lnTo>
                    <a:pt x="400" y="841"/>
                  </a:lnTo>
                  <a:lnTo>
                    <a:pt x="445" y="877"/>
                  </a:lnTo>
                  <a:lnTo>
                    <a:pt x="494" y="906"/>
                  </a:lnTo>
                  <a:lnTo>
                    <a:pt x="549" y="934"/>
                  </a:lnTo>
                  <a:lnTo>
                    <a:pt x="610" y="954"/>
                  </a:lnTo>
                  <a:lnTo>
                    <a:pt x="675" y="966"/>
                  </a:lnTo>
                  <a:lnTo>
                    <a:pt x="675" y="1058"/>
                  </a:lnTo>
                  <a:lnTo>
                    <a:pt x="595" y="1046"/>
                  </a:lnTo>
                  <a:lnTo>
                    <a:pt x="522" y="1027"/>
                  </a:lnTo>
                  <a:lnTo>
                    <a:pt x="453" y="1001"/>
                  </a:lnTo>
                  <a:lnTo>
                    <a:pt x="390" y="969"/>
                  </a:lnTo>
                  <a:lnTo>
                    <a:pt x="331" y="932"/>
                  </a:lnTo>
                  <a:lnTo>
                    <a:pt x="280" y="893"/>
                  </a:lnTo>
                  <a:lnTo>
                    <a:pt x="232" y="849"/>
                  </a:lnTo>
                  <a:lnTo>
                    <a:pt x="189" y="806"/>
                  </a:lnTo>
                  <a:lnTo>
                    <a:pt x="152" y="761"/>
                  </a:lnTo>
                  <a:lnTo>
                    <a:pt x="118" y="717"/>
                  </a:lnTo>
                  <a:lnTo>
                    <a:pt x="89" y="674"/>
                  </a:lnTo>
                  <a:lnTo>
                    <a:pt x="65" y="633"/>
                  </a:lnTo>
                  <a:lnTo>
                    <a:pt x="43" y="597"/>
                  </a:lnTo>
                  <a:lnTo>
                    <a:pt x="28" y="564"/>
                  </a:lnTo>
                  <a:lnTo>
                    <a:pt x="16" y="536"/>
                  </a:lnTo>
                  <a:lnTo>
                    <a:pt x="6" y="516"/>
                  </a:lnTo>
                  <a:lnTo>
                    <a:pt x="2" y="502"/>
                  </a:lnTo>
                  <a:lnTo>
                    <a:pt x="0" y="499"/>
                  </a:lnTo>
                  <a:lnTo>
                    <a:pt x="4" y="495"/>
                  </a:lnTo>
                  <a:lnTo>
                    <a:pt x="14" y="485"/>
                  </a:lnTo>
                  <a:lnTo>
                    <a:pt x="32" y="469"/>
                  </a:lnTo>
                  <a:lnTo>
                    <a:pt x="55" y="449"/>
                  </a:lnTo>
                  <a:lnTo>
                    <a:pt x="85" y="426"/>
                  </a:lnTo>
                  <a:lnTo>
                    <a:pt x="118" y="400"/>
                  </a:lnTo>
                  <a:lnTo>
                    <a:pt x="158" y="370"/>
                  </a:lnTo>
                  <a:lnTo>
                    <a:pt x="203" y="341"/>
                  </a:lnTo>
                  <a:lnTo>
                    <a:pt x="250" y="311"/>
                  </a:lnTo>
                  <a:lnTo>
                    <a:pt x="303" y="282"/>
                  </a:lnTo>
                  <a:lnTo>
                    <a:pt x="358" y="252"/>
                  </a:lnTo>
                  <a:lnTo>
                    <a:pt x="417" y="227"/>
                  </a:lnTo>
                  <a:lnTo>
                    <a:pt x="478" y="205"/>
                  </a:lnTo>
                  <a:lnTo>
                    <a:pt x="542" y="185"/>
                  </a:lnTo>
                  <a:lnTo>
                    <a:pt x="608" y="171"/>
                  </a:lnTo>
                  <a:lnTo>
                    <a:pt x="675" y="162"/>
                  </a:lnTo>
                  <a:close/>
                  <a:moveTo>
                    <a:pt x="675" y="0"/>
                  </a:moveTo>
                  <a:lnTo>
                    <a:pt x="1810" y="0"/>
                  </a:lnTo>
                  <a:lnTo>
                    <a:pt x="1810" y="1200"/>
                  </a:lnTo>
                  <a:lnTo>
                    <a:pt x="675" y="1200"/>
                  </a:lnTo>
                  <a:lnTo>
                    <a:pt x="675" y="1058"/>
                  </a:lnTo>
                  <a:lnTo>
                    <a:pt x="748" y="1062"/>
                  </a:lnTo>
                  <a:lnTo>
                    <a:pt x="819" y="1060"/>
                  </a:lnTo>
                  <a:lnTo>
                    <a:pt x="894" y="1052"/>
                  </a:lnTo>
                  <a:lnTo>
                    <a:pt x="977" y="1038"/>
                  </a:lnTo>
                  <a:lnTo>
                    <a:pt x="1061" y="1021"/>
                  </a:lnTo>
                  <a:lnTo>
                    <a:pt x="1148" y="1001"/>
                  </a:lnTo>
                  <a:lnTo>
                    <a:pt x="1235" y="975"/>
                  </a:lnTo>
                  <a:lnTo>
                    <a:pt x="1321" y="946"/>
                  </a:lnTo>
                  <a:lnTo>
                    <a:pt x="1404" y="914"/>
                  </a:lnTo>
                  <a:lnTo>
                    <a:pt x="1483" y="879"/>
                  </a:lnTo>
                  <a:lnTo>
                    <a:pt x="1554" y="841"/>
                  </a:lnTo>
                  <a:lnTo>
                    <a:pt x="1619" y="802"/>
                  </a:lnTo>
                  <a:lnTo>
                    <a:pt x="1674" y="763"/>
                  </a:lnTo>
                  <a:lnTo>
                    <a:pt x="1658" y="749"/>
                  </a:lnTo>
                  <a:lnTo>
                    <a:pt x="1634" y="733"/>
                  </a:lnTo>
                  <a:lnTo>
                    <a:pt x="1605" y="717"/>
                  </a:lnTo>
                  <a:lnTo>
                    <a:pt x="1573" y="700"/>
                  </a:lnTo>
                  <a:lnTo>
                    <a:pt x="1540" y="682"/>
                  </a:lnTo>
                  <a:lnTo>
                    <a:pt x="1510" y="664"/>
                  </a:lnTo>
                  <a:lnTo>
                    <a:pt x="1485" y="648"/>
                  </a:lnTo>
                  <a:lnTo>
                    <a:pt x="1467" y="636"/>
                  </a:lnTo>
                  <a:lnTo>
                    <a:pt x="1404" y="690"/>
                  </a:lnTo>
                  <a:lnTo>
                    <a:pt x="1341" y="741"/>
                  </a:lnTo>
                  <a:lnTo>
                    <a:pt x="1276" y="788"/>
                  </a:lnTo>
                  <a:lnTo>
                    <a:pt x="1209" y="832"/>
                  </a:lnTo>
                  <a:lnTo>
                    <a:pt x="1140" y="871"/>
                  </a:lnTo>
                  <a:lnTo>
                    <a:pt x="1067" y="904"/>
                  </a:lnTo>
                  <a:lnTo>
                    <a:pt x="992" y="932"/>
                  </a:lnTo>
                  <a:lnTo>
                    <a:pt x="914" y="954"/>
                  </a:lnTo>
                  <a:lnTo>
                    <a:pt x="831" y="966"/>
                  </a:lnTo>
                  <a:lnTo>
                    <a:pt x="744" y="969"/>
                  </a:lnTo>
                  <a:lnTo>
                    <a:pt x="709" y="969"/>
                  </a:lnTo>
                  <a:lnTo>
                    <a:pt x="675" y="966"/>
                  </a:lnTo>
                  <a:lnTo>
                    <a:pt x="675" y="865"/>
                  </a:lnTo>
                  <a:lnTo>
                    <a:pt x="715" y="871"/>
                  </a:lnTo>
                  <a:lnTo>
                    <a:pt x="758" y="873"/>
                  </a:lnTo>
                  <a:lnTo>
                    <a:pt x="815" y="869"/>
                  </a:lnTo>
                  <a:lnTo>
                    <a:pt x="870" y="859"/>
                  </a:lnTo>
                  <a:lnTo>
                    <a:pt x="925" y="841"/>
                  </a:lnTo>
                  <a:lnTo>
                    <a:pt x="979" y="820"/>
                  </a:lnTo>
                  <a:lnTo>
                    <a:pt x="1030" y="794"/>
                  </a:lnTo>
                  <a:lnTo>
                    <a:pt x="1079" y="767"/>
                  </a:lnTo>
                  <a:lnTo>
                    <a:pt x="1126" y="735"/>
                  </a:lnTo>
                  <a:lnTo>
                    <a:pt x="1172" y="701"/>
                  </a:lnTo>
                  <a:lnTo>
                    <a:pt x="1213" y="670"/>
                  </a:lnTo>
                  <a:lnTo>
                    <a:pt x="1250" y="636"/>
                  </a:lnTo>
                  <a:lnTo>
                    <a:pt x="1284" y="605"/>
                  </a:lnTo>
                  <a:lnTo>
                    <a:pt x="1315" y="577"/>
                  </a:lnTo>
                  <a:lnTo>
                    <a:pt x="1339" y="550"/>
                  </a:lnTo>
                  <a:lnTo>
                    <a:pt x="1361" y="530"/>
                  </a:lnTo>
                  <a:lnTo>
                    <a:pt x="1374" y="512"/>
                  </a:lnTo>
                  <a:lnTo>
                    <a:pt x="1384" y="502"/>
                  </a:lnTo>
                  <a:lnTo>
                    <a:pt x="1386" y="499"/>
                  </a:lnTo>
                  <a:lnTo>
                    <a:pt x="1384" y="495"/>
                  </a:lnTo>
                  <a:lnTo>
                    <a:pt x="1374" y="483"/>
                  </a:lnTo>
                  <a:lnTo>
                    <a:pt x="1359" y="465"/>
                  </a:lnTo>
                  <a:lnTo>
                    <a:pt x="1339" y="443"/>
                  </a:lnTo>
                  <a:lnTo>
                    <a:pt x="1311" y="418"/>
                  </a:lnTo>
                  <a:lnTo>
                    <a:pt x="1280" y="388"/>
                  </a:lnTo>
                  <a:lnTo>
                    <a:pt x="1242" y="357"/>
                  </a:lnTo>
                  <a:lnTo>
                    <a:pt x="1201" y="325"/>
                  </a:lnTo>
                  <a:lnTo>
                    <a:pt x="1154" y="292"/>
                  </a:lnTo>
                  <a:lnTo>
                    <a:pt x="1103" y="262"/>
                  </a:lnTo>
                  <a:lnTo>
                    <a:pt x="1048" y="233"/>
                  </a:lnTo>
                  <a:lnTo>
                    <a:pt x="987" y="207"/>
                  </a:lnTo>
                  <a:lnTo>
                    <a:pt x="924" y="187"/>
                  </a:lnTo>
                  <a:lnTo>
                    <a:pt x="855" y="171"/>
                  </a:lnTo>
                  <a:lnTo>
                    <a:pt x="782" y="162"/>
                  </a:lnTo>
                  <a:lnTo>
                    <a:pt x="707" y="160"/>
                  </a:lnTo>
                  <a:lnTo>
                    <a:pt x="675" y="162"/>
                  </a:lnTo>
                  <a:lnTo>
                    <a:pt x="675" y="0"/>
                  </a:lnTo>
                  <a:close/>
                </a:path>
              </a:pathLst>
            </a:custGeom>
            <a:solidFill>
              <a:srgbClr val="76B9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15839855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9T08:20:07.67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30565" y="8831580"/>
            <a:ext cx="3037840" cy="464820"/>
          </a:xfrm>
          <a:prstGeom prst="rect">
            <a:avLst/>
          </a:prstGeom>
        </p:spPr>
        <p:txBody>
          <a:bodyPr vert="horz" lIns="93177" tIns="46589" rIns="93177" bIns="46589" rtlCol="0" anchor="ctr"/>
          <a:lstStyle>
            <a:lvl1pPr algn="l">
              <a:defRPr sz="1100">
                <a:latin typeface="Trebuchet MS" pitchFamily="34" charset="0"/>
                <a:ea typeface="ＭＳ Ｐゴシック" pitchFamily="-16" charset="-128"/>
                <a:cs typeface="+mn-cs"/>
              </a:defRPr>
            </a:lvl1pPr>
          </a:lstStyle>
          <a:p>
            <a:pPr>
              <a:defRPr/>
            </a:pPr>
            <a:fld id="{0EFD2D7F-A763-4126-9B71-A7F863137437}" type="datetimeFigureOut">
              <a:rPr lang="en-US" smtClean="0"/>
              <a:pPr>
                <a:defRPr/>
              </a:pPr>
              <a:t>4/10/2021</a:t>
            </a:fld>
            <a:endParaRPr 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6"/>
          <p:cNvSpPr>
            <a:spLocks noGrp="1"/>
          </p:cNvSpPr>
          <p:nvPr>
            <p:ph type="sldNum" sz="quarter" idx="5"/>
          </p:nvPr>
        </p:nvSpPr>
        <p:spPr>
          <a:xfrm>
            <a:off x="3663170" y="8829967"/>
            <a:ext cx="3037840" cy="464820"/>
          </a:xfrm>
          <a:prstGeom prst="rect">
            <a:avLst/>
          </a:prstGeom>
        </p:spPr>
        <p:txBody>
          <a:bodyPr vert="horz" lIns="93177" tIns="46589" rIns="93177" bIns="46589" rtlCol="0" anchor="ctr"/>
          <a:lstStyle>
            <a:lvl1pPr algn="r">
              <a:defRPr sz="1100">
                <a:latin typeface="Trebuchet MS" pitchFamily="34" charset="0"/>
                <a:ea typeface="ＭＳ Ｐゴシック" pitchFamily="-16" charset="-128"/>
                <a:cs typeface="+mn-cs"/>
              </a:defRPr>
            </a:lvl1pPr>
          </a:lstStyle>
          <a:p>
            <a:pPr>
              <a:defRPr/>
            </a:pPr>
            <a:fld id="{E02D639A-AF38-4D9A-897E-57859A70BDEB}" type="slidenum">
              <a:rPr lang="en-US" smtClean="0"/>
              <a:pPr>
                <a:defRPr/>
              </a:pPr>
              <a:t>‹#›</a:t>
            </a:fld>
            <a:endParaRPr lang="en-US"/>
          </a:p>
        </p:txBody>
      </p:sp>
      <p:grpSp>
        <p:nvGrpSpPr>
          <p:cNvPr id="8" name="Group 7"/>
          <p:cNvGrpSpPr/>
          <p:nvPr/>
        </p:nvGrpSpPr>
        <p:grpSpPr>
          <a:xfrm>
            <a:off x="5528649" y="308894"/>
            <a:ext cx="1083012" cy="200064"/>
            <a:chOff x="8775700" y="3552825"/>
            <a:chExt cx="5156200" cy="952500"/>
          </a:xfrm>
        </p:grpSpPr>
        <p:sp>
          <p:nvSpPr>
            <p:cNvPr id="9" name="Freeform 8"/>
            <p:cNvSpPr>
              <a:spLocks noEditPoints="1"/>
            </p:cNvSpPr>
            <p:nvPr/>
          </p:nvSpPr>
          <p:spPr bwMode="auto">
            <a:xfrm>
              <a:off x="13817600" y="4265613"/>
              <a:ext cx="114300" cy="111125"/>
            </a:xfrm>
            <a:custGeom>
              <a:avLst/>
              <a:gdLst>
                <a:gd name="T0" fmla="*/ 59 w 144"/>
                <a:gd name="T1" fmla="*/ 63 h 139"/>
                <a:gd name="T2" fmla="*/ 79 w 144"/>
                <a:gd name="T3" fmla="*/ 63 h 139"/>
                <a:gd name="T4" fmla="*/ 85 w 144"/>
                <a:gd name="T5" fmla="*/ 61 h 139"/>
                <a:gd name="T6" fmla="*/ 87 w 144"/>
                <a:gd name="T7" fmla="*/ 53 h 139"/>
                <a:gd name="T8" fmla="*/ 83 w 144"/>
                <a:gd name="T9" fmla="*/ 47 h 139"/>
                <a:gd name="T10" fmla="*/ 75 w 144"/>
                <a:gd name="T11" fmla="*/ 45 h 139"/>
                <a:gd name="T12" fmla="*/ 59 w 144"/>
                <a:gd name="T13" fmla="*/ 45 h 139"/>
                <a:gd name="T14" fmla="*/ 73 w 144"/>
                <a:gd name="T15" fmla="*/ 33 h 139"/>
                <a:gd name="T16" fmla="*/ 101 w 144"/>
                <a:gd name="T17" fmla="*/ 41 h 139"/>
                <a:gd name="T18" fmla="*/ 103 w 144"/>
                <a:gd name="T19" fmla="*/ 61 h 139"/>
                <a:gd name="T20" fmla="*/ 99 w 144"/>
                <a:gd name="T21" fmla="*/ 68 h 139"/>
                <a:gd name="T22" fmla="*/ 91 w 144"/>
                <a:gd name="T23" fmla="*/ 74 h 139"/>
                <a:gd name="T24" fmla="*/ 105 w 144"/>
                <a:gd name="T25" fmla="*/ 106 h 139"/>
                <a:gd name="T26" fmla="*/ 67 w 144"/>
                <a:gd name="T27" fmla="*/ 76 h 139"/>
                <a:gd name="T28" fmla="*/ 59 w 144"/>
                <a:gd name="T29" fmla="*/ 106 h 139"/>
                <a:gd name="T30" fmla="*/ 44 w 144"/>
                <a:gd name="T31" fmla="*/ 33 h 139"/>
                <a:gd name="T32" fmla="*/ 51 w 144"/>
                <a:gd name="T33" fmla="*/ 21 h 139"/>
                <a:gd name="T34" fmla="*/ 24 w 144"/>
                <a:gd name="T35" fmla="*/ 49 h 139"/>
                <a:gd name="T36" fmla="*/ 24 w 144"/>
                <a:gd name="T37" fmla="*/ 92 h 139"/>
                <a:gd name="T38" fmla="*/ 51 w 144"/>
                <a:gd name="T39" fmla="*/ 120 h 139"/>
                <a:gd name="T40" fmla="*/ 71 w 144"/>
                <a:gd name="T41" fmla="*/ 124 h 139"/>
                <a:gd name="T42" fmla="*/ 109 w 144"/>
                <a:gd name="T43" fmla="*/ 108 h 139"/>
                <a:gd name="T44" fmla="*/ 122 w 144"/>
                <a:gd name="T45" fmla="*/ 70 h 139"/>
                <a:gd name="T46" fmla="*/ 109 w 144"/>
                <a:gd name="T47" fmla="*/ 31 h 139"/>
                <a:gd name="T48" fmla="*/ 71 w 144"/>
                <a:gd name="T49" fmla="*/ 17 h 139"/>
                <a:gd name="T50" fmla="*/ 95 w 144"/>
                <a:gd name="T51" fmla="*/ 3 h 139"/>
                <a:gd name="T52" fmla="*/ 130 w 144"/>
                <a:gd name="T53" fmla="*/ 27 h 139"/>
                <a:gd name="T54" fmla="*/ 144 w 144"/>
                <a:gd name="T55" fmla="*/ 70 h 139"/>
                <a:gd name="T56" fmla="*/ 130 w 144"/>
                <a:gd name="T57" fmla="*/ 114 h 139"/>
                <a:gd name="T58" fmla="*/ 95 w 144"/>
                <a:gd name="T59" fmla="*/ 135 h 139"/>
                <a:gd name="T60" fmla="*/ 50 w 144"/>
                <a:gd name="T61" fmla="*/ 135 h 139"/>
                <a:gd name="T62" fmla="*/ 14 w 144"/>
                <a:gd name="T63" fmla="*/ 114 h 139"/>
                <a:gd name="T64" fmla="*/ 0 w 144"/>
                <a:gd name="T65" fmla="*/ 70 h 139"/>
                <a:gd name="T66" fmla="*/ 14 w 144"/>
                <a:gd name="T67" fmla="*/ 27 h 139"/>
                <a:gd name="T68" fmla="*/ 50 w 144"/>
                <a:gd name="T69" fmla="*/ 3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4" h="139">
                  <a:moveTo>
                    <a:pt x="59" y="45"/>
                  </a:moveTo>
                  <a:lnTo>
                    <a:pt x="59" y="63"/>
                  </a:lnTo>
                  <a:lnTo>
                    <a:pt x="75" y="63"/>
                  </a:lnTo>
                  <a:lnTo>
                    <a:pt x="79" y="63"/>
                  </a:lnTo>
                  <a:lnTo>
                    <a:pt x="83" y="63"/>
                  </a:lnTo>
                  <a:lnTo>
                    <a:pt x="85" y="61"/>
                  </a:lnTo>
                  <a:lnTo>
                    <a:pt x="87" y="57"/>
                  </a:lnTo>
                  <a:lnTo>
                    <a:pt x="87" y="53"/>
                  </a:lnTo>
                  <a:lnTo>
                    <a:pt x="85" y="49"/>
                  </a:lnTo>
                  <a:lnTo>
                    <a:pt x="83" y="47"/>
                  </a:lnTo>
                  <a:lnTo>
                    <a:pt x="79" y="45"/>
                  </a:lnTo>
                  <a:lnTo>
                    <a:pt x="75" y="45"/>
                  </a:lnTo>
                  <a:lnTo>
                    <a:pt x="71" y="45"/>
                  </a:lnTo>
                  <a:lnTo>
                    <a:pt x="59" y="45"/>
                  </a:lnTo>
                  <a:close/>
                  <a:moveTo>
                    <a:pt x="44" y="33"/>
                  </a:moveTo>
                  <a:lnTo>
                    <a:pt x="73" y="33"/>
                  </a:lnTo>
                  <a:lnTo>
                    <a:pt x="89" y="35"/>
                  </a:lnTo>
                  <a:lnTo>
                    <a:pt x="101" y="41"/>
                  </a:lnTo>
                  <a:lnTo>
                    <a:pt x="105" y="55"/>
                  </a:lnTo>
                  <a:lnTo>
                    <a:pt x="103" y="61"/>
                  </a:lnTo>
                  <a:lnTo>
                    <a:pt x="101" y="67"/>
                  </a:lnTo>
                  <a:lnTo>
                    <a:pt x="99" y="68"/>
                  </a:lnTo>
                  <a:lnTo>
                    <a:pt x="95" y="72"/>
                  </a:lnTo>
                  <a:lnTo>
                    <a:pt x="91" y="74"/>
                  </a:lnTo>
                  <a:lnTo>
                    <a:pt x="85" y="74"/>
                  </a:lnTo>
                  <a:lnTo>
                    <a:pt x="105" y="106"/>
                  </a:lnTo>
                  <a:lnTo>
                    <a:pt x="85" y="106"/>
                  </a:lnTo>
                  <a:lnTo>
                    <a:pt x="67" y="76"/>
                  </a:lnTo>
                  <a:lnTo>
                    <a:pt x="59" y="76"/>
                  </a:lnTo>
                  <a:lnTo>
                    <a:pt x="59" y="106"/>
                  </a:lnTo>
                  <a:lnTo>
                    <a:pt x="44" y="106"/>
                  </a:lnTo>
                  <a:lnTo>
                    <a:pt x="44" y="33"/>
                  </a:lnTo>
                  <a:close/>
                  <a:moveTo>
                    <a:pt x="71" y="17"/>
                  </a:moveTo>
                  <a:lnTo>
                    <a:pt x="51" y="21"/>
                  </a:lnTo>
                  <a:lnTo>
                    <a:pt x="36" y="31"/>
                  </a:lnTo>
                  <a:lnTo>
                    <a:pt x="24" y="49"/>
                  </a:lnTo>
                  <a:lnTo>
                    <a:pt x="20" y="70"/>
                  </a:lnTo>
                  <a:lnTo>
                    <a:pt x="24" y="92"/>
                  </a:lnTo>
                  <a:lnTo>
                    <a:pt x="36" y="108"/>
                  </a:lnTo>
                  <a:lnTo>
                    <a:pt x="51" y="120"/>
                  </a:lnTo>
                  <a:lnTo>
                    <a:pt x="71" y="124"/>
                  </a:lnTo>
                  <a:lnTo>
                    <a:pt x="71" y="124"/>
                  </a:lnTo>
                  <a:lnTo>
                    <a:pt x="91" y="120"/>
                  </a:lnTo>
                  <a:lnTo>
                    <a:pt x="109" y="108"/>
                  </a:lnTo>
                  <a:lnTo>
                    <a:pt x="118" y="92"/>
                  </a:lnTo>
                  <a:lnTo>
                    <a:pt x="122" y="70"/>
                  </a:lnTo>
                  <a:lnTo>
                    <a:pt x="118" y="49"/>
                  </a:lnTo>
                  <a:lnTo>
                    <a:pt x="109" y="31"/>
                  </a:lnTo>
                  <a:lnTo>
                    <a:pt x="91" y="21"/>
                  </a:lnTo>
                  <a:lnTo>
                    <a:pt x="71" y="17"/>
                  </a:lnTo>
                  <a:close/>
                  <a:moveTo>
                    <a:pt x="71" y="0"/>
                  </a:moveTo>
                  <a:lnTo>
                    <a:pt x="95" y="3"/>
                  </a:lnTo>
                  <a:lnTo>
                    <a:pt x="114" y="11"/>
                  </a:lnTo>
                  <a:lnTo>
                    <a:pt x="130" y="27"/>
                  </a:lnTo>
                  <a:lnTo>
                    <a:pt x="140" y="45"/>
                  </a:lnTo>
                  <a:lnTo>
                    <a:pt x="144" y="70"/>
                  </a:lnTo>
                  <a:lnTo>
                    <a:pt x="140" y="94"/>
                  </a:lnTo>
                  <a:lnTo>
                    <a:pt x="130" y="114"/>
                  </a:lnTo>
                  <a:lnTo>
                    <a:pt x="114" y="128"/>
                  </a:lnTo>
                  <a:lnTo>
                    <a:pt x="95" y="135"/>
                  </a:lnTo>
                  <a:lnTo>
                    <a:pt x="71" y="139"/>
                  </a:lnTo>
                  <a:lnTo>
                    <a:pt x="50" y="135"/>
                  </a:lnTo>
                  <a:lnTo>
                    <a:pt x="30" y="128"/>
                  </a:lnTo>
                  <a:lnTo>
                    <a:pt x="14" y="114"/>
                  </a:lnTo>
                  <a:lnTo>
                    <a:pt x="4" y="94"/>
                  </a:lnTo>
                  <a:lnTo>
                    <a:pt x="0" y="70"/>
                  </a:lnTo>
                  <a:lnTo>
                    <a:pt x="4" y="45"/>
                  </a:lnTo>
                  <a:lnTo>
                    <a:pt x="14" y="27"/>
                  </a:lnTo>
                  <a:lnTo>
                    <a:pt x="30" y="11"/>
                  </a:lnTo>
                  <a:lnTo>
                    <a:pt x="50" y="3"/>
                  </a:lnTo>
                  <a:lnTo>
                    <a:pt x="71"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0"/>
            <p:cNvSpPr>
              <a:spLocks noEditPoints="1"/>
            </p:cNvSpPr>
            <p:nvPr/>
          </p:nvSpPr>
          <p:spPr bwMode="auto">
            <a:xfrm>
              <a:off x="10447338" y="3732213"/>
              <a:ext cx="3333750" cy="625475"/>
            </a:xfrm>
            <a:custGeom>
              <a:avLst/>
              <a:gdLst>
                <a:gd name="T0" fmla="*/ 2325 w 4200"/>
                <a:gd name="T1" fmla="*/ 618 h 788"/>
                <a:gd name="T2" fmla="*/ 2465 w 4200"/>
                <a:gd name="T3" fmla="*/ 616 h 788"/>
                <a:gd name="T4" fmla="*/ 2540 w 4200"/>
                <a:gd name="T5" fmla="*/ 597 h 788"/>
                <a:gd name="T6" fmla="*/ 2599 w 4200"/>
                <a:gd name="T7" fmla="*/ 555 h 788"/>
                <a:gd name="T8" fmla="*/ 2635 w 4200"/>
                <a:gd name="T9" fmla="*/ 488 h 788"/>
                <a:gd name="T10" fmla="*/ 2648 w 4200"/>
                <a:gd name="T11" fmla="*/ 396 h 788"/>
                <a:gd name="T12" fmla="*/ 2635 w 4200"/>
                <a:gd name="T13" fmla="*/ 301 h 788"/>
                <a:gd name="T14" fmla="*/ 2599 w 4200"/>
                <a:gd name="T15" fmla="*/ 236 h 788"/>
                <a:gd name="T16" fmla="*/ 2540 w 4200"/>
                <a:gd name="T17" fmla="*/ 193 h 788"/>
                <a:gd name="T18" fmla="*/ 2465 w 4200"/>
                <a:gd name="T19" fmla="*/ 173 h 788"/>
                <a:gd name="T20" fmla="*/ 2325 w 4200"/>
                <a:gd name="T21" fmla="*/ 171 h 788"/>
                <a:gd name="T22" fmla="*/ 3597 w 4200"/>
                <a:gd name="T23" fmla="*/ 512 h 788"/>
                <a:gd name="T24" fmla="*/ 3735 w 4200"/>
                <a:gd name="T25" fmla="*/ 143 h 788"/>
                <a:gd name="T26" fmla="*/ 4200 w 4200"/>
                <a:gd name="T27" fmla="*/ 786 h 788"/>
                <a:gd name="T28" fmla="*/ 3916 w 4200"/>
                <a:gd name="T29" fmla="*/ 648 h 788"/>
                <a:gd name="T30" fmla="*/ 3501 w 4200"/>
                <a:gd name="T31" fmla="*/ 786 h 788"/>
                <a:gd name="T32" fmla="*/ 3592 w 4200"/>
                <a:gd name="T33" fmla="*/ 0 h 788"/>
                <a:gd name="T34" fmla="*/ 2969 w 4200"/>
                <a:gd name="T35" fmla="*/ 0 h 788"/>
                <a:gd name="T36" fmla="*/ 3190 w 4200"/>
                <a:gd name="T37" fmla="*/ 788 h 788"/>
                <a:gd name="T38" fmla="*/ 2969 w 4200"/>
                <a:gd name="T39" fmla="*/ 0 h 788"/>
                <a:gd name="T40" fmla="*/ 2416 w 4200"/>
                <a:gd name="T41" fmla="*/ 0 h 788"/>
                <a:gd name="T42" fmla="*/ 2554 w 4200"/>
                <a:gd name="T43" fmla="*/ 7 h 788"/>
                <a:gd name="T44" fmla="*/ 2666 w 4200"/>
                <a:gd name="T45" fmla="*/ 33 h 788"/>
                <a:gd name="T46" fmla="*/ 2757 w 4200"/>
                <a:gd name="T47" fmla="*/ 90 h 788"/>
                <a:gd name="T48" fmla="*/ 2818 w 4200"/>
                <a:gd name="T49" fmla="*/ 173 h 788"/>
                <a:gd name="T50" fmla="*/ 2853 w 4200"/>
                <a:gd name="T51" fmla="*/ 277 h 788"/>
                <a:gd name="T52" fmla="*/ 2865 w 4200"/>
                <a:gd name="T53" fmla="*/ 402 h 788"/>
                <a:gd name="T54" fmla="*/ 2855 w 4200"/>
                <a:gd name="T55" fmla="*/ 518 h 788"/>
                <a:gd name="T56" fmla="*/ 2828 w 4200"/>
                <a:gd name="T57" fmla="*/ 614 h 788"/>
                <a:gd name="T58" fmla="*/ 2786 w 4200"/>
                <a:gd name="T59" fmla="*/ 683 h 788"/>
                <a:gd name="T60" fmla="*/ 2735 w 4200"/>
                <a:gd name="T61" fmla="*/ 731 h 788"/>
                <a:gd name="T62" fmla="*/ 2672 w 4200"/>
                <a:gd name="T63" fmla="*/ 762 h 788"/>
                <a:gd name="T64" fmla="*/ 2585 w 4200"/>
                <a:gd name="T65" fmla="*/ 780 h 788"/>
                <a:gd name="T66" fmla="*/ 2465 w 4200"/>
                <a:gd name="T67" fmla="*/ 788 h 788"/>
                <a:gd name="T68" fmla="*/ 2105 w 4200"/>
                <a:gd name="T69" fmla="*/ 0 h 788"/>
                <a:gd name="T70" fmla="*/ 1063 w 4200"/>
                <a:gd name="T71" fmla="*/ 0 h 788"/>
                <a:gd name="T72" fmla="*/ 1428 w 4200"/>
                <a:gd name="T73" fmla="*/ 0 h 788"/>
                <a:gd name="T74" fmla="*/ 1398 w 4200"/>
                <a:gd name="T75" fmla="*/ 788 h 788"/>
                <a:gd name="T76" fmla="*/ 825 w 4200"/>
                <a:gd name="T77" fmla="*/ 0 h 788"/>
                <a:gd name="T78" fmla="*/ 1969 w 4200"/>
                <a:gd name="T79" fmla="*/ 0 h 788"/>
                <a:gd name="T80" fmla="*/ 1747 w 4200"/>
                <a:gd name="T81" fmla="*/ 788 h 788"/>
                <a:gd name="T82" fmla="*/ 0 w 4200"/>
                <a:gd name="T83" fmla="*/ 0 h 788"/>
                <a:gd name="T84" fmla="*/ 441 w 4200"/>
                <a:gd name="T85" fmla="*/ 0 h 788"/>
                <a:gd name="T86" fmla="*/ 522 w 4200"/>
                <a:gd name="T87" fmla="*/ 7 h 788"/>
                <a:gd name="T88" fmla="*/ 599 w 4200"/>
                <a:gd name="T89" fmla="*/ 25 h 788"/>
                <a:gd name="T90" fmla="*/ 667 w 4200"/>
                <a:gd name="T91" fmla="*/ 59 h 788"/>
                <a:gd name="T92" fmla="*/ 725 w 4200"/>
                <a:gd name="T93" fmla="*/ 112 h 788"/>
                <a:gd name="T94" fmla="*/ 766 w 4200"/>
                <a:gd name="T95" fmla="*/ 187 h 788"/>
                <a:gd name="T96" fmla="*/ 788 w 4200"/>
                <a:gd name="T97" fmla="*/ 289 h 788"/>
                <a:gd name="T98" fmla="*/ 790 w 4200"/>
                <a:gd name="T99" fmla="*/ 788 h 788"/>
                <a:gd name="T100" fmla="*/ 573 w 4200"/>
                <a:gd name="T101" fmla="*/ 427 h 788"/>
                <a:gd name="T102" fmla="*/ 567 w 4200"/>
                <a:gd name="T103" fmla="*/ 317 h 788"/>
                <a:gd name="T104" fmla="*/ 543 w 4200"/>
                <a:gd name="T105" fmla="*/ 244 h 788"/>
                <a:gd name="T106" fmla="*/ 500 w 4200"/>
                <a:gd name="T107" fmla="*/ 201 h 788"/>
                <a:gd name="T108" fmla="*/ 439 w 4200"/>
                <a:gd name="T109" fmla="*/ 179 h 788"/>
                <a:gd name="T110" fmla="*/ 224 w 4200"/>
                <a:gd name="T111" fmla="*/ 175 h 788"/>
                <a:gd name="T112" fmla="*/ 0 w 4200"/>
                <a:gd name="T113" fmla="*/ 788 h 7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00" h="788">
                  <a:moveTo>
                    <a:pt x="2325" y="171"/>
                  </a:moveTo>
                  <a:lnTo>
                    <a:pt x="2325" y="618"/>
                  </a:lnTo>
                  <a:lnTo>
                    <a:pt x="2420" y="618"/>
                  </a:lnTo>
                  <a:lnTo>
                    <a:pt x="2465" y="616"/>
                  </a:lnTo>
                  <a:lnTo>
                    <a:pt x="2505" y="608"/>
                  </a:lnTo>
                  <a:lnTo>
                    <a:pt x="2540" y="597"/>
                  </a:lnTo>
                  <a:lnTo>
                    <a:pt x="2572" y="579"/>
                  </a:lnTo>
                  <a:lnTo>
                    <a:pt x="2599" y="555"/>
                  </a:lnTo>
                  <a:lnTo>
                    <a:pt x="2619" y="526"/>
                  </a:lnTo>
                  <a:lnTo>
                    <a:pt x="2635" y="488"/>
                  </a:lnTo>
                  <a:lnTo>
                    <a:pt x="2644" y="445"/>
                  </a:lnTo>
                  <a:lnTo>
                    <a:pt x="2648" y="396"/>
                  </a:lnTo>
                  <a:lnTo>
                    <a:pt x="2644" y="344"/>
                  </a:lnTo>
                  <a:lnTo>
                    <a:pt x="2635" y="301"/>
                  </a:lnTo>
                  <a:lnTo>
                    <a:pt x="2619" y="266"/>
                  </a:lnTo>
                  <a:lnTo>
                    <a:pt x="2599" y="236"/>
                  </a:lnTo>
                  <a:lnTo>
                    <a:pt x="2572" y="212"/>
                  </a:lnTo>
                  <a:lnTo>
                    <a:pt x="2540" y="193"/>
                  </a:lnTo>
                  <a:lnTo>
                    <a:pt x="2505" y="181"/>
                  </a:lnTo>
                  <a:lnTo>
                    <a:pt x="2465" y="173"/>
                  </a:lnTo>
                  <a:lnTo>
                    <a:pt x="2420" y="171"/>
                  </a:lnTo>
                  <a:lnTo>
                    <a:pt x="2325" y="171"/>
                  </a:lnTo>
                  <a:close/>
                  <a:moveTo>
                    <a:pt x="3735" y="143"/>
                  </a:moveTo>
                  <a:lnTo>
                    <a:pt x="3597" y="512"/>
                  </a:lnTo>
                  <a:lnTo>
                    <a:pt x="3869" y="512"/>
                  </a:lnTo>
                  <a:lnTo>
                    <a:pt x="3735" y="143"/>
                  </a:lnTo>
                  <a:close/>
                  <a:moveTo>
                    <a:pt x="3887" y="0"/>
                  </a:moveTo>
                  <a:lnTo>
                    <a:pt x="4200" y="786"/>
                  </a:lnTo>
                  <a:lnTo>
                    <a:pt x="3962" y="786"/>
                  </a:lnTo>
                  <a:lnTo>
                    <a:pt x="3916" y="648"/>
                  </a:lnTo>
                  <a:lnTo>
                    <a:pt x="3548" y="648"/>
                  </a:lnTo>
                  <a:lnTo>
                    <a:pt x="3501" y="786"/>
                  </a:lnTo>
                  <a:lnTo>
                    <a:pt x="3280" y="786"/>
                  </a:lnTo>
                  <a:lnTo>
                    <a:pt x="3592" y="0"/>
                  </a:lnTo>
                  <a:lnTo>
                    <a:pt x="3887" y="0"/>
                  </a:lnTo>
                  <a:close/>
                  <a:moveTo>
                    <a:pt x="2969" y="0"/>
                  </a:moveTo>
                  <a:lnTo>
                    <a:pt x="3190" y="0"/>
                  </a:lnTo>
                  <a:lnTo>
                    <a:pt x="3190" y="788"/>
                  </a:lnTo>
                  <a:lnTo>
                    <a:pt x="2969" y="788"/>
                  </a:lnTo>
                  <a:lnTo>
                    <a:pt x="2969" y="0"/>
                  </a:lnTo>
                  <a:close/>
                  <a:moveTo>
                    <a:pt x="2105" y="0"/>
                  </a:moveTo>
                  <a:lnTo>
                    <a:pt x="2416" y="0"/>
                  </a:lnTo>
                  <a:lnTo>
                    <a:pt x="2489" y="2"/>
                  </a:lnTo>
                  <a:lnTo>
                    <a:pt x="2554" y="7"/>
                  </a:lnTo>
                  <a:lnTo>
                    <a:pt x="2613" y="17"/>
                  </a:lnTo>
                  <a:lnTo>
                    <a:pt x="2666" y="33"/>
                  </a:lnTo>
                  <a:lnTo>
                    <a:pt x="2713" y="57"/>
                  </a:lnTo>
                  <a:lnTo>
                    <a:pt x="2757" y="90"/>
                  </a:lnTo>
                  <a:lnTo>
                    <a:pt x="2794" y="132"/>
                  </a:lnTo>
                  <a:lnTo>
                    <a:pt x="2818" y="173"/>
                  </a:lnTo>
                  <a:lnTo>
                    <a:pt x="2839" y="222"/>
                  </a:lnTo>
                  <a:lnTo>
                    <a:pt x="2853" y="277"/>
                  </a:lnTo>
                  <a:lnTo>
                    <a:pt x="2863" y="337"/>
                  </a:lnTo>
                  <a:lnTo>
                    <a:pt x="2865" y="402"/>
                  </a:lnTo>
                  <a:lnTo>
                    <a:pt x="2863" y="461"/>
                  </a:lnTo>
                  <a:lnTo>
                    <a:pt x="2855" y="518"/>
                  </a:lnTo>
                  <a:lnTo>
                    <a:pt x="2843" y="569"/>
                  </a:lnTo>
                  <a:lnTo>
                    <a:pt x="2828" y="614"/>
                  </a:lnTo>
                  <a:lnTo>
                    <a:pt x="2810" y="654"/>
                  </a:lnTo>
                  <a:lnTo>
                    <a:pt x="2786" y="683"/>
                  </a:lnTo>
                  <a:lnTo>
                    <a:pt x="2761" y="709"/>
                  </a:lnTo>
                  <a:lnTo>
                    <a:pt x="2735" y="731"/>
                  </a:lnTo>
                  <a:lnTo>
                    <a:pt x="2705" y="748"/>
                  </a:lnTo>
                  <a:lnTo>
                    <a:pt x="2672" y="762"/>
                  </a:lnTo>
                  <a:lnTo>
                    <a:pt x="2633" y="772"/>
                  </a:lnTo>
                  <a:lnTo>
                    <a:pt x="2585" y="780"/>
                  </a:lnTo>
                  <a:lnTo>
                    <a:pt x="2530" y="786"/>
                  </a:lnTo>
                  <a:lnTo>
                    <a:pt x="2465" y="788"/>
                  </a:lnTo>
                  <a:lnTo>
                    <a:pt x="2105" y="788"/>
                  </a:lnTo>
                  <a:lnTo>
                    <a:pt x="2105" y="0"/>
                  </a:lnTo>
                  <a:close/>
                  <a:moveTo>
                    <a:pt x="825" y="0"/>
                  </a:moveTo>
                  <a:lnTo>
                    <a:pt x="1063" y="0"/>
                  </a:lnTo>
                  <a:lnTo>
                    <a:pt x="1240" y="624"/>
                  </a:lnTo>
                  <a:lnTo>
                    <a:pt x="1428" y="0"/>
                  </a:lnTo>
                  <a:lnTo>
                    <a:pt x="1654" y="0"/>
                  </a:lnTo>
                  <a:lnTo>
                    <a:pt x="1398" y="788"/>
                  </a:lnTo>
                  <a:lnTo>
                    <a:pt x="1077" y="788"/>
                  </a:lnTo>
                  <a:lnTo>
                    <a:pt x="825" y="0"/>
                  </a:lnTo>
                  <a:close/>
                  <a:moveTo>
                    <a:pt x="1747" y="0"/>
                  </a:moveTo>
                  <a:lnTo>
                    <a:pt x="1969" y="0"/>
                  </a:lnTo>
                  <a:lnTo>
                    <a:pt x="1969" y="788"/>
                  </a:lnTo>
                  <a:lnTo>
                    <a:pt x="1747" y="788"/>
                  </a:lnTo>
                  <a:lnTo>
                    <a:pt x="1747" y="0"/>
                  </a:lnTo>
                  <a:close/>
                  <a:moveTo>
                    <a:pt x="0" y="0"/>
                  </a:moveTo>
                  <a:lnTo>
                    <a:pt x="400" y="0"/>
                  </a:lnTo>
                  <a:lnTo>
                    <a:pt x="441" y="0"/>
                  </a:lnTo>
                  <a:lnTo>
                    <a:pt x="482" y="2"/>
                  </a:lnTo>
                  <a:lnTo>
                    <a:pt x="522" y="7"/>
                  </a:lnTo>
                  <a:lnTo>
                    <a:pt x="561" y="15"/>
                  </a:lnTo>
                  <a:lnTo>
                    <a:pt x="599" y="25"/>
                  </a:lnTo>
                  <a:lnTo>
                    <a:pt x="634" y="41"/>
                  </a:lnTo>
                  <a:lnTo>
                    <a:pt x="667" y="59"/>
                  </a:lnTo>
                  <a:lnTo>
                    <a:pt x="697" y="82"/>
                  </a:lnTo>
                  <a:lnTo>
                    <a:pt x="725" y="112"/>
                  </a:lnTo>
                  <a:lnTo>
                    <a:pt x="746" y="145"/>
                  </a:lnTo>
                  <a:lnTo>
                    <a:pt x="766" y="187"/>
                  </a:lnTo>
                  <a:lnTo>
                    <a:pt x="780" y="234"/>
                  </a:lnTo>
                  <a:lnTo>
                    <a:pt x="788" y="289"/>
                  </a:lnTo>
                  <a:lnTo>
                    <a:pt x="790" y="352"/>
                  </a:lnTo>
                  <a:lnTo>
                    <a:pt x="790" y="788"/>
                  </a:lnTo>
                  <a:lnTo>
                    <a:pt x="573" y="788"/>
                  </a:lnTo>
                  <a:lnTo>
                    <a:pt x="573" y="427"/>
                  </a:lnTo>
                  <a:lnTo>
                    <a:pt x="571" y="368"/>
                  </a:lnTo>
                  <a:lnTo>
                    <a:pt x="567" y="317"/>
                  </a:lnTo>
                  <a:lnTo>
                    <a:pt x="557" y="277"/>
                  </a:lnTo>
                  <a:lnTo>
                    <a:pt x="543" y="244"/>
                  </a:lnTo>
                  <a:lnTo>
                    <a:pt x="524" y="220"/>
                  </a:lnTo>
                  <a:lnTo>
                    <a:pt x="500" y="201"/>
                  </a:lnTo>
                  <a:lnTo>
                    <a:pt x="473" y="187"/>
                  </a:lnTo>
                  <a:lnTo>
                    <a:pt x="439" y="179"/>
                  </a:lnTo>
                  <a:lnTo>
                    <a:pt x="400" y="175"/>
                  </a:lnTo>
                  <a:lnTo>
                    <a:pt x="224" y="175"/>
                  </a:lnTo>
                  <a:lnTo>
                    <a:pt x="224" y="788"/>
                  </a:lnTo>
                  <a:lnTo>
                    <a:pt x="0" y="788"/>
                  </a:lnTo>
                  <a:lnTo>
                    <a:pt x="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1"/>
            <p:cNvSpPr>
              <a:spLocks noEditPoints="1"/>
            </p:cNvSpPr>
            <p:nvPr/>
          </p:nvSpPr>
          <p:spPr bwMode="auto">
            <a:xfrm>
              <a:off x="8775700" y="3552825"/>
              <a:ext cx="1436688" cy="952500"/>
            </a:xfrm>
            <a:custGeom>
              <a:avLst/>
              <a:gdLst>
                <a:gd name="T0" fmla="*/ 638 w 1810"/>
                <a:gd name="T1" fmla="*/ 451 h 1200"/>
                <a:gd name="T2" fmla="*/ 516 w 1810"/>
                <a:gd name="T3" fmla="*/ 502 h 1200"/>
                <a:gd name="T4" fmla="*/ 469 w 1810"/>
                <a:gd name="T5" fmla="*/ 546 h 1200"/>
                <a:gd name="T6" fmla="*/ 496 w 1810"/>
                <a:gd name="T7" fmla="*/ 613 h 1200"/>
                <a:gd name="T8" fmla="*/ 595 w 1810"/>
                <a:gd name="T9" fmla="*/ 735 h 1200"/>
                <a:gd name="T10" fmla="*/ 614 w 1810"/>
                <a:gd name="T11" fmla="*/ 851 h 1200"/>
                <a:gd name="T12" fmla="*/ 439 w 1810"/>
                <a:gd name="T13" fmla="*/ 733 h 1200"/>
                <a:gd name="T14" fmla="*/ 349 w 1810"/>
                <a:gd name="T15" fmla="*/ 595 h 1200"/>
                <a:gd name="T16" fmla="*/ 323 w 1810"/>
                <a:gd name="T17" fmla="*/ 530 h 1200"/>
                <a:gd name="T18" fmla="*/ 372 w 1810"/>
                <a:gd name="T19" fmla="*/ 485 h 1200"/>
                <a:gd name="T20" fmla="*/ 516 w 1810"/>
                <a:gd name="T21" fmla="*/ 400 h 1200"/>
                <a:gd name="T22" fmla="*/ 707 w 1810"/>
                <a:gd name="T23" fmla="*/ 248 h 1200"/>
                <a:gd name="T24" fmla="*/ 933 w 1810"/>
                <a:gd name="T25" fmla="*/ 296 h 1200"/>
                <a:gd name="T26" fmla="*/ 1097 w 1810"/>
                <a:gd name="T27" fmla="*/ 400 h 1200"/>
                <a:gd name="T28" fmla="*/ 1185 w 1810"/>
                <a:gd name="T29" fmla="*/ 489 h 1200"/>
                <a:gd name="T30" fmla="*/ 1185 w 1810"/>
                <a:gd name="T31" fmla="*/ 518 h 1200"/>
                <a:gd name="T32" fmla="*/ 1097 w 1810"/>
                <a:gd name="T33" fmla="*/ 617 h 1200"/>
                <a:gd name="T34" fmla="*/ 947 w 1810"/>
                <a:gd name="T35" fmla="*/ 737 h 1200"/>
                <a:gd name="T36" fmla="*/ 762 w 1810"/>
                <a:gd name="T37" fmla="*/ 794 h 1200"/>
                <a:gd name="T38" fmla="*/ 715 w 1810"/>
                <a:gd name="T39" fmla="*/ 459 h 1200"/>
                <a:gd name="T40" fmla="*/ 817 w 1810"/>
                <a:gd name="T41" fmla="*/ 528 h 1200"/>
                <a:gd name="T42" fmla="*/ 1038 w 1810"/>
                <a:gd name="T43" fmla="*/ 502 h 1200"/>
                <a:gd name="T44" fmla="*/ 985 w 1810"/>
                <a:gd name="T45" fmla="*/ 451 h 1200"/>
                <a:gd name="T46" fmla="*/ 839 w 1810"/>
                <a:gd name="T47" fmla="*/ 370 h 1200"/>
                <a:gd name="T48" fmla="*/ 675 w 1810"/>
                <a:gd name="T49" fmla="*/ 250 h 1200"/>
                <a:gd name="T50" fmla="*/ 603 w 1810"/>
                <a:gd name="T51" fmla="*/ 260 h 1200"/>
                <a:gd name="T52" fmla="*/ 370 w 1810"/>
                <a:gd name="T53" fmla="*/ 349 h 1200"/>
                <a:gd name="T54" fmla="*/ 232 w 1810"/>
                <a:gd name="T55" fmla="*/ 461 h 1200"/>
                <a:gd name="T56" fmla="*/ 185 w 1810"/>
                <a:gd name="T57" fmla="*/ 516 h 1200"/>
                <a:gd name="T58" fmla="*/ 211 w 1810"/>
                <a:gd name="T59" fmla="*/ 581 h 1200"/>
                <a:gd name="T60" fmla="*/ 293 w 1810"/>
                <a:gd name="T61" fmla="*/ 723 h 1200"/>
                <a:gd name="T62" fmla="*/ 445 w 1810"/>
                <a:gd name="T63" fmla="*/ 877 h 1200"/>
                <a:gd name="T64" fmla="*/ 675 w 1810"/>
                <a:gd name="T65" fmla="*/ 966 h 1200"/>
                <a:gd name="T66" fmla="*/ 453 w 1810"/>
                <a:gd name="T67" fmla="*/ 1001 h 1200"/>
                <a:gd name="T68" fmla="*/ 232 w 1810"/>
                <a:gd name="T69" fmla="*/ 849 h 1200"/>
                <a:gd name="T70" fmla="*/ 89 w 1810"/>
                <a:gd name="T71" fmla="*/ 674 h 1200"/>
                <a:gd name="T72" fmla="*/ 16 w 1810"/>
                <a:gd name="T73" fmla="*/ 536 h 1200"/>
                <a:gd name="T74" fmla="*/ 4 w 1810"/>
                <a:gd name="T75" fmla="*/ 495 h 1200"/>
                <a:gd name="T76" fmla="*/ 85 w 1810"/>
                <a:gd name="T77" fmla="*/ 426 h 1200"/>
                <a:gd name="T78" fmla="*/ 250 w 1810"/>
                <a:gd name="T79" fmla="*/ 311 h 1200"/>
                <a:gd name="T80" fmla="*/ 478 w 1810"/>
                <a:gd name="T81" fmla="*/ 205 h 1200"/>
                <a:gd name="T82" fmla="*/ 675 w 1810"/>
                <a:gd name="T83" fmla="*/ 0 h 1200"/>
                <a:gd name="T84" fmla="*/ 675 w 1810"/>
                <a:gd name="T85" fmla="*/ 1058 h 1200"/>
                <a:gd name="T86" fmla="*/ 977 w 1810"/>
                <a:gd name="T87" fmla="*/ 1038 h 1200"/>
                <a:gd name="T88" fmla="*/ 1321 w 1810"/>
                <a:gd name="T89" fmla="*/ 946 h 1200"/>
                <a:gd name="T90" fmla="*/ 1619 w 1810"/>
                <a:gd name="T91" fmla="*/ 802 h 1200"/>
                <a:gd name="T92" fmla="*/ 1605 w 1810"/>
                <a:gd name="T93" fmla="*/ 717 h 1200"/>
                <a:gd name="T94" fmla="*/ 1485 w 1810"/>
                <a:gd name="T95" fmla="*/ 648 h 1200"/>
                <a:gd name="T96" fmla="*/ 1276 w 1810"/>
                <a:gd name="T97" fmla="*/ 788 h 1200"/>
                <a:gd name="T98" fmla="*/ 992 w 1810"/>
                <a:gd name="T99" fmla="*/ 932 h 1200"/>
                <a:gd name="T100" fmla="*/ 709 w 1810"/>
                <a:gd name="T101" fmla="*/ 969 h 1200"/>
                <a:gd name="T102" fmla="*/ 758 w 1810"/>
                <a:gd name="T103" fmla="*/ 873 h 1200"/>
                <a:gd name="T104" fmla="*/ 979 w 1810"/>
                <a:gd name="T105" fmla="*/ 820 h 1200"/>
                <a:gd name="T106" fmla="*/ 1172 w 1810"/>
                <a:gd name="T107" fmla="*/ 701 h 1200"/>
                <a:gd name="T108" fmla="*/ 1315 w 1810"/>
                <a:gd name="T109" fmla="*/ 577 h 1200"/>
                <a:gd name="T110" fmla="*/ 1384 w 1810"/>
                <a:gd name="T111" fmla="*/ 502 h 1200"/>
                <a:gd name="T112" fmla="*/ 1359 w 1810"/>
                <a:gd name="T113" fmla="*/ 465 h 1200"/>
                <a:gd name="T114" fmla="*/ 1242 w 1810"/>
                <a:gd name="T115" fmla="*/ 357 h 1200"/>
                <a:gd name="T116" fmla="*/ 1048 w 1810"/>
                <a:gd name="T117" fmla="*/ 233 h 1200"/>
                <a:gd name="T118" fmla="*/ 782 w 1810"/>
                <a:gd name="T119" fmla="*/ 162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810" h="1200">
                  <a:moveTo>
                    <a:pt x="675" y="359"/>
                  </a:moveTo>
                  <a:lnTo>
                    <a:pt x="675" y="451"/>
                  </a:lnTo>
                  <a:lnTo>
                    <a:pt x="675" y="451"/>
                  </a:lnTo>
                  <a:lnTo>
                    <a:pt x="638" y="451"/>
                  </a:lnTo>
                  <a:lnTo>
                    <a:pt x="603" y="459"/>
                  </a:lnTo>
                  <a:lnTo>
                    <a:pt x="571" y="471"/>
                  </a:lnTo>
                  <a:lnTo>
                    <a:pt x="542" y="485"/>
                  </a:lnTo>
                  <a:lnTo>
                    <a:pt x="516" y="502"/>
                  </a:lnTo>
                  <a:lnTo>
                    <a:pt x="496" y="518"/>
                  </a:lnTo>
                  <a:lnTo>
                    <a:pt x="482" y="532"/>
                  </a:lnTo>
                  <a:lnTo>
                    <a:pt x="473" y="542"/>
                  </a:lnTo>
                  <a:lnTo>
                    <a:pt x="469" y="546"/>
                  </a:lnTo>
                  <a:lnTo>
                    <a:pt x="471" y="552"/>
                  </a:lnTo>
                  <a:lnTo>
                    <a:pt x="477" y="566"/>
                  </a:lnTo>
                  <a:lnTo>
                    <a:pt x="484" y="587"/>
                  </a:lnTo>
                  <a:lnTo>
                    <a:pt x="496" y="613"/>
                  </a:lnTo>
                  <a:lnTo>
                    <a:pt x="514" y="644"/>
                  </a:lnTo>
                  <a:lnTo>
                    <a:pt x="536" y="676"/>
                  </a:lnTo>
                  <a:lnTo>
                    <a:pt x="561" y="707"/>
                  </a:lnTo>
                  <a:lnTo>
                    <a:pt x="595" y="735"/>
                  </a:lnTo>
                  <a:lnTo>
                    <a:pt x="632" y="761"/>
                  </a:lnTo>
                  <a:lnTo>
                    <a:pt x="675" y="780"/>
                  </a:lnTo>
                  <a:lnTo>
                    <a:pt x="675" y="865"/>
                  </a:lnTo>
                  <a:lnTo>
                    <a:pt x="614" y="851"/>
                  </a:lnTo>
                  <a:lnTo>
                    <a:pt x="561" y="828"/>
                  </a:lnTo>
                  <a:lnTo>
                    <a:pt x="514" y="800"/>
                  </a:lnTo>
                  <a:lnTo>
                    <a:pt x="473" y="768"/>
                  </a:lnTo>
                  <a:lnTo>
                    <a:pt x="439" y="733"/>
                  </a:lnTo>
                  <a:lnTo>
                    <a:pt x="408" y="698"/>
                  </a:lnTo>
                  <a:lnTo>
                    <a:pt x="384" y="660"/>
                  </a:lnTo>
                  <a:lnTo>
                    <a:pt x="364" y="627"/>
                  </a:lnTo>
                  <a:lnTo>
                    <a:pt x="349" y="595"/>
                  </a:lnTo>
                  <a:lnTo>
                    <a:pt x="337" y="569"/>
                  </a:lnTo>
                  <a:lnTo>
                    <a:pt x="329" y="548"/>
                  </a:lnTo>
                  <a:lnTo>
                    <a:pt x="325" y="534"/>
                  </a:lnTo>
                  <a:lnTo>
                    <a:pt x="323" y="530"/>
                  </a:lnTo>
                  <a:lnTo>
                    <a:pt x="325" y="526"/>
                  </a:lnTo>
                  <a:lnTo>
                    <a:pt x="335" y="516"/>
                  </a:lnTo>
                  <a:lnTo>
                    <a:pt x="350" y="502"/>
                  </a:lnTo>
                  <a:lnTo>
                    <a:pt x="372" y="485"/>
                  </a:lnTo>
                  <a:lnTo>
                    <a:pt x="400" y="463"/>
                  </a:lnTo>
                  <a:lnTo>
                    <a:pt x="433" y="441"/>
                  </a:lnTo>
                  <a:lnTo>
                    <a:pt x="473" y="420"/>
                  </a:lnTo>
                  <a:lnTo>
                    <a:pt x="516" y="400"/>
                  </a:lnTo>
                  <a:lnTo>
                    <a:pt x="565" y="382"/>
                  </a:lnTo>
                  <a:lnTo>
                    <a:pt x="618" y="368"/>
                  </a:lnTo>
                  <a:lnTo>
                    <a:pt x="675" y="359"/>
                  </a:lnTo>
                  <a:close/>
                  <a:moveTo>
                    <a:pt x="707" y="248"/>
                  </a:moveTo>
                  <a:lnTo>
                    <a:pt x="770" y="250"/>
                  </a:lnTo>
                  <a:lnTo>
                    <a:pt x="827" y="260"/>
                  </a:lnTo>
                  <a:lnTo>
                    <a:pt x="882" y="274"/>
                  </a:lnTo>
                  <a:lnTo>
                    <a:pt x="933" y="296"/>
                  </a:lnTo>
                  <a:lnTo>
                    <a:pt x="981" y="319"/>
                  </a:lnTo>
                  <a:lnTo>
                    <a:pt x="1024" y="345"/>
                  </a:lnTo>
                  <a:lnTo>
                    <a:pt x="1063" y="372"/>
                  </a:lnTo>
                  <a:lnTo>
                    <a:pt x="1097" y="400"/>
                  </a:lnTo>
                  <a:lnTo>
                    <a:pt x="1126" y="426"/>
                  </a:lnTo>
                  <a:lnTo>
                    <a:pt x="1152" y="451"/>
                  </a:lnTo>
                  <a:lnTo>
                    <a:pt x="1172" y="471"/>
                  </a:lnTo>
                  <a:lnTo>
                    <a:pt x="1185" y="489"/>
                  </a:lnTo>
                  <a:lnTo>
                    <a:pt x="1195" y="499"/>
                  </a:lnTo>
                  <a:lnTo>
                    <a:pt x="1197" y="502"/>
                  </a:lnTo>
                  <a:lnTo>
                    <a:pt x="1193" y="506"/>
                  </a:lnTo>
                  <a:lnTo>
                    <a:pt x="1185" y="518"/>
                  </a:lnTo>
                  <a:lnTo>
                    <a:pt x="1170" y="538"/>
                  </a:lnTo>
                  <a:lnTo>
                    <a:pt x="1150" y="562"/>
                  </a:lnTo>
                  <a:lnTo>
                    <a:pt x="1126" y="587"/>
                  </a:lnTo>
                  <a:lnTo>
                    <a:pt x="1097" y="617"/>
                  </a:lnTo>
                  <a:lnTo>
                    <a:pt x="1065" y="648"/>
                  </a:lnTo>
                  <a:lnTo>
                    <a:pt x="1028" y="680"/>
                  </a:lnTo>
                  <a:lnTo>
                    <a:pt x="988" y="709"/>
                  </a:lnTo>
                  <a:lnTo>
                    <a:pt x="947" y="737"/>
                  </a:lnTo>
                  <a:lnTo>
                    <a:pt x="904" y="761"/>
                  </a:lnTo>
                  <a:lnTo>
                    <a:pt x="859" y="778"/>
                  </a:lnTo>
                  <a:lnTo>
                    <a:pt x="811" y="790"/>
                  </a:lnTo>
                  <a:lnTo>
                    <a:pt x="762" y="794"/>
                  </a:lnTo>
                  <a:lnTo>
                    <a:pt x="717" y="790"/>
                  </a:lnTo>
                  <a:lnTo>
                    <a:pt x="675" y="780"/>
                  </a:lnTo>
                  <a:lnTo>
                    <a:pt x="675" y="451"/>
                  </a:lnTo>
                  <a:lnTo>
                    <a:pt x="715" y="459"/>
                  </a:lnTo>
                  <a:lnTo>
                    <a:pt x="746" y="469"/>
                  </a:lnTo>
                  <a:lnTo>
                    <a:pt x="774" y="485"/>
                  </a:lnTo>
                  <a:lnTo>
                    <a:pt x="796" y="504"/>
                  </a:lnTo>
                  <a:lnTo>
                    <a:pt x="817" y="528"/>
                  </a:lnTo>
                  <a:lnTo>
                    <a:pt x="837" y="558"/>
                  </a:lnTo>
                  <a:lnTo>
                    <a:pt x="859" y="591"/>
                  </a:lnTo>
                  <a:lnTo>
                    <a:pt x="882" y="633"/>
                  </a:lnTo>
                  <a:lnTo>
                    <a:pt x="1038" y="502"/>
                  </a:lnTo>
                  <a:lnTo>
                    <a:pt x="1034" y="499"/>
                  </a:lnTo>
                  <a:lnTo>
                    <a:pt x="1024" y="487"/>
                  </a:lnTo>
                  <a:lnTo>
                    <a:pt x="1008" y="471"/>
                  </a:lnTo>
                  <a:lnTo>
                    <a:pt x="985" y="451"/>
                  </a:lnTo>
                  <a:lnTo>
                    <a:pt x="957" y="430"/>
                  </a:lnTo>
                  <a:lnTo>
                    <a:pt x="924" y="406"/>
                  </a:lnTo>
                  <a:lnTo>
                    <a:pt x="884" y="386"/>
                  </a:lnTo>
                  <a:lnTo>
                    <a:pt x="839" y="370"/>
                  </a:lnTo>
                  <a:lnTo>
                    <a:pt x="790" y="359"/>
                  </a:lnTo>
                  <a:lnTo>
                    <a:pt x="734" y="355"/>
                  </a:lnTo>
                  <a:lnTo>
                    <a:pt x="675" y="359"/>
                  </a:lnTo>
                  <a:lnTo>
                    <a:pt x="675" y="250"/>
                  </a:lnTo>
                  <a:lnTo>
                    <a:pt x="707" y="248"/>
                  </a:lnTo>
                  <a:close/>
                  <a:moveTo>
                    <a:pt x="675" y="162"/>
                  </a:moveTo>
                  <a:lnTo>
                    <a:pt x="675" y="250"/>
                  </a:lnTo>
                  <a:lnTo>
                    <a:pt x="603" y="260"/>
                  </a:lnTo>
                  <a:lnTo>
                    <a:pt x="536" y="276"/>
                  </a:lnTo>
                  <a:lnTo>
                    <a:pt x="475" y="296"/>
                  </a:lnTo>
                  <a:lnTo>
                    <a:pt x="419" y="321"/>
                  </a:lnTo>
                  <a:lnTo>
                    <a:pt x="370" y="349"/>
                  </a:lnTo>
                  <a:lnTo>
                    <a:pt x="327" y="378"/>
                  </a:lnTo>
                  <a:lnTo>
                    <a:pt x="289" y="408"/>
                  </a:lnTo>
                  <a:lnTo>
                    <a:pt x="258" y="435"/>
                  </a:lnTo>
                  <a:lnTo>
                    <a:pt x="232" y="461"/>
                  </a:lnTo>
                  <a:lnTo>
                    <a:pt x="211" y="483"/>
                  </a:lnTo>
                  <a:lnTo>
                    <a:pt x="197" y="500"/>
                  </a:lnTo>
                  <a:lnTo>
                    <a:pt x="187" y="512"/>
                  </a:lnTo>
                  <a:lnTo>
                    <a:pt x="185" y="516"/>
                  </a:lnTo>
                  <a:lnTo>
                    <a:pt x="187" y="522"/>
                  </a:lnTo>
                  <a:lnTo>
                    <a:pt x="191" y="534"/>
                  </a:lnTo>
                  <a:lnTo>
                    <a:pt x="199" y="554"/>
                  </a:lnTo>
                  <a:lnTo>
                    <a:pt x="211" y="581"/>
                  </a:lnTo>
                  <a:lnTo>
                    <a:pt x="224" y="611"/>
                  </a:lnTo>
                  <a:lnTo>
                    <a:pt x="244" y="646"/>
                  </a:lnTo>
                  <a:lnTo>
                    <a:pt x="266" y="684"/>
                  </a:lnTo>
                  <a:lnTo>
                    <a:pt x="293" y="723"/>
                  </a:lnTo>
                  <a:lnTo>
                    <a:pt x="325" y="765"/>
                  </a:lnTo>
                  <a:lnTo>
                    <a:pt x="360" y="804"/>
                  </a:lnTo>
                  <a:lnTo>
                    <a:pt x="400" y="841"/>
                  </a:lnTo>
                  <a:lnTo>
                    <a:pt x="445" y="877"/>
                  </a:lnTo>
                  <a:lnTo>
                    <a:pt x="494" y="906"/>
                  </a:lnTo>
                  <a:lnTo>
                    <a:pt x="549" y="934"/>
                  </a:lnTo>
                  <a:lnTo>
                    <a:pt x="610" y="954"/>
                  </a:lnTo>
                  <a:lnTo>
                    <a:pt x="675" y="966"/>
                  </a:lnTo>
                  <a:lnTo>
                    <a:pt x="675" y="1058"/>
                  </a:lnTo>
                  <a:lnTo>
                    <a:pt x="595" y="1046"/>
                  </a:lnTo>
                  <a:lnTo>
                    <a:pt x="522" y="1027"/>
                  </a:lnTo>
                  <a:lnTo>
                    <a:pt x="453" y="1001"/>
                  </a:lnTo>
                  <a:lnTo>
                    <a:pt x="390" y="969"/>
                  </a:lnTo>
                  <a:lnTo>
                    <a:pt x="331" y="932"/>
                  </a:lnTo>
                  <a:lnTo>
                    <a:pt x="280" y="893"/>
                  </a:lnTo>
                  <a:lnTo>
                    <a:pt x="232" y="849"/>
                  </a:lnTo>
                  <a:lnTo>
                    <a:pt x="189" y="806"/>
                  </a:lnTo>
                  <a:lnTo>
                    <a:pt x="152" y="761"/>
                  </a:lnTo>
                  <a:lnTo>
                    <a:pt x="118" y="717"/>
                  </a:lnTo>
                  <a:lnTo>
                    <a:pt x="89" y="674"/>
                  </a:lnTo>
                  <a:lnTo>
                    <a:pt x="65" y="633"/>
                  </a:lnTo>
                  <a:lnTo>
                    <a:pt x="43" y="597"/>
                  </a:lnTo>
                  <a:lnTo>
                    <a:pt x="28" y="564"/>
                  </a:lnTo>
                  <a:lnTo>
                    <a:pt x="16" y="536"/>
                  </a:lnTo>
                  <a:lnTo>
                    <a:pt x="6" y="516"/>
                  </a:lnTo>
                  <a:lnTo>
                    <a:pt x="2" y="502"/>
                  </a:lnTo>
                  <a:lnTo>
                    <a:pt x="0" y="499"/>
                  </a:lnTo>
                  <a:lnTo>
                    <a:pt x="4" y="495"/>
                  </a:lnTo>
                  <a:lnTo>
                    <a:pt x="14" y="485"/>
                  </a:lnTo>
                  <a:lnTo>
                    <a:pt x="32" y="469"/>
                  </a:lnTo>
                  <a:lnTo>
                    <a:pt x="55" y="449"/>
                  </a:lnTo>
                  <a:lnTo>
                    <a:pt x="85" y="426"/>
                  </a:lnTo>
                  <a:lnTo>
                    <a:pt x="118" y="400"/>
                  </a:lnTo>
                  <a:lnTo>
                    <a:pt x="158" y="370"/>
                  </a:lnTo>
                  <a:lnTo>
                    <a:pt x="203" y="341"/>
                  </a:lnTo>
                  <a:lnTo>
                    <a:pt x="250" y="311"/>
                  </a:lnTo>
                  <a:lnTo>
                    <a:pt x="303" y="282"/>
                  </a:lnTo>
                  <a:lnTo>
                    <a:pt x="358" y="252"/>
                  </a:lnTo>
                  <a:lnTo>
                    <a:pt x="417" y="227"/>
                  </a:lnTo>
                  <a:lnTo>
                    <a:pt x="478" y="205"/>
                  </a:lnTo>
                  <a:lnTo>
                    <a:pt x="542" y="185"/>
                  </a:lnTo>
                  <a:lnTo>
                    <a:pt x="608" y="171"/>
                  </a:lnTo>
                  <a:lnTo>
                    <a:pt x="675" y="162"/>
                  </a:lnTo>
                  <a:close/>
                  <a:moveTo>
                    <a:pt x="675" y="0"/>
                  </a:moveTo>
                  <a:lnTo>
                    <a:pt x="1810" y="0"/>
                  </a:lnTo>
                  <a:lnTo>
                    <a:pt x="1810" y="1200"/>
                  </a:lnTo>
                  <a:lnTo>
                    <a:pt x="675" y="1200"/>
                  </a:lnTo>
                  <a:lnTo>
                    <a:pt x="675" y="1058"/>
                  </a:lnTo>
                  <a:lnTo>
                    <a:pt x="748" y="1062"/>
                  </a:lnTo>
                  <a:lnTo>
                    <a:pt x="819" y="1060"/>
                  </a:lnTo>
                  <a:lnTo>
                    <a:pt x="894" y="1052"/>
                  </a:lnTo>
                  <a:lnTo>
                    <a:pt x="977" y="1038"/>
                  </a:lnTo>
                  <a:lnTo>
                    <a:pt x="1061" y="1021"/>
                  </a:lnTo>
                  <a:lnTo>
                    <a:pt x="1148" y="1001"/>
                  </a:lnTo>
                  <a:lnTo>
                    <a:pt x="1235" y="975"/>
                  </a:lnTo>
                  <a:lnTo>
                    <a:pt x="1321" y="946"/>
                  </a:lnTo>
                  <a:lnTo>
                    <a:pt x="1404" y="914"/>
                  </a:lnTo>
                  <a:lnTo>
                    <a:pt x="1483" y="879"/>
                  </a:lnTo>
                  <a:lnTo>
                    <a:pt x="1554" y="841"/>
                  </a:lnTo>
                  <a:lnTo>
                    <a:pt x="1619" y="802"/>
                  </a:lnTo>
                  <a:lnTo>
                    <a:pt x="1674" y="763"/>
                  </a:lnTo>
                  <a:lnTo>
                    <a:pt x="1658" y="749"/>
                  </a:lnTo>
                  <a:lnTo>
                    <a:pt x="1634" y="733"/>
                  </a:lnTo>
                  <a:lnTo>
                    <a:pt x="1605" y="717"/>
                  </a:lnTo>
                  <a:lnTo>
                    <a:pt x="1573" y="700"/>
                  </a:lnTo>
                  <a:lnTo>
                    <a:pt x="1540" y="682"/>
                  </a:lnTo>
                  <a:lnTo>
                    <a:pt x="1510" y="664"/>
                  </a:lnTo>
                  <a:lnTo>
                    <a:pt x="1485" y="648"/>
                  </a:lnTo>
                  <a:lnTo>
                    <a:pt x="1467" y="636"/>
                  </a:lnTo>
                  <a:lnTo>
                    <a:pt x="1404" y="690"/>
                  </a:lnTo>
                  <a:lnTo>
                    <a:pt x="1341" y="741"/>
                  </a:lnTo>
                  <a:lnTo>
                    <a:pt x="1276" y="788"/>
                  </a:lnTo>
                  <a:lnTo>
                    <a:pt x="1209" y="832"/>
                  </a:lnTo>
                  <a:lnTo>
                    <a:pt x="1140" y="871"/>
                  </a:lnTo>
                  <a:lnTo>
                    <a:pt x="1067" y="904"/>
                  </a:lnTo>
                  <a:lnTo>
                    <a:pt x="992" y="932"/>
                  </a:lnTo>
                  <a:lnTo>
                    <a:pt x="914" y="954"/>
                  </a:lnTo>
                  <a:lnTo>
                    <a:pt x="831" y="966"/>
                  </a:lnTo>
                  <a:lnTo>
                    <a:pt x="744" y="969"/>
                  </a:lnTo>
                  <a:lnTo>
                    <a:pt x="709" y="969"/>
                  </a:lnTo>
                  <a:lnTo>
                    <a:pt x="675" y="966"/>
                  </a:lnTo>
                  <a:lnTo>
                    <a:pt x="675" y="865"/>
                  </a:lnTo>
                  <a:lnTo>
                    <a:pt x="715" y="871"/>
                  </a:lnTo>
                  <a:lnTo>
                    <a:pt x="758" y="873"/>
                  </a:lnTo>
                  <a:lnTo>
                    <a:pt x="815" y="869"/>
                  </a:lnTo>
                  <a:lnTo>
                    <a:pt x="870" y="859"/>
                  </a:lnTo>
                  <a:lnTo>
                    <a:pt x="925" y="841"/>
                  </a:lnTo>
                  <a:lnTo>
                    <a:pt x="979" y="820"/>
                  </a:lnTo>
                  <a:lnTo>
                    <a:pt x="1030" y="794"/>
                  </a:lnTo>
                  <a:lnTo>
                    <a:pt x="1079" y="767"/>
                  </a:lnTo>
                  <a:lnTo>
                    <a:pt x="1126" y="735"/>
                  </a:lnTo>
                  <a:lnTo>
                    <a:pt x="1172" y="701"/>
                  </a:lnTo>
                  <a:lnTo>
                    <a:pt x="1213" y="670"/>
                  </a:lnTo>
                  <a:lnTo>
                    <a:pt x="1250" y="636"/>
                  </a:lnTo>
                  <a:lnTo>
                    <a:pt x="1284" y="605"/>
                  </a:lnTo>
                  <a:lnTo>
                    <a:pt x="1315" y="577"/>
                  </a:lnTo>
                  <a:lnTo>
                    <a:pt x="1339" y="550"/>
                  </a:lnTo>
                  <a:lnTo>
                    <a:pt x="1361" y="530"/>
                  </a:lnTo>
                  <a:lnTo>
                    <a:pt x="1374" y="512"/>
                  </a:lnTo>
                  <a:lnTo>
                    <a:pt x="1384" y="502"/>
                  </a:lnTo>
                  <a:lnTo>
                    <a:pt x="1386" y="499"/>
                  </a:lnTo>
                  <a:lnTo>
                    <a:pt x="1384" y="495"/>
                  </a:lnTo>
                  <a:lnTo>
                    <a:pt x="1374" y="483"/>
                  </a:lnTo>
                  <a:lnTo>
                    <a:pt x="1359" y="465"/>
                  </a:lnTo>
                  <a:lnTo>
                    <a:pt x="1339" y="443"/>
                  </a:lnTo>
                  <a:lnTo>
                    <a:pt x="1311" y="418"/>
                  </a:lnTo>
                  <a:lnTo>
                    <a:pt x="1280" y="388"/>
                  </a:lnTo>
                  <a:lnTo>
                    <a:pt x="1242" y="357"/>
                  </a:lnTo>
                  <a:lnTo>
                    <a:pt x="1201" y="325"/>
                  </a:lnTo>
                  <a:lnTo>
                    <a:pt x="1154" y="292"/>
                  </a:lnTo>
                  <a:lnTo>
                    <a:pt x="1103" y="262"/>
                  </a:lnTo>
                  <a:lnTo>
                    <a:pt x="1048" y="233"/>
                  </a:lnTo>
                  <a:lnTo>
                    <a:pt x="987" y="207"/>
                  </a:lnTo>
                  <a:lnTo>
                    <a:pt x="924" y="187"/>
                  </a:lnTo>
                  <a:lnTo>
                    <a:pt x="855" y="171"/>
                  </a:lnTo>
                  <a:lnTo>
                    <a:pt x="782" y="162"/>
                  </a:lnTo>
                  <a:lnTo>
                    <a:pt x="707" y="160"/>
                  </a:lnTo>
                  <a:lnTo>
                    <a:pt x="675" y="162"/>
                  </a:lnTo>
                  <a:lnTo>
                    <a:pt x="675" y="0"/>
                  </a:lnTo>
                  <a:close/>
                </a:path>
              </a:pathLst>
            </a:custGeom>
            <a:solidFill>
              <a:srgbClr val="76B9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54671207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100" kern="1200">
        <a:solidFill>
          <a:schemeClr val="tx1"/>
        </a:solidFill>
        <a:latin typeface="Trebuchet MS" pitchFamily="34" charset="0"/>
        <a:ea typeface="+mn-ea"/>
        <a:cs typeface="+mn-cs"/>
      </a:defRPr>
    </a:lvl1pPr>
    <a:lvl2pPr marL="457200" algn="l" rtl="0" eaLnBrk="0" fontAlgn="base" hangingPunct="0">
      <a:spcBef>
        <a:spcPct val="30000"/>
      </a:spcBef>
      <a:spcAft>
        <a:spcPct val="0"/>
      </a:spcAft>
      <a:defRPr sz="1100" kern="1200">
        <a:solidFill>
          <a:schemeClr val="tx1"/>
        </a:solidFill>
        <a:latin typeface="Trebuchet MS" pitchFamily="34" charset="0"/>
        <a:ea typeface="+mn-ea"/>
        <a:cs typeface="+mn-cs"/>
      </a:defRPr>
    </a:lvl2pPr>
    <a:lvl3pPr marL="914400" algn="l" rtl="0" eaLnBrk="0" fontAlgn="base" hangingPunct="0">
      <a:spcBef>
        <a:spcPct val="30000"/>
      </a:spcBef>
      <a:spcAft>
        <a:spcPct val="0"/>
      </a:spcAft>
      <a:defRPr sz="1100" kern="1200">
        <a:solidFill>
          <a:schemeClr val="tx1"/>
        </a:solidFill>
        <a:latin typeface="Trebuchet MS" pitchFamily="34" charset="0"/>
        <a:ea typeface="+mn-ea"/>
        <a:cs typeface="+mn-cs"/>
      </a:defRPr>
    </a:lvl3pPr>
    <a:lvl4pPr marL="1371600" algn="l" rtl="0" eaLnBrk="0" fontAlgn="base" hangingPunct="0">
      <a:spcBef>
        <a:spcPct val="30000"/>
      </a:spcBef>
      <a:spcAft>
        <a:spcPct val="0"/>
      </a:spcAft>
      <a:defRPr sz="1100" kern="1200">
        <a:solidFill>
          <a:schemeClr val="tx1"/>
        </a:solidFill>
        <a:latin typeface="Trebuchet MS" pitchFamily="34" charset="0"/>
        <a:ea typeface="+mn-ea"/>
        <a:cs typeface="+mn-cs"/>
      </a:defRPr>
    </a:lvl4pPr>
    <a:lvl5pPr marL="1828800" algn="l" rtl="0" eaLnBrk="0" fontAlgn="base" hangingPunct="0">
      <a:spcBef>
        <a:spcPct val="30000"/>
      </a:spcBef>
      <a:spcAft>
        <a:spcPct val="0"/>
      </a:spcAft>
      <a:defRPr sz="1100" kern="1200">
        <a:solidFill>
          <a:schemeClr val="tx1"/>
        </a:solidFill>
        <a:latin typeface="Trebuchet MS"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mathworld.wolfram.com/Convolution.html"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setosa.io/ev/image-kernels/"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glassboxmedicine.com/2019/04/13/a-short-history-of-convolutional-neural-networks/"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glassboxmedicine.com/2019/04/13/a-short-history-of-convolutional-neural-networks/"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s://www.jefkine.com/general/2016/09/05/backpropagation-in-convolutional-neural-networks/" TargetMode="Externa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stackoverflow.com/questions/43305891/how-to-correctly-get-layer-weights-from-conv2d-in-keras"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d2l.ai/chapter_convolutional-neural-networks/channels.html" TargetMode="External"/><Relationship Id="rId5" Type="http://schemas.openxmlformats.org/officeDocument/2006/relationships/hyperlink" Target="https://towardsdatascience.com/a-comprehensive-introduction-to-different-types-of-convolutions-in-deep-learning-669281e58215" TargetMode="External"/><Relationship Id="rId4" Type="http://schemas.openxmlformats.org/officeDocument/2006/relationships/hyperlink" Target="https://stackoverflow.com/questions/46480699/why-are-my-keras-conv2d-kernels-3-dimensional#:~:text=I%20understand%20the%20mechanics%20of,kernels%20of%20size(7x7x8)." TargetMode="Externa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setosa.io/ev/image-kernels/"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deepdreamgenerator.com/"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towardsdatascience.com/how-to-visualize-convolutional-features-in-40-lines-of-code-70b7d87b0030"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www.tensorflow.org/api_docs/python/tf/nn/dropout"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blog.paperspace.com/busting-the-myths-about-batch-normalization/" TargetMode="External"/><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hyperlink" Target="https://papers.nips.cc/paper/7515-how-does-batch-normalization-help-optimization.pdf"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CNN(Convolutional Neural Network) 수업에 오신 것을 환영합니다. </a:t>
            </a:r>
            <a:r>
              <a:rPr lang="en-US" dirty="0" err="1"/>
              <a:t>오늘은</a:t>
            </a:r>
            <a:r>
              <a:rPr lang="en-US" dirty="0"/>
              <a:t> 컴퓨터가 </a:t>
            </a:r>
            <a:r>
              <a:rPr lang="en-US" dirty="0" err="1"/>
              <a:t>어떻게</a:t>
            </a:r>
            <a:r>
              <a:rPr lang="en-US" dirty="0"/>
              <a:t> </a:t>
            </a:r>
            <a:r>
              <a:rPr lang="ko-KR" altLang="en-US" dirty="0"/>
              <a:t>이미지를 </a:t>
            </a:r>
            <a:r>
              <a:rPr lang="en-US" dirty="0" err="1"/>
              <a:t>보는</a:t>
            </a:r>
            <a:r>
              <a:rPr lang="en-US" dirty="0"/>
              <a:t> 법을 학습하는지에 대해 얘기해 보겠습니다.</a:t>
            </a:r>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solidFill>
                  <a:prstClr val="black"/>
                </a:solidFill>
              </a:rPr>
              <a:pPr>
                <a:defRPr/>
              </a:pPr>
              <a:t>1</a:t>
            </a:fld>
            <a:endParaRPr lang="en-US">
              <a:solidFill>
                <a:prstClr val="black"/>
              </a:solidFill>
            </a:endParaRPr>
          </a:p>
        </p:txBody>
      </p:sp>
    </p:spTree>
    <p:extLst>
      <p:ext uri="{BB962C8B-B14F-4D97-AF65-F5344CB8AC3E}">
        <p14:creationId xmlns:p14="http://schemas.microsoft.com/office/powerpoint/2010/main" val="37582738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2</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3441600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3</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520852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u="none" strike="noStrike" kern="1200" dirty="0" err="1">
                <a:solidFill>
                  <a:schemeClr val="tx1"/>
                </a:solidFill>
                <a:effectLst/>
                <a:latin typeface="Trebuchet MS" pitchFamily="34" charset="0"/>
                <a:ea typeface="+mn-ea"/>
                <a:cs typeface="+mn-cs"/>
              </a:rPr>
              <a:t>모델이</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트레이닝</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데이터에</a:t>
            </a:r>
            <a:r>
              <a:rPr lang="en-US" sz="1100" b="0" i="0" u="none" strike="noStrike" kern="1200" dirty="0">
                <a:solidFill>
                  <a:schemeClr val="tx1"/>
                </a:solidFill>
                <a:effectLst/>
                <a:latin typeface="Trebuchet MS" pitchFamily="34" charset="0"/>
                <a:ea typeface="+mn-ea"/>
                <a:cs typeface="+mn-cs"/>
              </a:rPr>
              <a:t> 대</a:t>
            </a:r>
            <a:r>
              <a:rPr lang="ko-KR" altLang="en-US" sz="1100" b="0" i="0" u="none" strike="noStrike" kern="1200" dirty="0">
                <a:solidFill>
                  <a:schemeClr val="tx1"/>
                </a:solidFill>
                <a:effectLst/>
                <a:latin typeface="Trebuchet MS" pitchFamily="34" charset="0"/>
                <a:ea typeface="+mn-ea"/>
                <a:cs typeface="+mn-cs"/>
              </a:rPr>
              <a:t>해서는</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높은</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정확도에</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이를</a:t>
            </a:r>
            <a:r>
              <a:rPr lang="en-US" sz="1100" b="0" i="0" u="none" strike="noStrike" kern="1200" dirty="0">
                <a:solidFill>
                  <a:schemeClr val="tx1"/>
                </a:solidFill>
                <a:effectLst/>
                <a:latin typeface="Trebuchet MS" pitchFamily="34" charset="0"/>
                <a:ea typeface="+mn-ea"/>
                <a:cs typeface="+mn-cs"/>
              </a:rPr>
              <a:t> 수 </a:t>
            </a:r>
            <a:r>
              <a:rPr lang="en-US" sz="1100" b="0" i="0" u="none" strike="noStrike" kern="1200" dirty="0" err="1">
                <a:solidFill>
                  <a:schemeClr val="tx1"/>
                </a:solidFill>
                <a:effectLst/>
                <a:latin typeface="Trebuchet MS" pitchFamily="34" charset="0"/>
                <a:ea typeface="+mn-ea"/>
                <a:cs typeface="+mn-cs"/>
              </a:rPr>
              <a:t>있어도</a:t>
            </a:r>
            <a:r>
              <a:rPr lang="en-US" sz="1100" b="0" i="0" u="none" strike="noStrike" kern="1200" dirty="0">
                <a:solidFill>
                  <a:schemeClr val="tx1"/>
                </a:solidFill>
                <a:effectLst/>
                <a:latin typeface="Trebuchet MS" pitchFamily="34" charset="0"/>
                <a:ea typeface="+mn-ea"/>
                <a:cs typeface="+mn-cs"/>
              </a:rPr>
              <a:t> </a:t>
            </a:r>
            <a:r>
              <a:rPr lang="ko-KR" altLang="en-US" sz="1100" b="0" i="0" u="none" strike="noStrike" kern="1200" dirty="0">
                <a:solidFill>
                  <a:schemeClr val="tx1"/>
                </a:solidFill>
                <a:effectLst/>
                <a:latin typeface="Trebuchet MS" pitchFamily="34" charset="0"/>
                <a:ea typeface="+mn-ea"/>
                <a:cs typeface="+mn-cs"/>
              </a:rPr>
              <a:t>검증</a:t>
            </a:r>
            <a:r>
              <a:rPr lang="en-US" altLang="ko-KR" sz="1100" b="0" i="0" u="none" strike="noStrike" kern="1200" dirty="0">
                <a:solidFill>
                  <a:schemeClr val="tx1"/>
                </a:solidFill>
                <a:effectLst/>
                <a:latin typeface="Trebuchet MS" pitchFamily="34" charset="0"/>
                <a:ea typeface="+mn-ea"/>
                <a:cs typeface="+mn-cs"/>
              </a:rPr>
              <a:t>(Validation) </a:t>
            </a:r>
            <a:r>
              <a:rPr lang="ko-KR" altLang="en-US" sz="1100" b="0" i="0" u="none" strike="noStrike" kern="1200" dirty="0">
                <a:solidFill>
                  <a:schemeClr val="tx1"/>
                </a:solidFill>
                <a:effectLst/>
                <a:latin typeface="Trebuchet MS" pitchFamily="34" charset="0"/>
                <a:ea typeface="+mn-ea"/>
                <a:cs typeface="+mn-cs"/>
              </a:rPr>
              <a:t>및 </a:t>
            </a:r>
            <a:r>
              <a:rPr lang="en-US" sz="1100" b="0" i="0" u="none" strike="noStrike" kern="1200" dirty="0" err="1">
                <a:solidFill>
                  <a:schemeClr val="tx1"/>
                </a:solidFill>
                <a:effectLst/>
                <a:latin typeface="Trebuchet MS" pitchFamily="34" charset="0"/>
                <a:ea typeface="+mn-ea"/>
                <a:cs typeface="+mn-cs"/>
              </a:rPr>
              <a:t>테스트</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데이터에</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대해서는</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그렇지</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못할</a:t>
            </a:r>
            <a:r>
              <a:rPr lang="en-US" sz="1100" b="0" i="0" u="none" strike="noStrike" kern="1200" dirty="0">
                <a:solidFill>
                  <a:schemeClr val="tx1"/>
                </a:solidFill>
                <a:effectLst/>
                <a:latin typeface="Trebuchet MS" pitchFamily="34" charset="0"/>
                <a:ea typeface="+mn-ea"/>
                <a:cs typeface="+mn-cs"/>
              </a:rPr>
              <a:t> 수 </a:t>
            </a:r>
            <a:r>
              <a:rPr lang="en-US" sz="1100" b="0" i="0" u="none" strike="noStrike" kern="1200" dirty="0" err="1">
                <a:solidFill>
                  <a:schemeClr val="tx1"/>
                </a:solidFill>
                <a:effectLst/>
                <a:latin typeface="Trebuchet MS" pitchFamily="34" charset="0"/>
                <a:ea typeface="+mn-ea"/>
                <a:cs typeface="+mn-cs"/>
              </a:rPr>
              <a:t>있다는</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것을</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알게</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되었습니다</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이미지는</a:t>
            </a:r>
            <a:r>
              <a:rPr lang="en-US" sz="1100" b="0" i="0" u="none" strike="noStrike" kern="1200" dirty="0">
                <a:solidFill>
                  <a:schemeClr val="tx1"/>
                </a:solidFill>
                <a:effectLst/>
                <a:latin typeface="Trebuchet MS" pitchFamily="34" charset="0"/>
                <a:ea typeface="+mn-ea"/>
                <a:cs typeface="+mn-cs"/>
              </a:rPr>
              <a:t> 한 </a:t>
            </a:r>
            <a:r>
              <a:rPr lang="en-US" sz="1100" b="0" i="0" u="none" strike="noStrike" kern="1200" dirty="0" err="1">
                <a:solidFill>
                  <a:schemeClr val="tx1"/>
                </a:solidFill>
                <a:effectLst/>
                <a:latin typeface="Trebuchet MS" pitchFamily="34" charset="0"/>
                <a:ea typeface="+mn-ea"/>
                <a:cs typeface="+mn-cs"/>
              </a:rPr>
              <a:t>개의</a:t>
            </a:r>
            <a:r>
              <a:rPr lang="en-US" sz="1100" b="0" i="0" u="none" strike="noStrike" kern="1200" dirty="0">
                <a:solidFill>
                  <a:schemeClr val="tx1"/>
                </a:solidFill>
                <a:effectLst/>
                <a:latin typeface="Trebuchet MS" pitchFamily="34" charset="0"/>
                <a:ea typeface="+mn-ea"/>
                <a:cs typeface="+mn-cs"/>
              </a:rPr>
              <a:t> 긴 </a:t>
            </a:r>
            <a:r>
              <a:rPr lang="en-US" sz="1100" b="0" i="0" u="none" strike="noStrike" kern="1200" dirty="0" err="1">
                <a:solidFill>
                  <a:schemeClr val="tx1"/>
                </a:solidFill>
                <a:effectLst/>
                <a:latin typeface="Trebuchet MS" pitchFamily="34" charset="0"/>
                <a:ea typeface="+mn-ea"/>
                <a:cs typeface="+mn-cs"/>
              </a:rPr>
              <a:t>픽셀</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문자열로</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전달됩니다</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이게</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그리</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좋은</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생각이</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아닐</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수도</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있는</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이유는</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무엇일까요</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픽셀</a:t>
            </a:r>
            <a:r>
              <a:rPr lang="ko-KR" altLang="en-US" sz="1100" b="0" i="0" u="none" strike="noStrike" kern="1200" dirty="0">
                <a:solidFill>
                  <a:schemeClr val="tx1"/>
                </a:solidFill>
                <a:effectLst/>
                <a:latin typeface="Trebuchet MS" pitchFamily="34" charset="0"/>
                <a:ea typeface="+mn-ea"/>
                <a:cs typeface="+mn-cs"/>
              </a:rPr>
              <a:t>은 위치라는 </a:t>
            </a:r>
            <a:r>
              <a:rPr lang="en-US" sz="1100" b="0" i="0" u="none" strike="noStrike" kern="1200" dirty="0" err="1">
                <a:solidFill>
                  <a:schemeClr val="tx1"/>
                </a:solidFill>
                <a:effectLst/>
                <a:latin typeface="Trebuchet MS" pitchFamily="34" charset="0"/>
                <a:ea typeface="+mn-ea"/>
                <a:cs typeface="+mn-cs"/>
              </a:rPr>
              <a:t>중요한</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정보가</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담겨</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있습니다</a:t>
            </a:r>
            <a:r>
              <a:rPr lang="en-US" sz="1100" b="0" i="0" u="none" strike="noStrike" kern="1200" dirty="0">
                <a:solidFill>
                  <a:schemeClr val="tx1"/>
                </a:solidFill>
                <a:effectLst/>
                <a:latin typeface="Trebuchet MS" pitchFamily="34" charset="0"/>
                <a:ea typeface="+mn-ea"/>
                <a:cs typeface="+mn-cs"/>
              </a:rPr>
              <a:t>. </a:t>
            </a:r>
            <a:r>
              <a:rPr lang="ko-KR" altLang="en-US" sz="1100" b="0" i="0" u="none" strike="noStrike" kern="1200" dirty="0">
                <a:solidFill>
                  <a:schemeClr val="tx1"/>
                </a:solidFill>
                <a:effectLst/>
                <a:latin typeface="Trebuchet MS" pitchFamily="34" charset="0"/>
                <a:ea typeface="+mn-ea"/>
                <a:cs typeface="+mn-cs"/>
              </a:rPr>
              <a:t>이미지를</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단일</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어레이로</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평탄화</a:t>
            </a:r>
            <a:r>
              <a:rPr lang="en-US" sz="1100" b="0" i="0" u="none" strike="noStrike" kern="1200" dirty="0">
                <a:solidFill>
                  <a:schemeClr val="tx1"/>
                </a:solidFill>
                <a:effectLst/>
                <a:latin typeface="Trebuchet MS" pitchFamily="34" charset="0"/>
                <a:ea typeface="+mn-ea"/>
                <a:cs typeface="+mn-cs"/>
              </a:rPr>
              <a:t>(Flatten)</a:t>
            </a:r>
            <a:r>
              <a:rPr lang="en-US" sz="1100" b="0" i="0" u="none" strike="noStrike" kern="1200" dirty="0" err="1">
                <a:solidFill>
                  <a:schemeClr val="tx1"/>
                </a:solidFill>
                <a:effectLst/>
                <a:latin typeface="Trebuchet MS" pitchFamily="34" charset="0"/>
                <a:ea typeface="+mn-ea"/>
                <a:cs typeface="+mn-cs"/>
              </a:rPr>
              <a:t>하면</a:t>
            </a:r>
            <a:r>
              <a:rPr lang="en-US" sz="1100" b="0" i="0" u="none" strike="noStrike" kern="1200" dirty="0">
                <a:solidFill>
                  <a:schemeClr val="tx1"/>
                </a:solidFill>
                <a:effectLst/>
                <a:latin typeface="Trebuchet MS" pitchFamily="34" charset="0"/>
                <a:ea typeface="+mn-ea"/>
                <a:cs typeface="+mn-cs"/>
              </a:rPr>
              <a:t> 이 </a:t>
            </a:r>
            <a:r>
              <a:rPr lang="en-US" sz="1100" b="0" i="0" u="none" strike="noStrike" kern="1200" dirty="0" err="1">
                <a:solidFill>
                  <a:schemeClr val="tx1"/>
                </a:solidFill>
                <a:effectLst/>
                <a:latin typeface="Trebuchet MS" pitchFamily="34" charset="0"/>
                <a:ea typeface="+mn-ea"/>
                <a:cs typeface="+mn-cs"/>
              </a:rPr>
              <a:t>정보를</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잃게</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됩니다</a:t>
            </a:r>
            <a:r>
              <a:rPr lang="en-US" sz="1100" b="0" i="0" u="none" strike="noStrike" kern="1200" dirty="0">
                <a:solidFill>
                  <a:schemeClr val="tx1"/>
                </a:solidFill>
                <a:effectLst/>
                <a:latin typeface="Trebuchet MS" pitchFamily="34" charset="0"/>
                <a:ea typeface="+mn-ea"/>
                <a:cs typeface="+mn-cs"/>
              </a:rPr>
              <a:t>.</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4</a:t>
            </a:fld>
            <a:endParaRPr lang="en-US"/>
          </a:p>
        </p:txBody>
      </p:sp>
    </p:spTree>
    <p:extLst>
      <p:ext uri="{BB962C8B-B14F-4D97-AF65-F5344CB8AC3E}">
        <p14:creationId xmlns:p14="http://schemas.microsoft.com/office/powerpoint/2010/main" val="29316639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u="none" strike="noStrike" kern="1200" dirty="0">
                <a:solidFill>
                  <a:schemeClr val="tx1"/>
                </a:solidFill>
                <a:effectLst/>
                <a:latin typeface="Trebuchet MS" pitchFamily="34" charset="0"/>
                <a:ea typeface="+mn-ea"/>
                <a:cs typeface="+mn-cs"/>
              </a:rPr>
              <a:t>따라서 이미지에서 공간 </a:t>
            </a:r>
            <a:r>
              <a:rPr lang="en-US" sz="1100" b="0" i="0" u="none" strike="noStrike" kern="1200" dirty="0" err="1">
                <a:solidFill>
                  <a:schemeClr val="tx1"/>
                </a:solidFill>
                <a:effectLst/>
                <a:latin typeface="Trebuchet MS" pitchFamily="34" charset="0"/>
                <a:ea typeface="+mn-ea"/>
                <a:cs typeface="+mn-cs"/>
              </a:rPr>
              <a:t>정보를</a:t>
            </a:r>
            <a:r>
              <a:rPr lang="en-US" sz="1100" b="0" i="0" u="none" strike="noStrike" kern="1200" dirty="0">
                <a:solidFill>
                  <a:schemeClr val="tx1"/>
                </a:solidFill>
                <a:effectLst/>
                <a:latin typeface="Trebuchet MS" pitchFamily="34" charset="0"/>
                <a:ea typeface="+mn-ea"/>
                <a:cs typeface="+mn-cs"/>
              </a:rPr>
              <a:t> </a:t>
            </a:r>
            <a:r>
              <a:rPr lang="ko-KR" altLang="en-US" sz="1100" b="0" i="0" u="none" strike="noStrike" kern="1200" dirty="0">
                <a:solidFill>
                  <a:schemeClr val="tx1"/>
                </a:solidFill>
                <a:effectLst/>
                <a:latin typeface="Trebuchet MS" pitchFamily="34" charset="0"/>
                <a:ea typeface="+mn-ea"/>
                <a:cs typeface="+mn-cs"/>
              </a:rPr>
              <a:t>활용할 수 있도록 </a:t>
            </a:r>
            <a:r>
              <a:rPr lang="en-US" sz="1100" b="0" i="0" u="none" strike="noStrike" kern="1200" dirty="0" err="1">
                <a:solidFill>
                  <a:schemeClr val="tx1"/>
                </a:solidFill>
                <a:effectLst/>
                <a:latin typeface="Trebuchet MS" pitchFamily="34" charset="0"/>
                <a:ea typeface="+mn-ea"/>
                <a:cs typeface="+mn-cs"/>
              </a:rPr>
              <a:t>설계된</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모델로</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업그레이드해야</a:t>
            </a:r>
            <a:r>
              <a:rPr lang="en-US" sz="1100" b="0" i="0" u="none" strike="noStrike" kern="1200" dirty="0">
                <a:solidFill>
                  <a:schemeClr val="tx1"/>
                </a:solidFill>
                <a:effectLst/>
                <a:latin typeface="Trebuchet MS" pitchFamily="34" charset="0"/>
                <a:ea typeface="+mn-ea"/>
                <a:cs typeface="+mn-cs"/>
              </a:rPr>
              <a:t> 합니다.</a:t>
            </a:r>
            <a:endParaRPr lang="en-GB" dirty="0"/>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5</a:t>
            </a:fld>
            <a:endParaRPr lang="en-US"/>
          </a:p>
        </p:txBody>
      </p:sp>
    </p:spTree>
    <p:extLst>
      <p:ext uri="{BB962C8B-B14F-4D97-AF65-F5344CB8AC3E}">
        <p14:creationId xmlns:p14="http://schemas.microsoft.com/office/powerpoint/2010/main" val="248168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뉴럴 네트워크에 대해 알아보기 전에 컴퓨터 비전 전문가가 이러한 유형의 문제에 어떤 식으로 접근했었는지에 대해 얘기해 보겠습니다. 어렸을 때 Photoshop, MS Paint 또는 GIMP로 .gif 또는 밈이나 우스꽝스러운 사진을 많이 만들어 </a:t>
            </a:r>
            <a:r>
              <a:rPr lang="en-US" dirty="0" err="1"/>
              <a:t>보았다면</a:t>
            </a:r>
            <a:r>
              <a:rPr lang="en-US" dirty="0"/>
              <a:t> </a:t>
            </a:r>
            <a:r>
              <a:rPr lang="ko-KR" altLang="en-US" dirty="0"/>
              <a:t>더욱 쉽게 이해할 수 있습니다</a:t>
            </a:r>
            <a:r>
              <a:rPr lang="en-US" altLang="ko-KR" dirty="0"/>
              <a:t>.</a:t>
            </a:r>
            <a:r>
              <a:rPr lang="en-US" dirty="0"/>
              <a:t> 컴퓨터가 사진을 어떻게 표현하고 조작하는지를 이해하는 것은 오늘날의 컴퓨터 비전을 위한 훌륭한 토대가 됩니다.</a:t>
            </a:r>
          </a:p>
          <a:p>
            <a:endParaRPr lang="en-US" dirty="0"/>
          </a:p>
          <a:p>
            <a:r>
              <a:rPr lang="en-US" dirty="0">
                <a:latin typeface="Trebuchet MS"/>
              </a:rPr>
              <a:t>예를 들어 흐리게 하기, 선명하게 하기, 밝게 하기 및 어둡게 하기 도구를 살펴보겠습니다. </a:t>
            </a:r>
            <a:r>
              <a:rPr lang="en-US" dirty="0" err="1">
                <a:latin typeface="Trebuchet MS"/>
              </a:rPr>
              <a:t>드로잉</a:t>
            </a:r>
            <a:r>
              <a:rPr lang="en-US" dirty="0">
                <a:latin typeface="Trebuchet MS"/>
              </a:rPr>
              <a:t> 프로그램에서는 클릭하여 이미지를 조작하는 영역을 커널이라고 부릅니다. 합성곱은 커널에 이미지를 곱하는 경우로, 이러한 도구를 선택하여 이미지 전체로 드래그할 때 수행됩니다. 엄밀히 따지면 합성곱은 한 개의 함수를 또 다른 함수에 적용하는 경우이지만 기본 이미지를 색상의 함수, 커널을 픽셀의 함수로 생각할 수 있습니다.</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6</a:t>
            </a:fld>
            <a:endParaRPr lang="en-US"/>
          </a:p>
        </p:txBody>
      </p:sp>
    </p:spTree>
    <p:extLst>
      <p:ext uri="{BB962C8B-B14F-4D97-AF65-F5344CB8AC3E}">
        <p14:creationId xmlns:p14="http://schemas.microsoft.com/office/powerpoint/2010/main" val="1483528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커널은</a:t>
            </a:r>
            <a:r>
              <a:rPr lang="en-US" dirty="0"/>
              <a:t> </a:t>
            </a:r>
            <a:r>
              <a:rPr lang="en-US" dirty="0" err="1"/>
              <a:t>그저</a:t>
            </a:r>
            <a:r>
              <a:rPr lang="en-US" dirty="0"/>
              <a:t> </a:t>
            </a:r>
            <a:r>
              <a:rPr lang="en-US" dirty="0" err="1"/>
              <a:t>작은</a:t>
            </a:r>
            <a:r>
              <a:rPr lang="en-US" dirty="0"/>
              <a:t> </a:t>
            </a:r>
            <a:r>
              <a:rPr lang="en-US" dirty="0" err="1"/>
              <a:t>행렬이며</a:t>
            </a:r>
            <a:r>
              <a:rPr lang="en-US" dirty="0"/>
              <a:t>, </a:t>
            </a:r>
            <a:r>
              <a:rPr lang="en-US" dirty="0" err="1"/>
              <a:t>흐리게</a:t>
            </a:r>
            <a:r>
              <a:rPr lang="en-US" dirty="0"/>
              <a:t> </a:t>
            </a:r>
            <a:r>
              <a:rPr lang="en-US" dirty="0" err="1"/>
              <a:t>하기는</a:t>
            </a:r>
            <a:r>
              <a:rPr lang="en-US" dirty="0"/>
              <a:t> </a:t>
            </a:r>
            <a:r>
              <a:rPr lang="en-US" dirty="0" err="1"/>
              <a:t>픽셀을</a:t>
            </a:r>
            <a:r>
              <a:rPr lang="en-US" dirty="0"/>
              <a:t> </a:t>
            </a:r>
            <a:r>
              <a:rPr lang="en-US" dirty="0" err="1"/>
              <a:t>표현하는</a:t>
            </a:r>
            <a:r>
              <a:rPr lang="en-US" dirty="0"/>
              <a:t> </a:t>
            </a:r>
            <a:r>
              <a:rPr lang="en-US" dirty="0" err="1"/>
              <a:t>숫자의</a:t>
            </a:r>
            <a:r>
              <a:rPr lang="en-US" dirty="0"/>
              <a:t> </a:t>
            </a:r>
            <a:r>
              <a:rPr lang="en-US" dirty="0" err="1"/>
              <a:t>가중치</a:t>
            </a:r>
            <a:r>
              <a:rPr lang="en-US" dirty="0"/>
              <a:t> </a:t>
            </a:r>
            <a:r>
              <a:rPr lang="en-US" dirty="0" err="1"/>
              <a:t>평균입니다</a:t>
            </a:r>
            <a:r>
              <a:rPr lang="en-US" dirty="0"/>
              <a:t>. </a:t>
            </a:r>
            <a:r>
              <a:rPr lang="en-US" dirty="0" err="1"/>
              <a:t>선명하게</a:t>
            </a:r>
            <a:r>
              <a:rPr lang="en-US" dirty="0"/>
              <a:t> </a:t>
            </a:r>
            <a:r>
              <a:rPr lang="en-US" dirty="0" err="1"/>
              <a:t>하기는</a:t>
            </a:r>
            <a:r>
              <a:rPr lang="en-US" dirty="0"/>
              <a:t> </a:t>
            </a:r>
            <a:r>
              <a:rPr lang="en-US" dirty="0" err="1"/>
              <a:t>중앙의</a:t>
            </a:r>
            <a:r>
              <a:rPr lang="en-US" dirty="0"/>
              <a:t> </a:t>
            </a:r>
            <a:r>
              <a:rPr lang="en-US" dirty="0" err="1"/>
              <a:t>픽셀을</a:t>
            </a:r>
            <a:r>
              <a:rPr lang="en-US" dirty="0"/>
              <a:t> </a:t>
            </a:r>
            <a:r>
              <a:rPr lang="en-US" dirty="0" err="1"/>
              <a:t>밝게</a:t>
            </a:r>
            <a:r>
              <a:rPr lang="en-US" dirty="0"/>
              <a:t> </a:t>
            </a:r>
            <a:r>
              <a:rPr lang="en-US" dirty="0" err="1"/>
              <a:t>하지만</a:t>
            </a:r>
            <a:r>
              <a:rPr lang="en-US" dirty="0"/>
              <a:t> </a:t>
            </a:r>
            <a:r>
              <a:rPr lang="en-US" dirty="0" err="1"/>
              <a:t>바로</a:t>
            </a:r>
            <a:r>
              <a:rPr lang="en-US" dirty="0"/>
              <a:t> </a:t>
            </a:r>
            <a:r>
              <a:rPr lang="en-US" dirty="0" err="1"/>
              <a:t>근처에</a:t>
            </a:r>
            <a:r>
              <a:rPr lang="en-US" dirty="0"/>
              <a:t> </a:t>
            </a:r>
            <a:r>
              <a:rPr lang="en-US" dirty="0" err="1"/>
              <a:t>위치한</a:t>
            </a:r>
            <a:r>
              <a:rPr lang="en-US" dirty="0"/>
              <a:t> </a:t>
            </a:r>
            <a:r>
              <a:rPr lang="en-US" dirty="0" err="1"/>
              <a:t>픽셀</a:t>
            </a:r>
            <a:r>
              <a:rPr lang="ko-KR" altLang="en-US" dirty="0"/>
              <a:t>을 어둡게 합니다</a:t>
            </a:r>
            <a:r>
              <a:rPr lang="en-US" altLang="ko-KR" dirty="0"/>
              <a:t>.</a:t>
            </a:r>
            <a:r>
              <a:rPr lang="en-US" dirty="0"/>
              <a:t> </a:t>
            </a:r>
            <a:r>
              <a:rPr lang="ko-KR" altLang="en-US" dirty="0"/>
              <a:t>즉</a:t>
            </a:r>
            <a:r>
              <a:rPr lang="en-US" altLang="ko-KR" dirty="0"/>
              <a:t>, </a:t>
            </a:r>
            <a:r>
              <a:rPr lang="en-US" dirty="0" err="1"/>
              <a:t>밝게</a:t>
            </a:r>
            <a:r>
              <a:rPr lang="en-US" dirty="0"/>
              <a:t> </a:t>
            </a:r>
            <a:r>
              <a:rPr lang="en-US" dirty="0" err="1"/>
              <a:t>하기는</a:t>
            </a:r>
            <a:r>
              <a:rPr lang="en-US" dirty="0"/>
              <a:t> </a:t>
            </a:r>
            <a:r>
              <a:rPr lang="en-US" dirty="0" err="1"/>
              <a:t>중앙</a:t>
            </a:r>
            <a:r>
              <a:rPr lang="en-US" dirty="0"/>
              <a:t> </a:t>
            </a:r>
            <a:r>
              <a:rPr lang="en-US" dirty="0" err="1"/>
              <a:t>픽셀의</a:t>
            </a:r>
            <a:r>
              <a:rPr lang="en-US" dirty="0"/>
              <a:t> </a:t>
            </a:r>
            <a:r>
              <a:rPr lang="en-US" dirty="0" err="1"/>
              <a:t>색상</a:t>
            </a:r>
            <a:r>
              <a:rPr lang="en-US" dirty="0"/>
              <a:t> </a:t>
            </a:r>
            <a:r>
              <a:rPr lang="en-US" dirty="0" err="1"/>
              <a:t>값을</a:t>
            </a:r>
            <a:r>
              <a:rPr lang="en-US" dirty="0"/>
              <a:t> 더 </a:t>
            </a:r>
            <a:r>
              <a:rPr lang="en-US" dirty="0" err="1"/>
              <a:t>크게</a:t>
            </a:r>
            <a:r>
              <a:rPr lang="en-US" dirty="0"/>
              <a:t> </a:t>
            </a:r>
            <a:r>
              <a:rPr lang="en-US" dirty="0" err="1"/>
              <a:t>만들고</a:t>
            </a:r>
            <a:r>
              <a:rPr lang="en-US" dirty="0"/>
              <a:t>(255가 </a:t>
            </a:r>
            <a:r>
              <a:rPr lang="en-US" dirty="0" err="1"/>
              <a:t>흰색인</a:t>
            </a:r>
            <a:r>
              <a:rPr lang="en-US" dirty="0"/>
              <a:t> </a:t>
            </a:r>
            <a:r>
              <a:rPr lang="en-US" dirty="0" err="1"/>
              <a:t>경우</a:t>
            </a:r>
            <a:r>
              <a:rPr lang="en-US" dirty="0"/>
              <a:t>. </a:t>
            </a:r>
            <a:r>
              <a:rPr lang="en-US" dirty="0" err="1"/>
              <a:t>밝게</a:t>
            </a:r>
            <a:r>
              <a:rPr lang="en-US" dirty="0"/>
              <a:t> </a:t>
            </a:r>
            <a:r>
              <a:rPr lang="en-US" dirty="0" err="1"/>
              <a:t>하기는</a:t>
            </a:r>
            <a:r>
              <a:rPr lang="en-US" dirty="0"/>
              <a:t> 0이 </a:t>
            </a:r>
            <a:r>
              <a:rPr lang="en-US" dirty="0" err="1"/>
              <a:t>흰색인</a:t>
            </a:r>
            <a:r>
              <a:rPr lang="en-US" dirty="0"/>
              <a:t> </a:t>
            </a:r>
            <a:r>
              <a:rPr lang="en-US" dirty="0" err="1"/>
              <a:t>경우</a:t>
            </a:r>
            <a:r>
              <a:rPr lang="en-US" dirty="0"/>
              <a:t> </a:t>
            </a:r>
            <a:r>
              <a:rPr lang="en-US" dirty="0" err="1"/>
              <a:t>이를</a:t>
            </a:r>
            <a:r>
              <a:rPr lang="en-US" dirty="0"/>
              <a:t> 더 </a:t>
            </a:r>
            <a:r>
              <a:rPr lang="en-US" dirty="0" err="1"/>
              <a:t>작게</a:t>
            </a:r>
            <a:r>
              <a:rPr lang="en-US" dirty="0"/>
              <a:t> </a:t>
            </a:r>
            <a:r>
              <a:rPr lang="en-US" dirty="0" err="1"/>
              <a:t>만듦</a:t>
            </a:r>
            <a:r>
              <a:rPr lang="en-US" dirty="0"/>
              <a:t>), </a:t>
            </a:r>
            <a:r>
              <a:rPr lang="en-US" dirty="0" err="1"/>
              <a:t>어둡게</a:t>
            </a:r>
            <a:r>
              <a:rPr lang="en-US" dirty="0"/>
              <a:t> </a:t>
            </a:r>
            <a:r>
              <a:rPr lang="en-US" dirty="0" err="1"/>
              <a:t>하기는</a:t>
            </a:r>
            <a:r>
              <a:rPr lang="en-US" dirty="0"/>
              <a:t> </a:t>
            </a:r>
            <a:r>
              <a:rPr lang="en-US" dirty="0" err="1"/>
              <a:t>반대로</a:t>
            </a:r>
            <a:r>
              <a:rPr lang="en-US" dirty="0"/>
              <a:t> </a:t>
            </a:r>
            <a:r>
              <a:rPr lang="en-US" dirty="0" err="1"/>
              <a:t>작용합니다</a:t>
            </a:r>
            <a:r>
              <a:rPr lang="en-US" dirty="0"/>
              <a:t>.  더 </a:t>
            </a:r>
            <a:r>
              <a:rPr lang="en-US" dirty="0" err="1"/>
              <a:t>작은</a:t>
            </a:r>
            <a:r>
              <a:rPr lang="en-US" dirty="0"/>
              <a:t> </a:t>
            </a:r>
            <a:r>
              <a:rPr lang="en-US" dirty="0" err="1"/>
              <a:t>이미지를</a:t>
            </a:r>
            <a:r>
              <a:rPr lang="en-US" dirty="0"/>
              <a:t> </a:t>
            </a:r>
            <a:r>
              <a:rPr lang="en-US" dirty="0" err="1"/>
              <a:t>살펴보고</a:t>
            </a:r>
            <a:r>
              <a:rPr lang="en-US" dirty="0"/>
              <a:t> </a:t>
            </a:r>
            <a:r>
              <a:rPr lang="en-US" dirty="0" err="1"/>
              <a:t>분석해</a:t>
            </a:r>
            <a:r>
              <a:rPr lang="en-US" dirty="0"/>
              <a:t> </a:t>
            </a:r>
            <a:r>
              <a:rPr lang="en-US" dirty="0" err="1"/>
              <a:t>보겠습니다</a:t>
            </a:r>
            <a:r>
              <a:rPr lang="en-US" dirty="0"/>
              <a:t>.</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7</a:t>
            </a:fld>
            <a:endParaRPr lang="en-US"/>
          </a:p>
        </p:txBody>
      </p:sp>
    </p:spTree>
    <p:extLst>
      <p:ext uri="{BB962C8B-B14F-4D97-AF65-F5344CB8AC3E}">
        <p14:creationId xmlns:p14="http://schemas.microsoft.com/office/powerpoint/2010/main" val="32762087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자, 하트 그림이 있습니다. 잘 모르시겠다고요? 죄송합니다. 6x6픽셀로만 작업해야 했기 때문입니다.</a:t>
            </a:r>
          </a:p>
          <a:p>
            <a:r>
              <a:rPr lang="en-US"/>
              <a:t>합성곱을 살펴보겠습니다. 중앙의 멋진 별은 합성곱 연산자입니다. 결과적인 이미지는 4x4가 됩니다. 조금 후에는 더욱 확연해질 것입니다.</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8</a:t>
            </a:fld>
            <a:endParaRPr lang="en-US"/>
          </a:p>
        </p:txBody>
      </p:sp>
    </p:spTree>
    <p:extLst>
      <p:ext uri="{BB962C8B-B14F-4D97-AF65-F5344CB8AC3E}">
        <p14:creationId xmlns:p14="http://schemas.microsoft.com/office/powerpoint/2010/main" val="8590474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왼쪽 상단부터 시작해 보겠습니다. 합성곱을 수행하려는 섹션(빨간색 상자)을 윈도우라고 부릅니다. 보시다시피 커널과 같은 모양으로 되어 있습니다.</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9</a:t>
            </a:fld>
            <a:endParaRPr lang="en-US"/>
          </a:p>
        </p:txBody>
      </p:sp>
    </p:spTree>
    <p:extLst>
      <p:ext uri="{BB962C8B-B14F-4D97-AF65-F5344CB8AC3E}">
        <p14:creationId xmlns:p14="http://schemas.microsoft.com/office/powerpoint/2010/main" val="2374863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커널을 취한 다음 커널에서 각 셀을 윈도우의 각 셀로 곱하겠습니다.</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10</a:t>
            </a:fld>
            <a:endParaRPr lang="en-US"/>
          </a:p>
        </p:txBody>
      </p:sp>
    </p:spTree>
    <p:extLst>
      <p:ext uri="{BB962C8B-B14F-4D97-AF65-F5344CB8AC3E}">
        <p14:creationId xmlns:p14="http://schemas.microsoft.com/office/powerpoint/2010/main" val="15181133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그런 다음에는 해당 곱셈의 결과를 합산하겠습니다.</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11</a:t>
            </a:fld>
            <a:endParaRPr lang="en-US"/>
          </a:p>
        </p:txBody>
      </p:sp>
    </p:spTree>
    <p:extLst>
      <p:ext uri="{BB962C8B-B14F-4D97-AF65-F5344CB8AC3E}">
        <p14:creationId xmlns:p14="http://schemas.microsoft.com/office/powerpoint/2010/main" val="20650249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다음으로 윈도우를 1칸 이동합니다...</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12</a:t>
            </a:fld>
            <a:endParaRPr lang="en-US"/>
          </a:p>
        </p:txBody>
      </p:sp>
    </p:spTree>
    <p:extLst>
      <p:ext uri="{BB962C8B-B14F-4D97-AF65-F5344CB8AC3E}">
        <p14:creationId xmlns:p14="http://schemas.microsoft.com/office/powerpoint/2010/main" val="2438626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그리고 전체 이미지의 합성곱을 계산할 때까지 과정을 반복합니다.</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hlinkClick r:id="rId3"/>
              </a:rPr>
              <a:t>https://mathworld.wolfram.com/Convolution.html</a:t>
            </a:r>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13</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1809221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합성곱과 </a:t>
            </a:r>
            <a:r>
              <a:rPr lang="en-US" dirty="0" err="1"/>
              <a:t>관련하여</a:t>
            </a:r>
            <a:r>
              <a:rPr lang="en-US" dirty="0"/>
              <a:t> </a:t>
            </a:r>
            <a:r>
              <a:rPr lang="en-US" dirty="0" err="1"/>
              <a:t>사용</a:t>
            </a:r>
            <a:r>
              <a:rPr lang="ko-KR" altLang="en-US" dirty="0"/>
              <a:t>할 수 있는 </a:t>
            </a:r>
            <a:r>
              <a:rPr lang="en-US" dirty="0"/>
              <a:t>몇 개의 매개변수가 있습니다. </a:t>
            </a:r>
            <a:r>
              <a:rPr lang="en-US" dirty="0" err="1"/>
              <a:t>하나는</a:t>
            </a:r>
            <a:r>
              <a:rPr lang="en-US" dirty="0"/>
              <a:t> </a:t>
            </a:r>
            <a:r>
              <a:rPr lang="en-US" dirty="0" err="1"/>
              <a:t>스트라이드</a:t>
            </a:r>
            <a:r>
              <a:rPr lang="en-US" dirty="0"/>
              <a:t>(Stride)로, 이는 합성곱 수행 시 윈도우를 몇 셀 만큼 </a:t>
            </a:r>
            <a:r>
              <a:rPr lang="en-US" dirty="0" err="1"/>
              <a:t>이동해야</a:t>
            </a:r>
            <a:r>
              <a:rPr lang="en-US" dirty="0"/>
              <a:t> </a:t>
            </a:r>
            <a:r>
              <a:rPr lang="en-US" dirty="0" err="1"/>
              <a:t>하는</a:t>
            </a:r>
            <a:r>
              <a:rPr lang="ko-KR" altLang="en-US" dirty="0"/>
              <a:t>지를 나타냅니다</a:t>
            </a:r>
            <a:r>
              <a:rPr lang="en-US" altLang="ko-KR" dirty="0"/>
              <a:t>.</a:t>
            </a:r>
            <a:r>
              <a:rPr lang="en-US" dirty="0"/>
              <a:t> 설명을 위해 하트를 반으로 자르겠습니다. 아, 부서진 하트가 되었군요!</a:t>
            </a:r>
          </a:p>
          <a:p>
            <a:r>
              <a:rPr lang="en-US" dirty="0"/>
              <a:t>전과 같은 커널이 있다고 가정해 보겠습니다.</a:t>
            </a:r>
          </a:p>
          <a:p>
            <a:endParaRPr lang="en-US" dirty="0"/>
          </a:p>
          <a:p>
            <a:r>
              <a:rPr lang="en-US" dirty="0" err="1"/>
              <a:t>스트라이드가</a:t>
            </a:r>
            <a:r>
              <a:rPr lang="en-US" dirty="0"/>
              <a:t> 2</a:t>
            </a:r>
            <a:r>
              <a:rPr lang="ko-KR" altLang="en-US" dirty="0"/>
              <a:t>라</a:t>
            </a:r>
            <a:r>
              <a:rPr lang="en-US" dirty="0"/>
              <a:t>면 두 열과 두 행마다 한 번씩 합성곱의 시작을 건너뜁니다. 이렇게 하면 더 작은 데이터가 생성되며, 여기에는 장단점이 있습니다. 장점은 분석할 데이터가 더 적다는 것이지만, 스트라이드를 너무 많이 늘리면 중요한 정보를 놓칠 수도 있습니다.</a:t>
            </a:r>
          </a:p>
          <a:p>
            <a:endParaRPr lang="en-US" dirty="0"/>
          </a:p>
          <a:p>
            <a:r>
              <a:rPr lang="en-US" dirty="0"/>
              <a:t>살펴봐야 할 또 다른 점은 스트라이드가 2일 경우 이미지의 오른쪽 측면을 위한 합성곱을 수행할 충분한 열이 없다는 것입니다.</a:t>
            </a: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14</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9037550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모든 픽셀이 합성곱에 사용되도록 하기 위한 충분한 데이터를 원하거나 결과적인 이미지가 입력 이미지와 크기가 같도록 하고 싶은 경우에는 패딩이라는 것을 수행할 수 있습니다. 빠르고 쉽게 이를 수행하는 방법을 '제로' 패딩이라고 하며, 이 경우 이미지 주변에 0의 테두리가 추가됩니다. 대부분의 경우에는 이 정도로 충분하지만 이미지가 작은 몇몇 경우에는 합성곱에 영향을 미칠 수 있습니다.</a:t>
            </a:r>
          </a:p>
          <a:p>
            <a:endParaRPr lang="en-US"/>
          </a:p>
          <a:p>
            <a:r>
              <a:rPr lang="en-US">
                <a:hlinkClick r:id="rId3"/>
              </a:rPr>
              <a:t>https://setosa.io/ev/image-kernels/</a:t>
            </a:r>
            <a:endParaRPr lang="en-US"/>
          </a:p>
          <a:p>
            <a:r>
              <a:rPr lang="en-US">
                <a:hlinkClick r:id="rId4"/>
              </a:rPr>
              <a:t>https://glassboxmedicine.com/2019/04/13/a-short-history-of-convolutional-neural-networks/</a:t>
            </a:r>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15</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1419906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다른</a:t>
            </a:r>
            <a:r>
              <a:rPr lang="en-US" dirty="0"/>
              <a:t> </a:t>
            </a:r>
            <a:r>
              <a:rPr lang="en-US" dirty="0" err="1"/>
              <a:t>유형의</a:t>
            </a:r>
            <a:r>
              <a:rPr lang="en-US" dirty="0"/>
              <a:t> </a:t>
            </a:r>
            <a:r>
              <a:rPr lang="en-US" dirty="0" err="1"/>
              <a:t>패딩도</a:t>
            </a:r>
            <a:r>
              <a:rPr lang="en-US" dirty="0"/>
              <a:t> </a:t>
            </a:r>
            <a:r>
              <a:rPr lang="en-US" dirty="0" err="1"/>
              <a:t>많습니다</a:t>
            </a:r>
            <a:r>
              <a:rPr lang="en-US" dirty="0"/>
              <a:t>. </a:t>
            </a:r>
            <a:r>
              <a:rPr lang="en-US" dirty="0" err="1"/>
              <a:t>다수의</a:t>
            </a:r>
            <a:r>
              <a:rPr lang="en-US" dirty="0"/>
              <a:t> </a:t>
            </a:r>
            <a:r>
              <a:rPr lang="en-US" dirty="0" err="1"/>
              <a:t>프레임워크에는</a:t>
            </a:r>
            <a:r>
              <a:rPr lang="en-US" dirty="0"/>
              <a:t> </a:t>
            </a:r>
            <a:r>
              <a:rPr lang="ko-KR" altLang="en-US" dirty="0"/>
              <a:t>상</a:t>
            </a:r>
            <a:r>
              <a:rPr lang="en-US" dirty="0" err="1"/>
              <a:t>단과</a:t>
            </a:r>
            <a:r>
              <a:rPr lang="en-US" dirty="0"/>
              <a:t> </a:t>
            </a:r>
            <a:r>
              <a:rPr lang="en-US" dirty="0" err="1"/>
              <a:t>하단</a:t>
            </a:r>
            <a:r>
              <a:rPr lang="en-US" dirty="0"/>
              <a:t> 행, </a:t>
            </a:r>
            <a:r>
              <a:rPr lang="en-US" dirty="0" err="1"/>
              <a:t>그리고</a:t>
            </a:r>
            <a:r>
              <a:rPr lang="en-US" dirty="0"/>
              <a:t> </a:t>
            </a:r>
            <a:r>
              <a:rPr lang="en-US" dirty="0" err="1"/>
              <a:t>왼쪽과</a:t>
            </a:r>
            <a:r>
              <a:rPr lang="en-US" dirty="0"/>
              <a:t> </a:t>
            </a:r>
            <a:r>
              <a:rPr lang="en-US" dirty="0" err="1"/>
              <a:t>오른쪽</a:t>
            </a:r>
            <a:r>
              <a:rPr lang="en-US" dirty="0"/>
              <a:t> </a:t>
            </a:r>
            <a:r>
              <a:rPr lang="en-US" dirty="0" err="1"/>
              <a:t>열을</a:t>
            </a:r>
            <a:r>
              <a:rPr lang="en-US" dirty="0"/>
              <a:t> </a:t>
            </a:r>
            <a:r>
              <a:rPr lang="en-US" dirty="0" err="1"/>
              <a:t>복제하는</a:t>
            </a:r>
            <a:r>
              <a:rPr lang="en-US" dirty="0"/>
              <a:t> '</a:t>
            </a:r>
            <a:r>
              <a:rPr lang="en-US" dirty="0" err="1"/>
              <a:t>동일</a:t>
            </a:r>
            <a:r>
              <a:rPr lang="en-US" dirty="0"/>
              <a:t> </a:t>
            </a:r>
            <a:r>
              <a:rPr lang="en-US" dirty="0" err="1"/>
              <a:t>패딩</a:t>
            </a:r>
            <a:r>
              <a:rPr lang="en-US" dirty="0"/>
              <a:t>(Same padding)'이 </a:t>
            </a:r>
            <a:r>
              <a:rPr lang="en-US" dirty="0" err="1"/>
              <a:t>있습니다</a:t>
            </a:r>
            <a:r>
              <a:rPr lang="en-US" dirty="0"/>
              <a:t>.</a:t>
            </a: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16</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5775074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u="none" strike="noStrike" kern="1200">
                <a:solidFill>
                  <a:schemeClr val="tx1"/>
                </a:solidFill>
                <a:effectLst/>
                <a:latin typeface="Trebuchet MS" pitchFamily="34" charset="0"/>
                <a:ea typeface="+mn-ea"/>
                <a:cs typeface="+mn-cs"/>
              </a:rPr>
              <a:t>그렇다면 뉴럴 네트워크에는 이것이 어떻게 적용될까요?</a:t>
            </a:r>
            <a:endParaRPr lang="en-GB"/>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17</a:t>
            </a:fld>
            <a:endParaRPr lang="en-US"/>
          </a:p>
        </p:txBody>
      </p:sp>
    </p:spTree>
    <p:extLst>
      <p:ext uri="{BB962C8B-B14F-4D97-AF65-F5344CB8AC3E}">
        <p14:creationId xmlns:p14="http://schemas.microsoft.com/office/powerpoint/2010/main" val="17312473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뉴런</a:t>
            </a:r>
            <a:r>
              <a:rPr lang="en-US" dirty="0"/>
              <a:t> </a:t>
            </a:r>
            <a:r>
              <a:rPr lang="en-US" dirty="0" err="1"/>
              <a:t>네트워크</a:t>
            </a:r>
            <a:r>
              <a:rPr lang="en-US" dirty="0"/>
              <a:t> </a:t>
            </a:r>
            <a:r>
              <a:rPr lang="en-US" dirty="0" err="1"/>
              <a:t>이전에는</a:t>
            </a:r>
            <a:r>
              <a:rPr lang="en-US" dirty="0"/>
              <a:t> </a:t>
            </a:r>
            <a:r>
              <a:rPr lang="en-US" dirty="0" err="1"/>
              <a:t>컴퓨터</a:t>
            </a:r>
            <a:r>
              <a:rPr lang="en-US" dirty="0"/>
              <a:t> </a:t>
            </a:r>
            <a:r>
              <a:rPr lang="en-US" dirty="0" err="1"/>
              <a:t>비전</a:t>
            </a:r>
            <a:r>
              <a:rPr lang="en-US" dirty="0"/>
              <a:t> </a:t>
            </a:r>
            <a:r>
              <a:rPr lang="en-US" dirty="0" err="1"/>
              <a:t>연구원들이</a:t>
            </a:r>
            <a:r>
              <a:rPr lang="en-US" dirty="0"/>
              <a:t> </a:t>
            </a:r>
            <a:r>
              <a:rPr lang="en-US" dirty="0" err="1"/>
              <a:t>커널</a:t>
            </a:r>
            <a:r>
              <a:rPr lang="en-US" dirty="0"/>
              <a:t> </a:t>
            </a:r>
            <a:r>
              <a:rPr lang="en-US" dirty="0" err="1"/>
              <a:t>내에서</a:t>
            </a:r>
            <a:r>
              <a:rPr lang="en-US" dirty="0"/>
              <a:t> </a:t>
            </a:r>
            <a:r>
              <a:rPr lang="en-US" dirty="0" err="1"/>
              <a:t>수치를</a:t>
            </a:r>
            <a:r>
              <a:rPr lang="en-US" dirty="0"/>
              <a:t> </a:t>
            </a:r>
            <a:r>
              <a:rPr lang="en-US" dirty="0" err="1"/>
              <a:t>실험하며</a:t>
            </a:r>
            <a:r>
              <a:rPr lang="en-US" dirty="0"/>
              <a:t> </a:t>
            </a:r>
            <a:r>
              <a:rPr lang="en-US" dirty="0" err="1"/>
              <a:t>이미지의</a:t>
            </a:r>
            <a:r>
              <a:rPr lang="en-US" dirty="0"/>
              <a:t> </a:t>
            </a:r>
            <a:r>
              <a:rPr lang="en-US" dirty="0" err="1"/>
              <a:t>흥미로운</a:t>
            </a:r>
            <a:r>
              <a:rPr lang="en-US" dirty="0"/>
              <a:t> </a:t>
            </a:r>
            <a:r>
              <a:rPr lang="en-US" dirty="0" err="1"/>
              <a:t>특징을</a:t>
            </a:r>
            <a:r>
              <a:rPr lang="en-US" dirty="0"/>
              <a:t> </a:t>
            </a:r>
            <a:r>
              <a:rPr lang="ko-KR" altLang="en-US" dirty="0"/>
              <a:t>찾아내곤 했습니다</a:t>
            </a:r>
            <a:r>
              <a:rPr lang="en-US" altLang="ko-KR" dirty="0"/>
              <a:t>.</a:t>
            </a:r>
            <a:r>
              <a:rPr lang="en-US" dirty="0"/>
              <a:t> </a:t>
            </a:r>
            <a:r>
              <a:rPr lang="en-US" dirty="0" err="1"/>
              <a:t>지금까지는</a:t>
            </a:r>
            <a:r>
              <a:rPr lang="en-US" dirty="0"/>
              <a:t> 3x3 </a:t>
            </a:r>
            <a:r>
              <a:rPr lang="en-US" dirty="0" err="1"/>
              <a:t>커널만</a:t>
            </a:r>
            <a:r>
              <a:rPr lang="en-US" dirty="0"/>
              <a:t> </a:t>
            </a:r>
            <a:r>
              <a:rPr lang="en-US" dirty="0" err="1"/>
              <a:t>사용했지만</a:t>
            </a:r>
            <a:r>
              <a:rPr lang="en-US" dirty="0"/>
              <a:t> </a:t>
            </a:r>
            <a:r>
              <a:rPr lang="en-US" dirty="0" err="1"/>
              <a:t>원하는</a:t>
            </a:r>
            <a:r>
              <a:rPr lang="en-US" dirty="0"/>
              <a:t> </a:t>
            </a:r>
            <a:r>
              <a:rPr lang="en-US" dirty="0" err="1"/>
              <a:t>크기로</a:t>
            </a:r>
            <a:r>
              <a:rPr lang="en-US" dirty="0"/>
              <a:t> </a:t>
            </a:r>
            <a:r>
              <a:rPr lang="en-US" dirty="0" err="1"/>
              <a:t>설정이</a:t>
            </a:r>
            <a:r>
              <a:rPr lang="en-US" dirty="0"/>
              <a:t> </a:t>
            </a:r>
            <a:r>
              <a:rPr lang="en-US" dirty="0" err="1"/>
              <a:t>가능하며</a:t>
            </a:r>
            <a:r>
              <a:rPr lang="en-US" dirty="0"/>
              <a:t>, </a:t>
            </a:r>
            <a:r>
              <a:rPr lang="en-US" dirty="0" err="1"/>
              <a:t>연구원들은</a:t>
            </a:r>
            <a:r>
              <a:rPr lang="en-US" dirty="0"/>
              <a:t> </a:t>
            </a:r>
            <a:r>
              <a:rPr lang="en-US" dirty="0" err="1"/>
              <a:t>고양이</a:t>
            </a:r>
            <a:r>
              <a:rPr lang="en-US" dirty="0"/>
              <a:t> </a:t>
            </a:r>
            <a:r>
              <a:rPr lang="en-US" dirty="0" err="1"/>
              <a:t>귀를</a:t>
            </a:r>
            <a:r>
              <a:rPr lang="en-US" dirty="0"/>
              <a:t> </a:t>
            </a:r>
            <a:r>
              <a:rPr lang="en-US" dirty="0" err="1"/>
              <a:t>합성곱하는</a:t>
            </a:r>
            <a:r>
              <a:rPr lang="en-US" dirty="0"/>
              <a:t> </a:t>
            </a:r>
            <a:r>
              <a:rPr lang="en-US" dirty="0" err="1"/>
              <a:t>경우</a:t>
            </a:r>
            <a:r>
              <a:rPr lang="en-US" dirty="0"/>
              <a:t> </a:t>
            </a:r>
            <a:r>
              <a:rPr lang="en-US" dirty="0" err="1"/>
              <a:t>높은</a:t>
            </a:r>
            <a:r>
              <a:rPr lang="en-US" dirty="0"/>
              <a:t> </a:t>
            </a:r>
            <a:r>
              <a:rPr lang="en-US" dirty="0" err="1"/>
              <a:t>값을</a:t>
            </a:r>
            <a:r>
              <a:rPr lang="en-US" dirty="0"/>
              <a:t> </a:t>
            </a:r>
            <a:r>
              <a:rPr lang="en-US" dirty="0" err="1"/>
              <a:t>반환하는</a:t>
            </a:r>
            <a:r>
              <a:rPr lang="en-US" dirty="0"/>
              <a:t> </a:t>
            </a:r>
            <a:r>
              <a:rPr lang="en-US" dirty="0" err="1"/>
              <a:t>커널을</a:t>
            </a:r>
            <a:r>
              <a:rPr lang="en-US" dirty="0"/>
              <a:t> </a:t>
            </a:r>
            <a:r>
              <a:rPr lang="en-US" dirty="0" err="1"/>
              <a:t>만드는</a:t>
            </a:r>
            <a:r>
              <a:rPr lang="en-US" dirty="0"/>
              <a:t> </a:t>
            </a:r>
            <a:r>
              <a:rPr lang="en-US" dirty="0" err="1"/>
              <a:t>등의</a:t>
            </a:r>
            <a:r>
              <a:rPr lang="en-US" dirty="0"/>
              <a:t> </a:t>
            </a:r>
            <a:r>
              <a:rPr lang="en-US" dirty="0" err="1"/>
              <a:t>작업을</a:t>
            </a:r>
            <a:r>
              <a:rPr lang="en-US" dirty="0"/>
              <a:t> </a:t>
            </a:r>
            <a:r>
              <a:rPr lang="en-US" dirty="0" err="1"/>
              <a:t>시도하곤</a:t>
            </a:r>
            <a:r>
              <a:rPr lang="en-US" dirty="0"/>
              <a:t> </a:t>
            </a:r>
            <a:r>
              <a:rPr lang="ko-KR" altLang="en-US" dirty="0"/>
              <a:t>했습니다</a:t>
            </a:r>
            <a:r>
              <a:rPr lang="en-US" altLang="ko-KR" dirty="0"/>
              <a:t>.</a:t>
            </a:r>
            <a:r>
              <a:rPr lang="en-US" dirty="0"/>
              <a:t> </a:t>
            </a:r>
            <a:r>
              <a:rPr lang="en-US" dirty="0" err="1"/>
              <a:t>따라서</a:t>
            </a:r>
            <a:r>
              <a:rPr lang="en-US" dirty="0"/>
              <a:t> </a:t>
            </a:r>
            <a:r>
              <a:rPr lang="en-US" dirty="0" err="1"/>
              <a:t>고양이</a:t>
            </a:r>
            <a:r>
              <a:rPr lang="en-US" dirty="0"/>
              <a:t> 귀 </a:t>
            </a:r>
            <a:r>
              <a:rPr lang="en-US" dirty="0" err="1"/>
              <a:t>커널</a:t>
            </a:r>
            <a:r>
              <a:rPr lang="en-US" dirty="0"/>
              <a:t>, </a:t>
            </a:r>
            <a:r>
              <a:rPr lang="en-US" dirty="0" err="1"/>
              <a:t>고양이</a:t>
            </a:r>
            <a:r>
              <a:rPr lang="en-US" dirty="0"/>
              <a:t> 코 </a:t>
            </a:r>
            <a:r>
              <a:rPr lang="en-US" dirty="0" err="1"/>
              <a:t>커널</a:t>
            </a:r>
            <a:r>
              <a:rPr lang="en-US" dirty="0"/>
              <a:t>, </a:t>
            </a:r>
            <a:r>
              <a:rPr lang="en-US" dirty="0" err="1"/>
              <a:t>고양이</a:t>
            </a:r>
            <a:r>
              <a:rPr lang="en-US" dirty="0"/>
              <a:t> 눈 </a:t>
            </a:r>
            <a:r>
              <a:rPr lang="en-US" dirty="0" err="1"/>
              <a:t>커널을</a:t>
            </a:r>
            <a:r>
              <a:rPr lang="en-US" dirty="0"/>
              <a:t> </a:t>
            </a:r>
            <a:r>
              <a:rPr lang="en-US" dirty="0" err="1"/>
              <a:t>사용할</a:t>
            </a:r>
            <a:r>
              <a:rPr lang="en-US" dirty="0"/>
              <a:t> 수 </a:t>
            </a:r>
            <a:r>
              <a:rPr lang="en-US" dirty="0" err="1"/>
              <a:t>있으며</a:t>
            </a:r>
            <a:r>
              <a:rPr lang="en-US" dirty="0"/>
              <a:t>, </a:t>
            </a:r>
            <a:r>
              <a:rPr lang="en-US" dirty="0" err="1"/>
              <a:t>이러한</a:t>
            </a:r>
            <a:r>
              <a:rPr lang="en-US" dirty="0"/>
              <a:t> </a:t>
            </a:r>
            <a:r>
              <a:rPr lang="en-US" dirty="0" err="1"/>
              <a:t>커널이</a:t>
            </a:r>
            <a:r>
              <a:rPr lang="en-US" dirty="0"/>
              <a:t> </a:t>
            </a:r>
            <a:r>
              <a:rPr lang="en-US" dirty="0" err="1"/>
              <a:t>전부</a:t>
            </a:r>
            <a:r>
              <a:rPr lang="en-US" dirty="0"/>
              <a:t> </a:t>
            </a:r>
            <a:r>
              <a:rPr lang="en-US" dirty="0" err="1"/>
              <a:t>이미지를</a:t>
            </a:r>
            <a:r>
              <a:rPr lang="en-US" dirty="0"/>
              <a:t> </a:t>
            </a:r>
            <a:r>
              <a:rPr lang="en-US" dirty="0" err="1"/>
              <a:t>거쳐서</a:t>
            </a:r>
            <a:r>
              <a:rPr lang="en-US" dirty="0"/>
              <a:t> </a:t>
            </a:r>
            <a:r>
              <a:rPr lang="en-US" dirty="0" err="1"/>
              <a:t>일치하는</a:t>
            </a:r>
            <a:r>
              <a:rPr lang="en-US" dirty="0"/>
              <a:t> </a:t>
            </a:r>
            <a:r>
              <a:rPr lang="en-US" dirty="0" err="1"/>
              <a:t>항목이</a:t>
            </a:r>
            <a:r>
              <a:rPr lang="en-US" dirty="0"/>
              <a:t> </a:t>
            </a:r>
            <a:r>
              <a:rPr lang="en-US" dirty="0" err="1"/>
              <a:t>발견되면</a:t>
            </a:r>
            <a:r>
              <a:rPr lang="en-US" dirty="0"/>
              <a:t> </a:t>
            </a:r>
            <a:r>
              <a:rPr lang="en-US" dirty="0" err="1"/>
              <a:t>고양이가</a:t>
            </a:r>
            <a:r>
              <a:rPr lang="en-US" dirty="0"/>
              <a:t> </a:t>
            </a:r>
            <a:r>
              <a:rPr lang="en-US" dirty="0" err="1"/>
              <a:t>있다고</a:t>
            </a:r>
            <a:r>
              <a:rPr lang="en-US" dirty="0"/>
              <a:t> </a:t>
            </a:r>
            <a:r>
              <a:rPr lang="en-US" dirty="0" err="1"/>
              <a:t>추측할</a:t>
            </a:r>
            <a:r>
              <a:rPr lang="en-US" dirty="0"/>
              <a:t> </a:t>
            </a:r>
            <a:r>
              <a:rPr lang="en-US" dirty="0" err="1"/>
              <a:t>수도</a:t>
            </a:r>
            <a:r>
              <a:rPr lang="en-US" dirty="0"/>
              <a:t> </a:t>
            </a:r>
            <a:r>
              <a:rPr lang="en-US" dirty="0" err="1"/>
              <a:t>있습니다</a:t>
            </a:r>
            <a:r>
              <a:rPr lang="en-US" dirty="0"/>
              <a:t>!</a:t>
            </a:r>
          </a:p>
          <a:p>
            <a:endParaRPr lang="en-US" dirty="0"/>
          </a:p>
          <a:p>
            <a:r>
              <a:rPr lang="en-US" dirty="0" err="1"/>
              <a:t>하지만</a:t>
            </a:r>
            <a:r>
              <a:rPr lang="en-US" dirty="0"/>
              <a:t> </a:t>
            </a:r>
            <a:r>
              <a:rPr lang="en-US" dirty="0" err="1"/>
              <a:t>뉴럴</a:t>
            </a:r>
            <a:r>
              <a:rPr lang="en-US" dirty="0"/>
              <a:t> </a:t>
            </a:r>
            <a:r>
              <a:rPr lang="en-US" dirty="0" err="1"/>
              <a:t>네트워크의</a:t>
            </a:r>
            <a:r>
              <a:rPr lang="en-US" dirty="0"/>
              <a:t> </a:t>
            </a:r>
            <a:r>
              <a:rPr lang="en-US" dirty="0" err="1"/>
              <a:t>성능이</a:t>
            </a:r>
            <a:r>
              <a:rPr lang="en-US" dirty="0"/>
              <a:t> </a:t>
            </a:r>
            <a:r>
              <a:rPr lang="en-US" dirty="0" err="1"/>
              <a:t>점점</a:t>
            </a:r>
            <a:r>
              <a:rPr lang="en-US" dirty="0"/>
              <a:t> 더 </a:t>
            </a:r>
            <a:r>
              <a:rPr lang="en-US" dirty="0" err="1"/>
              <a:t>강력해지면서</a:t>
            </a:r>
            <a:r>
              <a:rPr lang="en-US" dirty="0"/>
              <a:t> </a:t>
            </a:r>
            <a:r>
              <a:rPr lang="en-US" dirty="0" err="1"/>
              <a:t>사람들은</a:t>
            </a:r>
            <a:r>
              <a:rPr lang="en-US" dirty="0"/>
              <a:t> </a:t>
            </a:r>
            <a:r>
              <a:rPr lang="en-US" dirty="0" err="1"/>
              <a:t>놀라운</a:t>
            </a:r>
            <a:r>
              <a:rPr lang="en-US" dirty="0"/>
              <a:t> </a:t>
            </a:r>
            <a:r>
              <a:rPr lang="en-US" dirty="0" err="1"/>
              <a:t>연결에</a:t>
            </a:r>
            <a:r>
              <a:rPr lang="en-US" dirty="0"/>
              <a:t> </a:t>
            </a:r>
            <a:r>
              <a:rPr lang="en-US" dirty="0" err="1"/>
              <a:t>성공했습니다</a:t>
            </a:r>
            <a:r>
              <a:rPr lang="en-US" dirty="0"/>
              <a:t>. </a:t>
            </a:r>
            <a:r>
              <a:rPr lang="ko-KR" altLang="en-US" dirty="0"/>
              <a:t>커널은 </a:t>
            </a:r>
            <a:r>
              <a:rPr lang="en-US" dirty="0" err="1"/>
              <a:t>가중치를</a:t>
            </a:r>
            <a:r>
              <a:rPr lang="en-US" dirty="0"/>
              <a:t> </a:t>
            </a:r>
            <a:r>
              <a:rPr lang="en-US" dirty="0" err="1"/>
              <a:t>입력에</a:t>
            </a:r>
            <a:r>
              <a:rPr lang="en-US" dirty="0"/>
              <a:t> </a:t>
            </a:r>
            <a:r>
              <a:rPr lang="en-US" dirty="0" err="1"/>
              <a:t>곱한</a:t>
            </a:r>
            <a:r>
              <a:rPr lang="en-US" dirty="0"/>
              <a:t> </a:t>
            </a:r>
            <a:r>
              <a:rPr lang="en-US" dirty="0" err="1"/>
              <a:t>다음</a:t>
            </a:r>
            <a:r>
              <a:rPr lang="en-US" dirty="0"/>
              <a:t> </a:t>
            </a:r>
            <a:r>
              <a:rPr lang="en-US" dirty="0" err="1"/>
              <a:t>결과를</a:t>
            </a:r>
            <a:r>
              <a:rPr lang="en-US" dirty="0"/>
              <a:t> </a:t>
            </a:r>
            <a:r>
              <a:rPr lang="en-US" dirty="0" err="1"/>
              <a:t>합산하</a:t>
            </a:r>
            <a:r>
              <a:rPr lang="ko-KR" altLang="en-US" dirty="0"/>
              <a:t>는 형태를 갖고 있습니다</a:t>
            </a:r>
            <a:r>
              <a:rPr lang="en-US" altLang="ko-KR" dirty="0"/>
              <a:t>.</a:t>
            </a:r>
            <a:r>
              <a:rPr lang="en-US" dirty="0"/>
              <a:t> </a:t>
            </a:r>
            <a:r>
              <a:rPr lang="en-US" dirty="0" err="1"/>
              <a:t>이런</a:t>
            </a:r>
            <a:r>
              <a:rPr lang="en-US" dirty="0"/>
              <a:t> </a:t>
            </a:r>
            <a:r>
              <a:rPr lang="en-US" dirty="0" err="1"/>
              <a:t>방식을</a:t>
            </a:r>
            <a:r>
              <a:rPr lang="en-US" dirty="0"/>
              <a:t> </a:t>
            </a:r>
            <a:r>
              <a:rPr lang="en-US" dirty="0" err="1"/>
              <a:t>사용하는</a:t>
            </a:r>
            <a:r>
              <a:rPr lang="en-US" dirty="0"/>
              <a:t> </a:t>
            </a:r>
            <a:r>
              <a:rPr lang="en-US" dirty="0" err="1"/>
              <a:t>것이</a:t>
            </a:r>
            <a:r>
              <a:rPr lang="en-US" dirty="0"/>
              <a:t> 또 </a:t>
            </a:r>
            <a:r>
              <a:rPr lang="en-US" dirty="0" err="1"/>
              <a:t>뭐가</a:t>
            </a:r>
            <a:r>
              <a:rPr lang="en-US" dirty="0"/>
              <a:t> </a:t>
            </a:r>
            <a:r>
              <a:rPr lang="en-US" dirty="0" err="1"/>
              <a:t>있을까요</a:t>
            </a:r>
            <a:r>
              <a:rPr lang="en-US" dirty="0"/>
              <a:t>?</a:t>
            </a: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18</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9188805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네, 그렇습니다. 뉴런도 이렇게 합니다! 이것이 바로 CNN(Convolutional Neural Network)입니다. CNN(Convolutional Neural Network)은 뉴런의 입력을 커널에 매핑하며, 이때 트레이닝 가능한 가중치를 적용합니다. </a:t>
            </a:r>
          </a:p>
          <a:p>
            <a:endParaRPr lang="en-US">
              <a:hlinkClick r:id="rId3"/>
            </a:endParaRPr>
          </a:p>
          <a:p>
            <a:r>
              <a:rPr lang="en-US"/>
              <a:t>흥미로운 역사: </a:t>
            </a:r>
            <a:r>
              <a:rPr lang="en-US">
                <a:hlinkClick r:id="rId3"/>
              </a:rPr>
              <a:t>https://glassboxmedicine.com/2019/04/13/a-short-history-of-convolutional-neural-networks/</a:t>
            </a:r>
            <a:endParaRPr lang="en-US"/>
          </a:p>
          <a:p>
            <a:r>
              <a:rPr lang="en-US"/>
              <a:t>CNN에서 역전파가 작동하는 원리: </a:t>
            </a:r>
            <a:r>
              <a:rPr lang="en-US">
                <a:hlinkClick r:id="rId4"/>
              </a:rPr>
              <a:t>https://www.jefkine.com/general/2016/09/05/backpropagation-in-convolutional-neural-networks/</a:t>
            </a:r>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19</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14812919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dirty="0"/>
              <a:t>이것은 새로운 뉴럴 네트워크 아키텍처입니다. 랩에서 다룰 아키텍처에 비하면 조금 작지만 구조는 유사합니다. 우선 입력 이미지가 있습니다. 먼저 가변 수의 합성곱 레이어로 시작하겠습니다(이 경우에는 2개의 3x3x1 회색조 필터). 원하는 수만큼의 레이어를 사용할 수 있으며, 각 레이어는 이미지 원본에서 흥미로운 특징을 추출하려고 시도하는 방식으로 새 이미지를 생성합니다.</a:t>
            </a:r>
          </a:p>
          <a:p>
            <a:endParaRPr lang="en-US" dirty="0"/>
          </a:p>
          <a:p>
            <a:r>
              <a:rPr lang="en-US" dirty="0"/>
              <a:t>그리고 이러한 이미지를 서로의 위에 쌓겠습니다. 그러면 3D 이미지를 얻게 되지만 인간이 인식하는 성격의 3D는 아닙니다. 그런 다음에는 새로운 필터 세트를 통해 새 이미지를 전송할 수 있습니다. 합성곱 수행 시에는 흑백인 관계로 엄밀히 따지면 2D 합성곱을 수행하게 되지만 실제로는 윈도우 크기에 스택된 이미지의 수를 곱하는 3D 개체 합성곱을 수행하게 됩니다. 2개의 스택된 이미지가 있으므로 커널은 스택된 이미지의 3x3x2 슬라이스를 처리합니다. 위의 그림에는 2개의 3x3x2 필터가 있습니다.</a:t>
            </a:r>
          </a:p>
          <a:p>
            <a:endParaRPr lang="en-US" dirty="0"/>
          </a:p>
          <a:p>
            <a:r>
              <a:rPr lang="en-US" dirty="0"/>
              <a:t>합성곱이 완료되면 모든 </a:t>
            </a:r>
            <a:r>
              <a:rPr lang="en-US" dirty="0" err="1"/>
              <a:t>요소를</a:t>
            </a:r>
            <a:r>
              <a:rPr lang="en-US" dirty="0"/>
              <a:t> </a:t>
            </a:r>
            <a:r>
              <a:rPr lang="en-US" dirty="0" err="1"/>
              <a:t>평탄화</a:t>
            </a:r>
            <a:r>
              <a:rPr lang="en-US" dirty="0"/>
              <a:t>(Flatten)</a:t>
            </a:r>
            <a:r>
              <a:rPr lang="en-US" dirty="0" err="1"/>
              <a:t>하게</a:t>
            </a:r>
            <a:r>
              <a:rPr lang="en-US" dirty="0"/>
              <a:t> 되며, 정상적으로 뉴럴 네트워크를 통해 </a:t>
            </a:r>
            <a:r>
              <a:rPr lang="en-US" dirty="0" err="1"/>
              <a:t>결과를</a:t>
            </a:r>
            <a:r>
              <a:rPr lang="en-US" dirty="0"/>
              <a:t> </a:t>
            </a:r>
            <a:r>
              <a:rPr lang="ko-KR" altLang="en-US" dirty="0"/>
              <a:t>얻어낼 수 있습니다</a:t>
            </a:r>
            <a:r>
              <a:rPr lang="en-US" altLang="ko-KR" dirty="0"/>
              <a:t>.</a:t>
            </a:r>
            <a:endParaRPr lang="en-US" dirty="0"/>
          </a:p>
          <a:p>
            <a:endParaRPr lang="en-US" dirty="0"/>
          </a:p>
          <a:p>
            <a:r>
              <a:rPr lang="en-US" dirty="0"/>
              <a:t>데이터 사이언티스트들이 커널 크기를 추가적으로 실험하곤 했고 일부 사례에서 유용한 경우도 있긴 하지만 경험적으로는 3x3을 고수하는 편이 효과적입니다. 컴퓨터 비전 이론으로 돌아가 이유를 파악해 보겠습니다.</a:t>
            </a:r>
          </a:p>
          <a:p>
            <a:endParaRPr lang="en-US" dirty="0"/>
          </a:p>
          <a:p>
            <a:r>
              <a:rPr lang="en-US" dirty="0"/>
              <a:t>커널 시각화 방법에 대한 적절한 StackOverflow 문서: </a:t>
            </a:r>
            <a:r>
              <a:rPr lang="en-US" dirty="0">
                <a:hlinkClick r:id="rId3"/>
              </a:rPr>
              <a:t>https://stackoverflow.com/questions/43305891/how-to-correctly-get-layer-weights-from-conv2d-in-keras</a:t>
            </a:r>
            <a:endParaRPr lang="en-US" dirty="0"/>
          </a:p>
          <a:p>
            <a:r>
              <a:rPr lang="en-US" dirty="0"/>
              <a:t>커널의 차원에 대한 또 다른 StackOverflow 문서: </a:t>
            </a:r>
            <a:r>
              <a:rPr lang="en-US" dirty="0">
                <a:hlinkClick r:id="rId4"/>
              </a:rPr>
              <a:t>https://stackoverflow.com/questions/46480699/why-are-my-keras-conv2d-kernels-3-dimensional#:~:text=I%20understand%20the%20mechanics%20of,kernels%20of%20size(7x7x8).</a:t>
            </a:r>
            <a:endParaRPr lang="en-US" dirty="0"/>
          </a:p>
          <a:p>
            <a:endParaRPr lang="en-US" dirty="0"/>
          </a:p>
          <a:p>
            <a:r>
              <a:rPr lang="en-US" dirty="0"/>
              <a:t>좀 더 발전된 주제이지만 여기서는 보편적인 합성곱을 다루고 있습니다. 하지만 이를 수행할 수 있는 방법은 많습니다.</a:t>
            </a:r>
          </a:p>
          <a:p>
            <a:r>
              <a:rPr lang="en-US" dirty="0"/>
              <a:t>다양한 유형에 대한 분석 문서: </a:t>
            </a:r>
            <a:r>
              <a:rPr lang="en-US" dirty="0">
                <a:hlinkClick r:id="rId5"/>
              </a:rPr>
              <a:t>https://towardsdatascience.com/a-comprehensive-introduction-to-different-types-of-convolutions-in-deep-learning-669281e58215</a:t>
            </a:r>
            <a:endParaRPr lang="en-US" dirty="0"/>
          </a:p>
          <a:p>
            <a:r>
              <a:rPr lang="en-US" dirty="0"/>
              <a:t>수학을 설명하는 문서: </a:t>
            </a:r>
            <a:r>
              <a:rPr lang="en-US" dirty="0">
                <a:hlinkClick r:id="rId6"/>
              </a:rPr>
              <a:t>http://d2l.ai/chapter_convolutional-neural-networks/channels.html</a:t>
            </a:r>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20</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5290740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연구원들이 뉴럴 네트워크 이전에 이러한 커널을 처음 개발했을 때는 이를 사용하여 </a:t>
            </a:r>
            <a:r>
              <a:rPr lang="en-US" dirty="0" err="1"/>
              <a:t>기본적으로</a:t>
            </a:r>
            <a:r>
              <a:rPr lang="en-US" dirty="0"/>
              <a:t> </a:t>
            </a:r>
            <a:r>
              <a:rPr lang="en-US" dirty="0" err="1"/>
              <a:t>이미지의</a:t>
            </a:r>
            <a:r>
              <a:rPr lang="en-US" dirty="0"/>
              <a:t> </a:t>
            </a:r>
            <a:r>
              <a:rPr lang="ko-KR" altLang="en-US" dirty="0"/>
              <a:t>미분값까지</a:t>
            </a:r>
            <a:r>
              <a:rPr lang="en-US" dirty="0"/>
              <a:t> 계산할 수 있음을 깨닫았습니다. 이게 도대체 무슨 뜻일까요? 이미지의 색상 변화가 급격하게 변화하는 장소인 </a:t>
            </a:r>
            <a:r>
              <a:rPr lang="en-US" dirty="0" err="1"/>
              <a:t>엣지를</a:t>
            </a:r>
            <a:r>
              <a:rPr lang="en-US" dirty="0"/>
              <a:t> </a:t>
            </a:r>
            <a:r>
              <a:rPr lang="en-US" dirty="0" err="1"/>
              <a:t>가져</a:t>
            </a:r>
            <a:r>
              <a:rPr lang="ko-KR" altLang="en-US" dirty="0"/>
              <a:t>오기 위한 특별한 커널들이 있습니다</a:t>
            </a:r>
            <a:r>
              <a:rPr lang="en-US" altLang="ko-KR" dirty="0"/>
              <a:t>.</a:t>
            </a:r>
            <a:r>
              <a:rPr lang="en-US" dirty="0"/>
              <a:t> 예를 들어 왼쪽 커널은 수직 엣지를, 오른쪽 커널은 수평 엣지를 가져옵니다. </a:t>
            </a:r>
          </a:p>
          <a:p>
            <a:r>
              <a:rPr lang="en-US" dirty="0"/>
              <a:t>(왼쪽에 수평선이 없는 것이 보이십니까? 수평선이 있는 경우에는 수평적 변화가 없기 때문입니다). </a:t>
            </a:r>
          </a:p>
          <a:p>
            <a:endParaRPr lang="en-US" dirty="0"/>
          </a:p>
          <a:p>
            <a:r>
              <a:rPr lang="en-US" dirty="0"/>
              <a:t>수직적 변화와 수평적 변화의 정보를 결합하면 되는 것입니다! 이제 각 지점의 변화 방향을 확보했습니다. ('컬러 그라데이션'이라는 용어가 어디서 유래되었는지 생각해 본 적 있으신가요?)</a:t>
            </a:r>
          </a:p>
          <a:p>
            <a:endParaRPr lang="en-US" dirty="0"/>
          </a:p>
          <a:p>
            <a:r>
              <a:rPr lang="en-US" dirty="0"/>
              <a:t>이 정보로 멋진 일들을 할 수 있습니다. 예를 들면 이미지(앞서 다뤘던 구슬 등)의 모든 원을 식별할 수 있습니다. 하지만 이와 관련된 복잡한 수학을 직접 파악하는 대신 뉴럴 네트워크가 파악하도록 할 것입니다.</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다음은 이러한 개념을 실제로 보여주는 훌륭한 데모 웹사이트입니다. </a:t>
            </a:r>
            <a:r>
              <a:rPr lang="en-US" dirty="0">
                <a:hlinkClick r:id="rId3"/>
              </a:rPr>
              <a:t>https://setosa.io/ev/image-kernels/</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21</a:t>
            </a:fld>
            <a:endParaRPr lang="en-US"/>
          </a:p>
        </p:txBody>
      </p:sp>
    </p:spTree>
    <p:extLst>
      <p:ext uri="{BB962C8B-B14F-4D97-AF65-F5344CB8AC3E}">
        <p14:creationId xmlns:p14="http://schemas.microsoft.com/office/powerpoint/2010/main" val="2442507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잠시</a:t>
            </a:r>
            <a:r>
              <a:rPr lang="en-US" dirty="0"/>
              <a:t> </a:t>
            </a:r>
            <a:r>
              <a:rPr lang="en-US" dirty="0" err="1"/>
              <a:t>달리</a:t>
            </a:r>
            <a:r>
              <a:rPr lang="en-US" dirty="0"/>
              <a:t> </a:t>
            </a:r>
            <a:r>
              <a:rPr lang="en-US" dirty="0" err="1"/>
              <a:t>생각해</a:t>
            </a:r>
            <a:r>
              <a:rPr lang="en-US" dirty="0"/>
              <a:t> </a:t>
            </a:r>
            <a:r>
              <a:rPr lang="en-US" dirty="0" err="1"/>
              <a:t>보면</a:t>
            </a:r>
            <a:r>
              <a:rPr lang="en-US" dirty="0"/>
              <a:t>, </a:t>
            </a:r>
            <a:r>
              <a:rPr lang="en-US" dirty="0" err="1"/>
              <a:t>인공</a:t>
            </a:r>
            <a:r>
              <a:rPr lang="en-US" dirty="0"/>
              <a:t> </a:t>
            </a:r>
            <a:r>
              <a:rPr lang="en-US" dirty="0" err="1"/>
              <a:t>신경의</a:t>
            </a:r>
            <a:r>
              <a:rPr lang="en-US" dirty="0"/>
              <a:t> </a:t>
            </a:r>
            <a:r>
              <a:rPr lang="en-US" dirty="0" err="1"/>
              <a:t>원리는</a:t>
            </a:r>
            <a:r>
              <a:rPr lang="en-US" dirty="0"/>
              <a:t> </a:t>
            </a:r>
            <a:r>
              <a:rPr lang="en-US" dirty="0" err="1"/>
              <a:t>인간의</a:t>
            </a:r>
            <a:r>
              <a:rPr lang="en-US" dirty="0"/>
              <a:t> </a:t>
            </a:r>
            <a:r>
              <a:rPr lang="en-US" dirty="0" err="1"/>
              <a:t>두뇌가</a:t>
            </a:r>
            <a:r>
              <a:rPr lang="en-US" dirty="0"/>
              <a:t> </a:t>
            </a:r>
            <a:r>
              <a:rPr lang="en-US" dirty="0" err="1"/>
              <a:t>이미지를</a:t>
            </a:r>
            <a:r>
              <a:rPr lang="en-US" dirty="0"/>
              <a:t> </a:t>
            </a:r>
            <a:r>
              <a:rPr lang="en-US" dirty="0" err="1"/>
              <a:t>처리하는</a:t>
            </a:r>
            <a:r>
              <a:rPr lang="en-US" dirty="0"/>
              <a:t> </a:t>
            </a:r>
            <a:r>
              <a:rPr lang="en-US" dirty="0" err="1"/>
              <a:t>방식과</a:t>
            </a:r>
            <a:r>
              <a:rPr lang="en-US" dirty="0"/>
              <a:t> </a:t>
            </a:r>
            <a:r>
              <a:rPr lang="en-US" dirty="0" err="1"/>
              <a:t>매우</a:t>
            </a:r>
            <a:r>
              <a:rPr lang="en-US" dirty="0"/>
              <a:t> </a:t>
            </a:r>
            <a:r>
              <a:rPr lang="en-US" dirty="0" err="1"/>
              <a:t>유사합니다</a:t>
            </a:r>
            <a:r>
              <a:rPr lang="en-US" dirty="0"/>
              <a:t>. </a:t>
            </a:r>
            <a:r>
              <a:rPr lang="en-US" dirty="0" err="1"/>
              <a:t>인간의</a:t>
            </a:r>
            <a:r>
              <a:rPr lang="en-US" dirty="0"/>
              <a:t> </a:t>
            </a:r>
            <a:r>
              <a:rPr lang="en-US" dirty="0" err="1"/>
              <a:t>뇌와</a:t>
            </a:r>
            <a:r>
              <a:rPr lang="en-US" dirty="0"/>
              <a:t> </a:t>
            </a:r>
            <a:r>
              <a:rPr lang="en-US" dirty="0" err="1"/>
              <a:t>인공</a:t>
            </a:r>
            <a:r>
              <a:rPr lang="en-US" dirty="0"/>
              <a:t> </a:t>
            </a:r>
            <a:r>
              <a:rPr lang="en-US" dirty="0" err="1"/>
              <a:t>두뇌</a:t>
            </a:r>
            <a:r>
              <a:rPr lang="en-US" dirty="0"/>
              <a:t> </a:t>
            </a:r>
            <a:r>
              <a:rPr lang="en-US" dirty="0" err="1"/>
              <a:t>모두</a:t>
            </a:r>
            <a:r>
              <a:rPr lang="en-US" dirty="0"/>
              <a:t> </a:t>
            </a:r>
            <a:r>
              <a:rPr lang="en-US" dirty="0" err="1"/>
              <a:t>엣지</a:t>
            </a:r>
            <a:r>
              <a:rPr lang="en-US" dirty="0"/>
              <a:t> </a:t>
            </a:r>
            <a:r>
              <a:rPr lang="en-US" dirty="0" err="1"/>
              <a:t>검출기를</a:t>
            </a:r>
            <a:r>
              <a:rPr lang="en-US" dirty="0"/>
              <a:t> </a:t>
            </a:r>
            <a:r>
              <a:rPr lang="en-US" dirty="0" err="1"/>
              <a:t>사용하고</a:t>
            </a:r>
            <a:r>
              <a:rPr lang="en-US" dirty="0"/>
              <a:t> </a:t>
            </a:r>
            <a:r>
              <a:rPr lang="en-US" dirty="0" err="1"/>
              <a:t>결과를</a:t>
            </a:r>
            <a:r>
              <a:rPr lang="en-US" dirty="0"/>
              <a:t> </a:t>
            </a:r>
            <a:r>
              <a:rPr lang="en-US" dirty="0" err="1"/>
              <a:t>다음</a:t>
            </a:r>
            <a:r>
              <a:rPr lang="en-US" dirty="0"/>
              <a:t> </a:t>
            </a:r>
            <a:r>
              <a:rPr lang="en-US" dirty="0" err="1"/>
              <a:t>레이어로</a:t>
            </a:r>
            <a:r>
              <a:rPr lang="en-US" dirty="0"/>
              <a:t> </a:t>
            </a:r>
            <a:r>
              <a:rPr lang="en-US" dirty="0" err="1"/>
              <a:t>공급하며</a:t>
            </a:r>
            <a:r>
              <a:rPr lang="en-US" dirty="0"/>
              <a:t>, 이 </a:t>
            </a:r>
            <a:r>
              <a:rPr lang="en-US" dirty="0" err="1"/>
              <a:t>레이어는</a:t>
            </a:r>
            <a:r>
              <a:rPr lang="en-US" dirty="0"/>
              <a:t> </a:t>
            </a:r>
            <a:r>
              <a:rPr lang="en-US" dirty="0" err="1"/>
              <a:t>엣지</a:t>
            </a:r>
            <a:r>
              <a:rPr lang="en-US" dirty="0"/>
              <a:t> </a:t>
            </a:r>
            <a:r>
              <a:rPr lang="en-US" dirty="0" err="1"/>
              <a:t>간의</a:t>
            </a:r>
            <a:r>
              <a:rPr lang="en-US" dirty="0"/>
              <a:t> </a:t>
            </a:r>
            <a:r>
              <a:rPr lang="en-US" dirty="0" err="1"/>
              <a:t>교차</a:t>
            </a:r>
            <a:r>
              <a:rPr lang="en-US" dirty="0"/>
              <a:t> </a:t>
            </a:r>
            <a:r>
              <a:rPr lang="en-US" dirty="0" err="1"/>
              <a:t>지점을</a:t>
            </a:r>
            <a:r>
              <a:rPr lang="en-US" dirty="0"/>
              <a:t> </a:t>
            </a:r>
            <a:r>
              <a:rPr lang="en-US" dirty="0" err="1"/>
              <a:t>검출하여</a:t>
            </a:r>
            <a:r>
              <a:rPr lang="en-US" dirty="0"/>
              <a:t> </a:t>
            </a:r>
            <a:r>
              <a:rPr lang="en-US" dirty="0" err="1"/>
              <a:t>텍스처와</a:t>
            </a:r>
            <a:r>
              <a:rPr lang="en-US" dirty="0"/>
              <a:t> </a:t>
            </a:r>
            <a:r>
              <a:rPr lang="en-US" dirty="0" err="1"/>
              <a:t>패턴을</a:t>
            </a:r>
            <a:r>
              <a:rPr lang="en-US" dirty="0"/>
              <a:t> </a:t>
            </a:r>
            <a:r>
              <a:rPr lang="en-US" dirty="0" err="1"/>
              <a:t>검출하는</a:t>
            </a:r>
            <a:r>
              <a:rPr lang="en-US" dirty="0"/>
              <a:t> 데 </a:t>
            </a:r>
            <a:r>
              <a:rPr lang="en-US" dirty="0" err="1"/>
              <a:t>능숙해지게</a:t>
            </a:r>
            <a:r>
              <a:rPr lang="en-US" dirty="0"/>
              <a:t> </a:t>
            </a:r>
            <a:r>
              <a:rPr lang="en-US" dirty="0" err="1"/>
              <a:t>됩니다</a:t>
            </a:r>
            <a:r>
              <a:rPr lang="en-US" dirty="0"/>
              <a:t>. </a:t>
            </a:r>
            <a:r>
              <a:rPr lang="en-US" dirty="0" err="1"/>
              <a:t>이는</a:t>
            </a:r>
            <a:r>
              <a:rPr lang="en-US" dirty="0"/>
              <a:t> </a:t>
            </a:r>
            <a:r>
              <a:rPr lang="en-US" dirty="0" err="1"/>
              <a:t>다음</a:t>
            </a:r>
            <a:r>
              <a:rPr lang="en-US" dirty="0"/>
              <a:t> </a:t>
            </a:r>
            <a:r>
              <a:rPr lang="en-US" dirty="0" err="1"/>
              <a:t>레이어로</a:t>
            </a:r>
            <a:r>
              <a:rPr lang="en-US" dirty="0"/>
              <a:t> </a:t>
            </a:r>
            <a:r>
              <a:rPr lang="en-US" dirty="0" err="1"/>
              <a:t>계속해서</a:t>
            </a:r>
            <a:r>
              <a:rPr lang="en-US" dirty="0"/>
              <a:t> </a:t>
            </a:r>
            <a:r>
              <a:rPr lang="en-US" dirty="0" err="1"/>
              <a:t>공급되며</a:t>
            </a:r>
            <a:r>
              <a:rPr lang="en-US" dirty="0"/>
              <a:t> </a:t>
            </a:r>
            <a:r>
              <a:rPr lang="en-US" dirty="0" err="1"/>
              <a:t>점점</a:t>
            </a:r>
            <a:r>
              <a:rPr lang="en-US" dirty="0"/>
              <a:t> 더 </a:t>
            </a:r>
            <a:r>
              <a:rPr lang="en-US" dirty="0" err="1"/>
              <a:t>발전해</a:t>
            </a:r>
            <a:r>
              <a:rPr lang="en-US" dirty="0"/>
              <a:t> </a:t>
            </a:r>
            <a:r>
              <a:rPr lang="en-US" dirty="0" err="1"/>
              <a:t>결국에는</a:t>
            </a:r>
            <a:r>
              <a:rPr lang="en-US" dirty="0"/>
              <a:t> </a:t>
            </a:r>
            <a:r>
              <a:rPr lang="en-US" dirty="0" err="1"/>
              <a:t>전체</a:t>
            </a:r>
            <a:r>
              <a:rPr lang="en-US" dirty="0"/>
              <a:t> </a:t>
            </a:r>
            <a:r>
              <a:rPr lang="en-US" dirty="0" err="1"/>
              <a:t>개체를</a:t>
            </a:r>
            <a:r>
              <a:rPr lang="en-US" dirty="0"/>
              <a:t> </a:t>
            </a:r>
            <a:r>
              <a:rPr lang="en-US" dirty="0" err="1"/>
              <a:t>인식할</a:t>
            </a:r>
            <a:r>
              <a:rPr lang="en-US" dirty="0"/>
              <a:t> 수 </a:t>
            </a:r>
            <a:r>
              <a:rPr lang="en-US" dirty="0" err="1"/>
              <a:t>있게</a:t>
            </a:r>
            <a:r>
              <a:rPr lang="en-US" dirty="0"/>
              <a:t> </a:t>
            </a:r>
            <a:r>
              <a:rPr lang="en-US" dirty="0" err="1"/>
              <a:t>됩니다</a:t>
            </a:r>
            <a:r>
              <a:rPr lang="en-US" dirty="0"/>
              <a:t>.</a:t>
            </a:r>
          </a:p>
          <a:p>
            <a:endParaRPr lang="en-US" dirty="0"/>
          </a:p>
          <a:p>
            <a:r>
              <a:rPr lang="en-US" dirty="0" err="1"/>
              <a:t>다음은</a:t>
            </a:r>
            <a:r>
              <a:rPr lang="en-US" dirty="0"/>
              <a:t> ASL </a:t>
            </a:r>
            <a:r>
              <a:rPr lang="en-US" dirty="0" err="1"/>
              <a:t>데이터세트에</a:t>
            </a:r>
            <a:r>
              <a:rPr lang="en-US" dirty="0"/>
              <a:t> </a:t>
            </a:r>
            <a:r>
              <a:rPr lang="en-US" dirty="0" err="1"/>
              <a:t>각각</a:t>
            </a:r>
            <a:r>
              <a:rPr lang="en-US" dirty="0"/>
              <a:t> 3개의 </a:t>
            </a:r>
            <a:r>
              <a:rPr lang="en-US" dirty="0" err="1"/>
              <a:t>뉴런으로</a:t>
            </a:r>
            <a:r>
              <a:rPr lang="en-US" dirty="0"/>
              <a:t> </a:t>
            </a:r>
            <a:r>
              <a:rPr lang="en-US" dirty="0" err="1"/>
              <a:t>이루어진</a:t>
            </a:r>
            <a:r>
              <a:rPr lang="en-US" dirty="0"/>
              <a:t> 4개의 </a:t>
            </a:r>
            <a:r>
              <a:rPr lang="en-US" dirty="0" err="1"/>
              <a:t>레이어를</a:t>
            </a:r>
            <a:r>
              <a:rPr lang="en-US" dirty="0"/>
              <a:t> </a:t>
            </a:r>
            <a:r>
              <a:rPr lang="en-US" dirty="0" err="1"/>
              <a:t>사용했을</a:t>
            </a:r>
            <a:r>
              <a:rPr lang="en-US" dirty="0"/>
              <a:t> </a:t>
            </a:r>
            <a:r>
              <a:rPr lang="en-US" dirty="0" err="1"/>
              <a:t>때의</a:t>
            </a:r>
            <a:r>
              <a:rPr lang="en-US" dirty="0"/>
              <a:t> </a:t>
            </a:r>
            <a:r>
              <a:rPr lang="en-US" dirty="0" err="1"/>
              <a:t>결과입니다</a:t>
            </a:r>
            <a:r>
              <a:rPr lang="en-US" dirty="0"/>
              <a:t>. </a:t>
            </a:r>
            <a:r>
              <a:rPr lang="en-US" dirty="0" err="1"/>
              <a:t>이미지가</a:t>
            </a:r>
            <a:r>
              <a:rPr lang="en-US" dirty="0"/>
              <a:t> </a:t>
            </a:r>
            <a:r>
              <a:rPr lang="en-US" dirty="0" err="1"/>
              <a:t>작기</a:t>
            </a:r>
            <a:r>
              <a:rPr lang="en-US" dirty="0"/>
              <a:t> </a:t>
            </a:r>
            <a:r>
              <a:rPr lang="en-US" dirty="0" err="1"/>
              <a:t>때문에</a:t>
            </a:r>
            <a:r>
              <a:rPr lang="en-US" dirty="0"/>
              <a:t> </a:t>
            </a:r>
            <a:r>
              <a:rPr lang="ko-KR" altLang="en-US" dirty="0"/>
              <a:t>엄청나게 </a:t>
            </a:r>
            <a:r>
              <a:rPr lang="en-US" dirty="0" err="1"/>
              <a:t>눈에</a:t>
            </a:r>
            <a:r>
              <a:rPr lang="en-US" dirty="0"/>
              <a:t> </a:t>
            </a:r>
            <a:r>
              <a:rPr lang="en-US" dirty="0" err="1"/>
              <a:t>띄는</a:t>
            </a:r>
            <a:r>
              <a:rPr lang="en-US" dirty="0"/>
              <a:t> </a:t>
            </a:r>
            <a:r>
              <a:rPr lang="en-US" dirty="0" err="1"/>
              <a:t>부분은</a:t>
            </a:r>
            <a:r>
              <a:rPr lang="en-US" dirty="0"/>
              <a:t> </a:t>
            </a:r>
            <a:r>
              <a:rPr lang="en-US" dirty="0" err="1"/>
              <a:t>없습니다</a:t>
            </a:r>
            <a:r>
              <a:rPr lang="en-US" dirty="0"/>
              <a:t>.</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22</a:t>
            </a:fld>
            <a:endParaRPr lang="en-US"/>
          </a:p>
        </p:txBody>
      </p:sp>
    </p:spTree>
    <p:extLst>
      <p:ext uri="{BB962C8B-B14F-4D97-AF65-F5344CB8AC3E}">
        <p14:creationId xmlns:p14="http://schemas.microsoft.com/office/powerpoint/2010/main" val="18446895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rebuchet MS"/>
                <a:hlinkClick r:id="rId3"/>
              </a:rPr>
              <a:t>https://deepdreamgenerator.com/</a:t>
            </a:r>
            <a:r>
              <a:rPr lang="en-US" dirty="0">
                <a:latin typeface="Trebuchet MS"/>
              </a:rPr>
              <a:t>을 통해서도 </a:t>
            </a:r>
            <a:r>
              <a:rPr lang="en-US" dirty="0" err="1">
                <a:latin typeface="Trebuchet MS"/>
              </a:rPr>
              <a:t>구슬을</a:t>
            </a:r>
            <a:r>
              <a:rPr lang="en-US" dirty="0">
                <a:latin typeface="Trebuchet MS"/>
              </a:rPr>
              <a:t> </a:t>
            </a:r>
            <a:r>
              <a:rPr lang="en-US" dirty="0" err="1">
                <a:latin typeface="Trebuchet MS"/>
              </a:rPr>
              <a:t>살펴</a:t>
            </a:r>
            <a:r>
              <a:rPr lang="ko-KR" altLang="en-US" dirty="0">
                <a:latin typeface="Trebuchet MS"/>
              </a:rPr>
              <a:t>본 결과입니다</a:t>
            </a:r>
            <a:r>
              <a:rPr lang="en-US" altLang="ko-KR" dirty="0">
                <a:latin typeface="Trebuchet MS"/>
              </a:rPr>
              <a:t>. </a:t>
            </a:r>
            <a:r>
              <a:rPr lang="en-US" dirty="0">
                <a:latin typeface="Trebuchet MS"/>
              </a:rPr>
              <a:t>Deep Dream Generator는 다양한 유형의 개체의 수많은 고해상도 사진에 대한 훨씬 큰 네트워크를 사용하여 구축되었습니다. </a:t>
            </a:r>
            <a:r>
              <a:rPr lang="en-US" dirty="0" err="1">
                <a:latin typeface="Trebuchet MS"/>
              </a:rPr>
              <a:t>따라서</a:t>
            </a:r>
            <a:r>
              <a:rPr lang="en-US" dirty="0">
                <a:latin typeface="Trebuchet MS"/>
              </a:rPr>
              <a:t> 검출할 수 있는 패턴이나 개체를 개선합니다. </a:t>
            </a:r>
            <a:r>
              <a:rPr lang="en-US" dirty="0" err="1">
                <a:latin typeface="Trebuchet MS"/>
              </a:rPr>
              <a:t>여기서의</a:t>
            </a:r>
            <a:r>
              <a:rPr lang="en-US" dirty="0">
                <a:latin typeface="Trebuchet MS"/>
              </a:rPr>
              <a:t> </a:t>
            </a:r>
            <a:r>
              <a:rPr lang="ko-KR" altLang="en-US" dirty="0">
                <a:latin typeface="Trebuchet MS"/>
              </a:rPr>
              <a:t>해석 결과는 </a:t>
            </a:r>
            <a:r>
              <a:rPr lang="en-US" dirty="0" err="1">
                <a:latin typeface="Trebuchet MS"/>
              </a:rPr>
              <a:t>인공</a:t>
            </a:r>
            <a:r>
              <a:rPr lang="en-US" dirty="0">
                <a:latin typeface="Trebuchet MS"/>
              </a:rPr>
              <a:t> 지능의 의중을 </a:t>
            </a:r>
            <a:r>
              <a:rPr lang="en-US" dirty="0" err="1">
                <a:latin typeface="Trebuchet MS"/>
              </a:rPr>
              <a:t>헤아리려</a:t>
            </a:r>
            <a:r>
              <a:rPr lang="en-US" dirty="0">
                <a:latin typeface="Trebuchet MS"/>
              </a:rPr>
              <a:t> </a:t>
            </a:r>
            <a:r>
              <a:rPr lang="en-US" dirty="0" err="1">
                <a:latin typeface="Trebuchet MS"/>
              </a:rPr>
              <a:t>시도</a:t>
            </a:r>
            <a:r>
              <a:rPr lang="ko-KR" altLang="en-US" dirty="0">
                <a:latin typeface="Trebuchet MS"/>
              </a:rPr>
              <a:t>한 결과입니다</a:t>
            </a:r>
            <a:r>
              <a:rPr lang="en-US" altLang="ko-KR" dirty="0">
                <a:latin typeface="Trebuchet MS"/>
              </a:rPr>
              <a:t>.</a:t>
            </a:r>
            <a:r>
              <a:rPr lang="en-US" dirty="0">
                <a:latin typeface="Trebuchet MS"/>
              </a:rPr>
              <a:t> </a:t>
            </a:r>
            <a:r>
              <a:rPr lang="ko-KR" altLang="en-US" dirty="0">
                <a:latin typeface="Trebuchet MS"/>
              </a:rPr>
              <a:t>다소</a:t>
            </a:r>
            <a:r>
              <a:rPr lang="en-US" altLang="ko-KR" dirty="0">
                <a:latin typeface="Trebuchet MS"/>
              </a:rPr>
              <a:t>, </a:t>
            </a:r>
            <a:r>
              <a:rPr lang="en-US" dirty="0">
                <a:latin typeface="Trebuchet MS"/>
              </a:rPr>
              <a:t>비</a:t>
            </a:r>
            <a:r>
              <a:rPr lang="ko-KR" altLang="en-US" dirty="0">
                <a:latin typeface="Trebuchet MS"/>
              </a:rPr>
              <a:t>전문적으로 </a:t>
            </a:r>
            <a:r>
              <a:rPr lang="en-US" dirty="0" err="1">
                <a:latin typeface="Trebuchet MS"/>
              </a:rPr>
              <a:t>들리기는</a:t>
            </a:r>
            <a:r>
              <a:rPr lang="en-US" dirty="0">
                <a:latin typeface="Trebuchet MS"/>
              </a:rPr>
              <a:t> 하지만 만화의 개를 거의 알아볼 수가 있습니다. Google의 인셉션 네트워크는 원래 다수의 개 사진에 대해 트레이닝되었으므로 중간 레이어를 시각화하기 위한 도구가 다수의 몽환적인 개 사진을 표시하게 되었습니다.</a:t>
            </a:r>
          </a:p>
          <a:p>
            <a:endParaRPr lang="en-US" dirty="0">
              <a:latin typeface="Trebuchet MS"/>
            </a:endParaRPr>
          </a:p>
          <a:p>
            <a:r>
              <a:rPr lang="en-US" dirty="0">
                <a:hlinkClick r:id="rId4"/>
              </a:rPr>
              <a:t>https://towardsdatascience.com/how-to-visualize-convolutional-features-in-40-lines-of-code-70b7d87b0030</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23</a:t>
            </a:fld>
            <a:endParaRPr lang="en-US"/>
          </a:p>
        </p:txBody>
      </p:sp>
    </p:spTree>
    <p:extLst>
      <p:ext uri="{BB962C8B-B14F-4D97-AF65-F5344CB8AC3E}">
        <p14:creationId xmlns:p14="http://schemas.microsoft.com/office/powerpoint/2010/main" val="24888607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u="none" strike="noStrike" kern="1200">
                <a:solidFill>
                  <a:schemeClr val="tx1"/>
                </a:solidFill>
                <a:effectLst/>
                <a:latin typeface="Trebuchet MS" pitchFamily="34" charset="0"/>
                <a:ea typeface="+mn-ea"/>
                <a:cs typeface="+mn-cs"/>
              </a:rPr>
              <a:t>다음 랩을 위한 준비가 거의 다 끝났으며, 도움이 될 만한 몇 가지 요령만 더 살펴보겠습니다.</a:t>
            </a:r>
            <a:endParaRPr lang="en-GB"/>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24</a:t>
            </a:fld>
            <a:endParaRPr lang="en-US"/>
          </a:p>
        </p:txBody>
      </p:sp>
    </p:spTree>
    <p:extLst>
      <p:ext uri="{BB962C8B-B14F-4D97-AF65-F5344CB8AC3E}">
        <p14:creationId xmlns:p14="http://schemas.microsoft.com/office/powerpoint/2010/main" val="13251231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100" b="0" i="0" u="none" strike="noStrike" kern="1200" dirty="0" err="1">
                <a:solidFill>
                  <a:schemeClr val="tx1"/>
                </a:solidFill>
                <a:effectLst/>
                <a:latin typeface="Trebuchet MS" pitchFamily="34" charset="0"/>
                <a:ea typeface="+mn-ea"/>
                <a:cs typeface="+mn-cs"/>
              </a:rPr>
              <a:t>풀링은</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윈도우의</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모든</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값을</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살펴보고</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단순한</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통계</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연산을</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수행하는</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방법입니다</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가장</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흔히</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사용되는</a:t>
            </a:r>
            <a:r>
              <a:rPr lang="en-US" sz="1100" b="0" i="0" u="none" strike="noStrike" kern="1200" dirty="0">
                <a:solidFill>
                  <a:schemeClr val="tx1"/>
                </a:solidFill>
                <a:effectLst/>
                <a:latin typeface="Trebuchet MS" pitchFamily="34" charset="0"/>
                <a:ea typeface="+mn-ea"/>
                <a:cs typeface="+mn-cs"/>
              </a:rPr>
              <a:t> Max Pooling(</a:t>
            </a:r>
            <a:r>
              <a:rPr lang="en-US" sz="1100" b="0" i="0" u="none" strike="noStrike" kern="1200" dirty="0" err="1">
                <a:solidFill>
                  <a:schemeClr val="tx1"/>
                </a:solidFill>
                <a:effectLst/>
                <a:latin typeface="Trebuchet MS" pitchFamily="34" charset="0"/>
                <a:ea typeface="+mn-ea"/>
                <a:cs typeface="+mn-cs"/>
              </a:rPr>
              <a:t>최대</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풀링</a:t>
            </a:r>
            <a:r>
              <a:rPr lang="en-US" sz="1100" b="0" i="0" u="none" strike="noStrike" kern="1200" dirty="0">
                <a:solidFill>
                  <a:schemeClr val="tx1"/>
                </a:solidFill>
                <a:effectLst/>
                <a:latin typeface="Trebuchet MS" pitchFamily="34" charset="0"/>
                <a:ea typeface="+mn-ea"/>
                <a:cs typeface="+mn-cs"/>
              </a:rPr>
              <a:t>)</a:t>
            </a:r>
            <a:r>
              <a:rPr lang="en-US" sz="1100" b="0" i="0" u="none" strike="noStrike" kern="1200" dirty="0" err="1">
                <a:solidFill>
                  <a:schemeClr val="tx1"/>
                </a:solidFill>
                <a:effectLst/>
                <a:latin typeface="Trebuchet MS" pitchFamily="34" charset="0"/>
                <a:ea typeface="+mn-ea"/>
                <a:cs typeface="+mn-cs"/>
              </a:rPr>
              <a:t>에서는</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윈도우의</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가장</a:t>
            </a:r>
            <a:r>
              <a:rPr lang="en-US" sz="1100" b="0" i="0" u="none" strike="noStrike" kern="1200" dirty="0">
                <a:solidFill>
                  <a:schemeClr val="tx1"/>
                </a:solidFill>
                <a:effectLst/>
                <a:latin typeface="Trebuchet MS" pitchFamily="34" charset="0"/>
                <a:ea typeface="+mn-ea"/>
                <a:cs typeface="+mn-cs"/>
              </a:rPr>
              <a:t> 큰 </a:t>
            </a:r>
            <a:r>
              <a:rPr lang="en-US" sz="1100" b="0" i="0" u="none" strike="noStrike" kern="1200" dirty="0" err="1">
                <a:solidFill>
                  <a:schemeClr val="tx1"/>
                </a:solidFill>
                <a:effectLst/>
                <a:latin typeface="Trebuchet MS" pitchFamily="34" charset="0"/>
                <a:ea typeface="+mn-ea"/>
                <a:cs typeface="+mn-cs"/>
              </a:rPr>
              <a:t>값을</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취한</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다음</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나머지를</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버립니다</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이러한</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요령이</a:t>
            </a:r>
            <a:r>
              <a:rPr lang="en-US" sz="1100" b="0" i="0" u="none" strike="noStrike" kern="1200" dirty="0">
                <a:solidFill>
                  <a:schemeClr val="tx1"/>
                </a:solidFill>
                <a:effectLst/>
                <a:latin typeface="Trebuchet MS" pitchFamily="34" charset="0"/>
                <a:ea typeface="+mn-ea"/>
                <a:cs typeface="+mn-cs"/>
              </a:rPr>
              <a:t> 큰 </a:t>
            </a:r>
            <a:r>
              <a:rPr lang="en-US" sz="1100" b="0" i="0" u="none" strike="noStrike" kern="1200" dirty="0" err="1">
                <a:solidFill>
                  <a:schemeClr val="tx1"/>
                </a:solidFill>
                <a:effectLst/>
                <a:latin typeface="Trebuchet MS" pitchFamily="34" charset="0"/>
                <a:ea typeface="+mn-ea"/>
                <a:cs typeface="+mn-cs"/>
              </a:rPr>
              <a:t>이미지를</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작업할</a:t>
            </a:r>
            <a:r>
              <a:rPr lang="en-US" sz="1100" b="0" i="0" u="none" strike="noStrike" kern="1200" dirty="0">
                <a:solidFill>
                  <a:schemeClr val="tx1"/>
                </a:solidFill>
                <a:effectLst/>
                <a:latin typeface="Trebuchet MS" pitchFamily="34" charset="0"/>
                <a:ea typeface="+mn-ea"/>
                <a:cs typeface="+mn-cs"/>
              </a:rPr>
              <a:t> 때 </a:t>
            </a:r>
            <a:r>
              <a:rPr lang="en-US" sz="1100" b="0" i="0" u="none" strike="noStrike" kern="1200" dirty="0" err="1">
                <a:solidFill>
                  <a:schemeClr val="tx1"/>
                </a:solidFill>
                <a:effectLst/>
                <a:latin typeface="Trebuchet MS" pitchFamily="34" charset="0"/>
                <a:ea typeface="+mn-ea"/>
                <a:cs typeface="+mn-cs"/>
              </a:rPr>
              <a:t>특히</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유용한</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이유는</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이미지를</a:t>
            </a:r>
            <a:r>
              <a:rPr lang="en-US" sz="1100" b="0" i="0" u="none" strike="noStrike" kern="1200" dirty="0">
                <a:solidFill>
                  <a:schemeClr val="tx1"/>
                </a:solidFill>
                <a:effectLst/>
                <a:latin typeface="Trebuchet MS" pitchFamily="34" charset="0"/>
                <a:ea typeface="+mn-ea"/>
                <a:cs typeface="+mn-cs"/>
              </a:rPr>
              <a:t> 더 </a:t>
            </a:r>
            <a:r>
              <a:rPr lang="en-US" sz="1100" b="0" i="0" u="none" strike="noStrike" kern="1200" dirty="0" err="1">
                <a:solidFill>
                  <a:schemeClr val="tx1"/>
                </a:solidFill>
                <a:effectLst/>
                <a:latin typeface="Trebuchet MS" pitchFamily="34" charset="0"/>
                <a:ea typeface="+mn-ea"/>
                <a:cs typeface="+mn-cs"/>
              </a:rPr>
              <a:t>작은</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크기로</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축소할</a:t>
            </a:r>
            <a:r>
              <a:rPr lang="en-US" sz="1100" b="0" i="0" u="none" strike="noStrike" kern="1200" dirty="0">
                <a:solidFill>
                  <a:schemeClr val="tx1"/>
                </a:solidFill>
                <a:effectLst/>
                <a:latin typeface="Trebuchet MS" pitchFamily="34" charset="0"/>
                <a:ea typeface="+mn-ea"/>
                <a:cs typeface="+mn-cs"/>
              </a:rPr>
              <a:t> 수 </a:t>
            </a:r>
            <a:r>
              <a:rPr lang="en-US" sz="1100" b="0" i="0" u="none" strike="noStrike" kern="1200" dirty="0" err="1">
                <a:solidFill>
                  <a:schemeClr val="tx1"/>
                </a:solidFill>
                <a:effectLst/>
                <a:latin typeface="Trebuchet MS" pitchFamily="34" charset="0"/>
                <a:ea typeface="+mn-ea"/>
                <a:cs typeface="+mn-cs"/>
              </a:rPr>
              <a:t>있는</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방법이기</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때문입니다</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이미지</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크기가</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작으면</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연산</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작업이</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감소하므로</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속도도</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빨라지고</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비용도</a:t>
            </a:r>
            <a:r>
              <a:rPr lang="en-US" sz="1100" b="0" i="0" u="none" strike="noStrike" kern="1200" dirty="0">
                <a:solidFill>
                  <a:schemeClr val="tx1"/>
                </a:solidFill>
                <a:effectLst/>
                <a:latin typeface="Trebuchet MS" pitchFamily="34" charset="0"/>
                <a:ea typeface="+mn-ea"/>
                <a:cs typeface="+mn-cs"/>
              </a:rPr>
              <a:t> 덜 </a:t>
            </a:r>
            <a:r>
              <a:rPr lang="en-US" sz="1100" b="0" i="0" u="none" strike="noStrike" kern="1200" dirty="0" err="1">
                <a:solidFill>
                  <a:schemeClr val="tx1"/>
                </a:solidFill>
                <a:effectLst/>
                <a:latin typeface="Trebuchet MS" pitchFamily="34" charset="0"/>
                <a:ea typeface="+mn-ea"/>
                <a:cs typeface="+mn-cs"/>
              </a:rPr>
              <a:t>듭니다</a:t>
            </a:r>
            <a:r>
              <a:rPr lang="en-US" sz="1100" b="0" i="0" u="none" strike="noStrike" kern="1200" dirty="0">
                <a:solidFill>
                  <a:schemeClr val="tx1"/>
                </a:solidFill>
                <a:effectLst/>
                <a:latin typeface="Trebuchet MS" pitchFamily="34" charset="0"/>
                <a:ea typeface="+mn-ea"/>
                <a:cs typeface="+mn-cs"/>
              </a:rPr>
              <a:t>.</a:t>
            </a:r>
          </a:p>
          <a:p>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25</a:t>
            </a:fld>
            <a:endParaRPr lang="en-US"/>
          </a:p>
        </p:txBody>
      </p:sp>
    </p:spTree>
    <p:extLst>
      <p:ext uri="{BB962C8B-B14F-4D97-AF65-F5344CB8AC3E}">
        <p14:creationId xmlns:p14="http://schemas.microsoft.com/office/powerpoint/2010/main" val="25641242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100" b="0" i="0" u="none" strike="noStrike" kern="1200" dirty="0">
                <a:solidFill>
                  <a:schemeClr val="tx1"/>
                </a:solidFill>
                <a:effectLst/>
                <a:latin typeface="Trebuchet MS" pitchFamily="34" charset="0"/>
                <a:ea typeface="+mn-ea"/>
                <a:cs typeface="+mn-cs"/>
              </a:rPr>
              <a:t>드롭아웃은 어떤 면에서 앙상블 학습을 반영하는 또 다른 흥미로운 도구입니다. 트레이닝이 진행되는 동안 우리는 지정된 비율로 뉴런을 무작위로 차단할 것입니다. 즉, 뉴런이 해당 트레이닝 단계에 대해 학습할 수 없습니다. 이는 과적합을 방지하여 특정 입력이나 뉴런에 대한 과도한 의존을 없애줍니다. 비율을 1로 설정하지 않도록 조심하기만 하면 됩니다! 1로 설정하면 모든 뉴런이 차단되므로 모델이 학습을 할 수 없게 됩니다.</a:t>
            </a:r>
          </a:p>
          <a:p>
            <a:pPr rtl="0" fontAlgn="base"/>
            <a:endParaRPr lang="en-US" sz="1100" b="0" i="0" u="none" strike="noStrike" kern="1200" dirty="0">
              <a:solidFill>
                <a:schemeClr val="tx1"/>
              </a:solidFill>
              <a:effectLst/>
              <a:latin typeface="Trebuchet MS" pitchFamily="34" charset="0"/>
              <a:ea typeface="+mn-ea"/>
              <a:cs typeface="+mn-cs"/>
            </a:endParaRPr>
          </a:p>
          <a:p>
            <a:pPr rtl="0" fontAlgn="base"/>
            <a:r>
              <a:rPr lang="en-US" sz="1100" b="0" i="0" u="none" strike="noStrike" kern="1200" dirty="0" err="1">
                <a:solidFill>
                  <a:schemeClr val="tx1"/>
                </a:solidFill>
                <a:effectLst/>
                <a:latin typeface="Trebuchet MS" pitchFamily="34" charset="0"/>
                <a:ea typeface="+mn-ea"/>
                <a:cs typeface="+mn-cs"/>
              </a:rPr>
              <a:t>검증</a:t>
            </a:r>
            <a:r>
              <a:rPr lang="en-US" sz="1100" b="0" i="0" u="none" strike="noStrike" kern="1200" dirty="0">
                <a:solidFill>
                  <a:schemeClr val="tx1"/>
                </a:solidFill>
                <a:effectLst/>
                <a:latin typeface="Trebuchet MS" pitchFamily="34" charset="0"/>
                <a:ea typeface="+mn-ea"/>
                <a:cs typeface="+mn-cs"/>
              </a:rPr>
              <a:t>(Validation) </a:t>
            </a:r>
            <a:r>
              <a:rPr lang="en-US" sz="1100" b="0" i="0" u="none" strike="noStrike" kern="1200" dirty="0" err="1">
                <a:solidFill>
                  <a:schemeClr val="tx1"/>
                </a:solidFill>
                <a:effectLst/>
                <a:latin typeface="Trebuchet MS" pitchFamily="34" charset="0"/>
                <a:ea typeface="+mn-ea"/>
                <a:cs typeface="+mn-cs"/>
              </a:rPr>
              <a:t>또는</a:t>
            </a:r>
            <a:r>
              <a:rPr lang="en-US" sz="1100" b="0" i="0" u="none" strike="noStrike" kern="1200" dirty="0">
                <a:solidFill>
                  <a:schemeClr val="tx1"/>
                </a:solidFill>
                <a:effectLst/>
                <a:latin typeface="Trebuchet MS" pitchFamily="34" charset="0"/>
                <a:ea typeface="+mn-ea"/>
                <a:cs typeface="+mn-cs"/>
              </a:rPr>
              <a:t> </a:t>
            </a:r>
            <a:r>
              <a:rPr lang="en-US" sz="1100" b="0" i="0" u="none" strike="noStrike" kern="1200" dirty="0" err="1">
                <a:solidFill>
                  <a:schemeClr val="tx1"/>
                </a:solidFill>
                <a:effectLst/>
                <a:latin typeface="Trebuchet MS" pitchFamily="34" charset="0"/>
                <a:ea typeface="+mn-ea"/>
                <a:cs typeface="+mn-cs"/>
              </a:rPr>
              <a:t>예측</a:t>
            </a:r>
            <a:r>
              <a:rPr lang="en-US" sz="1100" b="0" i="0" u="none" strike="noStrike" kern="1200" dirty="0">
                <a:solidFill>
                  <a:schemeClr val="tx1"/>
                </a:solidFill>
                <a:effectLst/>
                <a:latin typeface="Trebuchet MS" pitchFamily="34" charset="0"/>
                <a:ea typeface="+mn-ea"/>
                <a:cs typeface="+mn-cs"/>
              </a:rPr>
              <a:t>(Test </a:t>
            </a:r>
            <a:r>
              <a:rPr lang="ko-KR" altLang="en-US" sz="1100" b="0" i="0" u="none" strike="noStrike" kern="1200" dirty="0">
                <a:solidFill>
                  <a:schemeClr val="tx1"/>
                </a:solidFill>
                <a:effectLst/>
                <a:latin typeface="Trebuchet MS" pitchFamily="34" charset="0"/>
                <a:ea typeface="+mn-ea"/>
                <a:cs typeface="+mn-cs"/>
              </a:rPr>
              <a:t>혹은 </a:t>
            </a:r>
            <a:r>
              <a:rPr lang="en-US" altLang="ko-KR" sz="1100" b="0" i="0" u="none" strike="noStrike" kern="1200" dirty="0">
                <a:solidFill>
                  <a:schemeClr val="tx1"/>
                </a:solidFill>
                <a:effectLst/>
                <a:latin typeface="Trebuchet MS" pitchFamily="34" charset="0"/>
                <a:ea typeface="+mn-ea"/>
                <a:cs typeface="+mn-cs"/>
              </a:rPr>
              <a:t>Inference)</a:t>
            </a:r>
            <a:r>
              <a:rPr lang="en-US" sz="1100" b="0" i="0" u="none" strike="noStrike" kern="1200" dirty="0">
                <a:solidFill>
                  <a:schemeClr val="tx1"/>
                </a:solidFill>
                <a:effectLst/>
                <a:latin typeface="Trebuchet MS" pitchFamily="34" charset="0"/>
                <a:ea typeface="+mn-ea"/>
                <a:cs typeface="+mn-cs"/>
              </a:rPr>
              <a:t> 도중에는 모든 뉴런이 </a:t>
            </a:r>
            <a:r>
              <a:rPr lang="en-US" sz="1100" b="0" i="0" u="none" strike="noStrike" kern="1200" dirty="0" err="1">
                <a:solidFill>
                  <a:schemeClr val="tx1"/>
                </a:solidFill>
                <a:effectLst/>
                <a:latin typeface="Trebuchet MS" pitchFamily="34" charset="0"/>
                <a:ea typeface="+mn-ea"/>
                <a:cs typeface="+mn-cs"/>
              </a:rPr>
              <a:t>다시</a:t>
            </a:r>
            <a:r>
              <a:rPr lang="en-US" sz="1100" b="0" i="0" u="none" strike="noStrike" kern="1200" dirty="0">
                <a:solidFill>
                  <a:schemeClr val="tx1"/>
                </a:solidFill>
                <a:effectLst/>
                <a:latin typeface="Trebuchet MS" pitchFamily="34" charset="0"/>
                <a:ea typeface="+mn-ea"/>
                <a:cs typeface="+mn-cs"/>
              </a:rPr>
              <a:t> </a:t>
            </a:r>
            <a:r>
              <a:rPr lang="ko-KR" altLang="en-US" sz="1100" b="0" i="0" u="none" strike="noStrike" kern="1200" dirty="0">
                <a:solidFill>
                  <a:schemeClr val="tx1"/>
                </a:solidFill>
                <a:effectLst/>
                <a:latin typeface="Trebuchet MS" pitchFamily="34" charset="0"/>
                <a:ea typeface="+mn-ea"/>
                <a:cs typeface="+mn-cs"/>
              </a:rPr>
              <a:t>활성화됩</a:t>
            </a:r>
            <a:r>
              <a:rPr lang="en-US" sz="1100" b="0" i="0" u="none" strike="noStrike" kern="1200" dirty="0" err="1">
                <a:solidFill>
                  <a:schemeClr val="tx1"/>
                </a:solidFill>
                <a:effectLst/>
                <a:latin typeface="Trebuchet MS" pitchFamily="34" charset="0"/>
                <a:ea typeface="+mn-ea"/>
                <a:cs typeface="+mn-cs"/>
              </a:rPr>
              <a:t>니다</a:t>
            </a:r>
            <a:r>
              <a:rPr lang="en-US" sz="1100" b="0" i="0" u="none" strike="noStrike" kern="1200" dirty="0">
                <a:solidFill>
                  <a:schemeClr val="tx1"/>
                </a:solidFill>
                <a:effectLst/>
                <a:latin typeface="Trebuchet MS" pitchFamily="34" charset="0"/>
                <a:ea typeface="+mn-ea"/>
                <a:cs typeface="+mn-cs"/>
              </a:rPr>
              <a:t>.</a:t>
            </a:r>
          </a:p>
          <a:p>
            <a:endParaRPr lang="en-US" dirty="0"/>
          </a:p>
          <a:p>
            <a:r>
              <a:rPr lang="en-US" dirty="0">
                <a:hlinkClick r:id="rId3"/>
              </a:rPr>
              <a:t>https://www.tensorflow.org/api_docs/python/tf/nn/dropout</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26</a:t>
            </a:fld>
            <a:endParaRPr lang="en-US"/>
          </a:p>
        </p:txBody>
      </p:sp>
    </p:spTree>
    <p:extLst>
      <p:ext uri="{BB962C8B-B14F-4D97-AF65-F5344CB8AC3E}">
        <p14:creationId xmlns:p14="http://schemas.microsoft.com/office/powerpoint/2010/main" val="33399873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100" dirty="0" err="1"/>
              <a:t>이것은</a:t>
            </a:r>
            <a:r>
              <a:rPr lang="en-US" sz="1100" dirty="0"/>
              <a:t> </a:t>
            </a:r>
            <a:r>
              <a:rPr lang="en-US" sz="1100" dirty="0" err="1"/>
              <a:t>다음</a:t>
            </a:r>
            <a:r>
              <a:rPr lang="en-US" sz="1100" dirty="0"/>
              <a:t> </a:t>
            </a:r>
            <a:r>
              <a:rPr lang="en-US" sz="1100" dirty="0" err="1"/>
              <a:t>랩에서</a:t>
            </a:r>
            <a:r>
              <a:rPr lang="en-US" sz="1100" dirty="0"/>
              <a:t> </a:t>
            </a:r>
            <a:r>
              <a:rPr lang="en-US" sz="1100" dirty="0" err="1"/>
              <a:t>사용할</a:t>
            </a:r>
            <a:r>
              <a:rPr lang="en-US" sz="1100" dirty="0"/>
              <a:t> </a:t>
            </a:r>
            <a:r>
              <a:rPr lang="en-US" sz="1100" dirty="0" err="1"/>
              <a:t>네트워크입니다</a:t>
            </a:r>
            <a:r>
              <a:rPr lang="en-US" sz="1100" dirty="0"/>
              <a:t>!</a:t>
            </a:r>
          </a:p>
          <a:p>
            <a:pPr marL="0" indent="0">
              <a:buFontTx/>
              <a:buNone/>
            </a:pPr>
            <a:endParaRPr lang="en-US" sz="1100" dirty="0"/>
          </a:p>
          <a:p>
            <a:pPr marL="0" indent="0">
              <a:buFontTx/>
              <a:buNone/>
            </a:pPr>
            <a:r>
              <a:rPr lang="en-US" sz="1100" dirty="0" err="1"/>
              <a:t>배치</a:t>
            </a:r>
            <a:r>
              <a:rPr lang="en-US" sz="1100" dirty="0"/>
              <a:t> </a:t>
            </a:r>
            <a:r>
              <a:rPr lang="en-US" sz="1100" dirty="0" err="1"/>
              <a:t>정규화라는</a:t>
            </a:r>
            <a:r>
              <a:rPr lang="en-US" sz="1100" dirty="0"/>
              <a:t> </a:t>
            </a:r>
            <a:r>
              <a:rPr lang="en-US" sz="1100" dirty="0" err="1"/>
              <a:t>작업도</a:t>
            </a:r>
            <a:r>
              <a:rPr lang="en-US" sz="1100" dirty="0"/>
              <a:t> </a:t>
            </a:r>
            <a:r>
              <a:rPr lang="en-US" sz="1100" dirty="0" err="1"/>
              <a:t>수행할</a:t>
            </a:r>
            <a:r>
              <a:rPr lang="en-US" sz="1100" dirty="0"/>
              <a:t> </a:t>
            </a:r>
            <a:r>
              <a:rPr lang="en-US" sz="1100" dirty="0" err="1"/>
              <a:t>예정이며</a:t>
            </a:r>
            <a:r>
              <a:rPr lang="en-US" sz="1100" dirty="0"/>
              <a:t>, 이 </a:t>
            </a:r>
            <a:r>
              <a:rPr lang="en-US" sz="1100" dirty="0" err="1"/>
              <a:t>작업은</a:t>
            </a:r>
            <a:r>
              <a:rPr lang="en-US" sz="1100" dirty="0"/>
              <a:t> </a:t>
            </a:r>
            <a:r>
              <a:rPr lang="en-US" sz="1100" dirty="0" err="1"/>
              <a:t>트레이닝</a:t>
            </a:r>
            <a:r>
              <a:rPr lang="en-US" sz="1100" dirty="0"/>
              <a:t> </a:t>
            </a:r>
            <a:r>
              <a:rPr lang="en-US" sz="1100" dirty="0" err="1"/>
              <a:t>도중</a:t>
            </a:r>
            <a:r>
              <a:rPr lang="en-US" sz="1100" dirty="0"/>
              <a:t> </a:t>
            </a:r>
            <a:r>
              <a:rPr lang="en-US" sz="1100" dirty="0" err="1"/>
              <a:t>레이어</a:t>
            </a:r>
            <a:r>
              <a:rPr lang="en-US" sz="1100" dirty="0"/>
              <a:t> </a:t>
            </a:r>
            <a:r>
              <a:rPr lang="en-US" sz="1100" dirty="0" err="1"/>
              <a:t>간에</a:t>
            </a:r>
            <a:r>
              <a:rPr lang="en-US" sz="1100" dirty="0"/>
              <a:t> </a:t>
            </a:r>
            <a:r>
              <a:rPr lang="en-US" sz="1100" dirty="0" err="1"/>
              <a:t>변화되는</a:t>
            </a:r>
            <a:r>
              <a:rPr lang="en-US" sz="1100" dirty="0"/>
              <a:t> </a:t>
            </a:r>
            <a:r>
              <a:rPr lang="en-US" sz="1100" dirty="0" err="1"/>
              <a:t>가중치의</a:t>
            </a:r>
            <a:r>
              <a:rPr lang="en-US" sz="1100" dirty="0"/>
              <a:t> </a:t>
            </a:r>
            <a:r>
              <a:rPr lang="en-US" sz="1100" dirty="0" err="1"/>
              <a:t>양을</a:t>
            </a:r>
            <a:r>
              <a:rPr lang="en-US" sz="1100" dirty="0"/>
              <a:t> </a:t>
            </a:r>
            <a:r>
              <a:rPr lang="en-US" sz="1100" dirty="0" err="1"/>
              <a:t>정규화합니다</a:t>
            </a:r>
            <a:r>
              <a:rPr lang="en-US" sz="1100" dirty="0"/>
              <a:t>. </a:t>
            </a:r>
            <a:r>
              <a:rPr lang="en-US" sz="1100" dirty="0" err="1"/>
              <a:t>배치</a:t>
            </a:r>
            <a:r>
              <a:rPr lang="en-US" sz="1100" dirty="0"/>
              <a:t> </a:t>
            </a:r>
            <a:r>
              <a:rPr lang="en-US" sz="1100" dirty="0" err="1"/>
              <a:t>정규화는</a:t>
            </a:r>
            <a:r>
              <a:rPr lang="en-US" sz="1100" dirty="0"/>
              <a:t> </a:t>
            </a:r>
            <a:r>
              <a:rPr lang="en-US" sz="1100" dirty="0" err="1"/>
              <a:t>내부</a:t>
            </a:r>
            <a:r>
              <a:rPr lang="en-US" sz="1100" dirty="0"/>
              <a:t> </a:t>
            </a:r>
            <a:r>
              <a:rPr lang="en-US" sz="1100" dirty="0" err="1"/>
              <a:t>공변량</a:t>
            </a:r>
            <a:r>
              <a:rPr lang="en-US" sz="1100" dirty="0"/>
              <a:t> </a:t>
            </a:r>
            <a:r>
              <a:rPr lang="en-US" sz="1100" dirty="0" err="1"/>
              <a:t>변화</a:t>
            </a:r>
            <a:r>
              <a:rPr lang="en-US" sz="1100" dirty="0"/>
              <a:t>(Internal Covariate shift)</a:t>
            </a:r>
            <a:r>
              <a:rPr lang="en-US" sz="1100" dirty="0" err="1"/>
              <a:t>라는</a:t>
            </a:r>
            <a:r>
              <a:rPr lang="en-US" sz="1100" dirty="0"/>
              <a:t> </a:t>
            </a:r>
            <a:r>
              <a:rPr lang="en-US" sz="1100" dirty="0" err="1"/>
              <a:t>것을</a:t>
            </a:r>
            <a:r>
              <a:rPr lang="en-US" sz="1100" dirty="0"/>
              <a:t> </a:t>
            </a:r>
            <a:r>
              <a:rPr lang="en-US" sz="1100" dirty="0" err="1"/>
              <a:t>방지하도록</a:t>
            </a:r>
            <a:r>
              <a:rPr lang="en-US" sz="1100" dirty="0"/>
              <a:t> </a:t>
            </a:r>
            <a:r>
              <a:rPr lang="en-US" sz="1100" dirty="0" err="1"/>
              <a:t>만들어졌지만</a:t>
            </a:r>
            <a:r>
              <a:rPr lang="en-US" sz="1100" dirty="0"/>
              <a:t> </a:t>
            </a:r>
            <a:r>
              <a:rPr lang="en-US" sz="1100" dirty="0" err="1"/>
              <a:t>실제로는</a:t>
            </a:r>
            <a:r>
              <a:rPr lang="en-US" sz="1100" dirty="0"/>
              <a:t> </a:t>
            </a:r>
            <a:r>
              <a:rPr lang="en-US" sz="1100" dirty="0" err="1"/>
              <a:t>이를</a:t>
            </a:r>
            <a:r>
              <a:rPr lang="en-US" sz="1100" dirty="0"/>
              <a:t> </a:t>
            </a:r>
            <a:r>
              <a:rPr lang="en-US" sz="1100" dirty="0" err="1"/>
              <a:t>방지하지</a:t>
            </a:r>
            <a:r>
              <a:rPr lang="en-US" sz="1100" dirty="0"/>
              <a:t> 않</a:t>
            </a:r>
            <a:r>
              <a:rPr lang="ko-KR" altLang="en-US" sz="1100" dirty="0"/>
              <a:t>는다는 논문이 있습니다</a:t>
            </a:r>
            <a:r>
              <a:rPr lang="en-US" altLang="ko-KR" sz="1100" dirty="0"/>
              <a:t>.</a:t>
            </a:r>
            <a:r>
              <a:rPr lang="en-US" sz="1100" dirty="0"/>
              <a:t> </a:t>
            </a:r>
            <a:r>
              <a:rPr lang="en-US" sz="1100" dirty="0" err="1"/>
              <a:t>그렇더라도</a:t>
            </a:r>
            <a:r>
              <a:rPr lang="en-US" sz="1100" dirty="0"/>
              <a:t>, </a:t>
            </a:r>
            <a:r>
              <a:rPr lang="en-US" sz="1100" dirty="0" err="1"/>
              <a:t>경험적으로는</a:t>
            </a:r>
            <a:r>
              <a:rPr lang="en-US" sz="1100" dirty="0"/>
              <a:t> </a:t>
            </a:r>
            <a:r>
              <a:rPr lang="en-US" sz="1100" dirty="0" err="1"/>
              <a:t>물체</a:t>
            </a:r>
            <a:r>
              <a:rPr lang="en-US" sz="1100" dirty="0"/>
              <a:t> </a:t>
            </a:r>
            <a:r>
              <a:rPr lang="en-US" sz="1100" dirty="0" err="1"/>
              <a:t>검출</a:t>
            </a:r>
            <a:r>
              <a:rPr lang="en-US" sz="1100" dirty="0"/>
              <a:t> </a:t>
            </a:r>
            <a:r>
              <a:rPr lang="en-US" sz="1100" dirty="0" err="1"/>
              <a:t>네트워크에</a:t>
            </a:r>
            <a:r>
              <a:rPr lang="en-US" sz="1100" dirty="0"/>
              <a:t> </a:t>
            </a:r>
            <a:r>
              <a:rPr lang="en-US" sz="1100" dirty="0" err="1"/>
              <a:t>도움을</a:t>
            </a:r>
            <a:r>
              <a:rPr lang="en-US" sz="1100" dirty="0"/>
              <a:t> 주</a:t>
            </a:r>
            <a:r>
              <a:rPr lang="ko-KR" altLang="en-US" sz="1100" dirty="0"/>
              <a:t>게 됩니다</a:t>
            </a:r>
            <a:r>
              <a:rPr lang="en-US" altLang="ko-KR" sz="1100" dirty="0"/>
              <a:t>.</a:t>
            </a:r>
            <a:endParaRPr lang="en-US" sz="1100" dirty="0"/>
          </a:p>
          <a:p>
            <a:pPr marL="0" indent="0">
              <a:buFontTx/>
              <a:buNone/>
            </a:pPr>
            <a:endParaRPr lang="en-US" sz="1100" dirty="0">
              <a:hlinkClick r:id="rId3"/>
            </a:endParaRPr>
          </a:p>
          <a:p>
            <a:pPr marL="0" indent="0">
              <a:buFontTx/>
              <a:buNone/>
            </a:pPr>
            <a:r>
              <a:rPr lang="en-US" dirty="0">
                <a:hlinkClick r:id="rId3"/>
              </a:rPr>
              <a:t>https://blog.paperspace.com/busting-the-myths-about-batch-normalization/</a:t>
            </a:r>
            <a:endParaRPr lang="en-US" dirty="0"/>
          </a:p>
          <a:p>
            <a:pPr marL="0" indent="0">
              <a:buFontTx/>
              <a:buNone/>
            </a:pPr>
            <a:r>
              <a:rPr lang="en-US" dirty="0">
                <a:hlinkClick r:id="rId4"/>
              </a:rPr>
              <a:t>https://papers.nips.cc/paper/7515-how-does-batch-normalization-help-optimization.pdf</a:t>
            </a:r>
            <a:endParaRPr lang="en-US" sz="1100" dirty="0"/>
          </a:p>
          <a:p>
            <a:pPr marL="0" indent="0">
              <a:buFontTx/>
              <a:buNone/>
            </a:pPr>
            <a:endParaRPr lang="en-US" sz="1100" dirty="0"/>
          </a:p>
          <a:p>
            <a:pPr marL="0" indent="0">
              <a:buFontTx/>
              <a:buNone/>
            </a:pPr>
            <a:r>
              <a:rPr lang="en-US" sz="1100" dirty="0" err="1"/>
              <a:t>다음</a:t>
            </a:r>
            <a:r>
              <a:rPr lang="en-US" sz="1100" dirty="0"/>
              <a:t> </a:t>
            </a:r>
            <a:r>
              <a:rPr lang="en-US" sz="1100" dirty="0" err="1"/>
              <a:t>랩에서</a:t>
            </a:r>
            <a:r>
              <a:rPr lang="en-US" sz="1100" dirty="0"/>
              <a:t> </a:t>
            </a:r>
            <a:r>
              <a:rPr lang="en-US" sz="1100" dirty="0" err="1"/>
              <a:t>수행할</a:t>
            </a:r>
            <a:r>
              <a:rPr lang="en-US" sz="1100" dirty="0"/>
              <a:t> </a:t>
            </a:r>
            <a:r>
              <a:rPr lang="en-US" sz="1100" dirty="0" err="1"/>
              <a:t>작업은</a:t>
            </a:r>
            <a:r>
              <a:rPr lang="en-US" sz="1100" dirty="0"/>
              <a:t> </a:t>
            </a:r>
            <a:r>
              <a:rPr lang="en-US" sz="1100" dirty="0" err="1"/>
              <a:t>다음과</a:t>
            </a:r>
            <a:r>
              <a:rPr lang="en-US" sz="1100" dirty="0"/>
              <a:t> </a:t>
            </a:r>
            <a:r>
              <a:rPr lang="en-US" sz="1100" dirty="0" err="1"/>
              <a:t>같습니다</a:t>
            </a:r>
            <a:r>
              <a:rPr lang="en-US" sz="1100" dirty="0"/>
              <a:t>.</a:t>
            </a:r>
          </a:p>
          <a:p>
            <a:pPr marL="342900" indent="-342900">
              <a:buFontTx/>
              <a:buChar char="-"/>
            </a:pPr>
            <a:endParaRPr lang="en-US" sz="1100" dirty="0"/>
          </a:p>
          <a:p>
            <a:pPr marL="342900" indent="-342900">
              <a:buFontTx/>
              <a:buChar char="-"/>
            </a:pPr>
            <a:r>
              <a:rPr lang="en-US" sz="1100" dirty="0" err="1"/>
              <a:t>올바르게</a:t>
            </a:r>
            <a:r>
              <a:rPr lang="en-US" sz="1100" dirty="0"/>
              <a:t> </a:t>
            </a:r>
            <a:r>
              <a:rPr lang="en-US" sz="1100" dirty="0" err="1"/>
              <a:t>데이터</a:t>
            </a:r>
            <a:r>
              <a:rPr lang="en-US" sz="1100" dirty="0"/>
              <a:t> </a:t>
            </a:r>
            <a:r>
              <a:rPr lang="en-US" sz="1100" dirty="0" err="1"/>
              <a:t>구성</a:t>
            </a:r>
            <a:endParaRPr lang="en-US" sz="1100" dirty="0"/>
          </a:p>
          <a:p>
            <a:pPr marL="342900" indent="-342900">
              <a:buFontTx/>
              <a:buChar char="-"/>
            </a:pPr>
            <a:r>
              <a:rPr lang="en-US" sz="1100" dirty="0"/>
              <a:t>CNN </a:t>
            </a:r>
            <a:r>
              <a:rPr lang="en-US" sz="1100" dirty="0" err="1"/>
              <a:t>모델</a:t>
            </a:r>
            <a:r>
              <a:rPr lang="en-US" sz="1100" dirty="0"/>
              <a:t> </a:t>
            </a:r>
            <a:r>
              <a:rPr lang="en-US" sz="1100" dirty="0" err="1"/>
              <a:t>생성</a:t>
            </a:r>
            <a:endParaRPr lang="en-US" sz="1100" dirty="0"/>
          </a:p>
          <a:p>
            <a:pPr marL="342900" indent="-342900">
              <a:buFontTx/>
              <a:buChar char="-"/>
            </a:pPr>
            <a:r>
              <a:rPr lang="en-US" sz="1100" dirty="0" err="1"/>
              <a:t>이전과</a:t>
            </a:r>
            <a:r>
              <a:rPr lang="en-US" sz="1100" dirty="0"/>
              <a:t> </a:t>
            </a:r>
            <a:r>
              <a:rPr lang="en-US" sz="1100" dirty="0" err="1"/>
              <a:t>같이</a:t>
            </a:r>
            <a:r>
              <a:rPr lang="en-US" sz="1100" dirty="0"/>
              <a:t> </a:t>
            </a:r>
            <a:r>
              <a:rPr lang="en-US" sz="1100" dirty="0" err="1"/>
              <a:t>트레이닝</a:t>
            </a:r>
            <a:r>
              <a:rPr lang="en-US" sz="1100" dirty="0"/>
              <a:t> </a:t>
            </a:r>
            <a:r>
              <a:rPr lang="en-US" sz="1100" dirty="0" err="1"/>
              <a:t>수행</a:t>
            </a:r>
            <a:endParaRPr lang="en-US" sz="1100" dirty="0"/>
          </a:p>
          <a:p>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27</a:t>
            </a:fld>
            <a:endParaRPr lang="en-US"/>
          </a:p>
        </p:txBody>
      </p:sp>
    </p:spTree>
    <p:extLst>
      <p:ext uri="{BB962C8B-B14F-4D97-AF65-F5344CB8AC3E}">
        <p14:creationId xmlns:p14="http://schemas.microsoft.com/office/powerpoint/2010/main" val="1261320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28</a:t>
            </a:fld>
            <a:endParaRPr lang="en-US"/>
          </a:p>
        </p:txBody>
      </p:sp>
    </p:spTree>
    <p:extLst>
      <p:ext uri="{BB962C8B-B14F-4D97-AF65-F5344CB8AC3E}">
        <p14:creationId xmlns:p14="http://schemas.microsoft.com/office/powerpoint/2010/main" val="1865934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2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2" name="Google Shape;512;p2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chemeClr val="dk1"/>
              </a:solidFill>
              <a:latin typeface="Trebuchet MS"/>
              <a:ea typeface="Trebuchet MS"/>
              <a:cs typeface="Trebuchet MS"/>
              <a:sym typeface="Trebuchet MS"/>
            </a:endParaRPr>
          </a:p>
        </p:txBody>
      </p:sp>
      <p:sp>
        <p:nvSpPr>
          <p:cNvPr id="513" name="Google Shape;513;p2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457200" rtl="0" eaLnBrk="1" fontAlgn="base" latinLnBrk="0" hangingPunct="1">
              <a:lnSpc>
                <a:spcPct val="100000"/>
              </a:lnSpc>
              <a:spcBef>
                <a:spcPts val="0"/>
              </a:spcBef>
              <a:spcAft>
                <a:spcPts val="0"/>
              </a:spcAft>
              <a:buClr>
                <a:srgbClr val="000000"/>
              </a:buClr>
              <a:buSzPts val="1100"/>
              <a:buFont typeface="Arial"/>
              <a:buNone/>
              <a:tabLst/>
              <a:defRPr/>
            </a:pPr>
            <a:fld id="{00000000-1234-1234-1234-123412341234}" type="slidenum">
              <a:rPr kumimoji="0" lang="en-US" sz="1100" b="0" i="0" u="none" strike="noStrike" kern="1200" cap="none" spc="0" normalizeH="0" baseline="0" noProof="0">
                <a:ln>
                  <a:noFill/>
                </a:ln>
                <a:solidFill>
                  <a:prstClr val="black"/>
                </a:solidFill>
                <a:effectLst/>
                <a:uLnTx/>
                <a:uFillTx/>
                <a:latin typeface="Trebuchet MS"/>
                <a:ea typeface="Trebuchet MS"/>
                <a:cs typeface="Trebuchet MS"/>
                <a:sym typeface="Trebuchet MS"/>
              </a:rPr>
              <a:pPr marL="0" marR="0" lvl="0" indent="0" algn="r" defTabSz="457200" rtl="0" eaLnBrk="1" fontAlgn="base" latinLnBrk="0" hangingPunct="1">
                <a:lnSpc>
                  <a:spcPct val="100000"/>
                </a:lnSpc>
                <a:spcBef>
                  <a:spcPts val="0"/>
                </a:spcBef>
                <a:spcAft>
                  <a:spcPts val="0"/>
                </a:spcAft>
                <a:buClr>
                  <a:srgbClr val="000000"/>
                </a:buClr>
                <a:buSzPts val="1100"/>
                <a:buFont typeface="Arial"/>
                <a:buNone/>
                <a:tabLst/>
                <a:defRPr/>
              </a:pPr>
              <a:t>29</a:t>
            </a:fld>
            <a:endParaRPr kumimoji="0" sz="1100" b="0" i="0" u="none" strike="noStrike" kern="1200" cap="none" spc="0" normalizeH="0" baseline="0" noProof="0">
              <a:ln>
                <a:noFill/>
              </a:ln>
              <a:solidFill>
                <a:prstClr val="black"/>
              </a:solidFill>
              <a:effectLst/>
              <a:uLnTx/>
              <a:uFillTx/>
              <a:latin typeface="Trebuchet MS"/>
              <a:ea typeface="Trebuchet MS"/>
              <a:cs typeface="Trebuchet MS"/>
              <a:sym typeface="Trebuchet MS"/>
            </a:endParaRPr>
          </a:p>
        </p:txBody>
      </p:sp>
    </p:spTree>
    <p:extLst>
      <p:ext uri="{BB962C8B-B14F-4D97-AF65-F5344CB8AC3E}">
        <p14:creationId xmlns:p14="http://schemas.microsoft.com/office/powerpoint/2010/main" val="28432792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8.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3.emf"/><Relationship Id="rId2" Type="http://schemas.openxmlformats.org/officeDocument/2006/relationships/image" Target="../media/image16.jpeg"/><Relationship Id="rId1" Type="http://schemas.openxmlformats.org/officeDocument/2006/relationships/slideMaster" Target="../slideMasters/slideMaster8.xml"/><Relationship Id="rId6" Type="http://schemas.openxmlformats.org/officeDocument/2006/relationships/image" Target="../media/image2.png"/><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9.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9.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10.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0.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6.png"/><Relationship Id="rId1" Type="http://schemas.openxmlformats.org/officeDocument/2006/relationships/slideMaster" Target="../slideMasters/slideMaster10.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3.png"/><Relationship Id="rId1" Type="http://schemas.openxmlformats.org/officeDocument/2006/relationships/slideMaster" Target="../slideMasters/slideMaster10.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0.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0.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jpeg"/><Relationship Id="rId1" Type="http://schemas.openxmlformats.org/officeDocument/2006/relationships/slideMaster" Target="../slideMasters/slideMaster1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1.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2.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3.emf"/><Relationship Id="rId2" Type="http://schemas.openxmlformats.org/officeDocument/2006/relationships/image" Target="../media/image16.jpeg"/><Relationship Id="rId1" Type="http://schemas.openxmlformats.org/officeDocument/2006/relationships/slideMaster" Target="../slideMasters/slideMaster12.xml"/><Relationship Id="rId6" Type="http://schemas.openxmlformats.org/officeDocument/2006/relationships/image" Target="../media/image2.png"/><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2.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3.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3.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3.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3.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0_Title Slide - Images">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9" name="Rectangle 8">
            <a:extLst>
              <a:ext uri="{FF2B5EF4-FFF2-40B4-BE49-F238E27FC236}">
                <a16:creationId xmlns:a16="http://schemas.microsoft.com/office/drawing/2014/main" id="{DA649158-47CE-48EE-8573-A982767AD701}"/>
              </a:ext>
            </a:extLst>
          </p:cNvPr>
          <p:cNvSpPr/>
          <p:nvPr userDrawn="1"/>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A9FFCD0-CFA5-4BC7-BCE6-3E925540985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8740" y="2648250"/>
            <a:ext cx="2015928" cy="706351"/>
          </a:xfrm>
          <a:prstGeom prst="rect">
            <a:avLst/>
          </a:prstGeom>
        </p:spPr>
      </p:pic>
      <p:sp>
        <p:nvSpPr>
          <p:cNvPr id="11" name="Rectangle 4"/>
          <p:cNvSpPr>
            <a:spLocks noGrp="1" noChangeArrowheads="1"/>
          </p:cNvSpPr>
          <p:nvPr userDrawn="1">
            <p:ph type="subTitle" idx="1"/>
          </p:nvPr>
        </p:nvSpPr>
        <p:spPr>
          <a:xfrm>
            <a:off x="520850" y="1787097"/>
            <a:ext cx="8700706" cy="341632"/>
          </a:xfrm>
        </p:spPr>
        <p:txBody>
          <a:bodyPr wrap="square" anchor="t">
            <a:spAutoFit/>
          </a:bodyPr>
          <a:lstStyle>
            <a:lvl1pPr marL="0" indent="0" algn="l">
              <a:lnSpc>
                <a:spcPct val="90000"/>
              </a:lnSpc>
              <a:spcBef>
                <a:spcPts val="600"/>
              </a:spcBef>
              <a:spcAft>
                <a:spcPts val="300"/>
              </a:spcAft>
              <a:buFontTx/>
              <a:buNone/>
              <a:defRPr sz="1800" b="0">
                <a:solidFill>
                  <a:schemeClr val="bg2">
                    <a:lumMod val="50000"/>
                  </a:schemeClr>
                </a:solidFill>
                <a:latin typeface="Trebuchet MS" pitchFamily="34" charset="0"/>
              </a:defRPr>
            </a:lvl1pPr>
          </a:lstStyle>
          <a:p>
            <a:r>
              <a:rPr lang="en-US"/>
              <a:t>Click to edit Master subtitle style</a:t>
            </a:r>
          </a:p>
        </p:txBody>
      </p:sp>
      <p:sp>
        <p:nvSpPr>
          <p:cNvPr id="305" name="Title 304"/>
          <p:cNvSpPr>
            <a:spLocks noGrp="1"/>
          </p:cNvSpPr>
          <p:nvPr userDrawn="1">
            <p:ph type="title" hasCustomPrompt="1"/>
          </p:nvPr>
        </p:nvSpPr>
        <p:spPr>
          <a:xfrm>
            <a:off x="481662" y="839286"/>
            <a:ext cx="8739340" cy="982855"/>
          </a:xfrm>
        </p:spPr>
        <p:txBody>
          <a:bodyPr anchor="b">
            <a:noAutofit/>
          </a:bodyPr>
          <a:lstStyle>
            <a:lvl1pPr algn="l">
              <a:lnSpc>
                <a:spcPct val="90000"/>
              </a:lnSpc>
              <a:spcBef>
                <a:spcPts val="0"/>
              </a:spcBef>
              <a:defRPr sz="4600" b="1" cap="all" baseline="0">
                <a:solidFill>
                  <a:schemeClr val="tx2"/>
                </a:solidFill>
                <a:latin typeface="Trebuchet MS" panose="020B0603020202020204" pitchFamily="34" charset="0"/>
              </a:defRPr>
            </a:lvl1pPr>
          </a:lstStyle>
          <a:p>
            <a:r>
              <a:rPr lang="en-US"/>
              <a:t>CLICK TO EDIT MASTER TITLE STYLE</a:t>
            </a:r>
          </a:p>
        </p:txBody>
      </p:sp>
    </p:spTree>
    <p:extLst>
      <p:ext uri="{BB962C8B-B14F-4D97-AF65-F5344CB8AC3E}">
        <p14:creationId xmlns:p14="http://schemas.microsoft.com/office/powerpoint/2010/main" val="10430303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9" name="Rectangle 8">
            <a:extLst>
              <a:ext uri="{FF2B5EF4-FFF2-40B4-BE49-F238E27FC236}">
                <a16:creationId xmlns:a16="http://schemas.microsoft.com/office/drawing/2014/main" id="{DA649158-47CE-48EE-8573-A982767AD701}"/>
              </a:ext>
            </a:extLst>
          </p:cNvPr>
          <p:cNvSpPr/>
          <p:nvPr userDrawn="1"/>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F85E20E-9E0B-4DBA-ADE0-F4952632A5A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83337" y="3902417"/>
            <a:ext cx="3232858" cy="1132744"/>
          </a:xfrm>
          <a:prstGeom prst="rect">
            <a:avLst/>
          </a:prstGeom>
        </p:spPr>
      </p:pic>
      <p:sp>
        <p:nvSpPr>
          <p:cNvPr id="12" name="TextBox 11">
            <a:extLst>
              <a:ext uri="{FF2B5EF4-FFF2-40B4-BE49-F238E27FC236}">
                <a16:creationId xmlns:a16="http://schemas.microsoft.com/office/drawing/2014/main" id="{6BA3ACD0-451D-4ABB-8870-656D424348FF}"/>
              </a:ext>
            </a:extLst>
          </p:cNvPr>
          <p:cNvSpPr txBox="1"/>
          <p:nvPr userDrawn="1"/>
        </p:nvSpPr>
        <p:spPr>
          <a:xfrm>
            <a:off x="481641" y="5310989"/>
            <a:ext cx="2512291"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2000">
                <a:solidFill>
                  <a:schemeClr val="tx2"/>
                </a:solidFill>
                <a:latin typeface="Trebuchet MS" panose="020B0603020202020204" pitchFamily="34" charset="0"/>
              </a:rPr>
              <a:t>www.nvidia.com/dli</a:t>
            </a:r>
          </a:p>
        </p:txBody>
      </p:sp>
    </p:spTree>
    <p:extLst>
      <p:ext uri="{BB962C8B-B14F-4D97-AF65-F5344CB8AC3E}">
        <p14:creationId xmlns:p14="http://schemas.microsoft.com/office/powerpoint/2010/main" val="42547893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2937016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and Content with 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7" name="Rectangle 6"/>
          <p:cNvSpPr/>
          <p:nvPr userDrawn="1"/>
        </p:nvSpPr>
        <p:spPr>
          <a:xfrm>
            <a:off x="7049729" y="5781717"/>
            <a:ext cx="2762866" cy="248142"/>
          </a:xfrm>
          <a:prstGeom prst="rect">
            <a:avLst/>
          </a:prstGeom>
          <a:noFill/>
          <a:ln w="25400" cap="flat" cmpd="sng" algn="ctr">
            <a:noFill/>
            <a:prstDash val="solid"/>
          </a:ln>
          <a:effectLst/>
        </p:spPr>
        <p:txBody>
          <a:bodyPr rtlCol="0" anchor="b"/>
          <a:lstStyle/>
          <a:p>
            <a:pPr marL="0" marR="0" lvl="0" indent="0" algn="r" defTabSz="457200" eaLnBrk="1" fontAlgn="auto" latinLnBrk="0" hangingPunct="1">
              <a:lnSpc>
                <a:spcPct val="90000"/>
              </a:lnSpc>
              <a:spcBef>
                <a:spcPts val="0"/>
              </a:spcBef>
              <a:spcAft>
                <a:spcPts val="0"/>
              </a:spcAft>
              <a:buClrTx/>
              <a:buSzTx/>
              <a:buFontTx/>
              <a:buNone/>
              <a:tabLst/>
              <a:defRPr/>
            </a:pPr>
            <a:r>
              <a:rPr lang="en-US" sz="800" b="1" i="0" kern="0">
                <a:solidFill>
                  <a:schemeClr val="bg1"/>
                </a:solidFill>
                <a:latin typeface="Trebuchet MS"/>
              </a:rPr>
              <a:t>NVIDIA CONFIDENTIAL. DO NOT DISTRIBUTE.</a:t>
            </a:r>
          </a:p>
        </p:txBody>
      </p:sp>
    </p:spTree>
    <p:extLst>
      <p:ext uri="{BB962C8B-B14F-4D97-AF65-F5344CB8AC3E}">
        <p14:creationId xmlns:p14="http://schemas.microsoft.com/office/powerpoint/2010/main" val="36919205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NO LOGO &amp; PAGE NUMBER">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9948672"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9922111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Photograph">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33526"/>
            <a:ext cx="5922117" cy="618631"/>
          </a:xfr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5905833"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5922117" cy="525463"/>
          </a:xfrm>
        </p:spPr>
        <p:txBody>
          <a:bodyPr/>
          <a:lstStyle>
            <a:lvl1pPr marL="0" indent="0" algn="l">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3036661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9566308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ansition - Gree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764AE4-97B7-4C45-A0D0-BEE3BA17B70F}"/>
              </a:ext>
            </a:extLst>
          </p:cNvPr>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F046E4A-4011-49A2-955F-F689C05DCB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10972800" cy="6172200"/>
          </a:xfrm>
          <a:prstGeom prst="rect">
            <a:avLst/>
          </a:prstGeom>
        </p:spPr>
      </p:pic>
      <p:sp>
        <p:nvSpPr>
          <p:cNvPr id="6" name="Rectangle 5">
            <a:extLst>
              <a:ext uri="{FF2B5EF4-FFF2-40B4-BE49-F238E27FC236}">
                <a16:creationId xmlns:a16="http://schemas.microsoft.com/office/drawing/2014/main" id="{03DE1DF3-9BB4-4DC8-8A61-394EC1805CCA}"/>
              </a:ext>
            </a:extLst>
          </p:cNvPr>
          <p:cNvSpPr/>
          <p:nvPr userDrawn="1"/>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E187F1F-4ACA-4D48-ACDC-152646CBD130}"/>
              </a:ext>
            </a:extLst>
          </p:cNvPr>
          <p:cNvSpPr/>
          <p:nvPr userDrawn="1"/>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2790635"/>
            <a:ext cx="9976104" cy="590931"/>
          </a:xfrm>
        </p:spPr>
        <p:txBody>
          <a:bodyPr anchor="ctr"/>
          <a:lstStyle>
            <a:lvl1pPr algn="ct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3175110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nd 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54352"/>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498348" y="2111661"/>
            <a:ext cx="4945063"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5529390" y="2111661"/>
            <a:ext cx="4945062"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0568"/>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0809710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Video">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53497" y="5352631"/>
            <a:ext cx="7865806" cy="369332"/>
          </a:xfrm>
        </p:spPr>
        <p:txBody>
          <a:bodyPr anchor="b"/>
          <a:lstStyle>
            <a:lvl1pPr algn="l">
              <a:defRPr sz="2000">
                <a:solidFill>
                  <a:schemeClr val="bg1"/>
                </a:solidFill>
              </a:defRPr>
            </a:lvl1pPr>
          </a:lstStyle>
          <a:p>
            <a:r>
              <a:rPr lang="en-US"/>
              <a:t>Click to edit Master title style</a:t>
            </a:r>
          </a:p>
        </p:txBody>
      </p:sp>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713271" y="5142126"/>
            <a:ext cx="7546258" cy="104086"/>
          </a:xfrm>
          <a:prstGeom prst="rect">
            <a:avLst/>
          </a:prstGeom>
        </p:spPr>
      </p:pic>
    </p:spTree>
    <p:extLst>
      <p:ext uri="{BB962C8B-B14F-4D97-AF65-F5344CB8AC3E}">
        <p14:creationId xmlns:p14="http://schemas.microsoft.com/office/powerpoint/2010/main" val="40003580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98828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169473"/>
            <a:ext cx="9976104" cy="535531"/>
          </a:xfrm>
        </p:spPr>
        <p:txBody>
          <a:bodyPr anchor="ctr"/>
          <a:lstStyle>
            <a:lvl1pPr algn="l">
              <a:defRPr sz="3200">
                <a:solidFill>
                  <a:schemeClr val="tx1"/>
                </a:solidFill>
              </a:defRPr>
            </a:lvl1pPr>
          </a:lstStyle>
          <a:p>
            <a:r>
              <a:rPr lang="en-US"/>
              <a:t>Click to edit Master title style</a:t>
            </a:r>
          </a:p>
        </p:txBody>
      </p:sp>
    </p:spTree>
    <p:extLst>
      <p:ext uri="{BB962C8B-B14F-4D97-AF65-F5344CB8AC3E}">
        <p14:creationId xmlns:p14="http://schemas.microsoft.com/office/powerpoint/2010/main" val="9807432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ote and Seg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43CF5E6-4F92-46E0-8DC2-62095040401C}"/>
              </a:ext>
            </a:extLst>
          </p:cNvPr>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3B9ABDF-4D75-49CA-83AC-B3309B79A63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10972800" cy="6172200"/>
          </a:xfrm>
          <a:prstGeom prst="rect">
            <a:avLst/>
          </a:prstGeom>
        </p:spPr>
      </p:pic>
      <p:sp>
        <p:nvSpPr>
          <p:cNvPr id="6" name="Rectangle 5">
            <a:extLst>
              <a:ext uri="{FF2B5EF4-FFF2-40B4-BE49-F238E27FC236}">
                <a16:creationId xmlns:a16="http://schemas.microsoft.com/office/drawing/2014/main" id="{A9E186C6-9892-4B49-86F3-D3AE54301309}"/>
              </a:ext>
            </a:extLst>
          </p:cNvPr>
          <p:cNvSpPr/>
          <p:nvPr userDrawn="1"/>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0D92F76-2157-4482-88C8-AE386F9B730D}"/>
              </a:ext>
            </a:extLst>
          </p:cNvPr>
          <p:cNvSpPr/>
          <p:nvPr userDrawn="1"/>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99194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11" name="Rectangle 4"/>
          <p:cNvSpPr>
            <a:spLocks noGrp="1" noChangeArrowheads="1"/>
          </p:cNvSpPr>
          <p:nvPr>
            <p:ph type="subTitle" idx="1"/>
          </p:nvPr>
        </p:nvSpPr>
        <p:spPr>
          <a:xfrm>
            <a:off x="685800" y="4974336"/>
            <a:ext cx="5815584" cy="286232"/>
          </a:xfrm>
        </p:spPr>
        <p:txBody>
          <a:bodyPr wrap="square" anchor="t">
            <a:noAutofit/>
          </a:bodyPr>
          <a:lstStyle>
            <a:lvl1pPr marL="0" indent="0" algn="l">
              <a:lnSpc>
                <a:spcPct val="90000"/>
              </a:lnSpc>
              <a:spcBef>
                <a:spcPts val="600"/>
              </a:spcBef>
              <a:spcAft>
                <a:spcPts val="300"/>
              </a:spcAft>
              <a:buFontTx/>
              <a:buNone/>
              <a:defRPr sz="1400" b="0">
                <a:solidFill>
                  <a:schemeClr val="tx2"/>
                </a:solidFill>
                <a:latin typeface="Trebuchet MS" pitchFamily="34" charset="0"/>
              </a:defRPr>
            </a:lvl1pPr>
          </a:lstStyle>
          <a:p>
            <a:r>
              <a:rPr lang="en-US"/>
              <a:t>Click to edit Master subtitle style</a:t>
            </a:r>
            <a:endParaRPr lang="en-US" dirty="0"/>
          </a:p>
        </p:txBody>
      </p:sp>
      <p:sp>
        <p:nvSpPr>
          <p:cNvPr id="305" name="Title 304"/>
          <p:cNvSpPr>
            <a:spLocks noGrp="1"/>
          </p:cNvSpPr>
          <p:nvPr>
            <p:ph type="title" hasCustomPrompt="1"/>
          </p:nvPr>
        </p:nvSpPr>
        <p:spPr>
          <a:xfrm>
            <a:off x="685800" y="4023360"/>
            <a:ext cx="5815584" cy="982855"/>
          </a:xfrm>
        </p:spPr>
        <p:txBody>
          <a:bodyPr anchor="b">
            <a:noAutofit/>
          </a:bodyPr>
          <a:lstStyle>
            <a:lvl1pPr algn="l">
              <a:lnSpc>
                <a:spcPct val="90000"/>
              </a:lnSpc>
              <a:spcBef>
                <a:spcPts val="0"/>
              </a:spcBef>
              <a:defRPr sz="3600" b="1" cap="all" baseline="0">
                <a:solidFill>
                  <a:schemeClr val="tx1"/>
                </a:solidFill>
                <a:effectLst>
                  <a:outerShdw blurRad="38100" dist="38100" dir="2700000" algn="tl">
                    <a:srgbClr val="000000">
                      <a:alpha val="43137"/>
                    </a:srgbClr>
                  </a:outerShdw>
                </a:effectLst>
                <a:latin typeface="Trebuchet MS" panose="020B0603020202020204" pitchFamily="34" charset="0"/>
              </a:defRPr>
            </a:lvl1pPr>
          </a:lstStyle>
          <a:p>
            <a:r>
              <a:rPr lang="en-US" dirty="0"/>
              <a:t>CLICK TO EDIT MASTER TITLE STYLE</a:t>
            </a:r>
          </a:p>
        </p:txBody>
      </p:sp>
    </p:spTree>
    <p:extLst>
      <p:ext uri="{BB962C8B-B14F-4D97-AF65-F5344CB8AC3E}">
        <p14:creationId xmlns:p14="http://schemas.microsoft.com/office/powerpoint/2010/main" val="13392120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ransition / Segue">
    <p:spTree>
      <p:nvGrpSpPr>
        <p:cNvPr id="1" name=""/>
        <p:cNvGrpSpPr/>
        <p:nvPr/>
      </p:nvGrpSpPr>
      <p:grpSpPr>
        <a:xfrm>
          <a:off x="0" y="0"/>
          <a:ext cx="0" cy="0"/>
          <a:chOff x="0" y="0"/>
          <a:chExt cx="0" cy="0"/>
        </a:xfrm>
      </p:grpSpPr>
      <p:sp>
        <p:nvSpPr>
          <p:cNvPr id="2" name="Title 1"/>
          <p:cNvSpPr>
            <a:spLocks noGrp="1"/>
          </p:cNvSpPr>
          <p:nvPr>
            <p:ph type="title"/>
          </p:nvPr>
        </p:nvSpPr>
        <p:spPr>
          <a:xfrm>
            <a:off x="4974336" y="4224528"/>
            <a:ext cx="5376672" cy="1373939"/>
          </a:xfrm>
        </p:spPr>
        <p:txBody>
          <a:bodyPr anchor="b"/>
          <a:lstStyle>
            <a:lvl1pPr algn="ctr">
              <a:defRPr sz="34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6665266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10_Title Slide - Images">
    <p:bg>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0972800" cy="6172200"/>
          </a:xfrm>
          <a:prstGeom prst="rect">
            <a:avLst/>
          </a:prstGeom>
        </p:spPr>
      </p:pic>
      <p:sp>
        <p:nvSpPr>
          <p:cNvPr id="8" name="Rectangle 7"/>
          <p:cNvSpPr/>
          <p:nvPr userDrawn="1"/>
        </p:nvSpPr>
        <p:spPr>
          <a:xfrm>
            <a:off x="0" y="0"/>
            <a:ext cx="10972800" cy="6172200"/>
          </a:xfrm>
          <a:prstGeom prst="rect">
            <a:avLst/>
          </a:prstGeom>
          <a:gradFill>
            <a:gsLst>
              <a:gs pos="0">
                <a:schemeClr val="bg1">
                  <a:alpha val="58000"/>
                </a:schemeClr>
              </a:gs>
              <a:gs pos="58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4"/>
          <p:cNvSpPr>
            <a:spLocks noGrp="1" noChangeArrowheads="1"/>
          </p:cNvSpPr>
          <p:nvPr userDrawn="1">
            <p:ph type="subTitle" idx="1"/>
          </p:nvPr>
        </p:nvSpPr>
        <p:spPr>
          <a:xfrm>
            <a:off x="520850" y="1787097"/>
            <a:ext cx="8700706" cy="341632"/>
          </a:xfrm>
        </p:spPr>
        <p:txBody>
          <a:bodyPr wrap="square" anchor="t">
            <a:spAutoFit/>
          </a:bodyPr>
          <a:lstStyle>
            <a:lvl1pPr marL="0" indent="0" algn="l">
              <a:lnSpc>
                <a:spcPct val="90000"/>
              </a:lnSpc>
              <a:spcBef>
                <a:spcPts val="600"/>
              </a:spcBef>
              <a:spcAft>
                <a:spcPts val="300"/>
              </a:spcAft>
              <a:buFontTx/>
              <a:buNone/>
              <a:defRPr sz="1800" b="0">
                <a:solidFill>
                  <a:schemeClr val="tx1"/>
                </a:solidFill>
                <a:latin typeface="Trebuchet MS" pitchFamily="34" charset="0"/>
              </a:defRPr>
            </a:lvl1pPr>
          </a:lstStyle>
          <a:p>
            <a:r>
              <a:rPr lang="en-US"/>
              <a:t>Click to edit Master subtitle style</a:t>
            </a:r>
          </a:p>
        </p:txBody>
      </p:sp>
      <p:sp>
        <p:nvSpPr>
          <p:cNvPr id="305" name="Title 304"/>
          <p:cNvSpPr>
            <a:spLocks noGrp="1"/>
          </p:cNvSpPr>
          <p:nvPr userDrawn="1">
            <p:ph type="title" hasCustomPrompt="1"/>
          </p:nvPr>
        </p:nvSpPr>
        <p:spPr>
          <a:xfrm>
            <a:off x="481662" y="839286"/>
            <a:ext cx="8739340" cy="982855"/>
          </a:xfrm>
        </p:spPr>
        <p:txBody>
          <a:bodyPr anchor="b">
            <a:noAutofit/>
          </a:bodyPr>
          <a:lstStyle>
            <a:lvl1pPr algn="l">
              <a:lnSpc>
                <a:spcPct val="90000"/>
              </a:lnSpc>
              <a:spcBef>
                <a:spcPts val="0"/>
              </a:spcBef>
              <a:defRPr sz="4600" b="1" cap="all" baseline="0">
                <a:solidFill>
                  <a:schemeClr val="tx1"/>
                </a:solidFill>
                <a:latin typeface="Trebuchet MS" panose="020B0603020202020204" pitchFamily="34" charset="0"/>
              </a:defRPr>
            </a:lvl1pPr>
          </a:lstStyle>
          <a:p>
            <a:r>
              <a:rPr lang="en-US"/>
              <a:t>CLICK TO EDIT MASTER TITLE STYLE</a:t>
            </a:r>
          </a:p>
        </p:txBody>
      </p:sp>
      <p:pic>
        <p:nvPicPr>
          <p:cNvPr id="4" name="Picture 3"/>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259" y="2527241"/>
            <a:ext cx="1626671" cy="350850"/>
          </a:xfrm>
          <a:prstGeom prst="rect">
            <a:avLst/>
          </a:prstGeom>
        </p:spPr>
      </p:pic>
    </p:spTree>
    <p:extLst>
      <p:ext uri="{BB962C8B-B14F-4D97-AF65-F5344CB8AC3E}">
        <p14:creationId xmlns:p14="http://schemas.microsoft.com/office/powerpoint/2010/main" val="5777450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9274687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nd Content with 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7" name="Rectangle 6"/>
          <p:cNvSpPr/>
          <p:nvPr userDrawn="1"/>
        </p:nvSpPr>
        <p:spPr>
          <a:xfrm>
            <a:off x="7049729" y="5781717"/>
            <a:ext cx="2762866" cy="248142"/>
          </a:xfrm>
          <a:prstGeom prst="rect">
            <a:avLst/>
          </a:prstGeom>
          <a:noFill/>
          <a:ln w="25400" cap="flat" cmpd="sng" algn="ctr">
            <a:noFill/>
            <a:prstDash val="solid"/>
          </a:ln>
          <a:effectLst/>
        </p:spPr>
        <p:txBody>
          <a:bodyPr rtlCol="0" anchor="b"/>
          <a:lstStyle/>
          <a:p>
            <a:pPr marL="0" marR="0" lvl="0" indent="0" algn="r" defTabSz="457200" eaLnBrk="1" fontAlgn="auto" latinLnBrk="0" hangingPunct="1">
              <a:lnSpc>
                <a:spcPct val="90000"/>
              </a:lnSpc>
              <a:spcBef>
                <a:spcPts val="0"/>
              </a:spcBef>
              <a:spcAft>
                <a:spcPts val="0"/>
              </a:spcAft>
              <a:buClrTx/>
              <a:buSzTx/>
              <a:buFontTx/>
              <a:buNone/>
              <a:tabLst/>
              <a:defRPr/>
            </a:pPr>
            <a:r>
              <a:rPr lang="en-US" sz="800" b="1" i="0" kern="0">
                <a:solidFill>
                  <a:schemeClr val="bg1"/>
                </a:solidFill>
                <a:latin typeface="Trebuchet MS"/>
              </a:rPr>
              <a:t>NVIDIA CONFIDENTIAL. DO NOT DISTRIBUTE.</a:t>
            </a:r>
          </a:p>
        </p:txBody>
      </p:sp>
    </p:spTree>
    <p:extLst>
      <p:ext uri="{BB962C8B-B14F-4D97-AF65-F5344CB8AC3E}">
        <p14:creationId xmlns:p14="http://schemas.microsoft.com/office/powerpoint/2010/main" val="41438446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nd Content - NO LOGO &amp; PAGE NUMBER">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9948672"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003966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hotograph">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33526"/>
            <a:ext cx="5922117" cy="618631"/>
          </a:xfr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5905833"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5922117" cy="525463"/>
          </a:xfrm>
        </p:spPr>
        <p:txBody>
          <a:bodyPr/>
          <a:lstStyle>
            <a:lvl1pPr marL="0" indent="0" algn="l">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19039980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5785242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ransition - Green">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2790635"/>
            <a:ext cx="9976104" cy="590931"/>
          </a:xfrm>
        </p:spPr>
        <p:txBody>
          <a:bodyPr anchor="ctr"/>
          <a:lstStyle>
            <a:lvl1pPr algn="ct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19672939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and 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54352"/>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498348" y="2111661"/>
            <a:ext cx="4945063"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5529390" y="2111661"/>
            <a:ext cx="4945062"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0568"/>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0188670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Video">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53497" y="5352631"/>
            <a:ext cx="7865806" cy="369332"/>
          </a:xfrm>
        </p:spPr>
        <p:txBody>
          <a:bodyPr anchor="b"/>
          <a:lstStyle>
            <a:lvl1pPr algn="l">
              <a:defRPr sz="2000">
                <a:solidFill>
                  <a:schemeClr val="bg1"/>
                </a:solidFill>
              </a:defRPr>
            </a:lvl1pPr>
          </a:lstStyle>
          <a:p>
            <a:r>
              <a:rPr lang="en-US"/>
              <a:t>Click to edit Master title style</a:t>
            </a:r>
          </a:p>
        </p:txBody>
      </p:sp>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713271" y="5142126"/>
            <a:ext cx="7546258" cy="104086"/>
          </a:xfrm>
          <a:prstGeom prst="rect">
            <a:avLst/>
          </a:prstGeom>
        </p:spPr>
      </p:pic>
    </p:spTree>
    <p:extLst>
      <p:ext uri="{BB962C8B-B14F-4D97-AF65-F5344CB8AC3E}">
        <p14:creationId xmlns:p14="http://schemas.microsoft.com/office/powerpoint/2010/main" val="11722004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41428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169473"/>
            <a:ext cx="9976104" cy="535531"/>
          </a:xfrm>
        </p:spPr>
        <p:txBody>
          <a:bodyPr anchor="ctr"/>
          <a:lstStyle>
            <a:lvl1pPr algn="l">
              <a:defRPr sz="3200">
                <a:solidFill>
                  <a:schemeClr val="tx1"/>
                </a:solidFill>
              </a:defRPr>
            </a:lvl1pPr>
          </a:lstStyle>
          <a:p>
            <a:r>
              <a:rPr lang="en-US"/>
              <a:t>Click to edit Master title style</a:t>
            </a:r>
          </a:p>
        </p:txBody>
      </p:sp>
    </p:spTree>
    <p:extLst>
      <p:ext uri="{BB962C8B-B14F-4D97-AF65-F5344CB8AC3E}">
        <p14:creationId xmlns:p14="http://schemas.microsoft.com/office/powerpoint/2010/main" val="12399957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Quote and Segu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0972800" cy="6172200"/>
          </a:xfrm>
          <a:prstGeom prst="rect">
            <a:avLst/>
          </a:prstGeom>
        </p:spPr>
      </p:pic>
    </p:spTree>
    <p:extLst>
      <p:ext uri="{BB962C8B-B14F-4D97-AF65-F5344CB8AC3E}">
        <p14:creationId xmlns:p14="http://schemas.microsoft.com/office/powerpoint/2010/main" val="38853869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and Subtitle">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baseline="0">
                <a:solidFill>
                  <a:schemeClr val="bg1"/>
                </a:solidFill>
              </a:defRPr>
            </a:lvl1pPr>
          </a:lstStyle>
          <a:p>
            <a:r>
              <a:rPr lang="en-US"/>
              <a:t>Click to edit Master title style</a:t>
            </a:r>
          </a:p>
        </p:txBody>
      </p:sp>
      <p:sp>
        <p:nvSpPr>
          <p:cNvPr id="5" name="Text Placeholder 4"/>
          <p:cNvSpPr>
            <a:spLocks noGrp="1"/>
          </p:cNvSpPr>
          <p:nvPr>
            <p:ph type="body" sz="quarter" idx="10"/>
          </p:nvPr>
        </p:nvSpPr>
        <p:spPr>
          <a:xfrm>
            <a:off x="498348" y="1183334"/>
            <a:ext cx="9976104" cy="525463"/>
          </a:xfrm>
          <a:prstGeom prst="rect">
            <a:avLst/>
          </a:prstGeom>
        </p:spPr>
        <p:txBody>
          <a:bodyPr/>
          <a:lstStyle>
            <a:lvl1pPr marL="0" indent="0" algn="ctr">
              <a:buFontTx/>
              <a:buNone/>
              <a:defRPr sz="2400" b="0">
                <a:solidFill>
                  <a:schemeClr val="tx2"/>
                </a:solidFill>
                <a:latin typeface="Trebuchet MS" panose="020B0603020202020204" pitchFamily="34" charset="0"/>
              </a:defRPr>
            </a:lvl1pPr>
            <a:lvl2pPr marL="571454" indent="0" algn="ctr">
              <a:buFontTx/>
              <a:buNone/>
              <a:defRPr sz="2800">
                <a:solidFill>
                  <a:schemeClr val="tx2"/>
                </a:solidFill>
                <a:latin typeface="Trebuchet MS" panose="020B0603020202020204" pitchFamily="34" charset="0"/>
              </a:defRPr>
            </a:lvl2pPr>
            <a:lvl3pPr marL="1088938" indent="0" algn="ctr">
              <a:buFontTx/>
              <a:buNone/>
              <a:defRPr sz="2800">
                <a:solidFill>
                  <a:schemeClr val="tx2"/>
                </a:solidFill>
                <a:latin typeface="Trebuchet MS" panose="020B0603020202020204" pitchFamily="34" charset="0"/>
              </a:defRPr>
            </a:lvl3pPr>
            <a:lvl4pPr marL="1546101" indent="0" algn="ctr">
              <a:buFontTx/>
              <a:buNone/>
              <a:defRPr sz="2800">
                <a:solidFill>
                  <a:schemeClr val="tx2"/>
                </a:solidFill>
                <a:latin typeface="Trebuchet MS" panose="020B0603020202020204" pitchFamily="34" charset="0"/>
              </a:defRPr>
            </a:lvl4pPr>
            <a:lvl5pPr marL="1888974"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6841613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76001" y="722069"/>
            <a:ext cx="7773366" cy="2287288"/>
          </a:xfrm>
        </p:spPr>
        <p:txBody>
          <a:bodyPr bIns="0" anchor="b">
            <a:normAutofit/>
          </a:bodyPr>
          <a:lstStyle>
            <a:lvl1pPr algn="l">
              <a:defRPr sz="5940"/>
            </a:lvl1pPr>
          </a:lstStyle>
          <a:p>
            <a:r>
              <a:rPr lang="en-US"/>
              <a:t>Click to edit Master title style</a:t>
            </a:r>
            <a:endParaRPr lang="en-US" dirty="0"/>
          </a:p>
        </p:txBody>
      </p:sp>
      <p:sp>
        <p:nvSpPr>
          <p:cNvPr id="3" name="Subtitle 2"/>
          <p:cNvSpPr>
            <a:spLocks noGrp="1"/>
          </p:cNvSpPr>
          <p:nvPr>
            <p:ph type="subTitle" idx="1"/>
          </p:nvPr>
        </p:nvSpPr>
        <p:spPr>
          <a:xfrm>
            <a:off x="2176002" y="3178084"/>
            <a:ext cx="7773365" cy="879859"/>
          </a:xfrm>
        </p:spPr>
        <p:txBody>
          <a:bodyPr tIns="91440" bIns="91440">
            <a:normAutofit/>
          </a:bodyPr>
          <a:lstStyle>
            <a:lvl1pPr marL="0" indent="0" algn="l">
              <a:buNone/>
              <a:defRPr sz="1620" b="0" cap="all" baseline="0">
                <a:solidFill>
                  <a:schemeClr val="tx1"/>
                </a:solidFill>
              </a:defRPr>
            </a:lvl1pPr>
            <a:lvl2pPr marL="411480" indent="0" algn="ctr">
              <a:buNone/>
              <a:defRPr sz="162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4/10/2021</a:t>
            </a:fld>
            <a:endParaRPr lang="en-US" dirty="0"/>
          </a:p>
        </p:txBody>
      </p:sp>
      <p:sp>
        <p:nvSpPr>
          <p:cNvPr id="5" name="Footer Placeholder 4"/>
          <p:cNvSpPr>
            <a:spLocks noGrp="1"/>
          </p:cNvSpPr>
          <p:nvPr>
            <p:ph type="ftr" sz="quarter" idx="11"/>
          </p:nvPr>
        </p:nvSpPr>
        <p:spPr>
          <a:xfrm>
            <a:off x="2174850" y="296377"/>
            <a:ext cx="4476524" cy="278281"/>
          </a:xfrm>
        </p:spPr>
        <p:txBody>
          <a:bodyPr/>
          <a:lstStyle/>
          <a:p>
            <a:endParaRPr lang="en-US" dirty="0"/>
          </a:p>
        </p:txBody>
      </p:sp>
      <p:sp>
        <p:nvSpPr>
          <p:cNvPr id="6" name="Slide Number Placeholder 5"/>
          <p:cNvSpPr>
            <a:spLocks noGrp="1"/>
          </p:cNvSpPr>
          <p:nvPr>
            <p:ph type="sldNum" sz="quarter" idx="12"/>
          </p:nvPr>
        </p:nvSpPr>
        <p:spPr>
          <a:xfrm>
            <a:off x="1293898" y="719076"/>
            <a:ext cx="729917" cy="453220"/>
          </a:xfrm>
        </p:spPr>
        <p:txBody>
          <a:bodyPr/>
          <a:lstStyle/>
          <a:p>
            <a:fld id="{6D22F896-40B5-4ADD-8801-0D06FADFA095}" type="slidenum">
              <a:rPr lang="en-US" dirty="0"/>
              <a:t>‹#›</a:t>
            </a:fld>
            <a:endParaRPr lang="en-US" dirty="0"/>
          </a:p>
        </p:txBody>
      </p:sp>
      <p:cxnSp>
        <p:nvCxnSpPr>
          <p:cNvPr id="15" name="Straight Connector 14"/>
          <p:cNvCxnSpPr/>
          <p:nvPr/>
        </p:nvCxnSpPr>
        <p:spPr>
          <a:xfrm>
            <a:off x="2176002" y="3175688"/>
            <a:ext cx="777336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206894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50342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08815" y="1580517"/>
            <a:ext cx="7778839" cy="1699155"/>
          </a:xfrm>
        </p:spPr>
        <p:txBody>
          <a:bodyPr anchor="b">
            <a:normAutofit/>
          </a:bodyPr>
          <a:lstStyle>
            <a:lvl1pPr algn="l">
              <a:defRPr sz="3240"/>
            </a:lvl1pPr>
          </a:lstStyle>
          <a:p>
            <a:r>
              <a:rPr lang="en-US"/>
              <a:t>Click to edit Master title style</a:t>
            </a:r>
            <a:endParaRPr lang="en-US" dirty="0"/>
          </a:p>
        </p:txBody>
      </p:sp>
      <p:sp>
        <p:nvSpPr>
          <p:cNvPr id="3" name="Text Placeholder 2"/>
          <p:cNvSpPr>
            <a:spLocks noGrp="1"/>
          </p:cNvSpPr>
          <p:nvPr>
            <p:ph type="body" idx="1"/>
          </p:nvPr>
        </p:nvSpPr>
        <p:spPr>
          <a:xfrm>
            <a:off x="1308815" y="3425576"/>
            <a:ext cx="7767401" cy="911636"/>
          </a:xfrm>
        </p:spPr>
        <p:txBody>
          <a:bodyPr tIns="91440">
            <a:normAutofit/>
          </a:bodyPr>
          <a:lstStyle>
            <a:lvl1pPr marL="0" indent="0" algn="l">
              <a:buNone/>
              <a:defRPr sz="1620">
                <a:solidFill>
                  <a:schemeClr val="tx1"/>
                </a:solidFill>
              </a:defRPr>
            </a:lvl1pPr>
            <a:lvl2pPr marL="411480" indent="0">
              <a:buNone/>
              <a:defRPr sz="1620">
                <a:solidFill>
                  <a:schemeClr val="tx1">
                    <a:tint val="75000"/>
                  </a:schemeClr>
                </a:solidFill>
              </a:defRPr>
            </a:lvl2pPr>
            <a:lvl3pPr marL="822960" indent="0">
              <a:buNone/>
              <a:defRPr sz="1620">
                <a:solidFill>
                  <a:schemeClr val="tx1">
                    <a:tint val="75000"/>
                  </a:schemeClr>
                </a:solidFill>
              </a:defRPr>
            </a:lvl3pPr>
            <a:lvl4pPr marL="1234440" indent="0">
              <a:buNone/>
              <a:defRPr sz="1440">
                <a:solidFill>
                  <a:schemeClr val="tx1">
                    <a:tint val="75000"/>
                  </a:schemeClr>
                </a:solidFill>
              </a:defRPr>
            </a:lvl4pPr>
            <a:lvl5pPr marL="1645920" indent="0">
              <a:buNone/>
              <a:defRPr sz="1440">
                <a:solidFill>
                  <a:schemeClr val="tx1">
                    <a:tint val="75000"/>
                  </a:schemeClr>
                </a:solidFill>
              </a:defRPr>
            </a:lvl5pPr>
            <a:lvl6pPr marL="2057400" indent="0">
              <a:buNone/>
              <a:defRPr sz="1440">
                <a:solidFill>
                  <a:schemeClr val="tx1">
                    <a:tint val="75000"/>
                  </a:schemeClr>
                </a:solidFill>
              </a:defRPr>
            </a:lvl6pPr>
            <a:lvl7pPr marL="2468880" indent="0">
              <a:buNone/>
              <a:defRPr sz="1440">
                <a:solidFill>
                  <a:schemeClr val="tx1">
                    <a:tint val="75000"/>
                  </a:schemeClr>
                </a:solidFill>
              </a:defRPr>
            </a:lvl7pPr>
            <a:lvl8pPr marL="2880360" indent="0">
              <a:buNone/>
              <a:defRPr sz="1440">
                <a:solidFill>
                  <a:schemeClr val="tx1">
                    <a:tint val="75000"/>
                  </a:schemeClr>
                </a:solidFill>
              </a:defRPr>
            </a:lvl8pPr>
            <a:lvl9pPr marL="3291840" indent="0">
              <a:buNone/>
              <a:defRPr sz="14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308815" y="3424487"/>
            <a:ext cx="776740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551723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304296" y="724400"/>
            <a:ext cx="8645072" cy="95337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302598" y="1809790"/>
            <a:ext cx="4180637" cy="31037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772394" y="1815609"/>
            <a:ext cx="4180637" cy="30973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4/10/2021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831080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02472" y="723747"/>
            <a:ext cx="8646895" cy="95068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02472" y="1817594"/>
            <a:ext cx="4180637" cy="721749"/>
          </a:xfrm>
        </p:spPr>
        <p:txBody>
          <a:bodyPr anchor="b">
            <a:normAutofit/>
          </a:bodyPr>
          <a:lstStyle>
            <a:lvl1pPr marL="0" indent="0">
              <a:lnSpc>
                <a:spcPct val="100000"/>
              </a:lnSpc>
              <a:buNone/>
              <a:defRPr sz="1980" b="0" cap="all" baseline="0">
                <a:solidFill>
                  <a:schemeClr val="accent1"/>
                </a:solidFill>
              </a:defRPr>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1302472" y="2541843"/>
            <a:ext cx="4180637" cy="23800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771126" y="1820703"/>
            <a:ext cx="4180637" cy="722013"/>
          </a:xfrm>
        </p:spPr>
        <p:txBody>
          <a:bodyPr anchor="b">
            <a:normAutofit/>
          </a:bodyPr>
          <a:lstStyle>
            <a:lvl1pPr marL="0" indent="0">
              <a:lnSpc>
                <a:spcPct val="100000"/>
              </a:lnSpc>
              <a:buNone/>
              <a:defRPr sz="1980" b="0" cap="all" baseline="0">
                <a:solidFill>
                  <a:schemeClr val="accent1"/>
                </a:solidFill>
              </a:defRPr>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5771126" y="2539342"/>
            <a:ext cx="4180637" cy="23736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4/10/2021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503843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4/10/2021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Rectangle 6">
            <a:extLst>
              <a:ext uri="{FF2B5EF4-FFF2-40B4-BE49-F238E27FC236}">
                <a16:creationId xmlns:a16="http://schemas.microsoft.com/office/drawing/2014/main" id="{BA34F37B-3DDD-4163-901A-E0BA247B64D2}"/>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00905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4/10/2021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4462954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00204" y="719076"/>
            <a:ext cx="2945789" cy="2022405"/>
          </a:xfrm>
        </p:spPr>
        <p:txBody>
          <a:bodyPr anchor="b">
            <a:normAutofit/>
          </a:bodyPr>
          <a:lstStyle>
            <a:lvl1pPr algn="l">
              <a:defRPr sz="2160"/>
            </a:lvl1pPr>
          </a:lstStyle>
          <a:p>
            <a:r>
              <a:rPr lang="en-US"/>
              <a:t>Click to edit Master title style</a:t>
            </a:r>
            <a:endParaRPr lang="en-US" dirty="0"/>
          </a:p>
        </p:txBody>
      </p:sp>
      <p:sp>
        <p:nvSpPr>
          <p:cNvPr id="3" name="Content Placeholder 2"/>
          <p:cNvSpPr>
            <a:spLocks noGrp="1"/>
          </p:cNvSpPr>
          <p:nvPr>
            <p:ph idx="1"/>
          </p:nvPr>
        </p:nvSpPr>
        <p:spPr>
          <a:xfrm>
            <a:off x="4539343" y="719077"/>
            <a:ext cx="5411223" cy="419294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00204" y="2884942"/>
            <a:ext cx="2947512" cy="2023363"/>
          </a:xfrm>
        </p:spPr>
        <p:txBody>
          <a:bodyPr/>
          <a:lstStyle>
            <a:lvl1pPr marL="0" indent="0" algn="l">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303452" y="2884942"/>
            <a:ext cx="294254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292340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6729649" y="433953"/>
            <a:ext cx="3667080" cy="463419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306086" y="1016562"/>
            <a:ext cx="4979095" cy="1647526"/>
          </a:xfrm>
        </p:spPr>
        <p:txBody>
          <a:bodyPr anchor="b">
            <a:normAutofit/>
          </a:bodyPr>
          <a:lstStyle>
            <a:lvl1pPr>
              <a:defRPr sz="288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11951" y="1010288"/>
            <a:ext cx="2512054" cy="3479694"/>
          </a:xfrm>
          <a:solidFill>
            <a:schemeClr val="bg1">
              <a:lumMod val="85000"/>
            </a:schemeClr>
          </a:solidFill>
          <a:ln w="9525" cap="sq">
            <a:noFill/>
            <a:miter lim="800000"/>
          </a:ln>
          <a:effectLst/>
        </p:spPr>
        <p:txBody>
          <a:bodyPr anchor="t"/>
          <a:lstStyle>
            <a:lvl1pPr marL="0" indent="0" algn="ctr">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a:t>Click icon to add picture</a:t>
            </a:r>
            <a:endParaRPr lang="en-US" dirty="0"/>
          </a:p>
        </p:txBody>
      </p:sp>
      <p:sp>
        <p:nvSpPr>
          <p:cNvPr id="4" name="Text Placeholder 3"/>
          <p:cNvSpPr>
            <a:spLocks noGrp="1"/>
          </p:cNvSpPr>
          <p:nvPr>
            <p:ph type="body" sz="half" idx="2"/>
          </p:nvPr>
        </p:nvSpPr>
        <p:spPr>
          <a:xfrm>
            <a:off x="1305296" y="2831393"/>
            <a:ext cx="4971964" cy="1803368"/>
          </a:xfrm>
        </p:spPr>
        <p:txBody>
          <a:bodyPr>
            <a:normAutofit/>
          </a:bodyPr>
          <a:lstStyle>
            <a:lvl1pPr marL="0" indent="0" algn="l">
              <a:buNone/>
              <a:defRPr sz="162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5" name="Date Placeholder 4"/>
          <p:cNvSpPr>
            <a:spLocks noGrp="1"/>
          </p:cNvSpPr>
          <p:nvPr>
            <p:ph type="dt" sz="half" idx="10"/>
          </p:nvPr>
        </p:nvSpPr>
        <p:spPr>
          <a:xfrm>
            <a:off x="1302644" y="4922871"/>
            <a:ext cx="4974616" cy="288111"/>
          </a:xfrm>
        </p:spPr>
        <p:txBody>
          <a:bodyPr/>
          <a:lstStyle>
            <a:lvl1pPr algn="l">
              <a:defRPr/>
            </a:lvl1pPr>
          </a:lstStyle>
          <a:p>
            <a:fld id="{48A87A34-81AB-432B-8DAE-1953F412C126}" type="datetimeFigureOut">
              <a:rPr lang="en-US" dirty="0"/>
              <a:pPr/>
              <a:t>4/10/2021</a:t>
            </a:fld>
            <a:endParaRPr lang="en-US" dirty="0"/>
          </a:p>
        </p:txBody>
      </p:sp>
      <p:sp>
        <p:nvSpPr>
          <p:cNvPr id="6" name="Footer Placeholder 5"/>
          <p:cNvSpPr>
            <a:spLocks noGrp="1"/>
          </p:cNvSpPr>
          <p:nvPr>
            <p:ph type="ftr" sz="quarter" idx="11"/>
          </p:nvPr>
        </p:nvSpPr>
        <p:spPr>
          <a:xfrm>
            <a:off x="1302644" y="286776"/>
            <a:ext cx="4986904" cy="288838"/>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302644" y="2829245"/>
            <a:ext cx="497461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172473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924016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95200" y="719076"/>
            <a:ext cx="1454168" cy="4193900"/>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300205" y="719076"/>
            <a:ext cx="7045947" cy="41939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8495200" y="719076"/>
            <a:ext cx="0" cy="419390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344458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12451359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cSld name="10_Title Slide - Images">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9" name="Rectangle 8">
            <a:extLst>
              <a:ext uri="{FF2B5EF4-FFF2-40B4-BE49-F238E27FC236}">
                <a16:creationId xmlns:a16="http://schemas.microsoft.com/office/drawing/2014/main" id="{DA649158-47CE-48EE-8573-A982767AD701}"/>
              </a:ext>
            </a:extLst>
          </p:cNvPr>
          <p:cNvSpPr/>
          <p:nvPr/>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A9FFCD0-CFA5-4BC7-BCE6-3E925540985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8740" y="2648250"/>
            <a:ext cx="2015928" cy="706351"/>
          </a:xfrm>
          <a:prstGeom prst="rect">
            <a:avLst/>
          </a:prstGeom>
        </p:spPr>
      </p:pic>
      <p:sp>
        <p:nvSpPr>
          <p:cNvPr id="11" name="Rectangle 4"/>
          <p:cNvSpPr>
            <a:spLocks noGrp="1" noChangeArrowheads="1"/>
          </p:cNvSpPr>
          <p:nvPr>
            <p:ph type="subTitle" idx="1"/>
          </p:nvPr>
        </p:nvSpPr>
        <p:spPr>
          <a:xfrm>
            <a:off x="520850" y="1787097"/>
            <a:ext cx="8700706" cy="341632"/>
          </a:xfrm>
        </p:spPr>
        <p:txBody>
          <a:bodyPr wrap="square" anchor="t">
            <a:spAutoFit/>
          </a:bodyPr>
          <a:lstStyle>
            <a:lvl1pPr marL="0" indent="0" algn="l">
              <a:lnSpc>
                <a:spcPct val="90000"/>
              </a:lnSpc>
              <a:spcBef>
                <a:spcPts val="600"/>
              </a:spcBef>
              <a:spcAft>
                <a:spcPts val="300"/>
              </a:spcAft>
              <a:buFontTx/>
              <a:buNone/>
              <a:defRPr sz="1800" b="0">
                <a:solidFill>
                  <a:schemeClr val="bg2">
                    <a:lumMod val="50000"/>
                  </a:schemeClr>
                </a:solidFill>
                <a:latin typeface="Trebuchet MS" pitchFamily="34" charset="0"/>
              </a:defRPr>
            </a:lvl1pPr>
          </a:lstStyle>
          <a:p>
            <a:r>
              <a:rPr lang="en-US"/>
              <a:t>Click to edit Master subtitle style</a:t>
            </a:r>
          </a:p>
        </p:txBody>
      </p:sp>
      <p:sp>
        <p:nvSpPr>
          <p:cNvPr id="305" name="Title 304"/>
          <p:cNvSpPr>
            <a:spLocks noGrp="1"/>
          </p:cNvSpPr>
          <p:nvPr>
            <p:ph type="title" hasCustomPrompt="1"/>
          </p:nvPr>
        </p:nvSpPr>
        <p:spPr>
          <a:xfrm>
            <a:off x="481662" y="839286"/>
            <a:ext cx="8739340" cy="982855"/>
          </a:xfrm>
        </p:spPr>
        <p:txBody>
          <a:bodyPr anchor="b">
            <a:noAutofit/>
          </a:bodyPr>
          <a:lstStyle>
            <a:lvl1pPr algn="l">
              <a:lnSpc>
                <a:spcPct val="90000"/>
              </a:lnSpc>
              <a:spcBef>
                <a:spcPts val="0"/>
              </a:spcBef>
              <a:defRPr sz="4600" b="1" cap="all" baseline="0">
                <a:solidFill>
                  <a:schemeClr val="tx2"/>
                </a:solidFill>
                <a:latin typeface="Trebuchet MS" panose="020B0603020202020204"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CF5A0B08-9F4B-42DF-AD59-4913BB2F1D2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12" name="Rectangle 11">
            <a:extLst>
              <a:ext uri="{FF2B5EF4-FFF2-40B4-BE49-F238E27FC236}">
                <a16:creationId xmlns:a16="http://schemas.microsoft.com/office/drawing/2014/main" id="{A23782B3-E71B-4E61-9FD2-31F1FAD79DBB}"/>
              </a:ext>
            </a:extLst>
          </p:cNvPr>
          <p:cNvSpPr/>
          <p:nvPr userDrawn="1"/>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E86A22A6-ABA6-4DA5-B56A-015DCA3769E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8740" y="2648250"/>
            <a:ext cx="2015928" cy="706351"/>
          </a:xfrm>
          <a:prstGeom prst="rect">
            <a:avLst/>
          </a:prstGeom>
        </p:spPr>
      </p:pic>
      <p:sp>
        <p:nvSpPr>
          <p:cNvPr id="14" name="Rectangle 4">
            <a:extLst>
              <a:ext uri="{FF2B5EF4-FFF2-40B4-BE49-F238E27FC236}">
                <a16:creationId xmlns:a16="http://schemas.microsoft.com/office/drawing/2014/main" id="{551B74F9-0659-441A-9C57-699D0F175A63}"/>
              </a:ext>
            </a:extLst>
          </p:cNvPr>
          <p:cNvSpPr>
            <a:spLocks noGrp="1" noChangeArrowheads="1"/>
          </p:cNvSpPr>
          <p:nvPr>
            <p:ph type="subTitle" idx="1"/>
          </p:nvPr>
        </p:nvSpPr>
        <p:spPr>
          <a:xfrm>
            <a:off x="520850" y="1787097"/>
            <a:ext cx="8700706" cy="341632"/>
          </a:xfrm>
        </p:spPr>
        <p:txBody>
          <a:bodyPr wrap="square" anchor="t">
            <a:spAutoFit/>
          </a:bodyPr>
          <a:lstStyle>
            <a:lvl1pPr marL="0" indent="0" algn="l">
              <a:lnSpc>
                <a:spcPct val="90000"/>
              </a:lnSpc>
              <a:spcBef>
                <a:spcPts val="600"/>
              </a:spcBef>
              <a:spcAft>
                <a:spcPts val="300"/>
              </a:spcAft>
              <a:buFontTx/>
              <a:buNone/>
              <a:defRPr sz="1800" b="0">
                <a:solidFill>
                  <a:schemeClr val="bg2">
                    <a:lumMod val="50000"/>
                  </a:schemeClr>
                </a:solidFill>
                <a:latin typeface="Trebuchet MS" pitchFamily="34" charset="0"/>
              </a:defRPr>
            </a:lvl1pPr>
          </a:lstStyle>
          <a:p>
            <a:r>
              <a:rPr lang="en-US"/>
              <a:t>Click to edit Master subtitle style</a:t>
            </a:r>
          </a:p>
        </p:txBody>
      </p:sp>
      <p:sp>
        <p:nvSpPr>
          <p:cNvPr id="15" name="Title 304">
            <a:extLst>
              <a:ext uri="{FF2B5EF4-FFF2-40B4-BE49-F238E27FC236}">
                <a16:creationId xmlns:a16="http://schemas.microsoft.com/office/drawing/2014/main" id="{EBC61646-6BC6-4B5A-A4A2-4290474D7CB1}"/>
              </a:ext>
            </a:extLst>
          </p:cNvPr>
          <p:cNvSpPr>
            <a:spLocks noGrp="1"/>
          </p:cNvSpPr>
          <p:nvPr>
            <p:ph type="title" hasCustomPrompt="1"/>
          </p:nvPr>
        </p:nvSpPr>
        <p:spPr>
          <a:xfrm>
            <a:off x="481662" y="839286"/>
            <a:ext cx="8739340" cy="982855"/>
          </a:xfrm>
        </p:spPr>
        <p:txBody>
          <a:bodyPr anchor="b">
            <a:noAutofit/>
          </a:bodyPr>
          <a:lstStyle>
            <a:lvl1pPr algn="l">
              <a:lnSpc>
                <a:spcPct val="90000"/>
              </a:lnSpc>
              <a:spcBef>
                <a:spcPts val="0"/>
              </a:spcBef>
              <a:defRPr sz="4600" b="1" cap="all" baseline="0">
                <a:solidFill>
                  <a:schemeClr val="tx2"/>
                </a:solidFill>
                <a:latin typeface="Trebuchet MS" panose="020B0603020202020204" pitchFamily="34" charset="0"/>
              </a:defRPr>
            </a:lvl1pPr>
          </a:lstStyle>
          <a:p>
            <a:r>
              <a:rPr lang="en-US"/>
              <a:t>CLICK TO EDIT MASTER TITLE STYLE</a:t>
            </a:r>
          </a:p>
        </p:txBody>
      </p:sp>
    </p:spTree>
    <p:extLst>
      <p:ext uri="{BB962C8B-B14F-4D97-AF65-F5344CB8AC3E}">
        <p14:creationId xmlns:p14="http://schemas.microsoft.com/office/powerpoint/2010/main" val="1981239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9" name="Rectangle 8">
            <a:extLst>
              <a:ext uri="{FF2B5EF4-FFF2-40B4-BE49-F238E27FC236}">
                <a16:creationId xmlns:a16="http://schemas.microsoft.com/office/drawing/2014/main" id="{DA649158-47CE-48EE-8573-A982767AD701}"/>
              </a:ext>
            </a:extLst>
          </p:cNvPr>
          <p:cNvSpPr/>
          <p:nvPr/>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F85E20E-9E0B-4DBA-ADE0-F4952632A5A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83337" y="3902417"/>
            <a:ext cx="3232858" cy="1132744"/>
          </a:xfrm>
          <a:prstGeom prst="rect">
            <a:avLst/>
          </a:prstGeom>
        </p:spPr>
      </p:pic>
      <p:sp>
        <p:nvSpPr>
          <p:cNvPr id="12" name="TextBox 11">
            <a:extLst>
              <a:ext uri="{FF2B5EF4-FFF2-40B4-BE49-F238E27FC236}">
                <a16:creationId xmlns:a16="http://schemas.microsoft.com/office/drawing/2014/main" id="{6BA3ACD0-451D-4ABB-8870-656D424348FF}"/>
              </a:ext>
            </a:extLst>
          </p:cNvPr>
          <p:cNvSpPr txBox="1"/>
          <p:nvPr/>
        </p:nvSpPr>
        <p:spPr>
          <a:xfrm>
            <a:off x="481641" y="5310989"/>
            <a:ext cx="2512291"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2000">
                <a:solidFill>
                  <a:schemeClr val="tx2"/>
                </a:solidFill>
                <a:latin typeface="Trebuchet MS" panose="020B0603020202020204" pitchFamily="34" charset="0"/>
              </a:rPr>
              <a:t>www.nvidia.com/dli</a:t>
            </a:r>
          </a:p>
        </p:txBody>
      </p:sp>
      <p:pic>
        <p:nvPicPr>
          <p:cNvPr id="6" name="Picture 5">
            <a:extLst>
              <a:ext uri="{FF2B5EF4-FFF2-40B4-BE49-F238E27FC236}">
                <a16:creationId xmlns:a16="http://schemas.microsoft.com/office/drawing/2014/main" id="{7731B958-845C-476C-AB09-25832D28CF2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10" name="Rectangle 9">
            <a:extLst>
              <a:ext uri="{FF2B5EF4-FFF2-40B4-BE49-F238E27FC236}">
                <a16:creationId xmlns:a16="http://schemas.microsoft.com/office/drawing/2014/main" id="{89331B47-6F75-415B-9234-0169096FE2B1}"/>
              </a:ext>
            </a:extLst>
          </p:cNvPr>
          <p:cNvSpPr/>
          <p:nvPr userDrawn="1"/>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8FECA44A-BC2F-4573-945E-8CBAAD99EC2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83337" y="3902417"/>
            <a:ext cx="3232858" cy="1132744"/>
          </a:xfrm>
          <a:prstGeom prst="rect">
            <a:avLst/>
          </a:prstGeom>
        </p:spPr>
      </p:pic>
      <p:sp>
        <p:nvSpPr>
          <p:cNvPr id="13" name="TextBox 12">
            <a:extLst>
              <a:ext uri="{FF2B5EF4-FFF2-40B4-BE49-F238E27FC236}">
                <a16:creationId xmlns:a16="http://schemas.microsoft.com/office/drawing/2014/main" id="{8315A692-3EAC-43B2-982A-5A733D3B3504}"/>
              </a:ext>
            </a:extLst>
          </p:cNvPr>
          <p:cNvSpPr txBox="1"/>
          <p:nvPr userDrawn="1"/>
        </p:nvSpPr>
        <p:spPr>
          <a:xfrm>
            <a:off x="481641" y="5310989"/>
            <a:ext cx="2512291"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2000">
                <a:solidFill>
                  <a:schemeClr val="tx2"/>
                </a:solidFill>
                <a:latin typeface="Trebuchet MS" panose="020B0603020202020204" pitchFamily="34" charset="0"/>
              </a:rPr>
              <a:t>www.nvidia.com/dli</a:t>
            </a:r>
          </a:p>
        </p:txBody>
      </p:sp>
    </p:spTree>
    <p:extLst>
      <p:ext uri="{BB962C8B-B14F-4D97-AF65-F5344CB8AC3E}">
        <p14:creationId xmlns:p14="http://schemas.microsoft.com/office/powerpoint/2010/main" val="16174901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153368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Subtitle, and Content with 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7" name="Rectangle 6"/>
          <p:cNvSpPr/>
          <p:nvPr/>
        </p:nvSpPr>
        <p:spPr>
          <a:xfrm>
            <a:off x="7049729" y="5781717"/>
            <a:ext cx="2762866" cy="248142"/>
          </a:xfrm>
          <a:prstGeom prst="rect">
            <a:avLst/>
          </a:prstGeom>
          <a:noFill/>
          <a:ln w="25400" cap="flat" cmpd="sng" algn="ctr">
            <a:noFill/>
            <a:prstDash val="solid"/>
          </a:ln>
          <a:effectLst/>
        </p:spPr>
        <p:txBody>
          <a:bodyPr rtlCol="0" anchor="b"/>
          <a:lstStyle/>
          <a:p>
            <a:pPr marL="0" marR="0" lvl="0" indent="0" algn="r" defTabSz="457200" eaLnBrk="1" fontAlgn="auto" latinLnBrk="0" hangingPunct="1">
              <a:lnSpc>
                <a:spcPct val="90000"/>
              </a:lnSpc>
              <a:spcBef>
                <a:spcPts val="0"/>
              </a:spcBef>
              <a:spcAft>
                <a:spcPts val="0"/>
              </a:spcAft>
              <a:buClrTx/>
              <a:buSzTx/>
              <a:buFontTx/>
              <a:buNone/>
              <a:tabLst/>
              <a:defRPr/>
            </a:pPr>
            <a:r>
              <a:rPr lang="en-US" sz="800" b="1" i="0" kern="0">
                <a:solidFill>
                  <a:schemeClr val="bg1"/>
                </a:solidFill>
                <a:latin typeface="Trebuchet MS"/>
              </a:rPr>
              <a:t>NVIDIA CONFIDENTIAL. DO NOT DISTRIBUTE.</a:t>
            </a:r>
          </a:p>
        </p:txBody>
      </p:sp>
      <p:sp>
        <p:nvSpPr>
          <p:cNvPr id="6" name="Rectangle 5">
            <a:extLst>
              <a:ext uri="{FF2B5EF4-FFF2-40B4-BE49-F238E27FC236}">
                <a16:creationId xmlns:a16="http://schemas.microsoft.com/office/drawing/2014/main" id="{6FDB44B1-4EBF-4247-96C7-326E9425FFD7}"/>
              </a:ext>
            </a:extLst>
          </p:cNvPr>
          <p:cNvSpPr/>
          <p:nvPr userDrawn="1"/>
        </p:nvSpPr>
        <p:spPr>
          <a:xfrm>
            <a:off x="7049729" y="5781717"/>
            <a:ext cx="2762866" cy="248142"/>
          </a:xfrm>
          <a:prstGeom prst="rect">
            <a:avLst/>
          </a:prstGeom>
          <a:noFill/>
          <a:ln w="25400" cap="flat" cmpd="sng" algn="ctr">
            <a:noFill/>
            <a:prstDash val="solid"/>
          </a:ln>
          <a:effectLst/>
        </p:spPr>
        <p:txBody>
          <a:bodyPr rtlCol="0" anchor="b"/>
          <a:lstStyle/>
          <a:p>
            <a:pPr marL="0" marR="0" lvl="0" indent="0" algn="r" defTabSz="457200" eaLnBrk="1" fontAlgn="auto" latinLnBrk="0" hangingPunct="1">
              <a:lnSpc>
                <a:spcPct val="90000"/>
              </a:lnSpc>
              <a:spcBef>
                <a:spcPts val="0"/>
              </a:spcBef>
              <a:spcAft>
                <a:spcPts val="0"/>
              </a:spcAft>
              <a:buClrTx/>
              <a:buSzTx/>
              <a:buFontTx/>
              <a:buNone/>
              <a:tabLst/>
              <a:defRPr/>
            </a:pPr>
            <a:r>
              <a:rPr lang="en-US" sz="800" b="1" i="0" kern="0">
                <a:solidFill>
                  <a:schemeClr val="bg1"/>
                </a:solidFill>
                <a:latin typeface="Trebuchet MS"/>
              </a:rPr>
              <a:t>NVIDIA CONFIDENTIAL. DO NOT DISTRIBUTE.</a:t>
            </a:r>
          </a:p>
        </p:txBody>
      </p:sp>
    </p:spTree>
    <p:extLst>
      <p:ext uri="{BB962C8B-B14F-4D97-AF65-F5344CB8AC3E}">
        <p14:creationId xmlns:p14="http://schemas.microsoft.com/office/powerpoint/2010/main" val="5079362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ubtitle, and Content - NO LOGO &amp; PAGE NUMBER">
    <p:spTree>
      <p:nvGrpSpPr>
        <p:cNvPr id="1" name=""/>
        <p:cNvGrpSpPr/>
        <p:nvPr/>
      </p:nvGrpSpPr>
      <p:grpSpPr>
        <a:xfrm>
          <a:off x="0" y="0"/>
          <a:ext cx="0" cy="0"/>
          <a:chOff x="0" y="0"/>
          <a:chExt cx="0" cy="0"/>
        </a:xfrm>
      </p:grpSpPr>
      <p:sp>
        <p:nvSpPr>
          <p:cNvPr id="4" name="Rectangle 3"/>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9948672"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6" name="Rectangle 5">
            <a:extLst>
              <a:ext uri="{FF2B5EF4-FFF2-40B4-BE49-F238E27FC236}">
                <a16:creationId xmlns:a16="http://schemas.microsoft.com/office/drawing/2014/main" id="{7E00AB57-3D8A-463A-9877-E9AA26357EC5}"/>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20974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ntent with Photograph">
    <p:spTree>
      <p:nvGrpSpPr>
        <p:cNvPr id="1" name=""/>
        <p:cNvGrpSpPr/>
        <p:nvPr/>
      </p:nvGrpSpPr>
      <p:grpSpPr>
        <a:xfrm>
          <a:off x="0" y="0"/>
          <a:ext cx="0" cy="0"/>
          <a:chOff x="0" y="0"/>
          <a:chExt cx="0" cy="0"/>
        </a:xfrm>
      </p:grpSpPr>
      <p:sp>
        <p:nvSpPr>
          <p:cNvPr id="4" name="Rectangle 3"/>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33526"/>
            <a:ext cx="5922117" cy="618631"/>
          </a:xfr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5905833"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5922117" cy="525463"/>
          </a:xfrm>
        </p:spPr>
        <p:txBody>
          <a:bodyPr/>
          <a:lstStyle>
            <a:lvl1pPr marL="0" indent="0" algn="l">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6" name="Rectangle 5">
            <a:extLst>
              <a:ext uri="{FF2B5EF4-FFF2-40B4-BE49-F238E27FC236}">
                <a16:creationId xmlns:a16="http://schemas.microsoft.com/office/drawing/2014/main" id="{5A4DB66E-5AA0-4150-A17B-1FB60025BBC9}"/>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15996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Rectangle 2"/>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4" name="Rectangle 3">
            <a:extLst>
              <a:ext uri="{FF2B5EF4-FFF2-40B4-BE49-F238E27FC236}">
                <a16:creationId xmlns:a16="http://schemas.microsoft.com/office/drawing/2014/main" id="{79793FD5-CC64-482F-BE23-288F4A17F0A7}"/>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35517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ransition - Gree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764AE4-97B7-4C45-A0D0-BEE3BA17B70F}"/>
              </a:ext>
            </a:extLst>
          </p:cNvPr>
          <p:cNvSpPr/>
          <p:nvPr/>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F046E4A-4011-49A2-955F-F689C05DCBCA}"/>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10972800" cy="6172200"/>
          </a:xfrm>
          <a:prstGeom prst="rect">
            <a:avLst/>
          </a:prstGeom>
        </p:spPr>
      </p:pic>
      <p:sp>
        <p:nvSpPr>
          <p:cNvPr id="6" name="Rectangle 5">
            <a:extLst>
              <a:ext uri="{FF2B5EF4-FFF2-40B4-BE49-F238E27FC236}">
                <a16:creationId xmlns:a16="http://schemas.microsoft.com/office/drawing/2014/main" id="{03DE1DF3-9BB4-4DC8-8A61-394EC1805CCA}"/>
              </a:ext>
            </a:extLst>
          </p:cNvPr>
          <p:cNvSpPr/>
          <p:nvPr/>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E187F1F-4ACA-4D48-ACDC-152646CBD130}"/>
              </a:ext>
            </a:extLst>
          </p:cNvPr>
          <p:cNvSpPr/>
          <p:nvPr/>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2790635"/>
            <a:ext cx="9976104" cy="590931"/>
          </a:xfrm>
        </p:spPr>
        <p:txBody>
          <a:bodyPr anchor="ctr"/>
          <a:lstStyle>
            <a:lvl1pPr algn="ctr">
              <a:defRPr>
                <a:solidFill>
                  <a:schemeClr val="tx1"/>
                </a:solidFill>
              </a:defRPr>
            </a:lvl1pPr>
          </a:lstStyle>
          <a:p>
            <a:r>
              <a:rPr lang="en-US"/>
              <a:t>Click to edit Master title style</a:t>
            </a:r>
          </a:p>
        </p:txBody>
      </p:sp>
      <p:sp>
        <p:nvSpPr>
          <p:cNvPr id="8" name="Rectangle 7">
            <a:extLst>
              <a:ext uri="{FF2B5EF4-FFF2-40B4-BE49-F238E27FC236}">
                <a16:creationId xmlns:a16="http://schemas.microsoft.com/office/drawing/2014/main" id="{244D8C58-013B-494E-A5E5-DD66235A1EFC}"/>
              </a:ext>
            </a:extLst>
          </p:cNvPr>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2B940CE-7999-4F80-AB23-7EFF8F928D0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10972800" cy="6172200"/>
          </a:xfrm>
          <a:prstGeom prst="rect">
            <a:avLst/>
          </a:prstGeom>
        </p:spPr>
      </p:pic>
      <p:sp>
        <p:nvSpPr>
          <p:cNvPr id="10" name="Rectangle 9">
            <a:extLst>
              <a:ext uri="{FF2B5EF4-FFF2-40B4-BE49-F238E27FC236}">
                <a16:creationId xmlns:a16="http://schemas.microsoft.com/office/drawing/2014/main" id="{9313BE1B-4304-4789-838E-9F83247BF8DF}"/>
              </a:ext>
            </a:extLst>
          </p:cNvPr>
          <p:cNvSpPr/>
          <p:nvPr userDrawn="1"/>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6541548-9A9A-4BC2-8EEF-6EB2AF4FB1DC}"/>
              </a:ext>
            </a:extLst>
          </p:cNvPr>
          <p:cNvSpPr/>
          <p:nvPr userDrawn="1"/>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75708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Subtitle, and 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54352"/>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498348" y="2111661"/>
            <a:ext cx="4945063"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5529390" y="2111661"/>
            <a:ext cx="4945062"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0568"/>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10475656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Video">
    <p:spTree>
      <p:nvGrpSpPr>
        <p:cNvPr id="1" name=""/>
        <p:cNvGrpSpPr/>
        <p:nvPr/>
      </p:nvGrpSpPr>
      <p:grpSpPr>
        <a:xfrm>
          <a:off x="0" y="0"/>
          <a:ext cx="0" cy="0"/>
          <a:chOff x="0" y="0"/>
          <a:chExt cx="0" cy="0"/>
        </a:xfrm>
      </p:grpSpPr>
      <p:sp>
        <p:nvSpPr>
          <p:cNvPr id="4" name="Rectangle 3"/>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53497" y="5352631"/>
            <a:ext cx="7865806" cy="369332"/>
          </a:xfrm>
        </p:spPr>
        <p:txBody>
          <a:bodyPr anchor="b"/>
          <a:lstStyle>
            <a:lvl1pPr algn="l">
              <a:defRPr sz="2000">
                <a:solidFill>
                  <a:schemeClr val="bg1"/>
                </a:solidFill>
              </a:defRPr>
            </a:lvl1pPr>
          </a:lstStyle>
          <a:p>
            <a:r>
              <a:rPr lang="en-US"/>
              <a:t>Click to edit Master title style</a:t>
            </a: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713271" y="5142126"/>
            <a:ext cx="7546258" cy="104086"/>
          </a:xfrm>
          <a:prstGeom prst="rect">
            <a:avLst/>
          </a:prstGeom>
        </p:spPr>
      </p:pic>
      <p:sp>
        <p:nvSpPr>
          <p:cNvPr id="5" name="Rectangle 4">
            <a:extLst>
              <a:ext uri="{FF2B5EF4-FFF2-40B4-BE49-F238E27FC236}">
                <a16:creationId xmlns:a16="http://schemas.microsoft.com/office/drawing/2014/main" id="{CB79CA53-64DC-41A8-B2C2-D41D3DE0311C}"/>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B14E4019-2D06-4B03-BA08-43B031A019F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713271" y="5142126"/>
            <a:ext cx="7546258" cy="104086"/>
          </a:xfrm>
          <a:prstGeom prst="rect">
            <a:avLst/>
          </a:prstGeom>
        </p:spPr>
      </p:pic>
    </p:spTree>
    <p:extLst>
      <p:ext uri="{BB962C8B-B14F-4D97-AF65-F5344CB8AC3E}">
        <p14:creationId xmlns:p14="http://schemas.microsoft.com/office/powerpoint/2010/main" val="18492575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6588C90-3A7A-4FD1-B627-4B3E44921353}"/>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1021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169473"/>
            <a:ext cx="9976104" cy="535531"/>
          </a:xfrm>
        </p:spPr>
        <p:txBody>
          <a:bodyPr anchor="ctr"/>
          <a:lstStyle>
            <a:lvl1pPr algn="l">
              <a:defRPr sz="3200">
                <a:solidFill>
                  <a:schemeClr val="tx1"/>
                </a:solidFill>
              </a:defRPr>
            </a:lvl1pPr>
          </a:lstStyle>
          <a:p>
            <a:r>
              <a:rPr lang="en-US"/>
              <a:t>Click to edit Master title style</a:t>
            </a:r>
          </a:p>
        </p:txBody>
      </p:sp>
      <p:sp>
        <p:nvSpPr>
          <p:cNvPr id="5" name="Rectangle 4">
            <a:extLst>
              <a:ext uri="{FF2B5EF4-FFF2-40B4-BE49-F238E27FC236}">
                <a16:creationId xmlns:a16="http://schemas.microsoft.com/office/drawing/2014/main" id="{7995F489-8CD6-48E2-909B-426EC48C9F13}"/>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5962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and Seg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43CF5E6-4F92-46E0-8DC2-62095040401C}"/>
              </a:ext>
            </a:extLst>
          </p:cNvPr>
          <p:cNvSpPr/>
          <p:nvPr/>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3B9ABDF-4D75-49CA-83AC-B3309B79A63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10972800" cy="6172200"/>
          </a:xfrm>
          <a:prstGeom prst="rect">
            <a:avLst/>
          </a:prstGeom>
        </p:spPr>
      </p:pic>
      <p:sp>
        <p:nvSpPr>
          <p:cNvPr id="6" name="Rectangle 5">
            <a:extLst>
              <a:ext uri="{FF2B5EF4-FFF2-40B4-BE49-F238E27FC236}">
                <a16:creationId xmlns:a16="http://schemas.microsoft.com/office/drawing/2014/main" id="{A9E186C6-9892-4B49-86F3-D3AE54301309}"/>
              </a:ext>
            </a:extLst>
          </p:cNvPr>
          <p:cNvSpPr/>
          <p:nvPr/>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0D92F76-2157-4482-88C8-AE386F9B730D}"/>
              </a:ext>
            </a:extLst>
          </p:cNvPr>
          <p:cNvSpPr/>
          <p:nvPr/>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A54F577-9212-4578-A465-905884C51D2D}"/>
              </a:ext>
            </a:extLst>
          </p:cNvPr>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0DC9B31B-C1FE-4E75-BF05-39A89EC3EB4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10972800" cy="6172200"/>
          </a:xfrm>
          <a:prstGeom prst="rect">
            <a:avLst/>
          </a:prstGeom>
        </p:spPr>
      </p:pic>
      <p:sp>
        <p:nvSpPr>
          <p:cNvPr id="10" name="Rectangle 9">
            <a:extLst>
              <a:ext uri="{FF2B5EF4-FFF2-40B4-BE49-F238E27FC236}">
                <a16:creationId xmlns:a16="http://schemas.microsoft.com/office/drawing/2014/main" id="{D9C30FDC-128E-4C4F-81EF-15A0AA42CD0A}"/>
              </a:ext>
            </a:extLst>
          </p:cNvPr>
          <p:cNvSpPr/>
          <p:nvPr userDrawn="1"/>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CFD6D73-CC79-4ABD-A0FE-6B5BBB6F4EE7}"/>
              </a:ext>
            </a:extLst>
          </p:cNvPr>
          <p:cNvSpPr/>
          <p:nvPr userDrawn="1"/>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28330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11" name="Rectangle 4"/>
          <p:cNvSpPr>
            <a:spLocks noGrp="1" noChangeArrowheads="1"/>
          </p:cNvSpPr>
          <p:nvPr>
            <p:ph type="subTitle" idx="1"/>
          </p:nvPr>
        </p:nvSpPr>
        <p:spPr>
          <a:xfrm>
            <a:off x="685800" y="4974336"/>
            <a:ext cx="5815584" cy="286232"/>
          </a:xfrm>
        </p:spPr>
        <p:txBody>
          <a:bodyPr wrap="square" anchor="t">
            <a:noAutofit/>
          </a:bodyPr>
          <a:lstStyle>
            <a:lvl1pPr marL="0" indent="0" algn="l">
              <a:lnSpc>
                <a:spcPct val="90000"/>
              </a:lnSpc>
              <a:spcBef>
                <a:spcPts val="600"/>
              </a:spcBef>
              <a:spcAft>
                <a:spcPts val="300"/>
              </a:spcAft>
              <a:buFontTx/>
              <a:buNone/>
              <a:defRPr sz="1400" b="0">
                <a:solidFill>
                  <a:schemeClr val="tx2"/>
                </a:solidFill>
                <a:latin typeface="Trebuchet MS" pitchFamily="34" charset="0"/>
              </a:defRPr>
            </a:lvl1pPr>
          </a:lstStyle>
          <a:p>
            <a:r>
              <a:rPr lang="en-US"/>
              <a:t>Click to edit Master subtitle style</a:t>
            </a:r>
            <a:endParaRPr lang="en-US" dirty="0"/>
          </a:p>
        </p:txBody>
      </p:sp>
      <p:sp>
        <p:nvSpPr>
          <p:cNvPr id="305" name="Title 304"/>
          <p:cNvSpPr>
            <a:spLocks noGrp="1"/>
          </p:cNvSpPr>
          <p:nvPr>
            <p:ph type="title" hasCustomPrompt="1"/>
          </p:nvPr>
        </p:nvSpPr>
        <p:spPr>
          <a:xfrm>
            <a:off x="685800" y="4023360"/>
            <a:ext cx="5815584" cy="982855"/>
          </a:xfrm>
        </p:spPr>
        <p:txBody>
          <a:bodyPr anchor="b">
            <a:noAutofit/>
          </a:bodyPr>
          <a:lstStyle>
            <a:lvl1pPr algn="l">
              <a:lnSpc>
                <a:spcPct val="90000"/>
              </a:lnSpc>
              <a:spcBef>
                <a:spcPts val="0"/>
              </a:spcBef>
              <a:defRPr sz="3600" b="1" cap="all" baseline="0">
                <a:solidFill>
                  <a:schemeClr val="tx1"/>
                </a:solidFill>
                <a:effectLst>
                  <a:outerShdw blurRad="38100" dist="38100" dir="2700000" algn="tl">
                    <a:srgbClr val="000000">
                      <a:alpha val="43137"/>
                    </a:srgbClr>
                  </a:outerShdw>
                </a:effectLst>
                <a:latin typeface="Trebuchet MS" panose="020B0603020202020204" pitchFamily="34" charset="0"/>
              </a:defRPr>
            </a:lvl1pPr>
          </a:lstStyle>
          <a:p>
            <a:r>
              <a:rPr lang="en-US" dirty="0"/>
              <a:t>CLICK TO EDIT MASTER TITLE STYLE</a:t>
            </a:r>
          </a:p>
        </p:txBody>
      </p:sp>
    </p:spTree>
    <p:extLst>
      <p:ext uri="{BB962C8B-B14F-4D97-AF65-F5344CB8AC3E}">
        <p14:creationId xmlns:p14="http://schemas.microsoft.com/office/powerpoint/2010/main" val="13453753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11_Title Slide - Images">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9" name="Rectangle 8">
            <a:extLst>
              <a:ext uri="{FF2B5EF4-FFF2-40B4-BE49-F238E27FC236}">
                <a16:creationId xmlns:a16="http://schemas.microsoft.com/office/drawing/2014/main" id="{DA649158-47CE-48EE-8573-A982767AD701}"/>
              </a:ext>
            </a:extLst>
          </p:cNvPr>
          <p:cNvSpPr/>
          <p:nvPr userDrawn="1"/>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A9FFCD0-CFA5-4BC7-BCE6-3E925540985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8740" y="2648250"/>
            <a:ext cx="2015928" cy="706351"/>
          </a:xfrm>
          <a:prstGeom prst="rect">
            <a:avLst/>
          </a:prstGeom>
        </p:spPr>
      </p:pic>
      <p:sp>
        <p:nvSpPr>
          <p:cNvPr id="11" name="Rectangle 4"/>
          <p:cNvSpPr>
            <a:spLocks noGrp="1" noChangeArrowheads="1"/>
          </p:cNvSpPr>
          <p:nvPr userDrawn="1">
            <p:ph type="subTitle" idx="1"/>
          </p:nvPr>
        </p:nvSpPr>
        <p:spPr>
          <a:xfrm>
            <a:off x="520850" y="1787097"/>
            <a:ext cx="8700706" cy="341632"/>
          </a:xfrm>
        </p:spPr>
        <p:txBody>
          <a:bodyPr wrap="square" anchor="t">
            <a:spAutoFit/>
          </a:bodyPr>
          <a:lstStyle>
            <a:lvl1pPr marL="0" indent="0" algn="l">
              <a:lnSpc>
                <a:spcPct val="90000"/>
              </a:lnSpc>
              <a:spcBef>
                <a:spcPts val="600"/>
              </a:spcBef>
              <a:spcAft>
                <a:spcPts val="300"/>
              </a:spcAft>
              <a:buFontTx/>
              <a:buNone/>
              <a:defRPr sz="1800" b="0">
                <a:solidFill>
                  <a:schemeClr val="bg2">
                    <a:lumMod val="50000"/>
                  </a:schemeClr>
                </a:solidFill>
                <a:latin typeface="Trebuchet MS" pitchFamily="34" charset="0"/>
              </a:defRPr>
            </a:lvl1pPr>
          </a:lstStyle>
          <a:p>
            <a:r>
              <a:rPr lang="en-US"/>
              <a:t>Click to edit Master subtitle style</a:t>
            </a:r>
          </a:p>
        </p:txBody>
      </p:sp>
      <p:sp>
        <p:nvSpPr>
          <p:cNvPr id="305" name="Title 304"/>
          <p:cNvSpPr>
            <a:spLocks noGrp="1"/>
          </p:cNvSpPr>
          <p:nvPr userDrawn="1">
            <p:ph type="title" hasCustomPrompt="1"/>
          </p:nvPr>
        </p:nvSpPr>
        <p:spPr>
          <a:xfrm>
            <a:off x="481662" y="839286"/>
            <a:ext cx="8739340" cy="982855"/>
          </a:xfrm>
        </p:spPr>
        <p:txBody>
          <a:bodyPr anchor="b">
            <a:noAutofit/>
          </a:bodyPr>
          <a:lstStyle>
            <a:lvl1pPr algn="l">
              <a:lnSpc>
                <a:spcPct val="90000"/>
              </a:lnSpc>
              <a:spcBef>
                <a:spcPts val="0"/>
              </a:spcBef>
              <a:defRPr sz="4600" b="1" cap="all" baseline="0">
                <a:solidFill>
                  <a:schemeClr val="tx2"/>
                </a:solidFill>
                <a:latin typeface="Trebuchet MS" panose="020B0603020202020204" pitchFamily="34" charset="0"/>
              </a:defRPr>
            </a:lvl1pPr>
          </a:lstStyle>
          <a:p>
            <a:r>
              <a:rPr lang="en-US"/>
              <a:t>CLICK TO EDIT MASTER TITLE STYLE</a:t>
            </a:r>
          </a:p>
        </p:txBody>
      </p:sp>
    </p:spTree>
    <p:extLst>
      <p:ext uri="{BB962C8B-B14F-4D97-AF65-F5344CB8AC3E}">
        <p14:creationId xmlns:p14="http://schemas.microsoft.com/office/powerpoint/2010/main" val="36897108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10_Title Slide - Images">
    <p:bg>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0972800" cy="6172200"/>
          </a:xfrm>
          <a:prstGeom prst="rect">
            <a:avLst/>
          </a:prstGeom>
        </p:spPr>
      </p:pic>
      <p:sp>
        <p:nvSpPr>
          <p:cNvPr id="8" name="Rectangle 7"/>
          <p:cNvSpPr/>
          <p:nvPr/>
        </p:nvSpPr>
        <p:spPr>
          <a:xfrm>
            <a:off x="0" y="0"/>
            <a:ext cx="10972800" cy="6172200"/>
          </a:xfrm>
          <a:prstGeom prst="rect">
            <a:avLst/>
          </a:prstGeom>
          <a:gradFill>
            <a:gsLst>
              <a:gs pos="0">
                <a:schemeClr val="bg1">
                  <a:alpha val="58000"/>
                </a:schemeClr>
              </a:gs>
              <a:gs pos="58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4"/>
          <p:cNvSpPr>
            <a:spLocks noGrp="1" noChangeArrowheads="1"/>
          </p:cNvSpPr>
          <p:nvPr>
            <p:ph type="subTitle" idx="1"/>
          </p:nvPr>
        </p:nvSpPr>
        <p:spPr>
          <a:xfrm>
            <a:off x="520850" y="1787097"/>
            <a:ext cx="8700706" cy="341632"/>
          </a:xfrm>
        </p:spPr>
        <p:txBody>
          <a:bodyPr wrap="square" anchor="t">
            <a:spAutoFit/>
          </a:bodyPr>
          <a:lstStyle>
            <a:lvl1pPr marL="0" indent="0" algn="l">
              <a:lnSpc>
                <a:spcPct val="90000"/>
              </a:lnSpc>
              <a:spcBef>
                <a:spcPts val="600"/>
              </a:spcBef>
              <a:spcAft>
                <a:spcPts val="300"/>
              </a:spcAft>
              <a:buFontTx/>
              <a:buNone/>
              <a:defRPr sz="1800" b="0">
                <a:solidFill>
                  <a:schemeClr val="tx1"/>
                </a:solidFill>
                <a:latin typeface="Trebuchet MS" pitchFamily="34" charset="0"/>
              </a:defRPr>
            </a:lvl1pPr>
          </a:lstStyle>
          <a:p>
            <a:r>
              <a:rPr lang="en-US"/>
              <a:t>Click to edit Master subtitle style</a:t>
            </a:r>
          </a:p>
        </p:txBody>
      </p:sp>
      <p:sp>
        <p:nvSpPr>
          <p:cNvPr id="305" name="Title 304"/>
          <p:cNvSpPr>
            <a:spLocks noGrp="1"/>
          </p:cNvSpPr>
          <p:nvPr>
            <p:ph type="title" hasCustomPrompt="1"/>
          </p:nvPr>
        </p:nvSpPr>
        <p:spPr>
          <a:xfrm>
            <a:off x="481662" y="839286"/>
            <a:ext cx="8739340" cy="982855"/>
          </a:xfrm>
        </p:spPr>
        <p:txBody>
          <a:bodyPr anchor="b">
            <a:noAutofit/>
          </a:bodyPr>
          <a:lstStyle>
            <a:lvl1pPr algn="l">
              <a:lnSpc>
                <a:spcPct val="90000"/>
              </a:lnSpc>
              <a:spcBef>
                <a:spcPts val="0"/>
              </a:spcBef>
              <a:defRPr sz="4600" b="1" cap="all" baseline="0">
                <a:solidFill>
                  <a:schemeClr val="tx1"/>
                </a:solidFill>
                <a:latin typeface="Trebuchet MS" panose="020B0603020202020204" pitchFamily="34" charset="0"/>
              </a:defRPr>
            </a:lvl1pPr>
          </a:lstStyle>
          <a:p>
            <a:r>
              <a:rPr lang="en-US"/>
              <a:t>CLICK TO EDIT MASTER TITLE STYLE</a:t>
            </a:r>
          </a:p>
        </p:txBody>
      </p:sp>
      <p:pic>
        <p:nvPicPr>
          <p:cNvPr id="4" name="Picture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04259" y="2527241"/>
            <a:ext cx="1626671" cy="350850"/>
          </a:xfrm>
          <a:prstGeom prst="rect">
            <a:avLst/>
          </a:prstGeom>
        </p:spPr>
      </p:pic>
    </p:spTree>
    <p:extLst>
      <p:ext uri="{BB962C8B-B14F-4D97-AF65-F5344CB8AC3E}">
        <p14:creationId xmlns:p14="http://schemas.microsoft.com/office/powerpoint/2010/main" val="31255196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41330440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Subtitle, and Content with 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7" name="Rectangle 6"/>
          <p:cNvSpPr/>
          <p:nvPr/>
        </p:nvSpPr>
        <p:spPr>
          <a:xfrm>
            <a:off x="7049729" y="5781717"/>
            <a:ext cx="2762866" cy="248142"/>
          </a:xfrm>
          <a:prstGeom prst="rect">
            <a:avLst/>
          </a:prstGeom>
          <a:noFill/>
          <a:ln w="25400" cap="flat" cmpd="sng" algn="ctr">
            <a:noFill/>
            <a:prstDash val="solid"/>
          </a:ln>
          <a:effectLst/>
        </p:spPr>
        <p:txBody>
          <a:bodyPr rtlCol="0" anchor="b"/>
          <a:lstStyle/>
          <a:p>
            <a:pPr marL="0" marR="0" lvl="0" indent="0" algn="r" defTabSz="457200" eaLnBrk="1" fontAlgn="auto" latinLnBrk="0" hangingPunct="1">
              <a:lnSpc>
                <a:spcPct val="90000"/>
              </a:lnSpc>
              <a:spcBef>
                <a:spcPts val="0"/>
              </a:spcBef>
              <a:spcAft>
                <a:spcPts val="0"/>
              </a:spcAft>
              <a:buClrTx/>
              <a:buSzTx/>
              <a:buFontTx/>
              <a:buNone/>
              <a:tabLst/>
              <a:defRPr/>
            </a:pPr>
            <a:r>
              <a:rPr lang="en-US" sz="800" b="1" i="0" kern="0">
                <a:solidFill>
                  <a:schemeClr val="bg1"/>
                </a:solidFill>
                <a:latin typeface="Trebuchet MS"/>
              </a:rPr>
              <a:t>NVIDIA CONFIDENTIAL. DO NOT DISTRIBUTE.</a:t>
            </a:r>
          </a:p>
        </p:txBody>
      </p:sp>
    </p:spTree>
    <p:extLst>
      <p:ext uri="{BB962C8B-B14F-4D97-AF65-F5344CB8AC3E}">
        <p14:creationId xmlns:p14="http://schemas.microsoft.com/office/powerpoint/2010/main" val="38174797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Subtitle, and Content - NO LOGO &amp; PAGE NUMBER">
    <p:spTree>
      <p:nvGrpSpPr>
        <p:cNvPr id="1" name=""/>
        <p:cNvGrpSpPr/>
        <p:nvPr/>
      </p:nvGrpSpPr>
      <p:grpSpPr>
        <a:xfrm>
          <a:off x="0" y="0"/>
          <a:ext cx="0" cy="0"/>
          <a:chOff x="0" y="0"/>
          <a:chExt cx="0" cy="0"/>
        </a:xfrm>
      </p:grpSpPr>
      <p:sp>
        <p:nvSpPr>
          <p:cNvPr id="4" name="Rectangle 3"/>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9948672"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6347437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tent with Photograph">
    <p:spTree>
      <p:nvGrpSpPr>
        <p:cNvPr id="1" name=""/>
        <p:cNvGrpSpPr/>
        <p:nvPr/>
      </p:nvGrpSpPr>
      <p:grpSpPr>
        <a:xfrm>
          <a:off x="0" y="0"/>
          <a:ext cx="0" cy="0"/>
          <a:chOff x="0" y="0"/>
          <a:chExt cx="0" cy="0"/>
        </a:xfrm>
      </p:grpSpPr>
      <p:sp>
        <p:nvSpPr>
          <p:cNvPr id="4" name="Rectangle 3"/>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33526"/>
            <a:ext cx="5922117" cy="618631"/>
          </a:xfr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5905833"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5922117" cy="525463"/>
          </a:xfrm>
        </p:spPr>
        <p:txBody>
          <a:bodyPr/>
          <a:lstStyle>
            <a:lvl1pPr marL="0" indent="0" algn="l">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888237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Rectangle 2"/>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720841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ransition - Green">
    <p:spTree>
      <p:nvGrpSpPr>
        <p:cNvPr id="1" name=""/>
        <p:cNvGrpSpPr/>
        <p:nvPr/>
      </p:nvGrpSpPr>
      <p:grpSpPr>
        <a:xfrm>
          <a:off x="0" y="0"/>
          <a:ext cx="0" cy="0"/>
          <a:chOff x="0" y="0"/>
          <a:chExt cx="0" cy="0"/>
        </a:xfrm>
      </p:grpSpPr>
      <p:sp>
        <p:nvSpPr>
          <p:cNvPr id="3" name="Rectangle 2"/>
          <p:cNvSpPr/>
          <p:nvPr/>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2790635"/>
            <a:ext cx="9976104" cy="590931"/>
          </a:xfrm>
        </p:spPr>
        <p:txBody>
          <a:bodyPr anchor="ctr"/>
          <a:lstStyle>
            <a:lvl1pPr algn="ct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30937536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Subtitle, and 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54352"/>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498348" y="2111661"/>
            <a:ext cx="4945063"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5529390" y="2111661"/>
            <a:ext cx="4945062"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0568"/>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120677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Video">
    <p:spTree>
      <p:nvGrpSpPr>
        <p:cNvPr id="1" name=""/>
        <p:cNvGrpSpPr/>
        <p:nvPr/>
      </p:nvGrpSpPr>
      <p:grpSpPr>
        <a:xfrm>
          <a:off x="0" y="0"/>
          <a:ext cx="0" cy="0"/>
          <a:chOff x="0" y="0"/>
          <a:chExt cx="0" cy="0"/>
        </a:xfrm>
      </p:grpSpPr>
      <p:sp>
        <p:nvSpPr>
          <p:cNvPr id="4" name="Rectangle 3"/>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53497" y="5352631"/>
            <a:ext cx="7865806" cy="369332"/>
          </a:xfrm>
        </p:spPr>
        <p:txBody>
          <a:bodyPr anchor="b"/>
          <a:lstStyle>
            <a:lvl1pPr algn="l">
              <a:defRPr sz="2000">
                <a:solidFill>
                  <a:schemeClr val="bg1"/>
                </a:solidFill>
              </a:defRPr>
            </a:lvl1pPr>
          </a:lstStyle>
          <a:p>
            <a:r>
              <a:rPr lang="en-US"/>
              <a:t>Click to edit Master title style</a:t>
            </a: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713271" y="5142126"/>
            <a:ext cx="7546258" cy="104086"/>
          </a:xfrm>
          <a:prstGeom prst="rect">
            <a:avLst/>
          </a:prstGeom>
        </p:spPr>
      </p:pic>
    </p:spTree>
    <p:extLst>
      <p:ext uri="{BB962C8B-B14F-4D97-AF65-F5344CB8AC3E}">
        <p14:creationId xmlns:p14="http://schemas.microsoft.com/office/powerpoint/2010/main" val="27041057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23715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169473"/>
            <a:ext cx="9976104" cy="535531"/>
          </a:xfrm>
        </p:spPr>
        <p:txBody>
          <a:bodyPr anchor="ctr"/>
          <a:lstStyle>
            <a:lvl1pPr algn="l">
              <a:defRPr sz="3200">
                <a:solidFill>
                  <a:schemeClr val="tx1"/>
                </a:solidFill>
              </a:defRPr>
            </a:lvl1pPr>
          </a:lstStyle>
          <a:p>
            <a:r>
              <a:rPr lang="en-US"/>
              <a:t>Click to edit Master title style</a:t>
            </a:r>
          </a:p>
        </p:txBody>
      </p:sp>
    </p:spTree>
    <p:extLst>
      <p:ext uri="{BB962C8B-B14F-4D97-AF65-F5344CB8AC3E}">
        <p14:creationId xmlns:p14="http://schemas.microsoft.com/office/powerpoint/2010/main" val="34906951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Quote and Segue">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0972800" cy="6172200"/>
          </a:xfrm>
          <a:prstGeom prst="rect">
            <a:avLst/>
          </a:prstGeom>
        </p:spPr>
      </p:pic>
    </p:spTree>
    <p:extLst>
      <p:ext uri="{BB962C8B-B14F-4D97-AF65-F5344CB8AC3E}">
        <p14:creationId xmlns:p14="http://schemas.microsoft.com/office/powerpoint/2010/main" val="2422696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baseline="0">
                <a:solidFill>
                  <a:schemeClr val="bg1"/>
                </a:solidFill>
              </a:defRPr>
            </a:lvl1pPr>
          </a:lstStyle>
          <a:p>
            <a:r>
              <a:rPr lang="en-US"/>
              <a:t>Click to edit Master title style</a:t>
            </a:r>
          </a:p>
        </p:txBody>
      </p:sp>
      <p:sp>
        <p:nvSpPr>
          <p:cNvPr id="5" name="Text Placeholder 4"/>
          <p:cNvSpPr>
            <a:spLocks noGrp="1"/>
          </p:cNvSpPr>
          <p:nvPr>
            <p:ph type="body" sz="quarter" idx="10"/>
          </p:nvPr>
        </p:nvSpPr>
        <p:spPr>
          <a:xfrm>
            <a:off x="498348" y="1183334"/>
            <a:ext cx="9976104" cy="525463"/>
          </a:xfrm>
          <a:prstGeom prst="rect">
            <a:avLst/>
          </a:prstGeom>
        </p:spPr>
        <p:txBody>
          <a:bodyPr/>
          <a:lstStyle>
            <a:lvl1pPr marL="0" indent="0" algn="ctr">
              <a:buFontTx/>
              <a:buNone/>
              <a:defRPr sz="2400" b="0">
                <a:solidFill>
                  <a:schemeClr val="tx2"/>
                </a:solidFill>
                <a:latin typeface="Trebuchet MS" panose="020B0603020202020204" pitchFamily="34" charset="0"/>
              </a:defRPr>
            </a:lvl1pPr>
            <a:lvl2pPr marL="571454" indent="0" algn="ctr">
              <a:buFontTx/>
              <a:buNone/>
              <a:defRPr sz="2800">
                <a:solidFill>
                  <a:schemeClr val="tx2"/>
                </a:solidFill>
                <a:latin typeface="Trebuchet MS" panose="020B0603020202020204" pitchFamily="34" charset="0"/>
              </a:defRPr>
            </a:lvl2pPr>
            <a:lvl3pPr marL="1088938" indent="0" algn="ctr">
              <a:buFontTx/>
              <a:buNone/>
              <a:defRPr sz="2800">
                <a:solidFill>
                  <a:schemeClr val="tx2"/>
                </a:solidFill>
                <a:latin typeface="Trebuchet MS" panose="020B0603020202020204" pitchFamily="34" charset="0"/>
              </a:defRPr>
            </a:lvl3pPr>
            <a:lvl4pPr marL="1546101" indent="0" algn="ctr">
              <a:buFontTx/>
              <a:buNone/>
              <a:defRPr sz="2800">
                <a:solidFill>
                  <a:schemeClr val="tx2"/>
                </a:solidFill>
                <a:latin typeface="Trebuchet MS" panose="020B0603020202020204" pitchFamily="34" charset="0"/>
              </a:defRPr>
            </a:lvl4pPr>
            <a:lvl5pPr marL="1888974"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723956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7620"/>
            <a:ext cx="10972800" cy="617982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356361" y="2164081"/>
            <a:ext cx="6990242" cy="1481672"/>
          </a:xfrm>
        </p:spPr>
        <p:txBody>
          <a:bodyPr anchor="b">
            <a:noAutofit/>
          </a:bodyPr>
          <a:lstStyle>
            <a:lvl1pPr algn="r">
              <a:defRPr sz="486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356361" y="3645750"/>
            <a:ext cx="6990242" cy="987209"/>
          </a:xfrm>
        </p:spPr>
        <p:txBody>
          <a:bodyPr anchor="t"/>
          <a:lstStyle>
            <a:lvl1pPr marL="0" indent="0" algn="r">
              <a:buNone/>
              <a:defRPr>
                <a:solidFill>
                  <a:schemeClr val="tx1">
                    <a:lumMod val="50000"/>
                    <a:lumOff val="50000"/>
                  </a:schemeClr>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4/10/2021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6362828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4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9394191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2" y="2430781"/>
            <a:ext cx="7737001" cy="1643923"/>
          </a:xfrm>
        </p:spPr>
        <p:txBody>
          <a:bodyPr anchor="b"/>
          <a:lstStyle>
            <a:lvl1pPr algn="l">
              <a:defRPr sz="3600" b="0" cap="none"/>
            </a:lvl1pPr>
          </a:lstStyle>
          <a:p>
            <a:r>
              <a:rPr lang="en-US"/>
              <a:t>Click to edit Master title style</a:t>
            </a:r>
          </a:p>
        </p:txBody>
      </p:sp>
      <p:sp>
        <p:nvSpPr>
          <p:cNvPr id="3" name="Text Placeholder 2"/>
          <p:cNvSpPr>
            <a:spLocks noGrp="1"/>
          </p:cNvSpPr>
          <p:nvPr>
            <p:ph type="body" idx="1"/>
          </p:nvPr>
        </p:nvSpPr>
        <p:spPr>
          <a:xfrm>
            <a:off x="609602" y="4074703"/>
            <a:ext cx="7737001" cy="774360"/>
          </a:xfrm>
        </p:spPr>
        <p:txBody>
          <a:bodyPr anchor="t"/>
          <a:lstStyle>
            <a:lvl1pPr marL="0" indent="0" algn="l">
              <a:buNone/>
              <a:defRPr sz="1800">
                <a:solidFill>
                  <a:schemeClr val="tx1">
                    <a:lumMod val="50000"/>
                    <a:lumOff val="50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700855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1" y="1944530"/>
            <a:ext cx="3765632" cy="3492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80973" y="1944530"/>
            <a:ext cx="3765631" cy="3492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dirty="0"/>
              <a:t>4/10/2021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a:p>
        </p:txBody>
      </p:sp>
    </p:spTree>
    <p:extLst>
      <p:ext uri="{BB962C8B-B14F-4D97-AF65-F5344CB8AC3E}">
        <p14:creationId xmlns:p14="http://schemas.microsoft.com/office/powerpoint/2010/main" val="34153456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8171" y="1944885"/>
            <a:ext cx="3767061" cy="518636"/>
          </a:xfrm>
        </p:spPr>
        <p:txBody>
          <a:bodyPr anchor="b">
            <a:noAutofit/>
          </a:bodyPr>
          <a:lstStyle>
            <a:lvl1pPr marL="0" indent="0">
              <a:buNone/>
              <a:defRPr sz="2160" b="0"/>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608171" y="2463521"/>
            <a:ext cx="3767061" cy="297370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579545" y="1944885"/>
            <a:ext cx="3767056" cy="518636"/>
          </a:xfrm>
        </p:spPr>
        <p:txBody>
          <a:bodyPr anchor="b">
            <a:noAutofit/>
          </a:bodyPr>
          <a:lstStyle>
            <a:lvl1pPr marL="0" indent="0">
              <a:buNone/>
              <a:defRPr sz="2160" b="0"/>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579546" y="2463521"/>
            <a:ext cx="3767055" cy="297370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4/10/2021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1608051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1" y="548640"/>
            <a:ext cx="7737001" cy="118872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4/10/2021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
        <p:nvSpPr>
          <p:cNvPr id="6" name="Rectangle 5">
            <a:extLst>
              <a:ext uri="{FF2B5EF4-FFF2-40B4-BE49-F238E27FC236}">
                <a16:creationId xmlns:a16="http://schemas.microsoft.com/office/drawing/2014/main" id="{807EE64E-31D4-446B-8708-22FB4FB5B3BB}"/>
              </a:ext>
            </a:extLst>
          </p:cNvPr>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15088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4/10/2021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3087789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1348744"/>
            <a:ext cx="3469075" cy="1150619"/>
          </a:xfrm>
        </p:spPr>
        <p:txBody>
          <a:bodyPr anchor="b">
            <a:normAutofit/>
          </a:bodyPr>
          <a:lstStyle>
            <a:lvl1pPr>
              <a:defRPr sz="1800"/>
            </a:lvl1pPr>
          </a:lstStyle>
          <a:p>
            <a:r>
              <a:rPr lang="en-US"/>
              <a:t>Click to edit Master title style</a:t>
            </a:r>
          </a:p>
        </p:txBody>
      </p:sp>
      <p:sp>
        <p:nvSpPr>
          <p:cNvPr id="3" name="Content Placeholder 2"/>
          <p:cNvSpPr>
            <a:spLocks noGrp="1"/>
          </p:cNvSpPr>
          <p:nvPr>
            <p:ph idx="1"/>
          </p:nvPr>
        </p:nvSpPr>
        <p:spPr>
          <a:xfrm>
            <a:off x="4284415" y="463432"/>
            <a:ext cx="4062187" cy="497379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2499363"/>
            <a:ext cx="3469075" cy="2326004"/>
          </a:xfrm>
        </p:spPr>
        <p:txBody>
          <a:bodyPr>
            <a:normAutofit/>
          </a:bodyPr>
          <a:lstStyle>
            <a:lvl1pPr marL="0" indent="0">
              <a:buNone/>
              <a:defRPr sz="1260"/>
            </a:lvl1pPr>
            <a:lvl2pPr marL="411357" indent="0">
              <a:buNone/>
              <a:defRPr sz="1260"/>
            </a:lvl2pPr>
            <a:lvl3pPr marL="822713" indent="0">
              <a:buNone/>
              <a:defRPr sz="1080"/>
            </a:lvl3pPr>
            <a:lvl4pPr marL="1234070" indent="0">
              <a:buNone/>
              <a:defRPr sz="900"/>
            </a:lvl4pPr>
            <a:lvl5pPr marL="1645426" indent="0">
              <a:buNone/>
              <a:defRPr sz="900"/>
            </a:lvl5pPr>
            <a:lvl6pPr marL="2056783" indent="0">
              <a:buNone/>
              <a:defRPr sz="900"/>
            </a:lvl6pPr>
            <a:lvl7pPr marL="2468139" indent="0">
              <a:buNone/>
              <a:defRPr sz="900"/>
            </a:lvl7pPr>
            <a:lvl8pPr marL="2879496" indent="0">
              <a:buNone/>
              <a:defRPr sz="900"/>
            </a:lvl8pPr>
            <a:lvl9pPr marL="329085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4/10/2021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a:p>
        </p:txBody>
      </p:sp>
    </p:spTree>
    <p:extLst>
      <p:ext uri="{BB962C8B-B14F-4D97-AF65-F5344CB8AC3E}">
        <p14:creationId xmlns:p14="http://schemas.microsoft.com/office/powerpoint/2010/main" val="6605709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4320540"/>
            <a:ext cx="7737000" cy="510064"/>
          </a:xfrm>
        </p:spPr>
        <p:txBody>
          <a:bodyPr anchor="b">
            <a:normAutofit/>
          </a:bodyPr>
          <a:lstStyle>
            <a:lvl1pPr algn="l">
              <a:defRPr sz="2160" b="0"/>
            </a:lvl1pPr>
          </a:lstStyle>
          <a:p>
            <a:r>
              <a:rPr lang="en-US"/>
              <a:t>Click to edit Master title style</a:t>
            </a:r>
          </a:p>
        </p:txBody>
      </p:sp>
      <p:sp>
        <p:nvSpPr>
          <p:cNvPr id="3" name="Picture Placeholder 2"/>
          <p:cNvSpPr>
            <a:spLocks noGrp="1" noChangeAspect="1"/>
          </p:cNvSpPr>
          <p:nvPr>
            <p:ph type="pic" idx="1"/>
          </p:nvPr>
        </p:nvSpPr>
        <p:spPr>
          <a:xfrm>
            <a:off x="609601" y="548640"/>
            <a:ext cx="7737001" cy="3461146"/>
          </a:xfrm>
        </p:spPr>
        <p:txBody>
          <a:bodyPr anchor="t">
            <a:normAutofit/>
          </a:bodyPr>
          <a:lstStyle>
            <a:lvl1pPr marL="0" indent="0" algn="ctr">
              <a:buNone/>
              <a:defRPr sz="1440"/>
            </a:lvl1pPr>
            <a:lvl2pPr marL="411480" indent="0">
              <a:buNone/>
              <a:defRPr sz="1440"/>
            </a:lvl2pPr>
            <a:lvl3pPr marL="822960" indent="0">
              <a:buNone/>
              <a:defRPr sz="1440"/>
            </a:lvl3pPr>
            <a:lvl4pPr marL="1234440" indent="0">
              <a:buNone/>
              <a:defRPr sz="1440"/>
            </a:lvl4pPr>
            <a:lvl5pPr marL="1645920" indent="0">
              <a:buNone/>
              <a:defRPr sz="1440"/>
            </a:lvl5pPr>
            <a:lvl6pPr marL="2057400" indent="0">
              <a:buNone/>
              <a:defRPr sz="1440"/>
            </a:lvl6pPr>
            <a:lvl7pPr marL="2468880" indent="0">
              <a:buNone/>
              <a:defRPr sz="1440"/>
            </a:lvl7pPr>
            <a:lvl8pPr marL="2880360" indent="0">
              <a:buNone/>
              <a:defRPr sz="1440"/>
            </a:lvl8pPr>
            <a:lvl9pPr marL="3291840" indent="0">
              <a:buNone/>
              <a:defRPr sz="1440"/>
            </a:lvl9pPr>
          </a:lstStyle>
          <a:p>
            <a:r>
              <a:rPr lang="en-US"/>
              <a:t>Click icon to add picture</a:t>
            </a:r>
          </a:p>
        </p:txBody>
      </p:sp>
      <p:sp>
        <p:nvSpPr>
          <p:cNvPr id="4" name="Text Placeholder 3"/>
          <p:cNvSpPr>
            <a:spLocks noGrp="1"/>
          </p:cNvSpPr>
          <p:nvPr>
            <p:ph type="body" sz="half" idx="2"/>
          </p:nvPr>
        </p:nvSpPr>
        <p:spPr>
          <a:xfrm>
            <a:off x="609601" y="4830604"/>
            <a:ext cx="7737000" cy="606622"/>
          </a:xfrm>
        </p:spPr>
        <p:txBody>
          <a:bodyPr>
            <a:normAutofit/>
          </a:bodyPr>
          <a:lstStyle>
            <a:lvl1pPr marL="0" indent="0">
              <a:buNone/>
              <a:defRPr sz="108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019409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548640"/>
            <a:ext cx="7737001" cy="3063240"/>
          </a:xfrm>
        </p:spPr>
        <p:txBody>
          <a:bodyPr anchor="ctr">
            <a:normAutofit/>
          </a:bodyPr>
          <a:lstStyle>
            <a:lvl1pPr algn="l">
              <a:defRPr sz="3960" b="0" cap="none"/>
            </a:lvl1pPr>
          </a:lstStyle>
          <a:p>
            <a:r>
              <a:rPr lang="en-US"/>
              <a:t>Click to edit Master title style</a:t>
            </a:r>
          </a:p>
        </p:txBody>
      </p:sp>
      <p:sp>
        <p:nvSpPr>
          <p:cNvPr id="3" name="Text Placeholder 2"/>
          <p:cNvSpPr>
            <a:spLocks noGrp="1"/>
          </p:cNvSpPr>
          <p:nvPr>
            <p:ph type="body" idx="1"/>
          </p:nvPr>
        </p:nvSpPr>
        <p:spPr>
          <a:xfrm>
            <a:off x="609602" y="4023360"/>
            <a:ext cx="7737001" cy="1413866"/>
          </a:xfrm>
        </p:spPr>
        <p:txBody>
          <a:bodyPr anchor="ctr">
            <a:normAutofit/>
          </a:bodyPr>
          <a:lstStyle>
            <a:lvl1pPr marL="0" indent="0" algn="l">
              <a:buNone/>
              <a:defRPr sz="1620">
                <a:solidFill>
                  <a:schemeClr val="tx1">
                    <a:lumMod val="75000"/>
                    <a:lumOff val="25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3519062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8200" y="548640"/>
            <a:ext cx="7284721" cy="2720340"/>
          </a:xfrm>
        </p:spPr>
        <p:txBody>
          <a:bodyPr anchor="ctr">
            <a:normAutofit/>
          </a:bodyPr>
          <a:lstStyle>
            <a:lvl1pPr algn="l">
              <a:defRPr sz="3960" b="0" cap="none"/>
            </a:lvl1pPr>
          </a:lstStyle>
          <a:p>
            <a:r>
              <a:rPr lang="en-US"/>
              <a:t>Click to edit Master title style</a:t>
            </a:r>
          </a:p>
        </p:txBody>
      </p:sp>
      <p:sp>
        <p:nvSpPr>
          <p:cNvPr id="23" name="Text Placeholder 9"/>
          <p:cNvSpPr>
            <a:spLocks noGrp="1"/>
          </p:cNvSpPr>
          <p:nvPr>
            <p:ph type="body" sz="quarter" idx="13"/>
          </p:nvPr>
        </p:nvSpPr>
        <p:spPr>
          <a:xfrm>
            <a:off x="1229525" y="3268980"/>
            <a:ext cx="6502072" cy="342900"/>
          </a:xfrm>
        </p:spPr>
        <p:txBody>
          <a:bodyPr anchor="ctr">
            <a:noAutofit/>
          </a:bodyPr>
          <a:lstStyle>
            <a:lvl1pPr marL="0" indent="0">
              <a:buFontTx/>
              <a:buNone/>
              <a:defRPr sz="1440">
                <a:solidFill>
                  <a:schemeClr val="tx1">
                    <a:lumMod val="50000"/>
                    <a:lumOff val="50000"/>
                  </a:schemeClr>
                </a:solidFill>
              </a:defRPr>
            </a:lvl1pPr>
            <a:lvl2pPr marL="411480" indent="0">
              <a:buFontTx/>
              <a:buNone/>
              <a:defRPr/>
            </a:lvl2pPr>
            <a:lvl3pPr marL="822960" indent="0">
              <a:buFontTx/>
              <a:buNone/>
              <a:defRPr/>
            </a:lvl3pPr>
            <a:lvl4pPr marL="1234440" indent="0">
              <a:buFontTx/>
              <a:buNone/>
              <a:defRPr/>
            </a:lvl4pPr>
            <a:lvl5pPr marL="1645920" indent="0">
              <a:buFontTx/>
              <a:buNone/>
              <a:defRPr/>
            </a:lvl5pPr>
          </a:lstStyle>
          <a:p>
            <a:pPr lvl="0"/>
            <a:r>
              <a:rPr lang="en-US"/>
              <a:t>Click to edit Master text styles</a:t>
            </a:r>
          </a:p>
        </p:txBody>
      </p:sp>
      <p:sp>
        <p:nvSpPr>
          <p:cNvPr id="3" name="Text Placeholder 2"/>
          <p:cNvSpPr>
            <a:spLocks noGrp="1"/>
          </p:cNvSpPr>
          <p:nvPr>
            <p:ph type="body" idx="1"/>
          </p:nvPr>
        </p:nvSpPr>
        <p:spPr>
          <a:xfrm>
            <a:off x="609602" y="4023360"/>
            <a:ext cx="7737001" cy="1413866"/>
          </a:xfrm>
        </p:spPr>
        <p:txBody>
          <a:bodyPr anchor="ctr">
            <a:normAutofit/>
          </a:bodyPr>
          <a:lstStyle>
            <a:lvl1pPr marL="0" indent="0" algn="l">
              <a:buNone/>
              <a:defRPr sz="1620">
                <a:solidFill>
                  <a:schemeClr val="tx1">
                    <a:lumMod val="75000"/>
                    <a:lumOff val="25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0" name="TextBox 19"/>
          <p:cNvSpPr txBox="1"/>
          <p:nvPr/>
        </p:nvSpPr>
        <p:spPr>
          <a:xfrm>
            <a:off x="487683" y="711340"/>
            <a:ext cx="548640" cy="526298"/>
          </a:xfrm>
          <a:prstGeom prst="rect">
            <a:avLst/>
          </a:prstGeom>
        </p:spPr>
        <p:txBody>
          <a:bodyPr vert="horz" lIns="82296" tIns="41148" rIns="82296" bIns="41148" rtlCol="0" anchor="ctr">
            <a:noAutofit/>
          </a:bodyPr>
          <a:lstStyle/>
          <a:p>
            <a:pPr lvl="0"/>
            <a:r>
              <a:rPr lang="en-US" sz="72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003710" y="2597901"/>
            <a:ext cx="548640" cy="526298"/>
          </a:xfrm>
          <a:prstGeom prst="rect">
            <a:avLst/>
          </a:prstGeom>
        </p:spPr>
        <p:txBody>
          <a:bodyPr vert="horz" lIns="82296" tIns="41148" rIns="82296" bIns="41148" rtlCol="0" anchor="ctr">
            <a:noAutofit/>
          </a:bodyPr>
          <a:lstStyle/>
          <a:p>
            <a:pPr lvl="0"/>
            <a:r>
              <a:rPr lang="en-US" sz="72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41687250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602" y="1738789"/>
            <a:ext cx="7737001" cy="2335914"/>
          </a:xfrm>
        </p:spPr>
        <p:txBody>
          <a:bodyPr anchor="b">
            <a:normAutofit/>
          </a:bodyPr>
          <a:lstStyle>
            <a:lvl1pPr algn="l">
              <a:defRPr sz="3960" b="0" cap="none"/>
            </a:lvl1pPr>
          </a:lstStyle>
          <a:p>
            <a:r>
              <a:rPr lang="en-US"/>
              <a:t>Click to edit Master title style</a:t>
            </a:r>
          </a:p>
        </p:txBody>
      </p:sp>
      <p:sp>
        <p:nvSpPr>
          <p:cNvPr id="3" name="Text Placeholder 2"/>
          <p:cNvSpPr>
            <a:spLocks noGrp="1"/>
          </p:cNvSpPr>
          <p:nvPr>
            <p:ph type="body" idx="1"/>
          </p:nvPr>
        </p:nvSpPr>
        <p:spPr>
          <a:xfrm>
            <a:off x="609602" y="4074703"/>
            <a:ext cx="7737001" cy="1362523"/>
          </a:xfrm>
        </p:spPr>
        <p:txBody>
          <a:bodyPr anchor="t">
            <a:normAutofit/>
          </a:bodyPr>
          <a:lstStyle>
            <a:lvl1pPr marL="0" indent="0" algn="l">
              <a:buNone/>
              <a:defRPr sz="1620">
                <a:solidFill>
                  <a:schemeClr val="tx1">
                    <a:lumMod val="75000"/>
                    <a:lumOff val="25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4847590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838200" y="548640"/>
            <a:ext cx="7284721" cy="2720340"/>
          </a:xfrm>
        </p:spPr>
        <p:txBody>
          <a:bodyPr anchor="ctr">
            <a:normAutofit/>
          </a:bodyPr>
          <a:lstStyle>
            <a:lvl1pPr algn="l">
              <a:defRPr sz="3960" b="0" cap="none"/>
            </a:lvl1pPr>
          </a:lstStyle>
          <a:p>
            <a:r>
              <a:rPr lang="en-US"/>
              <a:t>Click to edit Master title style</a:t>
            </a:r>
          </a:p>
        </p:txBody>
      </p:sp>
      <p:sp>
        <p:nvSpPr>
          <p:cNvPr id="23" name="Text Placeholder 9"/>
          <p:cNvSpPr>
            <a:spLocks noGrp="1"/>
          </p:cNvSpPr>
          <p:nvPr>
            <p:ph type="body" sz="quarter" idx="13"/>
          </p:nvPr>
        </p:nvSpPr>
        <p:spPr>
          <a:xfrm>
            <a:off x="609599" y="3611880"/>
            <a:ext cx="7737002" cy="462823"/>
          </a:xfrm>
        </p:spPr>
        <p:txBody>
          <a:bodyPr anchor="b">
            <a:noAutofit/>
          </a:bodyPr>
          <a:lstStyle>
            <a:lvl1pPr marL="0" indent="0">
              <a:buFontTx/>
              <a:buNone/>
              <a:defRPr sz="2160">
                <a:solidFill>
                  <a:schemeClr val="tx1">
                    <a:lumMod val="75000"/>
                    <a:lumOff val="25000"/>
                  </a:schemeClr>
                </a:solidFill>
              </a:defRPr>
            </a:lvl1pPr>
            <a:lvl2pPr marL="411480" indent="0">
              <a:buFontTx/>
              <a:buNone/>
              <a:defRPr/>
            </a:lvl2pPr>
            <a:lvl3pPr marL="822960" indent="0">
              <a:buFontTx/>
              <a:buNone/>
              <a:defRPr/>
            </a:lvl3pPr>
            <a:lvl4pPr marL="1234440" indent="0">
              <a:buFontTx/>
              <a:buNone/>
              <a:defRPr/>
            </a:lvl4pPr>
            <a:lvl5pPr marL="1645920" indent="0">
              <a:buFontTx/>
              <a:buNone/>
              <a:defRPr/>
            </a:lvl5pPr>
          </a:lstStyle>
          <a:p>
            <a:pPr lvl="0"/>
            <a:r>
              <a:rPr lang="en-US"/>
              <a:t>Click to edit Master text styles</a:t>
            </a:r>
          </a:p>
        </p:txBody>
      </p:sp>
      <p:sp>
        <p:nvSpPr>
          <p:cNvPr id="3" name="Text Placeholder 2"/>
          <p:cNvSpPr>
            <a:spLocks noGrp="1"/>
          </p:cNvSpPr>
          <p:nvPr>
            <p:ph type="body" idx="1"/>
          </p:nvPr>
        </p:nvSpPr>
        <p:spPr>
          <a:xfrm>
            <a:off x="609602" y="4074703"/>
            <a:ext cx="7737001" cy="1362523"/>
          </a:xfrm>
        </p:spPr>
        <p:txBody>
          <a:bodyPr anchor="t">
            <a:normAutofit/>
          </a:bodyPr>
          <a:lstStyle>
            <a:lvl1pPr marL="0" indent="0" algn="l">
              <a:buNone/>
              <a:defRPr sz="1620">
                <a:solidFill>
                  <a:schemeClr val="tx1">
                    <a:lumMod val="50000"/>
                    <a:lumOff val="50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4" name="TextBox 23"/>
          <p:cNvSpPr txBox="1"/>
          <p:nvPr/>
        </p:nvSpPr>
        <p:spPr>
          <a:xfrm>
            <a:off x="487683" y="711340"/>
            <a:ext cx="548640" cy="526298"/>
          </a:xfrm>
          <a:prstGeom prst="rect">
            <a:avLst/>
          </a:prstGeom>
        </p:spPr>
        <p:txBody>
          <a:bodyPr vert="horz" lIns="82296" tIns="41148" rIns="82296" bIns="41148" rtlCol="0" anchor="ctr">
            <a:noAutofit/>
          </a:bodyPr>
          <a:lstStyle/>
          <a:p>
            <a:pPr lvl="0"/>
            <a:r>
              <a:rPr lang="en-US" sz="72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003710" y="2597901"/>
            <a:ext cx="548640" cy="526298"/>
          </a:xfrm>
          <a:prstGeom prst="rect">
            <a:avLst/>
          </a:prstGeom>
        </p:spPr>
        <p:txBody>
          <a:bodyPr vert="horz" lIns="82296" tIns="41148" rIns="82296" bIns="41148" rtlCol="0" anchor="ctr">
            <a:noAutofit/>
          </a:bodyPr>
          <a:lstStyle/>
          <a:p>
            <a:pPr lvl="0"/>
            <a:r>
              <a:rPr lang="en-US" sz="72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696209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7219" y="548640"/>
            <a:ext cx="7729383" cy="2720340"/>
          </a:xfrm>
        </p:spPr>
        <p:txBody>
          <a:bodyPr anchor="ctr">
            <a:normAutofit/>
          </a:bodyPr>
          <a:lstStyle>
            <a:lvl1pPr algn="l">
              <a:defRPr sz="3960" b="0" cap="none"/>
            </a:lvl1pPr>
          </a:lstStyle>
          <a:p>
            <a:r>
              <a:rPr lang="en-US"/>
              <a:t>Click to edit Master title style</a:t>
            </a:r>
          </a:p>
        </p:txBody>
      </p:sp>
      <p:sp>
        <p:nvSpPr>
          <p:cNvPr id="23" name="Text Placeholder 9"/>
          <p:cNvSpPr>
            <a:spLocks noGrp="1"/>
          </p:cNvSpPr>
          <p:nvPr>
            <p:ph type="body" sz="quarter" idx="13"/>
          </p:nvPr>
        </p:nvSpPr>
        <p:spPr>
          <a:xfrm>
            <a:off x="609599" y="3611880"/>
            <a:ext cx="7737002" cy="462823"/>
          </a:xfrm>
        </p:spPr>
        <p:txBody>
          <a:bodyPr anchor="b">
            <a:noAutofit/>
          </a:bodyPr>
          <a:lstStyle>
            <a:lvl1pPr marL="0" indent="0">
              <a:buFontTx/>
              <a:buNone/>
              <a:defRPr sz="2160">
                <a:solidFill>
                  <a:schemeClr val="accent1"/>
                </a:solidFill>
              </a:defRPr>
            </a:lvl1pPr>
            <a:lvl2pPr marL="411480" indent="0">
              <a:buFontTx/>
              <a:buNone/>
              <a:defRPr/>
            </a:lvl2pPr>
            <a:lvl3pPr marL="822960" indent="0">
              <a:buFontTx/>
              <a:buNone/>
              <a:defRPr/>
            </a:lvl3pPr>
            <a:lvl4pPr marL="1234440" indent="0">
              <a:buFontTx/>
              <a:buNone/>
              <a:defRPr/>
            </a:lvl4pPr>
            <a:lvl5pPr marL="1645920" indent="0">
              <a:buFontTx/>
              <a:buNone/>
              <a:defRPr/>
            </a:lvl5pPr>
          </a:lstStyle>
          <a:p>
            <a:pPr lvl="0"/>
            <a:r>
              <a:rPr lang="en-US"/>
              <a:t>Click to edit Master text styles</a:t>
            </a:r>
          </a:p>
        </p:txBody>
      </p:sp>
      <p:sp>
        <p:nvSpPr>
          <p:cNvPr id="3" name="Text Placeholder 2"/>
          <p:cNvSpPr>
            <a:spLocks noGrp="1"/>
          </p:cNvSpPr>
          <p:nvPr>
            <p:ph type="body" idx="1"/>
          </p:nvPr>
        </p:nvSpPr>
        <p:spPr>
          <a:xfrm>
            <a:off x="609602" y="4074703"/>
            <a:ext cx="7737001" cy="1362523"/>
          </a:xfrm>
        </p:spPr>
        <p:txBody>
          <a:bodyPr anchor="t">
            <a:normAutofit/>
          </a:bodyPr>
          <a:lstStyle>
            <a:lvl1pPr marL="0" indent="0" algn="l">
              <a:buNone/>
              <a:defRPr sz="1620">
                <a:solidFill>
                  <a:schemeClr val="tx1">
                    <a:lumMod val="50000"/>
                    <a:lumOff val="50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6553388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dirty="0"/>
              <a:t>4/10/2021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a:p>
        </p:txBody>
      </p:sp>
    </p:spTree>
    <p:extLst>
      <p:ext uri="{BB962C8B-B14F-4D97-AF65-F5344CB8AC3E}">
        <p14:creationId xmlns:p14="http://schemas.microsoft.com/office/powerpoint/2010/main" val="4008052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70906" y="548640"/>
            <a:ext cx="1174269" cy="4726306"/>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09602" y="548640"/>
            <a:ext cx="6354135" cy="47263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0940117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1696595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76001" y="722069"/>
            <a:ext cx="7773366" cy="2287288"/>
          </a:xfrm>
        </p:spPr>
        <p:txBody>
          <a:bodyPr bIns="0" anchor="b">
            <a:normAutofit/>
          </a:bodyPr>
          <a:lstStyle>
            <a:lvl1pPr algn="l">
              <a:defRPr sz="5940"/>
            </a:lvl1pPr>
          </a:lstStyle>
          <a:p>
            <a:r>
              <a:rPr lang="en-US"/>
              <a:t>Click to edit Master title style</a:t>
            </a:r>
            <a:endParaRPr lang="en-US" dirty="0"/>
          </a:p>
        </p:txBody>
      </p:sp>
      <p:sp>
        <p:nvSpPr>
          <p:cNvPr id="3" name="Subtitle 2"/>
          <p:cNvSpPr>
            <a:spLocks noGrp="1"/>
          </p:cNvSpPr>
          <p:nvPr>
            <p:ph type="subTitle" idx="1"/>
          </p:nvPr>
        </p:nvSpPr>
        <p:spPr>
          <a:xfrm>
            <a:off x="2176002" y="3178084"/>
            <a:ext cx="7773365" cy="879859"/>
          </a:xfrm>
        </p:spPr>
        <p:txBody>
          <a:bodyPr tIns="91440" bIns="91440">
            <a:normAutofit/>
          </a:bodyPr>
          <a:lstStyle>
            <a:lvl1pPr marL="0" indent="0" algn="l">
              <a:buNone/>
              <a:defRPr sz="1620" b="0" cap="all" baseline="0">
                <a:solidFill>
                  <a:schemeClr val="tx1"/>
                </a:solidFill>
              </a:defRPr>
            </a:lvl1pPr>
            <a:lvl2pPr marL="411480" indent="0" algn="ctr">
              <a:buNone/>
              <a:defRPr sz="162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4/10/2021</a:t>
            </a:fld>
            <a:endParaRPr lang="en-US" dirty="0"/>
          </a:p>
        </p:txBody>
      </p:sp>
      <p:sp>
        <p:nvSpPr>
          <p:cNvPr id="5" name="Footer Placeholder 4"/>
          <p:cNvSpPr>
            <a:spLocks noGrp="1"/>
          </p:cNvSpPr>
          <p:nvPr>
            <p:ph type="ftr" sz="quarter" idx="11"/>
          </p:nvPr>
        </p:nvSpPr>
        <p:spPr>
          <a:xfrm>
            <a:off x="2174850" y="296377"/>
            <a:ext cx="4476524" cy="278281"/>
          </a:xfrm>
        </p:spPr>
        <p:txBody>
          <a:bodyPr/>
          <a:lstStyle/>
          <a:p>
            <a:endParaRPr lang="en-US" dirty="0"/>
          </a:p>
        </p:txBody>
      </p:sp>
      <p:sp>
        <p:nvSpPr>
          <p:cNvPr id="6" name="Slide Number Placeholder 5"/>
          <p:cNvSpPr>
            <a:spLocks noGrp="1"/>
          </p:cNvSpPr>
          <p:nvPr>
            <p:ph type="sldNum" sz="quarter" idx="12"/>
          </p:nvPr>
        </p:nvSpPr>
        <p:spPr>
          <a:xfrm>
            <a:off x="1293898" y="719076"/>
            <a:ext cx="729917" cy="453220"/>
          </a:xfrm>
        </p:spPr>
        <p:txBody>
          <a:bodyPr/>
          <a:lstStyle/>
          <a:p>
            <a:fld id="{6D22F896-40B5-4ADD-8801-0D06FADFA095}" type="slidenum">
              <a:rPr lang="en-US" dirty="0"/>
              <a:t>‹#›</a:t>
            </a:fld>
            <a:endParaRPr lang="en-US" dirty="0"/>
          </a:p>
        </p:txBody>
      </p:sp>
      <p:cxnSp>
        <p:nvCxnSpPr>
          <p:cNvPr id="15" name="Straight Connector 14"/>
          <p:cNvCxnSpPr/>
          <p:nvPr/>
        </p:nvCxnSpPr>
        <p:spPr>
          <a:xfrm>
            <a:off x="2176002" y="3175688"/>
            <a:ext cx="777336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734928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794930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08815" y="1580517"/>
            <a:ext cx="7778839" cy="1699155"/>
          </a:xfrm>
        </p:spPr>
        <p:txBody>
          <a:bodyPr anchor="b">
            <a:normAutofit/>
          </a:bodyPr>
          <a:lstStyle>
            <a:lvl1pPr algn="l">
              <a:defRPr sz="3240"/>
            </a:lvl1pPr>
          </a:lstStyle>
          <a:p>
            <a:r>
              <a:rPr lang="en-US"/>
              <a:t>Click to edit Master title style</a:t>
            </a:r>
            <a:endParaRPr lang="en-US" dirty="0"/>
          </a:p>
        </p:txBody>
      </p:sp>
      <p:sp>
        <p:nvSpPr>
          <p:cNvPr id="3" name="Text Placeholder 2"/>
          <p:cNvSpPr>
            <a:spLocks noGrp="1"/>
          </p:cNvSpPr>
          <p:nvPr>
            <p:ph type="body" idx="1"/>
          </p:nvPr>
        </p:nvSpPr>
        <p:spPr>
          <a:xfrm>
            <a:off x="1308815" y="3425576"/>
            <a:ext cx="7767401" cy="911636"/>
          </a:xfrm>
        </p:spPr>
        <p:txBody>
          <a:bodyPr tIns="91440">
            <a:normAutofit/>
          </a:bodyPr>
          <a:lstStyle>
            <a:lvl1pPr marL="0" indent="0" algn="l">
              <a:buNone/>
              <a:defRPr sz="1620">
                <a:solidFill>
                  <a:schemeClr val="tx1"/>
                </a:solidFill>
              </a:defRPr>
            </a:lvl1pPr>
            <a:lvl2pPr marL="411480" indent="0">
              <a:buNone/>
              <a:defRPr sz="1620">
                <a:solidFill>
                  <a:schemeClr val="tx1">
                    <a:tint val="75000"/>
                  </a:schemeClr>
                </a:solidFill>
              </a:defRPr>
            </a:lvl2pPr>
            <a:lvl3pPr marL="822960" indent="0">
              <a:buNone/>
              <a:defRPr sz="1620">
                <a:solidFill>
                  <a:schemeClr val="tx1">
                    <a:tint val="75000"/>
                  </a:schemeClr>
                </a:solidFill>
              </a:defRPr>
            </a:lvl3pPr>
            <a:lvl4pPr marL="1234440" indent="0">
              <a:buNone/>
              <a:defRPr sz="1440">
                <a:solidFill>
                  <a:schemeClr val="tx1">
                    <a:tint val="75000"/>
                  </a:schemeClr>
                </a:solidFill>
              </a:defRPr>
            </a:lvl4pPr>
            <a:lvl5pPr marL="1645920" indent="0">
              <a:buNone/>
              <a:defRPr sz="1440">
                <a:solidFill>
                  <a:schemeClr val="tx1">
                    <a:tint val="75000"/>
                  </a:schemeClr>
                </a:solidFill>
              </a:defRPr>
            </a:lvl5pPr>
            <a:lvl6pPr marL="2057400" indent="0">
              <a:buNone/>
              <a:defRPr sz="1440">
                <a:solidFill>
                  <a:schemeClr val="tx1">
                    <a:tint val="75000"/>
                  </a:schemeClr>
                </a:solidFill>
              </a:defRPr>
            </a:lvl6pPr>
            <a:lvl7pPr marL="2468880" indent="0">
              <a:buNone/>
              <a:defRPr sz="1440">
                <a:solidFill>
                  <a:schemeClr val="tx1">
                    <a:tint val="75000"/>
                  </a:schemeClr>
                </a:solidFill>
              </a:defRPr>
            </a:lvl7pPr>
            <a:lvl8pPr marL="2880360" indent="0">
              <a:buNone/>
              <a:defRPr sz="1440">
                <a:solidFill>
                  <a:schemeClr val="tx1">
                    <a:tint val="75000"/>
                  </a:schemeClr>
                </a:solidFill>
              </a:defRPr>
            </a:lvl8pPr>
            <a:lvl9pPr marL="3291840" indent="0">
              <a:buNone/>
              <a:defRPr sz="14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308815" y="3424487"/>
            <a:ext cx="776740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016387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304296" y="724400"/>
            <a:ext cx="8645072" cy="95337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302598" y="1809790"/>
            <a:ext cx="4180637" cy="31037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772394" y="1815609"/>
            <a:ext cx="4180637" cy="30973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4/10/2021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00248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02472" y="723747"/>
            <a:ext cx="8646895" cy="95068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02472" y="1817594"/>
            <a:ext cx="4180637" cy="721749"/>
          </a:xfrm>
        </p:spPr>
        <p:txBody>
          <a:bodyPr anchor="b">
            <a:normAutofit/>
          </a:bodyPr>
          <a:lstStyle>
            <a:lvl1pPr marL="0" indent="0">
              <a:lnSpc>
                <a:spcPct val="100000"/>
              </a:lnSpc>
              <a:buNone/>
              <a:defRPr sz="1980" b="0" cap="all" baseline="0">
                <a:solidFill>
                  <a:schemeClr val="accent1"/>
                </a:solidFill>
              </a:defRPr>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1302472" y="2541843"/>
            <a:ext cx="4180637" cy="23800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771126" y="1820703"/>
            <a:ext cx="4180637" cy="722013"/>
          </a:xfrm>
        </p:spPr>
        <p:txBody>
          <a:bodyPr anchor="b">
            <a:normAutofit/>
          </a:bodyPr>
          <a:lstStyle>
            <a:lvl1pPr marL="0" indent="0">
              <a:lnSpc>
                <a:spcPct val="100000"/>
              </a:lnSpc>
              <a:buNone/>
              <a:defRPr sz="1980" b="0" cap="all" baseline="0">
                <a:solidFill>
                  <a:schemeClr val="accent1"/>
                </a:solidFill>
              </a:defRPr>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5771126" y="2539342"/>
            <a:ext cx="4180637" cy="23736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4/10/2021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10854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4/10/2021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Rectangle 6">
            <a:extLst>
              <a:ext uri="{FF2B5EF4-FFF2-40B4-BE49-F238E27FC236}">
                <a16:creationId xmlns:a16="http://schemas.microsoft.com/office/drawing/2014/main" id="{BA34F37B-3DDD-4163-901A-E0BA247B64D2}"/>
              </a:ext>
            </a:extLst>
          </p:cNvPr>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36571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4/10/2021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9674616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00204" y="719076"/>
            <a:ext cx="2945789" cy="2022405"/>
          </a:xfrm>
        </p:spPr>
        <p:txBody>
          <a:bodyPr anchor="b">
            <a:normAutofit/>
          </a:bodyPr>
          <a:lstStyle>
            <a:lvl1pPr algn="l">
              <a:defRPr sz="2160"/>
            </a:lvl1pPr>
          </a:lstStyle>
          <a:p>
            <a:r>
              <a:rPr lang="en-US"/>
              <a:t>Click to edit Master title style</a:t>
            </a:r>
            <a:endParaRPr lang="en-US" dirty="0"/>
          </a:p>
        </p:txBody>
      </p:sp>
      <p:sp>
        <p:nvSpPr>
          <p:cNvPr id="3" name="Content Placeholder 2"/>
          <p:cNvSpPr>
            <a:spLocks noGrp="1"/>
          </p:cNvSpPr>
          <p:nvPr>
            <p:ph idx="1"/>
          </p:nvPr>
        </p:nvSpPr>
        <p:spPr>
          <a:xfrm>
            <a:off x="4539343" y="719077"/>
            <a:ext cx="5411223" cy="419294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00204" y="2884942"/>
            <a:ext cx="2947512" cy="2023363"/>
          </a:xfrm>
        </p:spPr>
        <p:txBody>
          <a:bodyPr/>
          <a:lstStyle>
            <a:lvl1pPr marL="0" indent="0" algn="l">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303452" y="2884942"/>
            <a:ext cx="294254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129138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6729649" y="433953"/>
            <a:ext cx="3667080" cy="463419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306086" y="1016562"/>
            <a:ext cx="4979095" cy="1647526"/>
          </a:xfrm>
        </p:spPr>
        <p:txBody>
          <a:bodyPr anchor="b">
            <a:normAutofit/>
          </a:bodyPr>
          <a:lstStyle>
            <a:lvl1pPr>
              <a:defRPr sz="288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11951" y="1010288"/>
            <a:ext cx="2512054" cy="3479694"/>
          </a:xfrm>
          <a:solidFill>
            <a:schemeClr val="bg1">
              <a:lumMod val="85000"/>
            </a:schemeClr>
          </a:solidFill>
          <a:ln w="9525" cap="sq">
            <a:noFill/>
            <a:miter lim="800000"/>
          </a:ln>
          <a:effectLst/>
        </p:spPr>
        <p:txBody>
          <a:bodyPr anchor="t"/>
          <a:lstStyle>
            <a:lvl1pPr marL="0" indent="0" algn="ctr">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a:t>Click icon to add picture</a:t>
            </a:r>
            <a:endParaRPr lang="en-US" dirty="0"/>
          </a:p>
        </p:txBody>
      </p:sp>
      <p:sp>
        <p:nvSpPr>
          <p:cNvPr id="4" name="Text Placeholder 3"/>
          <p:cNvSpPr>
            <a:spLocks noGrp="1"/>
          </p:cNvSpPr>
          <p:nvPr>
            <p:ph type="body" sz="half" idx="2"/>
          </p:nvPr>
        </p:nvSpPr>
        <p:spPr>
          <a:xfrm>
            <a:off x="1305296" y="2831393"/>
            <a:ext cx="4971964" cy="1803368"/>
          </a:xfrm>
        </p:spPr>
        <p:txBody>
          <a:bodyPr>
            <a:normAutofit/>
          </a:bodyPr>
          <a:lstStyle>
            <a:lvl1pPr marL="0" indent="0" algn="l">
              <a:buNone/>
              <a:defRPr sz="162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5" name="Date Placeholder 4"/>
          <p:cNvSpPr>
            <a:spLocks noGrp="1"/>
          </p:cNvSpPr>
          <p:nvPr>
            <p:ph type="dt" sz="half" idx="10"/>
          </p:nvPr>
        </p:nvSpPr>
        <p:spPr>
          <a:xfrm>
            <a:off x="1302644" y="4922871"/>
            <a:ext cx="4974616" cy="288111"/>
          </a:xfrm>
        </p:spPr>
        <p:txBody>
          <a:bodyPr/>
          <a:lstStyle>
            <a:lvl1pPr algn="l">
              <a:defRPr/>
            </a:lvl1pPr>
          </a:lstStyle>
          <a:p>
            <a:fld id="{48A87A34-81AB-432B-8DAE-1953F412C126}" type="datetimeFigureOut">
              <a:rPr lang="en-US" dirty="0"/>
              <a:pPr/>
              <a:t>4/10/2021</a:t>
            </a:fld>
            <a:endParaRPr lang="en-US" dirty="0"/>
          </a:p>
        </p:txBody>
      </p:sp>
      <p:sp>
        <p:nvSpPr>
          <p:cNvPr id="6" name="Footer Placeholder 5"/>
          <p:cNvSpPr>
            <a:spLocks noGrp="1"/>
          </p:cNvSpPr>
          <p:nvPr>
            <p:ph type="ftr" sz="quarter" idx="11"/>
          </p:nvPr>
        </p:nvSpPr>
        <p:spPr>
          <a:xfrm>
            <a:off x="1302644" y="286776"/>
            <a:ext cx="4986904" cy="288838"/>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302644" y="2829245"/>
            <a:ext cx="497461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481721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414951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95200" y="719076"/>
            <a:ext cx="1454168" cy="4193900"/>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300205" y="719076"/>
            <a:ext cx="7045947" cy="41939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8495200" y="719076"/>
            <a:ext cx="0" cy="419390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068548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3569088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A28B2A9-89D6-4CF3-BBAF-1CA0E88E14C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pic>
        <p:nvPicPr>
          <p:cNvPr id="10" name="Picture 9" descr="A picture containing text  Description automatically generated">
            <a:extLst>
              <a:ext uri="{FF2B5EF4-FFF2-40B4-BE49-F238E27FC236}">
                <a16:creationId xmlns:a16="http://schemas.microsoft.com/office/drawing/2014/main" id="{9E96A302-1F38-4275-8241-37FF3CB49A0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7449" y="1896465"/>
            <a:ext cx="1601595" cy="1298628"/>
          </a:xfrm>
          <a:prstGeom prst="rect">
            <a:avLst/>
          </a:prstGeom>
        </p:spPr>
      </p:pic>
      <p:sp>
        <p:nvSpPr>
          <p:cNvPr id="11" name="Rectangle 4"/>
          <p:cNvSpPr>
            <a:spLocks noGrp="1" noChangeArrowheads="1"/>
          </p:cNvSpPr>
          <p:nvPr>
            <p:ph type="subTitle" idx="1"/>
          </p:nvPr>
        </p:nvSpPr>
        <p:spPr>
          <a:xfrm>
            <a:off x="685800" y="4974336"/>
            <a:ext cx="5815584" cy="286232"/>
          </a:xfrm>
        </p:spPr>
        <p:txBody>
          <a:bodyPr wrap="square" anchor="t">
            <a:noAutofit/>
          </a:bodyPr>
          <a:lstStyle>
            <a:lvl1pPr marL="0" indent="0" algn="l">
              <a:lnSpc>
                <a:spcPct val="90000"/>
              </a:lnSpc>
              <a:spcBef>
                <a:spcPts val="600"/>
              </a:spcBef>
              <a:spcAft>
                <a:spcPts val="300"/>
              </a:spcAft>
              <a:buFontTx/>
              <a:buNone/>
              <a:defRPr sz="1400" b="0">
                <a:solidFill>
                  <a:schemeClr val="tx2"/>
                </a:solidFill>
                <a:latin typeface="Trebuchet MS" pitchFamily="34" charset="0"/>
              </a:defRPr>
            </a:lvl1pPr>
          </a:lstStyle>
          <a:p>
            <a:r>
              <a:rPr lang="en-US"/>
              <a:t>Click to edit Master subtitle style</a:t>
            </a:r>
            <a:endParaRPr lang="en-US" dirty="0"/>
          </a:p>
        </p:txBody>
      </p:sp>
      <p:sp>
        <p:nvSpPr>
          <p:cNvPr id="305" name="Title 304"/>
          <p:cNvSpPr>
            <a:spLocks noGrp="1"/>
          </p:cNvSpPr>
          <p:nvPr>
            <p:ph type="title" hasCustomPrompt="1"/>
          </p:nvPr>
        </p:nvSpPr>
        <p:spPr>
          <a:xfrm>
            <a:off x="685800" y="4023360"/>
            <a:ext cx="5815584" cy="982855"/>
          </a:xfrm>
        </p:spPr>
        <p:txBody>
          <a:bodyPr anchor="b">
            <a:noAutofit/>
          </a:bodyPr>
          <a:lstStyle>
            <a:lvl1pPr algn="l">
              <a:lnSpc>
                <a:spcPct val="90000"/>
              </a:lnSpc>
              <a:spcBef>
                <a:spcPts val="0"/>
              </a:spcBef>
              <a:defRPr sz="3600" b="1" cap="all" baseline="0">
                <a:solidFill>
                  <a:schemeClr val="tx1"/>
                </a:solidFill>
                <a:effectLst>
                  <a:outerShdw blurRad="38100" dist="38100" dir="2700000" algn="tl">
                    <a:srgbClr val="000000">
                      <a:alpha val="43137"/>
                    </a:srgbClr>
                  </a:outerShdw>
                </a:effectLst>
                <a:latin typeface="Trebuchet MS" panose="020B0603020202020204" pitchFamily="34" charset="0"/>
              </a:defRPr>
            </a:lvl1pPr>
          </a:lstStyle>
          <a:p>
            <a:r>
              <a:rPr lang="en-US" dirty="0"/>
              <a:t>CLICK TO EDIT MASTER TITLE STYLE</a:t>
            </a:r>
          </a:p>
        </p:txBody>
      </p:sp>
      <p:pic>
        <p:nvPicPr>
          <p:cNvPr id="6" name="Graphic 5">
            <a:extLst>
              <a:ext uri="{FF2B5EF4-FFF2-40B4-BE49-F238E27FC236}">
                <a16:creationId xmlns:a16="http://schemas.microsoft.com/office/drawing/2014/main" id="{887DABAD-3709-40C3-9EFD-BF1A6B6A2044}"/>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1996931" y="1981572"/>
            <a:ext cx="2011680" cy="1104528"/>
          </a:xfrm>
          <a:prstGeom prst="rect">
            <a:avLst/>
          </a:prstGeom>
        </p:spPr>
      </p:pic>
    </p:spTree>
    <p:extLst>
      <p:ext uri="{BB962C8B-B14F-4D97-AF65-F5344CB8AC3E}">
        <p14:creationId xmlns:p14="http://schemas.microsoft.com/office/powerpoint/2010/main" val="16090823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pic>
        <p:nvPicPr>
          <p:cNvPr id="9" name="Picture 8" descr="A close up of a spider  Description automatically generated">
            <a:extLst>
              <a:ext uri="{FF2B5EF4-FFF2-40B4-BE49-F238E27FC236}">
                <a16:creationId xmlns:a16="http://schemas.microsoft.com/office/drawing/2014/main" id="{312387AB-4080-4B69-BFCF-F134EF12C77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pic>
        <p:nvPicPr>
          <p:cNvPr id="10" name="Picture 9" descr="A picture containing text  Description automatically generated">
            <a:extLst>
              <a:ext uri="{FF2B5EF4-FFF2-40B4-BE49-F238E27FC236}">
                <a16:creationId xmlns:a16="http://schemas.microsoft.com/office/drawing/2014/main" id="{B8805453-93BD-4B24-A658-29DCC011299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59525" y="4416800"/>
            <a:ext cx="1601595" cy="1298628"/>
          </a:xfrm>
          <a:prstGeom prst="rect">
            <a:avLst/>
          </a:prstGeom>
        </p:spPr>
      </p:pic>
      <p:pic>
        <p:nvPicPr>
          <p:cNvPr id="4" name="Graphic 3">
            <a:extLst>
              <a:ext uri="{FF2B5EF4-FFF2-40B4-BE49-F238E27FC236}">
                <a16:creationId xmlns:a16="http://schemas.microsoft.com/office/drawing/2014/main" id="{1FDA9BB0-5ECC-460A-9E7D-23BD2DACDBB2}"/>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8732027" y="4513850"/>
            <a:ext cx="2011680" cy="1104528"/>
          </a:xfrm>
          <a:prstGeom prst="rect">
            <a:avLst/>
          </a:prstGeom>
        </p:spPr>
      </p:pic>
      <p:pic>
        <p:nvPicPr>
          <p:cNvPr id="5" name="Picture 4">
            <a:extLst>
              <a:ext uri="{FF2B5EF4-FFF2-40B4-BE49-F238E27FC236}">
                <a16:creationId xmlns:a16="http://schemas.microsoft.com/office/drawing/2014/main" id="{4F774754-18AC-4562-9252-B324D08D6FAA}"/>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6" name="Rectangle 5">
            <a:extLst>
              <a:ext uri="{FF2B5EF4-FFF2-40B4-BE49-F238E27FC236}">
                <a16:creationId xmlns:a16="http://schemas.microsoft.com/office/drawing/2014/main" id="{62FEAB9F-B8FB-4DDF-A798-8DD7C188E8CF}"/>
              </a:ext>
            </a:extLst>
          </p:cNvPr>
          <p:cNvSpPr/>
          <p:nvPr/>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970FE4B-00AC-4CCA-9E38-68EC7097B98C}"/>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83337" y="3902417"/>
            <a:ext cx="3232858" cy="1132744"/>
          </a:xfrm>
          <a:prstGeom prst="rect">
            <a:avLst/>
          </a:prstGeom>
        </p:spPr>
      </p:pic>
      <p:sp>
        <p:nvSpPr>
          <p:cNvPr id="8" name="TextBox 7">
            <a:extLst>
              <a:ext uri="{FF2B5EF4-FFF2-40B4-BE49-F238E27FC236}">
                <a16:creationId xmlns:a16="http://schemas.microsoft.com/office/drawing/2014/main" id="{E66CC84F-66F9-4828-9311-7F4BD9BF9DBB}"/>
              </a:ext>
            </a:extLst>
          </p:cNvPr>
          <p:cNvSpPr txBox="1"/>
          <p:nvPr/>
        </p:nvSpPr>
        <p:spPr>
          <a:xfrm>
            <a:off x="481641" y="5310989"/>
            <a:ext cx="2512291"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2000">
                <a:solidFill>
                  <a:schemeClr val="tx2"/>
                </a:solidFill>
                <a:latin typeface="Trebuchet MS" panose="020B0603020202020204" pitchFamily="34" charset="0"/>
              </a:rPr>
              <a:t>www.nvidia.com/dli</a:t>
            </a:r>
          </a:p>
        </p:txBody>
      </p:sp>
    </p:spTree>
    <p:extLst>
      <p:ext uri="{BB962C8B-B14F-4D97-AF65-F5344CB8AC3E}">
        <p14:creationId xmlns:p14="http://schemas.microsoft.com/office/powerpoint/2010/main" val="26765850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baseline="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1400">
                <a:solidFill>
                  <a:schemeClr val="accent4"/>
                </a:solidFill>
              </a:defRPr>
            </a:lvl1pPr>
            <a:lvl2pPr marL="571500" indent="0">
              <a:buClr>
                <a:schemeClr val="bg2"/>
              </a:buClr>
              <a:buSzPct val="100000"/>
              <a:buFontTx/>
              <a:buNone/>
              <a:defRPr sz="1200">
                <a:solidFill>
                  <a:schemeClr val="accent4"/>
                </a:solidFill>
              </a:defRPr>
            </a:lvl2pPr>
            <a:lvl3pPr marL="1089025" indent="0">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10212208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BULLET_ICON_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baseline="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6750" y="2103035"/>
            <a:ext cx="9948672" cy="3718925"/>
          </a:xfrm>
        </p:spPr>
        <p:txBody>
          <a:bodyPr/>
          <a:lstStyle>
            <a:lvl1pPr marL="230188" indent="-230188">
              <a:buClr>
                <a:schemeClr val="bg2"/>
              </a:buClr>
              <a:buSzPct val="75000"/>
              <a:buFontTx/>
              <a:buBlip>
                <a:blip r:embed="rId2"/>
              </a:buBlip>
              <a:defRPr sz="1400">
                <a:solidFill>
                  <a:schemeClr val="accent4"/>
                </a:solidFill>
              </a:defRPr>
            </a:lvl1pPr>
            <a:lvl2pPr marL="800100" indent="-228600">
              <a:buClr>
                <a:schemeClr val="bg2"/>
              </a:buClr>
              <a:buSzPct val="75000"/>
              <a:buFontTx/>
              <a:buBlip>
                <a:blip r:embed="rId2"/>
              </a:buBlip>
              <a:defRPr sz="1200">
                <a:solidFill>
                  <a:schemeClr val="accent4"/>
                </a:solidFill>
              </a:defRPr>
            </a:lvl2pPr>
            <a:lvl3pPr marL="1258888" indent="-169863">
              <a:buClr>
                <a:schemeClr val="bg2"/>
              </a:buClr>
              <a:buSzPct val="75000"/>
              <a:buFontTx/>
              <a:buBlip>
                <a:blip r:embed="rId2"/>
              </a:buBlip>
              <a:defRPr sz="1100">
                <a:solidFill>
                  <a:schemeClr val="accent4"/>
                </a:solidFill>
              </a:defRPr>
            </a:lvl3pPr>
            <a:lvl4pPr marL="1774825" indent="-228600">
              <a:buClr>
                <a:schemeClr val="bg2"/>
              </a:buClr>
              <a:buSzPct val="75000"/>
              <a:buFontTx/>
              <a:buBlip>
                <a:blip r:embed="rId2"/>
              </a:buBlip>
              <a:defRPr sz="1000">
                <a:solidFill>
                  <a:schemeClr val="accent4"/>
                </a:solidFill>
                <a:latin typeface="Trebuchet MS" panose="020B0603020202020204" pitchFamily="34" charset="0"/>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1496252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1400">
                <a:solidFill>
                  <a:schemeClr val="accent4"/>
                </a:solidFill>
              </a:defRPr>
            </a:lvl1pPr>
            <a:lvl2pPr marL="571500" indent="0">
              <a:buClr>
                <a:schemeClr val="bg2"/>
              </a:buClr>
              <a:buSzPct val="100000"/>
              <a:buFontTx/>
              <a:buNone/>
              <a:defRPr sz="1200">
                <a:solidFill>
                  <a:schemeClr val="accent4"/>
                </a:solidFill>
              </a:defRPr>
            </a:lvl2pPr>
            <a:lvl3pPr marL="1089025" indent="0">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7" name="Rectangle 6"/>
          <p:cNvSpPr/>
          <p:nvPr/>
        </p:nvSpPr>
        <p:spPr>
          <a:xfrm>
            <a:off x="168283" y="5775855"/>
            <a:ext cx="2762866" cy="248142"/>
          </a:xfrm>
          <a:prstGeom prst="rect">
            <a:avLst/>
          </a:prstGeom>
          <a:noFill/>
          <a:ln w="25400" cap="flat" cmpd="sng" algn="ctr">
            <a:noFill/>
            <a:prstDash val="solid"/>
          </a:ln>
          <a:effectLst/>
        </p:spPr>
        <p:txBody>
          <a:bodyPr rtlCol="0" anchor="b"/>
          <a:lstStyle/>
          <a:p>
            <a:pPr marL="0" marR="0" lvl="0" indent="0" algn="l" defTabSz="457200" eaLnBrk="1" fontAlgn="auto" latinLnBrk="0" hangingPunct="1">
              <a:lnSpc>
                <a:spcPct val="90000"/>
              </a:lnSpc>
              <a:spcBef>
                <a:spcPts val="0"/>
              </a:spcBef>
              <a:spcAft>
                <a:spcPts val="0"/>
              </a:spcAft>
              <a:buClrTx/>
              <a:buSzTx/>
              <a:buFontTx/>
              <a:buNone/>
              <a:tabLst/>
              <a:defRPr/>
            </a:pPr>
            <a:r>
              <a:rPr lang="en-US" sz="700" b="1" i="0" kern="0" dirty="0">
                <a:solidFill>
                  <a:schemeClr val="bg1"/>
                </a:solidFill>
                <a:latin typeface="Trebuchet MS"/>
              </a:rPr>
              <a:t>NVIDIA CONFIDENTIAL. DO NOT DISTRIBUTE.</a:t>
            </a:r>
          </a:p>
        </p:txBody>
      </p:sp>
    </p:spTree>
    <p:extLst>
      <p:ext uri="{BB962C8B-B14F-4D97-AF65-F5344CB8AC3E}">
        <p14:creationId xmlns:p14="http://schemas.microsoft.com/office/powerpoint/2010/main" val="33024093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itle, Subtitle, Content - NO LOGO &amp; PAGE NUMBER">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2064" y="2103035"/>
            <a:ext cx="9962388" cy="3547957"/>
          </a:xfrm>
        </p:spPr>
        <p:txBody>
          <a:bodyPr/>
          <a:lstStyle>
            <a:lvl1pPr marL="0" indent="0">
              <a:buClr>
                <a:schemeClr val="bg2"/>
              </a:buClr>
              <a:buSzPct val="100000"/>
              <a:buFontTx/>
              <a:buNone/>
              <a:defRPr sz="1400">
                <a:solidFill>
                  <a:schemeClr val="accent4"/>
                </a:solidFill>
              </a:defRPr>
            </a:lvl1pPr>
            <a:lvl2pPr marL="571500" indent="0">
              <a:buClr>
                <a:schemeClr val="bg2"/>
              </a:buClr>
              <a:buSzPct val="100000"/>
              <a:buFontTx/>
              <a:buNone/>
              <a:defRPr sz="1200">
                <a:solidFill>
                  <a:schemeClr val="accent4"/>
                </a:solidFill>
              </a:defRPr>
            </a:lvl2pPr>
            <a:lvl3pPr marL="1089025" indent="0">
              <a:buClr>
                <a:schemeClr val="bg2"/>
              </a:buClr>
              <a:buSzPct val="100000"/>
              <a:buFontTx/>
              <a:buNone/>
              <a:defRPr sz="12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14268296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Content with Photograph">
    <p:spTree>
      <p:nvGrpSpPr>
        <p:cNvPr id="1" name=""/>
        <p:cNvGrpSpPr/>
        <p:nvPr/>
      </p:nvGrpSpPr>
      <p:grpSpPr>
        <a:xfrm>
          <a:off x="0" y="0"/>
          <a:ext cx="0" cy="0"/>
          <a:chOff x="0" y="0"/>
          <a:chExt cx="0" cy="0"/>
        </a:xfrm>
      </p:grpSpPr>
      <p:sp>
        <p:nvSpPr>
          <p:cNvPr id="2" name="Title 1"/>
          <p:cNvSpPr>
            <a:spLocks noGrp="1"/>
          </p:cNvSpPr>
          <p:nvPr>
            <p:ph type="title"/>
          </p:nvPr>
        </p:nvSpPr>
        <p:spPr>
          <a:xfrm>
            <a:off x="519232" y="1798590"/>
            <a:ext cx="4204402" cy="618631"/>
          </a:xfrm>
        </p:spPr>
        <p:txBody>
          <a:bodyPr/>
          <a:lstStyle>
            <a:lvl1pPr algn="l">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9231" y="3071579"/>
            <a:ext cx="4192841" cy="2517089"/>
          </a:xfrm>
        </p:spPr>
        <p:txBody>
          <a:bodyPr/>
          <a:lstStyle>
            <a:lvl1pPr marL="0" indent="0">
              <a:spcBef>
                <a:spcPts val="500"/>
              </a:spcBef>
              <a:spcAft>
                <a:spcPts val="500"/>
              </a:spcAft>
              <a:buClr>
                <a:schemeClr val="bg2"/>
              </a:buClr>
              <a:buSzPct val="100000"/>
              <a:buFontTx/>
              <a:buNone/>
              <a:defRPr sz="1200">
                <a:solidFill>
                  <a:schemeClr val="accent4"/>
                </a:solidFill>
              </a:defRPr>
            </a:lvl1pPr>
            <a:lvl2pPr marL="571500" indent="0">
              <a:spcBef>
                <a:spcPts val="500"/>
              </a:spcBef>
              <a:spcAft>
                <a:spcPts val="500"/>
              </a:spcAft>
              <a:buClr>
                <a:schemeClr val="bg2"/>
              </a:buClr>
              <a:buSzPct val="100000"/>
              <a:buFontTx/>
              <a:buNone/>
              <a:defRPr sz="1100">
                <a:solidFill>
                  <a:schemeClr val="accent4"/>
                </a:solidFill>
              </a:defRPr>
            </a:lvl2pPr>
            <a:lvl3pPr marL="1089025" indent="0">
              <a:spcBef>
                <a:spcPts val="500"/>
              </a:spcBef>
              <a:spcAft>
                <a:spcPts val="500"/>
              </a:spcAft>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519232" y="2348397"/>
            <a:ext cx="4204402" cy="525463"/>
          </a:xfrm>
        </p:spPr>
        <p:txBody>
          <a:bodyPr/>
          <a:lstStyle>
            <a:lvl1pPr marL="0" indent="0" algn="l">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6" name="Rectangle 5">
            <a:extLst>
              <a:ext uri="{FF2B5EF4-FFF2-40B4-BE49-F238E27FC236}">
                <a16:creationId xmlns:a16="http://schemas.microsoft.com/office/drawing/2014/main" id="{9E8D17E3-38C6-477D-BB1D-F00E2FCDFFFE}"/>
              </a:ext>
            </a:extLst>
          </p:cNvPr>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83556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Alternate Layout">
    <p:spTree>
      <p:nvGrpSpPr>
        <p:cNvPr id="1" name=""/>
        <p:cNvGrpSpPr/>
        <p:nvPr/>
      </p:nvGrpSpPr>
      <p:grpSpPr>
        <a:xfrm>
          <a:off x="0" y="0"/>
          <a:ext cx="0" cy="0"/>
          <a:chOff x="0" y="0"/>
          <a:chExt cx="0" cy="0"/>
        </a:xfrm>
      </p:grpSpPr>
      <p:sp>
        <p:nvSpPr>
          <p:cNvPr id="2" name="Title 1"/>
          <p:cNvSpPr>
            <a:spLocks noGrp="1"/>
          </p:cNvSpPr>
          <p:nvPr>
            <p:ph type="title"/>
          </p:nvPr>
        </p:nvSpPr>
        <p:spPr>
          <a:xfrm>
            <a:off x="4983480" y="1798590"/>
            <a:ext cx="5440680" cy="618631"/>
          </a:xfrm>
        </p:spPr>
        <p:txBody>
          <a:bodyPr/>
          <a:lstStyle>
            <a:lvl1pPr algn="l">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4983480" y="2916936"/>
            <a:ext cx="5431536" cy="2517089"/>
          </a:xfrm>
        </p:spPr>
        <p:txBody>
          <a:bodyPr/>
          <a:lstStyle>
            <a:lvl1pPr marL="0" indent="0">
              <a:spcBef>
                <a:spcPts val="500"/>
              </a:spcBef>
              <a:spcAft>
                <a:spcPts val="500"/>
              </a:spcAft>
              <a:buClr>
                <a:schemeClr val="bg2"/>
              </a:buClr>
              <a:buSzPct val="100000"/>
              <a:buFontTx/>
              <a:buNone/>
              <a:defRPr sz="1200">
                <a:solidFill>
                  <a:schemeClr val="accent4"/>
                </a:solidFill>
              </a:defRPr>
            </a:lvl1pPr>
            <a:lvl2pPr marL="571500" indent="0">
              <a:spcBef>
                <a:spcPts val="500"/>
              </a:spcBef>
              <a:spcAft>
                <a:spcPts val="500"/>
              </a:spcAft>
              <a:buClr>
                <a:schemeClr val="bg2"/>
              </a:buClr>
              <a:buSzPct val="100000"/>
              <a:buFontTx/>
              <a:buNone/>
              <a:defRPr sz="1100">
                <a:solidFill>
                  <a:schemeClr val="accent4"/>
                </a:solidFill>
              </a:defRPr>
            </a:lvl2pPr>
            <a:lvl3pPr marL="1089025" indent="0">
              <a:spcBef>
                <a:spcPts val="500"/>
              </a:spcBef>
              <a:spcAft>
                <a:spcPts val="500"/>
              </a:spcAft>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0" y="2368296"/>
            <a:ext cx="5440680" cy="525463"/>
          </a:xfrm>
        </p:spPr>
        <p:txBody>
          <a:bodyPr/>
          <a:lstStyle>
            <a:lvl1pPr marL="0" indent="0" algn="l">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7745383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4" name="Picture 3" descr="A close up of a logo  Description automatically generated">
            <a:extLst>
              <a:ext uri="{FF2B5EF4-FFF2-40B4-BE49-F238E27FC236}">
                <a16:creationId xmlns:a16="http://schemas.microsoft.com/office/drawing/2014/main" id="{6302B7CA-37AE-4D42-BAAD-C239CA228AB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sp>
        <p:nvSpPr>
          <p:cNvPr id="3" name="Rectangle 2">
            <a:extLst>
              <a:ext uri="{FF2B5EF4-FFF2-40B4-BE49-F238E27FC236}">
                <a16:creationId xmlns:a16="http://schemas.microsoft.com/office/drawing/2014/main" id="{F8F5B998-8BDE-41DF-AD78-57E6F0E5984D}"/>
              </a:ext>
            </a:extLst>
          </p:cNvPr>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05185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C9D3D8-33FC-4EE7-AE65-7535FEAB06AA}"/>
              </a:ext>
            </a:extLst>
          </p:cNvPr>
          <p:cNvSpPr/>
          <p:nvPr/>
        </p:nvSpPr>
        <p:spPr>
          <a:xfrm>
            <a:off x="0" y="0"/>
            <a:ext cx="10727473" cy="565099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21208"/>
            <a:ext cx="9976104" cy="590931"/>
          </a:xfrm>
        </p:spPr>
        <p:txBody>
          <a:bodyPr/>
          <a:lstStyle>
            <a:lvl1pPr algn="ctr">
              <a:defRPr sz="2800">
                <a:solidFill>
                  <a:schemeClr val="bg1"/>
                </a:solidFill>
              </a:defRPr>
            </a:lvl1pPr>
          </a:lstStyle>
          <a:p>
            <a:r>
              <a:rPr lang="en-US"/>
              <a:t>Click to edit Master title style</a:t>
            </a:r>
            <a:endParaRPr lang="en-US" dirty="0"/>
          </a:p>
        </p:txBody>
      </p:sp>
      <p:sp>
        <p:nvSpPr>
          <p:cNvPr id="5" name="Rectangle 4">
            <a:extLst>
              <a:ext uri="{FF2B5EF4-FFF2-40B4-BE49-F238E27FC236}">
                <a16:creationId xmlns:a16="http://schemas.microsoft.com/office/drawing/2014/main" id="{FE237F93-475E-4F72-B8BB-63FFD59AB701}"/>
              </a:ext>
            </a:extLst>
          </p:cNvPr>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36587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Transition / Segu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3AE616-A526-467A-9354-356237D56F8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sp>
        <p:nvSpPr>
          <p:cNvPr id="2" name="Title 1"/>
          <p:cNvSpPr>
            <a:spLocks noGrp="1"/>
          </p:cNvSpPr>
          <p:nvPr>
            <p:ph type="title"/>
          </p:nvPr>
        </p:nvSpPr>
        <p:spPr>
          <a:xfrm>
            <a:off x="4974336" y="4224528"/>
            <a:ext cx="5376672" cy="1373939"/>
          </a:xfrm>
        </p:spPr>
        <p:txBody>
          <a:bodyPr anchor="b"/>
          <a:lstStyle>
            <a:lvl1pPr algn="ctr">
              <a:defRPr sz="34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2456233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Embargo Layou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5E518B9-8953-4D61-86EB-BF726D7CE198}"/>
              </a:ext>
            </a:extLst>
          </p:cNvPr>
          <p:cNvGrpSpPr/>
          <p:nvPr/>
        </p:nvGrpSpPr>
        <p:grpSpPr>
          <a:xfrm>
            <a:off x="-1327308" y="-404866"/>
            <a:ext cx="13626669" cy="6983326"/>
            <a:chOff x="-1327308" y="-404866"/>
            <a:chExt cx="13626669" cy="6983326"/>
          </a:xfrm>
        </p:grpSpPr>
        <p:sp>
          <p:nvSpPr>
            <p:cNvPr id="9" name="Rectangle 8">
              <a:extLst>
                <a:ext uri="{FF2B5EF4-FFF2-40B4-BE49-F238E27FC236}">
                  <a16:creationId xmlns:a16="http://schemas.microsoft.com/office/drawing/2014/main" id="{0486AA18-85AA-4ECF-BC7C-6CDDDFA8AED1}"/>
                </a:ext>
              </a:extLst>
            </p:cNvPr>
            <p:cNvSpPr/>
            <p:nvPr/>
          </p:nvSpPr>
          <p:spPr>
            <a:xfrm>
              <a:off x="0" y="0"/>
              <a:ext cx="10972800" cy="6172200"/>
            </a:xfrm>
            <a:prstGeom prst="rect">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16">
              <a:extLst>
                <a:ext uri="{FF2B5EF4-FFF2-40B4-BE49-F238E27FC236}">
                  <a16:creationId xmlns:a16="http://schemas.microsoft.com/office/drawing/2014/main" id="{779DBA0E-78FD-499D-B7C5-9610ED16A58F}"/>
                </a:ext>
              </a:extLst>
            </p:cNvPr>
            <p:cNvSpPr>
              <a:spLocks noEditPoints="1"/>
            </p:cNvSpPr>
            <p:nvPr/>
          </p:nvSpPr>
          <p:spPr bwMode="auto">
            <a:xfrm>
              <a:off x="26269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16">
              <a:extLst>
                <a:ext uri="{FF2B5EF4-FFF2-40B4-BE49-F238E27FC236}">
                  <a16:creationId xmlns:a16="http://schemas.microsoft.com/office/drawing/2014/main" id="{4856087B-5738-47BA-B257-0AE16578FE0D}"/>
                </a:ext>
              </a:extLst>
            </p:cNvPr>
            <p:cNvSpPr>
              <a:spLocks noEditPoints="1"/>
            </p:cNvSpPr>
            <p:nvPr/>
          </p:nvSpPr>
          <p:spPr bwMode="auto">
            <a:xfrm>
              <a:off x="61660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16">
              <a:extLst>
                <a:ext uri="{FF2B5EF4-FFF2-40B4-BE49-F238E27FC236}">
                  <a16:creationId xmlns:a16="http://schemas.microsoft.com/office/drawing/2014/main" id="{30EA3BC0-CA75-4A9F-844C-9DF7651395F9}"/>
                </a:ext>
              </a:extLst>
            </p:cNvPr>
            <p:cNvSpPr>
              <a:spLocks noEditPoints="1"/>
            </p:cNvSpPr>
            <p:nvPr/>
          </p:nvSpPr>
          <p:spPr bwMode="auto">
            <a:xfrm>
              <a:off x="97050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16">
              <a:extLst>
                <a:ext uri="{FF2B5EF4-FFF2-40B4-BE49-F238E27FC236}">
                  <a16:creationId xmlns:a16="http://schemas.microsoft.com/office/drawing/2014/main" id="{09D9D0DC-416F-4D02-AE51-DC94179FE30F}"/>
                </a:ext>
              </a:extLst>
            </p:cNvPr>
            <p:cNvSpPr>
              <a:spLocks noEditPoints="1"/>
            </p:cNvSpPr>
            <p:nvPr/>
          </p:nvSpPr>
          <p:spPr bwMode="auto">
            <a:xfrm>
              <a:off x="132441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16">
              <a:extLst>
                <a:ext uri="{FF2B5EF4-FFF2-40B4-BE49-F238E27FC236}">
                  <a16:creationId xmlns:a16="http://schemas.microsoft.com/office/drawing/2014/main" id="{B3F11494-DD54-4DA3-999D-60884617ABD4}"/>
                </a:ext>
              </a:extLst>
            </p:cNvPr>
            <p:cNvSpPr>
              <a:spLocks noEditPoints="1"/>
            </p:cNvSpPr>
            <p:nvPr/>
          </p:nvSpPr>
          <p:spPr bwMode="auto">
            <a:xfrm>
              <a:off x="167831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16">
              <a:extLst>
                <a:ext uri="{FF2B5EF4-FFF2-40B4-BE49-F238E27FC236}">
                  <a16:creationId xmlns:a16="http://schemas.microsoft.com/office/drawing/2014/main" id="{B8DA5A4A-C129-4A6A-8590-D776A55A56C4}"/>
                </a:ext>
              </a:extLst>
            </p:cNvPr>
            <p:cNvSpPr>
              <a:spLocks noEditPoints="1"/>
            </p:cNvSpPr>
            <p:nvPr/>
          </p:nvSpPr>
          <p:spPr bwMode="auto">
            <a:xfrm>
              <a:off x="203222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6">
              <a:extLst>
                <a:ext uri="{FF2B5EF4-FFF2-40B4-BE49-F238E27FC236}">
                  <a16:creationId xmlns:a16="http://schemas.microsoft.com/office/drawing/2014/main" id="{AA72853C-EBAC-4426-B8F7-4D7FF7CE7610}"/>
                </a:ext>
              </a:extLst>
            </p:cNvPr>
            <p:cNvSpPr>
              <a:spLocks noEditPoints="1"/>
            </p:cNvSpPr>
            <p:nvPr/>
          </p:nvSpPr>
          <p:spPr bwMode="auto">
            <a:xfrm>
              <a:off x="238613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16">
              <a:extLst>
                <a:ext uri="{FF2B5EF4-FFF2-40B4-BE49-F238E27FC236}">
                  <a16:creationId xmlns:a16="http://schemas.microsoft.com/office/drawing/2014/main" id="{0AA148D7-A843-4289-9E59-D4B56EBE964F}"/>
                </a:ext>
              </a:extLst>
            </p:cNvPr>
            <p:cNvSpPr>
              <a:spLocks noEditPoints="1"/>
            </p:cNvSpPr>
            <p:nvPr/>
          </p:nvSpPr>
          <p:spPr bwMode="auto">
            <a:xfrm>
              <a:off x="274003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16">
              <a:extLst>
                <a:ext uri="{FF2B5EF4-FFF2-40B4-BE49-F238E27FC236}">
                  <a16:creationId xmlns:a16="http://schemas.microsoft.com/office/drawing/2014/main" id="{3DFDAB2E-4FBE-4EA1-9068-98D2A1969CAD}"/>
                </a:ext>
              </a:extLst>
            </p:cNvPr>
            <p:cNvSpPr>
              <a:spLocks noEditPoints="1"/>
            </p:cNvSpPr>
            <p:nvPr/>
          </p:nvSpPr>
          <p:spPr bwMode="auto">
            <a:xfrm>
              <a:off x="309394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6">
              <a:extLst>
                <a:ext uri="{FF2B5EF4-FFF2-40B4-BE49-F238E27FC236}">
                  <a16:creationId xmlns:a16="http://schemas.microsoft.com/office/drawing/2014/main" id="{1CB7337C-1F1B-4024-8C1B-114529041011}"/>
                </a:ext>
              </a:extLst>
            </p:cNvPr>
            <p:cNvSpPr>
              <a:spLocks noEditPoints="1"/>
            </p:cNvSpPr>
            <p:nvPr/>
          </p:nvSpPr>
          <p:spPr bwMode="auto">
            <a:xfrm>
              <a:off x="344784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6">
              <a:extLst>
                <a:ext uri="{FF2B5EF4-FFF2-40B4-BE49-F238E27FC236}">
                  <a16:creationId xmlns:a16="http://schemas.microsoft.com/office/drawing/2014/main" id="{3AC71E65-025E-4CD8-9C62-5C672876AB2A}"/>
                </a:ext>
              </a:extLst>
            </p:cNvPr>
            <p:cNvSpPr>
              <a:spLocks noEditPoints="1"/>
            </p:cNvSpPr>
            <p:nvPr/>
          </p:nvSpPr>
          <p:spPr bwMode="auto">
            <a:xfrm>
              <a:off x="380175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16">
              <a:extLst>
                <a:ext uri="{FF2B5EF4-FFF2-40B4-BE49-F238E27FC236}">
                  <a16:creationId xmlns:a16="http://schemas.microsoft.com/office/drawing/2014/main" id="{CC69994B-2A96-4E6B-90E0-7C6012E4388B}"/>
                </a:ext>
              </a:extLst>
            </p:cNvPr>
            <p:cNvSpPr>
              <a:spLocks noEditPoints="1"/>
            </p:cNvSpPr>
            <p:nvPr/>
          </p:nvSpPr>
          <p:spPr bwMode="auto">
            <a:xfrm>
              <a:off x="415566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16">
              <a:extLst>
                <a:ext uri="{FF2B5EF4-FFF2-40B4-BE49-F238E27FC236}">
                  <a16:creationId xmlns:a16="http://schemas.microsoft.com/office/drawing/2014/main" id="{95DA46AF-2C01-438F-ABE1-131B508F707C}"/>
                </a:ext>
              </a:extLst>
            </p:cNvPr>
            <p:cNvSpPr>
              <a:spLocks noEditPoints="1"/>
            </p:cNvSpPr>
            <p:nvPr/>
          </p:nvSpPr>
          <p:spPr bwMode="auto">
            <a:xfrm>
              <a:off x="450956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16">
              <a:extLst>
                <a:ext uri="{FF2B5EF4-FFF2-40B4-BE49-F238E27FC236}">
                  <a16:creationId xmlns:a16="http://schemas.microsoft.com/office/drawing/2014/main" id="{AD1F7F7D-46C6-41FC-9A05-60CDDDABC9B8}"/>
                </a:ext>
              </a:extLst>
            </p:cNvPr>
            <p:cNvSpPr>
              <a:spLocks noEditPoints="1"/>
            </p:cNvSpPr>
            <p:nvPr/>
          </p:nvSpPr>
          <p:spPr bwMode="auto">
            <a:xfrm>
              <a:off x="486347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16">
              <a:extLst>
                <a:ext uri="{FF2B5EF4-FFF2-40B4-BE49-F238E27FC236}">
                  <a16:creationId xmlns:a16="http://schemas.microsoft.com/office/drawing/2014/main" id="{E6044945-DD35-4A1F-B666-67B79DB3B9E2}"/>
                </a:ext>
              </a:extLst>
            </p:cNvPr>
            <p:cNvSpPr>
              <a:spLocks noEditPoints="1"/>
            </p:cNvSpPr>
            <p:nvPr/>
          </p:nvSpPr>
          <p:spPr bwMode="auto">
            <a:xfrm>
              <a:off x="521737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16">
              <a:extLst>
                <a:ext uri="{FF2B5EF4-FFF2-40B4-BE49-F238E27FC236}">
                  <a16:creationId xmlns:a16="http://schemas.microsoft.com/office/drawing/2014/main" id="{B6707B12-7E15-44BA-A75C-D231A0BD9DDF}"/>
                </a:ext>
              </a:extLst>
            </p:cNvPr>
            <p:cNvSpPr>
              <a:spLocks noEditPoints="1"/>
            </p:cNvSpPr>
            <p:nvPr/>
          </p:nvSpPr>
          <p:spPr bwMode="auto">
            <a:xfrm>
              <a:off x="557128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16">
              <a:extLst>
                <a:ext uri="{FF2B5EF4-FFF2-40B4-BE49-F238E27FC236}">
                  <a16:creationId xmlns:a16="http://schemas.microsoft.com/office/drawing/2014/main" id="{C9CA6F74-E612-4E07-826D-3714EA654BEB}"/>
                </a:ext>
              </a:extLst>
            </p:cNvPr>
            <p:cNvSpPr>
              <a:spLocks noEditPoints="1"/>
            </p:cNvSpPr>
            <p:nvPr/>
          </p:nvSpPr>
          <p:spPr bwMode="auto">
            <a:xfrm>
              <a:off x="592519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16">
              <a:extLst>
                <a:ext uri="{FF2B5EF4-FFF2-40B4-BE49-F238E27FC236}">
                  <a16:creationId xmlns:a16="http://schemas.microsoft.com/office/drawing/2014/main" id="{9C232950-AF88-4D8C-98A2-58E2906C02B8}"/>
                </a:ext>
              </a:extLst>
            </p:cNvPr>
            <p:cNvSpPr>
              <a:spLocks noEditPoints="1"/>
            </p:cNvSpPr>
            <p:nvPr/>
          </p:nvSpPr>
          <p:spPr bwMode="auto">
            <a:xfrm>
              <a:off x="627909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16">
              <a:extLst>
                <a:ext uri="{FF2B5EF4-FFF2-40B4-BE49-F238E27FC236}">
                  <a16:creationId xmlns:a16="http://schemas.microsoft.com/office/drawing/2014/main" id="{577A18B0-195A-44F8-8045-DEE9F4805CFE}"/>
                </a:ext>
              </a:extLst>
            </p:cNvPr>
            <p:cNvSpPr>
              <a:spLocks noEditPoints="1"/>
            </p:cNvSpPr>
            <p:nvPr/>
          </p:nvSpPr>
          <p:spPr bwMode="auto">
            <a:xfrm>
              <a:off x="663300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16">
              <a:extLst>
                <a:ext uri="{FF2B5EF4-FFF2-40B4-BE49-F238E27FC236}">
                  <a16:creationId xmlns:a16="http://schemas.microsoft.com/office/drawing/2014/main" id="{C57DA582-5E40-4087-915C-A8AFB763CE7F}"/>
                </a:ext>
              </a:extLst>
            </p:cNvPr>
            <p:cNvSpPr>
              <a:spLocks noEditPoints="1"/>
            </p:cNvSpPr>
            <p:nvPr/>
          </p:nvSpPr>
          <p:spPr bwMode="auto">
            <a:xfrm>
              <a:off x="698690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16">
              <a:extLst>
                <a:ext uri="{FF2B5EF4-FFF2-40B4-BE49-F238E27FC236}">
                  <a16:creationId xmlns:a16="http://schemas.microsoft.com/office/drawing/2014/main" id="{6B9446B2-AA95-41F1-8CE9-9C293FF2FFB9}"/>
                </a:ext>
              </a:extLst>
            </p:cNvPr>
            <p:cNvSpPr>
              <a:spLocks noEditPoints="1"/>
            </p:cNvSpPr>
            <p:nvPr/>
          </p:nvSpPr>
          <p:spPr bwMode="auto">
            <a:xfrm>
              <a:off x="734081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16">
              <a:extLst>
                <a:ext uri="{FF2B5EF4-FFF2-40B4-BE49-F238E27FC236}">
                  <a16:creationId xmlns:a16="http://schemas.microsoft.com/office/drawing/2014/main" id="{09C2F6DB-63BE-4BEF-BD50-8E85A06AF348}"/>
                </a:ext>
              </a:extLst>
            </p:cNvPr>
            <p:cNvSpPr>
              <a:spLocks noEditPoints="1"/>
            </p:cNvSpPr>
            <p:nvPr/>
          </p:nvSpPr>
          <p:spPr bwMode="auto">
            <a:xfrm>
              <a:off x="769472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6">
              <a:extLst>
                <a:ext uri="{FF2B5EF4-FFF2-40B4-BE49-F238E27FC236}">
                  <a16:creationId xmlns:a16="http://schemas.microsoft.com/office/drawing/2014/main" id="{AB269B44-FFE3-44F5-9547-2D6656916371}"/>
                </a:ext>
              </a:extLst>
            </p:cNvPr>
            <p:cNvSpPr>
              <a:spLocks noEditPoints="1"/>
            </p:cNvSpPr>
            <p:nvPr/>
          </p:nvSpPr>
          <p:spPr bwMode="auto">
            <a:xfrm>
              <a:off x="804862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D7B33E0B-D54D-4AD0-93EB-2D85D95AA705}"/>
                </a:ext>
              </a:extLst>
            </p:cNvPr>
            <p:cNvSpPr>
              <a:spLocks noEditPoints="1"/>
            </p:cNvSpPr>
            <p:nvPr/>
          </p:nvSpPr>
          <p:spPr bwMode="auto">
            <a:xfrm>
              <a:off x="840253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6">
              <a:extLst>
                <a:ext uri="{FF2B5EF4-FFF2-40B4-BE49-F238E27FC236}">
                  <a16:creationId xmlns:a16="http://schemas.microsoft.com/office/drawing/2014/main" id="{C82CDED5-DC3C-4291-8FB5-4FBECACC0932}"/>
                </a:ext>
              </a:extLst>
            </p:cNvPr>
            <p:cNvSpPr>
              <a:spLocks noEditPoints="1"/>
            </p:cNvSpPr>
            <p:nvPr/>
          </p:nvSpPr>
          <p:spPr bwMode="auto">
            <a:xfrm>
              <a:off x="875643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16">
              <a:extLst>
                <a:ext uri="{FF2B5EF4-FFF2-40B4-BE49-F238E27FC236}">
                  <a16:creationId xmlns:a16="http://schemas.microsoft.com/office/drawing/2014/main" id="{38B0CFAC-4CC8-4BD7-9602-D3F62B41114E}"/>
                </a:ext>
              </a:extLst>
            </p:cNvPr>
            <p:cNvSpPr>
              <a:spLocks noEditPoints="1"/>
            </p:cNvSpPr>
            <p:nvPr/>
          </p:nvSpPr>
          <p:spPr bwMode="auto">
            <a:xfrm>
              <a:off x="911034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16">
              <a:extLst>
                <a:ext uri="{FF2B5EF4-FFF2-40B4-BE49-F238E27FC236}">
                  <a16:creationId xmlns:a16="http://schemas.microsoft.com/office/drawing/2014/main" id="{9D7BB7E2-49CE-405B-BBC3-0D3235E735E9}"/>
                </a:ext>
              </a:extLst>
            </p:cNvPr>
            <p:cNvSpPr>
              <a:spLocks noEditPoints="1"/>
            </p:cNvSpPr>
            <p:nvPr/>
          </p:nvSpPr>
          <p:spPr bwMode="auto">
            <a:xfrm>
              <a:off x="946425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16">
              <a:extLst>
                <a:ext uri="{FF2B5EF4-FFF2-40B4-BE49-F238E27FC236}">
                  <a16:creationId xmlns:a16="http://schemas.microsoft.com/office/drawing/2014/main" id="{D724979D-D321-46A4-8BFB-4BE56A78EDC3}"/>
                </a:ext>
              </a:extLst>
            </p:cNvPr>
            <p:cNvSpPr>
              <a:spLocks noEditPoints="1"/>
            </p:cNvSpPr>
            <p:nvPr/>
          </p:nvSpPr>
          <p:spPr bwMode="auto">
            <a:xfrm>
              <a:off x="981815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16">
              <a:extLst>
                <a:ext uri="{FF2B5EF4-FFF2-40B4-BE49-F238E27FC236}">
                  <a16:creationId xmlns:a16="http://schemas.microsoft.com/office/drawing/2014/main" id="{A90ECEE1-1C0E-48A4-8212-4FDF80E34007}"/>
                </a:ext>
              </a:extLst>
            </p:cNvPr>
            <p:cNvSpPr>
              <a:spLocks noEditPoints="1"/>
            </p:cNvSpPr>
            <p:nvPr/>
          </p:nvSpPr>
          <p:spPr bwMode="auto">
            <a:xfrm>
              <a:off x="1017206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16">
              <a:extLst>
                <a:ext uri="{FF2B5EF4-FFF2-40B4-BE49-F238E27FC236}">
                  <a16:creationId xmlns:a16="http://schemas.microsoft.com/office/drawing/2014/main" id="{6A4F312E-AC0E-438F-85DE-734894B59F55}"/>
                </a:ext>
              </a:extLst>
            </p:cNvPr>
            <p:cNvSpPr>
              <a:spLocks noEditPoints="1"/>
            </p:cNvSpPr>
            <p:nvPr/>
          </p:nvSpPr>
          <p:spPr bwMode="auto">
            <a:xfrm>
              <a:off x="1052596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16">
              <a:extLst>
                <a:ext uri="{FF2B5EF4-FFF2-40B4-BE49-F238E27FC236}">
                  <a16:creationId xmlns:a16="http://schemas.microsoft.com/office/drawing/2014/main" id="{1143C46B-BB0E-42E1-91DB-CF7866DEF0A7}"/>
                </a:ext>
              </a:extLst>
            </p:cNvPr>
            <p:cNvSpPr>
              <a:spLocks noEditPoints="1"/>
            </p:cNvSpPr>
            <p:nvPr/>
          </p:nvSpPr>
          <p:spPr bwMode="auto">
            <a:xfrm>
              <a:off x="10879862"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16">
              <a:extLst>
                <a:ext uri="{FF2B5EF4-FFF2-40B4-BE49-F238E27FC236}">
                  <a16:creationId xmlns:a16="http://schemas.microsoft.com/office/drawing/2014/main" id="{8789D5ED-08F4-45B7-96D5-9DB37E826F7A}"/>
                </a:ext>
              </a:extLst>
            </p:cNvPr>
            <p:cNvSpPr>
              <a:spLocks noEditPoints="1"/>
            </p:cNvSpPr>
            <p:nvPr/>
          </p:nvSpPr>
          <p:spPr bwMode="auto">
            <a:xfrm>
              <a:off x="-9121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16">
              <a:extLst>
                <a:ext uri="{FF2B5EF4-FFF2-40B4-BE49-F238E27FC236}">
                  <a16:creationId xmlns:a16="http://schemas.microsoft.com/office/drawing/2014/main" id="{C71D4383-262D-49BE-8F2A-35EABE4CA514}"/>
                </a:ext>
              </a:extLst>
            </p:cNvPr>
            <p:cNvSpPr>
              <a:spLocks noEditPoints="1"/>
            </p:cNvSpPr>
            <p:nvPr/>
          </p:nvSpPr>
          <p:spPr bwMode="auto">
            <a:xfrm>
              <a:off x="26269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6">
              <a:extLst>
                <a:ext uri="{FF2B5EF4-FFF2-40B4-BE49-F238E27FC236}">
                  <a16:creationId xmlns:a16="http://schemas.microsoft.com/office/drawing/2014/main" id="{B2D051A4-B41D-49C5-BCBA-B200CE92746B}"/>
                </a:ext>
              </a:extLst>
            </p:cNvPr>
            <p:cNvSpPr>
              <a:spLocks noEditPoints="1"/>
            </p:cNvSpPr>
            <p:nvPr/>
          </p:nvSpPr>
          <p:spPr bwMode="auto">
            <a:xfrm>
              <a:off x="61660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16">
              <a:extLst>
                <a:ext uri="{FF2B5EF4-FFF2-40B4-BE49-F238E27FC236}">
                  <a16:creationId xmlns:a16="http://schemas.microsoft.com/office/drawing/2014/main" id="{EA204CAE-8CAD-4182-AFDF-6D71A5318AFE}"/>
                </a:ext>
              </a:extLst>
            </p:cNvPr>
            <p:cNvSpPr>
              <a:spLocks noEditPoints="1"/>
            </p:cNvSpPr>
            <p:nvPr/>
          </p:nvSpPr>
          <p:spPr bwMode="auto">
            <a:xfrm>
              <a:off x="97050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16">
              <a:extLst>
                <a:ext uri="{FF2B5EF4-FFF2-40B4-BE49-F238E27FC236}">
                  <a16:creationId xmlns:a16="http://schemas.microsoft.com/office/drawing/2014/main" id="{F2D419D0-1198-497F-8FCB-0E4E01ABEB55}"/>
                </a:ext>
              </a:extLst>
            </p:cNvPr>
            <p:cNvSpPr>
              <a:spLocks noEditPoints="1"/>
            </p:cNvSpPr>
            <p:nvPr/>
          </p:nvSpPr>
          <p:spPr bwMode="auto">
            <a:xfrm>
              <a:off x="132441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6">
              <a:extLst>
                <a:ext uri="{FF2B5EF4-FFF2-40B4-BE49-F238E27FC236}">
                  <a16:creationId xmlns:a16="http://schemas.microsoft.com/office/drawing/2014/main" id="{42DA3B58-E508-46A3-B351-BFD7A44A3407}"/>
                </a:ext>
              </a:extLst>
            </p:cNvPr>
            <p:cNvSpPr>
              <a:spLocks noEditPoints="1"/>
            </p:cNvSpPr>
            <p:nvPr/>
          </p:nvSpPr>
          <p:spPr bwMode="auto">
            <a:xfrm>
              <a:off x="167831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16">
              <a:extLst>
                <a:ext uri="{FF2B5EF4-FFF2-40B4-BE49-F238E27FC236}">
                  <a16:creationId xmlns:a16="http://schemas.microsoft.com/office/drawing/2014/main" id="{E56F4597-4576-4F1D-9E8B-57D61B7AF97B}"/>
                </a:ext>
              </a:extLst>
            </p:cNvPr>
            <p:cNvSpPr>
              <a:spLocks noEditPoints="1"/>
            </p:cNvSpPr>
            <p:nvPr/>
          </p:nvSpPr>
          <p:spPr bwMode="auto">
            <a:xfrm>
              <a:off x="203222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16">
              <a:extLst>
                <a:ext uri="{FF2B5EF4-FFF2-40B4-BE49-F238E27FC236}">
                  <a16:creationId xmlns:a16="http://schemas.microsoft.com/office/drawing/2014/main" id="{C16A7CB5-E8F5-43EC-B4DA-8367563CBA22}"/>
                </a:ext>
              </a:extLst>
            </p:cNvPr>
            <p:cNvSpPr>
              <a:spLocks noEditPoints="1"/>
            </p:cNvSpPr>
            <p:nvPr/>
          </p:nvSpPr>
          <p:spPr bwMode="auto">
            <a:xfrm>
              <a:off x="238613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16">
              <a:extLst>
                <a:ext uri="{FF2B5EF4-FFF2-40B4-BE49-F238E27FC236}">
                  <a16:creationId xmlns:a16="http://schemas.microsoft.com/office/drawing/2014/main" id="{B63EEF7E-F8C7-40A7-9EC5-7A2377B3E9AD}"/>
                </a:ext>
              </a:extLst>
            </p:cNvPr>
            <p:cNvSpPr>
              <a:spLocks noEditPoints="1"/>
            </p:cNvSpPr>
            <p:nvPr/>
          </p:nvSpPr>
          <p:spPr bwMode="auto">
            <a:xfrm>
              <a:off x="274003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6">
              <a:extLst>
                <a:ext uri="{FF2B5EF4-FFF2-40B4-BE49-F238E27FC236}">
                  <a16:creationId xmlns:a16="http://schemas.microsoft.com/office/drawing/2014/main" id="{18561612-6FBC-464D-9063-754B5DF158DD}"/>
                </a:ext>
              </a:extLst>
            </p:cNvPr>
            <p:cNvSpPr>
              <a:spLocks noEditPoints="1"/>
            </p:cNvSpPr>
            <p:nvPr/>
          </p:nvSpPr>
          <p:spPr bwMode="auto">
            <a:xfrm>
              <a:off x="309394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6">
              <a:extLst>
                <a:ext uri="{FF2B5EF4-FFF2-40B4-BE49-F238E27FC236}">
                  <a16:creationId xmlns:a16="http://schemas.microsoft.com/office/drawing/2014/main" id="{9FB80B49-CDD0-491F-B397-AF746CB74515}"/>
                </a:ext>
              </a:extLst>
            </p:cNvPr>
            <p:cNvSpPr>
              <a:spLocks noEditPoints="1"/>
            </p:cNvSpPr>
            <p:nvPr/>
          </p:nvSpPr>
          <p:spPr bwMode="auto">
            <a:xfrm>
              <a:off x="344784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6">
              <a:extLst>
                <a:ext uri="{FF2B5EF4-FFF2-40B4-BE49-F238E27FC236}">
                  <a16:creationId xmlns:a16="http://schemas.microsoft.com/office/drawing/2014/main" id="{F04631F3-C493-4A64-AAFD-4686A560F6A4}"/>
                </a:ext>
              </a:extLst>
            </p:cNvPr>
            <p:cNvSpPr>
              <a:spLocks noEditPoints="1"/>
            </p:cNvSpPr>
            <p:nvPr/>
          </p:nvSpPr>
          <p:spPr bwMode="auto">
            <a:xfrm>
              <a:off x="380175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16">
              <a:extLst>
                <a:ext uri="{FF2B5EF4-FFF2-40B4-BE49-F238E27FC236}">
                  <a16:creationId xmlns:a16="http://schemas.microsoft.com/office/drawing/2014/main" id="{A457E3A0-7D3B-4D8D-909F-FA0F06B944BC}"/>
                </a:ext>
              </a:extLst>
            </p:cNvPr>
            <p:cNvSpPr>
              <a:spLocks noEditPoints="1"/>
            </p:cNvSpPr>
            <p:nvPr/>
          </p:nvSpPr>
          <p:spPr bwMode="auto">
            <a:xfrm>
              <a:off x="415566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16">
              <a:extLst>
                <a:ext uri="{FF2B5EF4-FFF2-40B4-BE49-F238E27FC236}">
                  <a16:creationId xmlns:a16="http://schemas.microsoft.com/office/drawing/2014/main" id="{D8E8EADD-8531-47CC-A9F2-A5B20F7DA151}"/>
                </a:ext>
              </a:extLst>
            </p:cNvPr>
            <p:cNvSpPr>
              <a:spLocks noEditPoints="1"/>
            </p:cNvSpPr>
            <p:nvPr/>
          </p:nvSpPr>
          <p:spPr bwMode="auto">
            <a:xfrm>
              <a:off x="450956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16">
              <a:extLst>
                <a:ext uri="{FF2B5EF4-FFF2-40B4-BE49-F238E27FC236}">
                  <a16:creationId xmlns:a16="http://schemas.microsoft.com/office/drawing/2014/main" id="{24D2EADF-B7B9-4986-AEDB-A2D41F636C1C}"/>
                </a:ext>
              </a:extLst>
            </p:cNvPr>
            <p:cNvSpPr>
              <a:spLocks noEditPoints="1"/>
            </p:cNvSpPr>
            <p:nvPr/>
          </p:nvSpPr>
          <p:spPr bwMode="auto">
            <a:xfrm>
              <a:off x="486347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16">
              <a:extLst>
                <a:ext uri="{FF2B5EF4-FFF2-40B4-BE49-F238E27FC236}">
                  <a16:creationId xmlns:a16="http://schemas.microsoft.com/office/drawing/2014/main" id="{0683D26A-EB07-4380-8914-B6AECFE4BF3D}"/>
                </a:ext>
              </a:extLst>
            </p:cNvPr>
            <p:cNvSpPr>
              <a:spLocks noEditPoints="1"/>
            </p:cNvSpPr>
            <p:nvPr/>
          </p:nvSpPr>
          <p:spPr bwMode="auto">
            <a:xfrm>
              <a:off x="521737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16">
              <a:extLst>
                <a:ext uri="{FF2B5EF4-FFF2-40B4-BE49-F238E27FC236}">
                  <a16:creationId xmlns:a16="http://schemas.microsoft.com/office/drawing/2014/main" id="{78C3AD2F-A184-4332-ADCE-E7FEDE7BA62B}"/>
                </a:ext>
              </a:extLst>
            </p:cNvPr>
            <p:cNvSpPr>
              <a:spLocks noEditPoints="1"/>
            </p:cNvSpPr>
            <p:nvPr/>
          </p:nvSpPr>
          <p:spPr bwMode="auto">
            <a:xfrm>
              <a:off x="557128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16">
              <a:extLst>
                <a:ext uri="{FF2B5EF4-FFF2-40B4-BE49-F238E27FC236}">
                  <a16:creationId xmlns:a16="http://schemas.microsoft.com/office/drawing/2014/main" id="{01ACBB54-13C8-4052-B203-3996848511D8}"/>
                </a:ext>
              </a:extLst>
            </p:cNvPr>
            <p:cNvSpPr>
              <a:spLocks noEditPoints="1"/>
            </p:cNvSpPr>
            <p:nvPr/>
          </p:nvSpPr>
          <p:spPr bwMode="auto">
            <a:xfrm>
              <a:off x="592519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6">
              <a:extLst>
                <a:ext uri="{FF2B5EF4-FFF2-40B4-BE49-F238E27FC236}">
                  <a16:creationId xmlns:a16="http://schemas.microsoft.com/office/drawing/2014/main" id="{892B4C18-A783-475D-8EEF-F11FBA1A3271}"/>
                </a:ext>
              </a:extLst>
            </p:cNvPr>
            <p:cNvSpPr>
              <a:spLocks noEditPoints="1"/>
            </p:cNvSpPr>
            <p:nvPr/>
          </p:nvSpPr>
          <p:spPr bwMode="auto">
            <a:xfrm>
              <a:off x="627909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6">
              <a:extLst>
                <a:ext uri="{FF2B5EF4-FFF2-40B4-BE49-F238E27FC236}">
                  <a16:creationId xmlns:a16="http://schemas.microsoft.com/office/drawing/2014/main" id="{A62353FE-8604-486E-9560-78C474AC8F4C}"/>
                </a:ext>
              </a:extLst>
            </p:cNvPr>
            <p:cNvSpPr>
              <a:spLocks noEditPoints="1"/>
            </p:cNvSpPr>
            <p:nvPr/>
          </p:nvSpPr>
          <p:spPr bwMode="auto">
            <a:xfrm>
              <a:off x="663300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16">
              <a:extLst>
                <a:ext uri="{FF2B5EF4-FFF2-40B4-BE49-F238E27FC236}">
                  <a16:creationId xmlns:a16="http://schemas.microsoft.com/office/drawing/2014/main" id="{4A5FC7DA-BB86-43EB-AC23-48D1752A6A68}"/>
                </a:ext>
              </a:extLst>
            </p:cNvPr>
            <p:cNvSpPr>
              <a:spLocks noEditPoints="1"/>
            </p:cNvSpPr>
            <p:nvPr/>
          </p:nvSpPr>
          <p:spPr bwMode="auto">
            <a:xfrm>
              <a:off x="698690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16">
              <a:extLst>
                <a:ext uri="{FF2B5EF4-FFF2-40B4-BE49-F238E27FC236}">
                  <a16:creationId xmlns:a16="http://schemas.microsoft.com/office/drawing/2014/main" id="{57B12D9F-3BBD-4FAF-A8AB-5C3268032924}"/>
                </a:ext>
              </a:extLst>
            </p:cNvPr>
            <p:cNvSpPr>
              <a:spLocks noEditPoints="1"/>
            </p:cNvSpPr>
            <p:nvPr/>
          </p:nvSpPr>
          <p:spPr bwMode="auto">
            <a:xfrm>
              <a:off x="734081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16">
              <a:extLst>
                <a:ext uri="{FF2B5EF4-FFF2-40B4-BE49-F238E27FC236}">
                  <a16:creationId xmlns:a16="http://schemas.microsoft.com/office/drawing/2014/main" id="{B7B50CA6-941B-4F77-891D-BA2C28D0CABB}"/>
                </a:ext>
              </a:extLst>
            </p:cNvPr>
            <p:cNvSpPr>
              <a:spLocks noEditPoints="1"/>
            </p:cNvSpPr>
            <p:nvPr/>
          </p:nvSpPr>
          <p:spPr bwMode="auto">
            <a:xfrm>
              <a:off x="769472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16">
              <a:extLst>
                <a:ext uri="{FF2B5EF4-FFF2-40B4-BE49-F238E27FC236}">
                  <a16:creationId xmlns:a16="http://schemas.microsoft.com/office/drawing/2014/main" id="{0194FC04-B2A1-4C52-B275-3D32DD41DDB9}"/>
                </a:ext>
              </a:extLst>
            </p:cNvPr>
            <p:cNvSpPr>
              <a:spLocks noEditPoints="1"/>
            </p:cNvSpPr>
            <p:nvPr/>
          </p:nvSpPr>
          <p:spPr bwMode="auto">
            <a:xfrm>
              <a:off x="804862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16">
              <a:extLst>
                <a:ext uri="{FF2B5EF4-FFF2-40B4-BE49-F238E27FC236}">
                  <a16:creationId xmlns:a16="http://schemas.microsoft.com/office/drawing/2014/main" id="{3055B924-F529-4C4C-A7F1-F0D1B50A73A8}"/>
                </a:ext>
              </a:extLst>
            </p:cNvPr>
            <p:cNvSpPr>
              <a:spLocks noEditPoints="1"/>
            </p:cNvSpPr>
            <p:nvPr/>
          </p:nvSpPr>
          <p:spPr bwMode="auto">
            <a:xfrm>
              <a:off x="840253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16">
              <a:extLst>
                <a:ext uri="{FF2B5EF4-FFF2-40B4-BE49-F238E27FC236}">
                  <a16:creationId xmlns:a16="http://schemas.microsoft.com/office/drawing/2014/main" id="{1DCBE022-831C-4DEF-8567-F73AB476C6EB}"/>
                </a:ext>
              </a:extLst>
            </p:cNvPr>
            <p:cNvSpPr>
              <a:spLocks noEditPoints="1"/>
            </p:cNvSpPr>
            <p:nvPr/>
          </p:nvSpPr>
          <p:spPr bwMode="auto">
            <a:xfrm>
              <a:off x="875643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16">
              <a:extLst>
                <a:ext uri="{FF2B5EF4-FFF2-40B4-BE49-F238E27FC236}">
                  <a16:creationId xmlns:a16="http://schemas.microsoft.com/office/drawing/2014/main" id="{4677A0E0-1BE9-4AD9-8081-3970B6DE7614}"/>
                </a:ext>
              </a:extLst>
            </p:cNvPr>
            <p:cNvSpPr>
              <a:spLocks noEditPoints="1"/>
            </p:cNvSpPr>
            <p:nvPr/>
          </p:nvSpPr>
          <p:spPr bwMode="auto">
            <a:xfrm>
              <a:off x="911034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16">
              <a:extLst>
                <a:ext uri="{FF2B5EF4-FFF2-40B4-BE49-F238E27FC236}">
                  <a16:creationId xmlns:a16="http://schemas.microsoft.com/office/drawing/2014/main" id="{5056D7AA-7E9E-4019-92DE-9258C7BADCAC}"/>
                </a:ext>
              </a:extLst>
            </p:cNvPr>
            <p:cNvSpPr>
              <a:spLocks noEditPoints="1"/>
            </p:cNvSpPr>
            <p:nvPr/>
          </p:nvSpPr>
          <p:spPr bwMode="auto">
            <a:xfrm>
              <a:off x="946425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16">
              <a:extLst>
                <a:ext uri="{FF2B5EF4-FFF2-40B4-BE49-F238E27FC236}">
                  <a16:creationId xmlns:a16="http://schemas.microsoft.com/office/drawing/2014/main" id="{B52F2FF3-8B1D-4A44-8280-D43163EC0C72}"/>
                </a:ext>
              </a:extLst>
            </p:cNvPr>
            <p:cNvSpPr>
              <a:spLocks noEditPoints="1"/>
            </p:cNvSpPr>
            <p:nvPr/>
          </p:nvSpPr>
          <p:spPr bwMode="auto">
            <a:xfrm>
              <a:off x="981815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16">
              <a:extLst>
                <a:ext uri="{FF2B5EF4-FFF2-40B4-BE49-F238E27FC236}">
                  <a16:creationId xmlns:a16="http://schemas.microsoft.com/office/drawing/2014/main" id="{8B2B15A4-341E-44E2-AA50-1BF44E938792}"/>
                </a:ext>
              </a:extLst>
            </p:cNvPr>
            <p:cNvSpPr>
              <a:spLocks noEditPoints="1"/>
            </p:cNvSpPr>
            <p:nvPr/>
          </p:nvSpPr>
          <p:spPr bwMode="auto">
            <a:xfrm>
              <a:off x="1017206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16">
              <a:extLst>
                <a:ext uri="{FF2B5EF4-FFF2-40B4-BE49-F238E27FC236}">
                  <a16:creationId xmlns:a16="http://schemas.microsoft.com/office/drawing/2014/main" id="{ACC84E38-6617-4E04-B995-881604F99C4A}"/>
                </a:ext>
              </a:extLst>
            </p:cNvPr>
            <p:cNvSpPr>
              <a:spLocks noEditPoints="1"/>
            </p:cNvSpPr>
            <p:nvPr/>
          </p:nvSpPr>
          <p:spPr bwMode="auto">
            <a:xfrm>
              <a:off x="1052596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16">
              <a:extLst>
                <a:ext uri="{FF2B5EF4-FFF2-40B4-BE49-F238E27FC236}">
                  <a16:creationId xmlns:a16="http://schemas.microsoft.com/office/drawing/2014/main" id="{C6B285A5-12A2-48AF-893D-59830166139E}"/>
                </a:ext>
              </a:extLst>
            </p:cNvPr>
            <p:cNvSpPr>
              <a:spLocks noEditPoints="1"/>
            </p:cNvSpPr>
            <p:nvPr/>
          </p:nvSpPr>
          <p:spPr bwMode="auto">
            <a:xfrm>
              <a:off x="10879862"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16">
              <a:extLst>
                <a:ext uri="{FF2B5EF4-FFF2-40B4-BE49-F238E27FC236}">
                  <a16:creationId xmlns:a16="http://schemas.microsoft.com/office/drawing/2014/main" id="{47084835-C1A6-434A-A2AB-3E7DA4267BA8}"/>
                </a:ext>
              </a:extLst>
            </p:cNvPr>
            <p:cNvSpPr>
              <a:spLocks noEditPoints="1"/>
            </p:cNvSpPr>
            <p:nvPr/>
          </p:nvSpPr>
          <p:spPr bwMode="auto">
            <a:xfrm>
              <a:off x="-9121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16">
              <a:extLst>
                <a:ext uri="{FF2B5EF4-FFF2-40B4-BE49-F238E27FC236}">
                  <a16:creationId xmlns:a16="http://schemas.microsoft.com/office/drawing/2014/main" id="{82D26294-EE4F-4381-8B0F-4CE7F3A1A32F}"/>
                </a:ext>
              </a:extLst>
            </p:cNvPr>
            <p:cNvSpPr>
              <a:spLocks noEditPoints="1"/>
            </p:cNvSpPr>
            <p:nvPr/>
          </p:nvSpPr>
          <p:spPr bwMode="auto">
            <a:xfrm>
              <a:off x="26269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16">
              <a:extLst>
                <a:ext uri="{FF2B5EF4-FFF2-40B4-BE49-F238E27FC236}">
                  <a16:creationId xmlns:a16="http://schemas.microsoft.com/office/drawing/2014/main" id="{B1EE9A53-A80E-4B20-9E04-100060C781A7}"/>
                </a:ext>
              </a:extLst>
            </p:cNvPr>
            <p:cNvSpPr>
              <a:spLocks noEditPoints="1"/>
            </p:cNvSpPr>
            <p:nvPr/>
          </p:nvSpPr>
          <p:spPr bwMode="auto">
            <a:xfrm>
              <a:off x="61660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16">
              <a:extLst>
                <a:ext uri="{FF2B5EF4-FFF2-40B4-BE49-F238E27FC236}">
                  <a16:creationId xmlns:a16="http://schemas.microsoft.com/office/drawing/2014/main" id="{C3C136FE-F981-49F6-8875-8AD586CA8527}"/>
                </a:ext>
              </a:extLst>
            </p:cNvPr>
            <p:cNvSpPr>
              <a:spLocks noEditPoints="1"/>
            </p:cNvSpPr>
            <p:nvPr/>
          </p:nvSpPr>
          <p:spPr bwMode="auto">
            <a:xfrm>
              <a:off x="97050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16">
              <a:extLst>
                <a:ext uri="{FF2B5EF4-FFF2-40B4-BE49-F238E27FC236}">
                  <a16:creationId xmlns:a16="http://schemas.microsoft.com/office/drawing/2014/main" id="{FC84C1D9-DA95-4BF6-A71F-86DC6A2FA963}"/>
                </a:ext>
              </a:extLst>
            </p:cNvPr>
            <p:cNvSpPr>
              <a:spLocks noEditPoints="1"/>
            </p:cNvSpPr>
            <p:nvPr/>
          </p:nvSpPr>
          <p:spPr bwMode="auto">
            <a:xfrm>
              <a:off x="132441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16">
              <a:extLst>
                <a:ext uri="{FF2B5EF4-FFF2-40B4-BE49-F238E27FC236}">
                  <a16:creationId xmlns:a16="http://schemas.microsoft.com/office/drawing/2014/main" id="{EC336BD7-D0E5-4907-BEDB-AA01C56DDA7F}"/>
                </a:ext>
              </a:extLst>
            </p:cNvPr>
            <p:cNvSpPr>
              <a:spLocks noEditPoints="1"/>
            </p:cNvSpPr>
            <p:nvPr/>
          </p:nvSpPr>
          <p:spPr bwMode="auto">
            <a:xfrm>
              <a:off x="167831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BAAF41C9-7EAA-475D-83F2-1253B7055B29}"/>
                </a:ext>
              </a:extLst>
            </p:cNvPr>
            <p:cNvSpPr>
              <a:spLocks noEditPoints="1"/>
            </p:cNvSpPr>
            <p:nvPr/>
          </p:nvSpPr>
          <p:spPr bwMode="auto">
            <a:xfrm>
              <a:off x="203222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16">
              <a:extLst>
                <a:ext uri="{FF2B5EF4-FFF2-40B4-BE49-F238E27FC236}">
                  <a16:creationId xmlns:a16="http://schemas.microsoft.com/office/drawing/2014/main" id="{C4C84E12-C6BC-4AF0-9151-76A20D031CF8}"/>
                </a:ext>
              </a:extLst>
            </p:cNvPr>
            <p:cNvSpPr>
              <a:spLocks noEditPoints="1"/>
            </p:cNvSpPr>
            <p:nvPr/>
          </p:nvSpPr>
          <p:spPr bwMode="auto">
            <a:xfrm>
              <a:off x="238613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16">
              <a:extLst>
                <a:ext uri="{FF2B5EF4-FFF2-40B4-BE49-F238E27FC236}">
                  <a16:creationId xmlns:a16="http://schemas.microsoft.com/office/drawing/2014/main" id="{98FB1073-101D-401C-B499-E80B2DCCDB48}"/>
                </a:ext>
              </a:extLst>
            </p:cNvPr>
            <p:cNvSpPr>
              <a:spLocks noEditPoints="1"/>
            </p:cNvSpPr>
            <p:nvPr/>
          </p:nvSpPr>
          <p:spPr bwMode="auto">
            <a:xfrm>
              <a:off x="274003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16">
              <a:extLst>
                <a:ext uri="{FF2B5EF4-FFF2-40B4-BE49-F238E27FC236}">
                  <a16:creationId xmlns:a16="http://schemas.microsoft.com/office/drawing/2014/main" id="{3E52FE15-A88E-4B8E-B23B-7E8107531242}"/>
                </a:ext>
              </a:extLst>
            </p:cNvPr>
            <p:cNvSpPr>
              <a:spLocks noEditPoints="1"/>
            </p:cNvSpPr>
            <p:nvPr/>
          </p:nvSpPr>
          <p:spPr bwMode="auto">
            <a:xfrm>
              <a:off x="309394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16">
              <a:extLst>
                <a:ext uri="{FF2B5EF4-FFF2-40B4-BE49-F238E27FC236}">
                  <a16:creationId xmlns:a16="http://schemas.microsoft.com/office/drawing/2014/main" id="{E83FECA9-6276-4B79-96AD-84BED6F80D9C}"/>
                </a:ext>
              </a:extLst>
            </p:cNvPr>
            <p:cNvSpPr>
              <a:spLocks noEditPoints="1"/>
            </p:cNvSpPr>
            <p:nvPr/>
          </p:nvSpPr>
          <p:spPr bwMode="auto">
            <a:xfrm>
              <a:off x="344784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Freeform 16">
              <a:extLst>
                <a:ext uri="{FF2B5EF4-FFF2-40B4-BE49-F238E27FC236}">
                  <a16:creationId xmlns:a16="http://schemas.microsoft.com/office/drawing/2014/main" id="{B18137A3-C9B0-4C35-8A20-53EC5864E5B3}"/>
                </a:ext>
              </a:extLst>
            </p:cNvPr>
            <p:cNvSpPr>
              <a:spLocks noEditPoints="1"/>
            </p:cNvSpPr>
            <p:nvPr/>
          </p:nvSpPr>
          <p:spPr bwMode="auto">
            <a:xfrm>
              <a:off x="380175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16">
              <a:extLst>
                <a:ext uri="{FF2B5EF4-FFF2-40B4-BE49-F238E27FC236}">
                  <a16:creationId xmlns:a16="http://schemas.microsoft.com/office/drawing/2014/main" id="{52DE848A-E413-47C4-8173-DB2CA8EEA35D}"/>
                </a:ext>
              </a:extLst>
            </p:cNvPr>
            <p:cNvSpPr>
              <a:spLocks noEditPoints="1"/>
            </p:cNvSpPr>
            <p:nvPr/>
          </p:nvSpPr>
          <p:spPr bwMode="auto">
            <a:xfrm>
              <a:off x="415566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16">
              <a:extLst>
                <a:ext uri="{FF2B5EF4-FFF2-40B4-BE49-F238E27FC236}">
                  <a16:creationId xmlns:a16="http://schemas.microsoft.com/office/drawing/2014/main" id="{14D3DEFF-25FB-44EA-876C-8BD7E213C17B}"/>
                </a:ext>
              </a:extLst>
            </p:cNvPr>
            <p:cNvSpPr>
              <a:spLocks noEditPoints="1"/>
            </p:cNvSpPr>
            <p:nvPr/>
          </p:nvSpPr>
          <p:spPr bwMode="auto">
            <a:xfrm>
              <a:off x="450956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16">
              <a:extLst>
                <a:ext uri="{FF2B5EF4-FFF2-40B4-BE49-F238E27FC236}">
                  <a16:creationId xmlns:a16="http://schemas.microsoft.com/office/drawing/2014/main" id="{F8DD5E7B-8D6A-46DF-B7B8-0A96095CA77F}"/>
                </a:ext>
              </a:extLst>
            </p:cNvPr>
            <p:cNvSpPr>
              <a:spLocks noEditPoints="1"/>
            </p:cNvSpPr>
            <p:nvPr/>
          </p:nvSpPr>
          <p:spPr bwMode="auto">
            <a:xfrm>
              <a:off x="486347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16">
              <a:extLst>
                <a:ext uri="{FF2B5EF4-FFF2-40B4-BE49-F238E27FC236}">
                  <a16:creationId xmlns:a16="http://schemas.microsoft.com/office/drawing/2014/main" id="{140EA7A3-E20E-49A8-B7DF-746F09BE226C}"/>
                </a:ext>
              </a:extLst>
            </p:cNvPr>
            <p:cNvSpPr>
              <a:spLocks noEditPoints="1"/>
            </p:cNvSpPr>
            <p:nvPr/>
          </p:nvSpPr>
          <p:spPr bwMode="auto">
            <a:xfrm>
              <a:off x="521737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16">
              <a:extLst>
                <a:ext uri="{FF2B5EF4-FFF2-40B4-BE49-F238E27FC236}">
                  <a16:creationId xmlns:a16="http://schemas.microsoft.com/office/drawing/2014/main" id="{A30FB1C7-E929-4CCD-BEC9-3D5F967B88FD}"/>
                </a:ext>
              </a:extLst>
            </p:cNvPr>
            <p:cNvSpPr>
              <a:spLocks noEditPoints="1"/>
            </p:cNvSpPr>
            <p:nvPr/>
          </p:nvSpPr>
          <p:spPr bwMode="auto">
            <a:xfrm>
              <a:off x="557128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16">
              <a:extLst>
                <a:ext uri="{FF2B5EF4-FFF2-40B4-BE49-F238E27FC236}">
                  <a16:creationId xmlns:a16="http://schemas.microsoft.com/office/drawing/2014/main" id="{106589F0-5AFE-476A-B71B-0A4F47482894}"/>
                </a:ext>
              </a:extLst>
            </p:cNvPr>
            <p:cNvSpPr>
              <a:spLocks noEditPoints="1"/>
            </p:cNvSpPr>
            <p:nvPr/>
          </p:nvSpPr>
          <p:spPr bwMode="auto">
            <a:xfrm>
              <a:off x="592519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16">
              <a:extLst>
                <a:ext uri="{FF2B5EF4-FFF2-40B4-BE49-F238E27FC236}">
                  <a16:creationId xmlns:a16="http://schemas.microsoft.com/office/drawing/2014/main" id="{852272BE-007F-4591-87D4-4C058623A4E7}"/>
                </a:ext>
              </a:extLst>
            </p:cNvPr>
            <p:cNvSpPr>
              <a:spLocks noEditPoints="1"/>
            </p:cNvSpPr>
            <p:nvPr/>
          </p:nvSpPr>
          <p:spPr bwMode="auto">
            <a:xfrm>
              <a:off x="627909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16">
              <a:extLst>
                <a:ext uri="{FF2B5EF4-FFF2-40B4-BE49-F238E27FC236}">
                  <a16:creationId xmlns:a16="http://schemas.microsoft.com/office/drawing/2014/main" id="{2D5A05AC-D4E7-4583-9D07-33F99E8EE145}"/>
                </a:ext>
              </a:extLst>
            </p:cNvPr>
            <p:cNvSpPr>
              <a:spLocks noEditPoints="1"/>
            </p:cNvSpPr>
            <p:nvPr/>
          </p:nvSpPr>
          <p:spPr bwMode="auto">
            <a:xfrm>
              <a:off x="663300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16">
              <a:extLst>
                <a:ext uri="{FF2B5EF4-FFF2-40B4-BE49-F238E27FC236}">
                  <a16:creationId xmlns:a16="http://schemas.microsoft.com/office/drawing/2014/main" id="{FA87D9B9-82A6-4511-B55E-096518071AEC}"/>
                </a:ext>
              </a:extLst>
            </p:cNvPr>
            <p:cNvSpPr>
              <a:spLocks noEditPoints="1"/>
            </p:cNvSpPr>
            <p:nvPr/>
          </p:nvSpPr>
          <p:spPr bwMode="auto">
            <a:xfrm>
              <a:off x="698690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16">
              <a:extLst>
                <a:ext uri="{FF2B5EF4-FFF2-40B4-BE49-F238E27FC236}">
                  <a16:creationId xmlns:a16="http://schemas.microsoft.com/office/drawing/2014/main" id="{82686F07-3802-48D8-BD5E-CF63B4EBB3CC}"/>
                </a:ext>
              </a:extLst>
            </p:cNvPr>
            <p:cNvSpPr>
              <a:spLocks noEditPoints="1"/>
            </p:cNvSpPr>
            <p:nvPr/>
          </p:nvSpPr>
          <p:spPr bwMode="auto">
            <a:xfrm>
              <a:off x="734081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16">
              <a:extLst>
                <a:ext uri="{FF2B5EF4-FFF2-40B4-BE49-F238E27FC236}">
                  <a16:creationId xmlns:a16="http://schemas.microsoft.com/office/drawing/2014/main" id="{F1444EAF-3866-48AD-95F7-91B593B79534}"/>
                </a:ext>
              </a:extLst>
            </p:cNvPr>
            <p:cNvSpPr>
              <a:spLocks noEditPoints="1"/>
            </p:cNvSpPr>
            <p:nvPr/>
          </p:nvSpPr>
          <p:spPr bwMode="auto">
            <a:xfrm>
              <a:off x="769472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6" name="Freeform 16">
              <a:extLst>
                <a:ext uri="{FF2B5EF4-FFF2-40B4-BE49-F238E27FC236}">
                  <a16:creationId xmlns:a16="http://schemas.microsoft.com/office/drawing/2014/main" id="{938A681C-25A3-449B-A881-F76613FC964B}"/>
                </a:ext>
              </a:extLst>
            </p:cNvPr>
            <p:cNvSpPr>
              <a:spLocks noEditPoints="1"/>
            </p:cNvSpPr>
            <p:nvPr/>
          </p:nvSpPr>
          <p:spPr bwMode="auto">
            <a:xfrm>
              <a:off x="804862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16">
              <a:extLst>
                <a:ext uri="{FF2B5EF4-FFF2-40B4-BE49-F238E27FC236}">
                  <a16:creationId xmlns:a16="http://schemas.microsoft.com/office/drawing/2014/main" id="{98089678-D463-4C4A-9D1A-1FC1390E4B1C}"/>
                </a:ext>
              </a:extLst>
            </p:cNvPr>
            <p:cNvSpPr>
              <a:spLocks noEditPoints="1"/>
            </p:cNvSpPr>
            <p:nvPr/>
          </p:nvSpPr>
          <p:spPr bwMode="auto">
            <a:xfrm>
              <a:off x="840253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16">
              <a:extLst>
                <a:ext uri="{FF2B5EF4-FFF2-40B4-BE49-F238E27FC236}">
                  <a16:creationId xmlns:a16="http://schemas.microsoft.com/office/drawing/2014/main" id="{045CD8C6-72C7-424E-8145-FCCA8DA12450}"/>
                </a:ext>
              </a:extLst>
            </p:cNvPr>
            <p:cNvSpPr>
              <a:spLocks noEditPoints="1"/>
            </p:cNvSpPr>
            <p:nvPr/>
          </p:nvSpPr>
          <p:spPr bwMode="auto">
            <a:xfrm>
              <a:off x="875643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16">
              <a:extLst>
                <a:ext uri="{FF2B5EF4-FFF2-40B4-BE49-F238E27FC236}">
                  <a16:creationId xmlns:a16="http://schemas.microsoft.com/office/drawing/2014/main" id="{BCBD54C4-E64F-46E5-B0A1-0FBF34779AA3}"/>
                </a:ext>
              </a:extLst>
            </p:cNvPr>
            <p:cNvSpPr>
              <a:spLocks noEditPoints="1"/>
            </p:cNvSpPr>
            <p:nvPr/>
          </p:nvSpPr>
          <p:spPr bwMode="auto">
            <a:xfrm>
              <a:off x="911034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16">
              <a:extLst>
                <a:ext uri="{FF2B5EF4-FFF2-40B4-BE49-F238E27FC236}">
                  <a16:creationId xmlns:a16="http://schemas.microsoft.com/office/drawing/2014/main" id="{B158F302-8B95-435F-8FB0-83556B22F47D}"/>
                </a:ext>
              </a:extLst>
            </p:cNvPr>
            <p:cNvSpPr>
              <a:spLocks noEditPoints="1"/>
            </p:cNvSpPr>
            <p:nvPr/>
          </p:nvSpPr>
          <p:spPr bwMode="auto">
            <a:xfrm>
              <a:off x="946425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1" name="Freeform 16">
              <a:extLst>
                <a:ext uri="{FF2B5EF4-FFF2-40B4-BE49-F238E27FC236}">
                  <a16:creationId xmlns:a16="http://schemas.microsoft.com/office/drawing/2014/main" id="{169E18F6-73D6-442E-8CB4-23C90D727B13}"/>
                </a:ext>
              </a:extLst>
            </p:cNvPr>
            <p:cNvSpPr>
              <a:spLocks noEditPoints="1"/>
            </p:cNvSpPr>
            <p:nvPr/>
          </p:nvSpPr>
          <p:spPr bwMode="auto">
            <a:xfrm>
              <a:off x="981815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16">
              <a:extLst>
                <a:ext uri="{FF2B5EF4-FFF2-40B4-BE49-F238E27FC236}">
                  <a16:creationId xmlns:a16="http://schemas.microsoft.com/office/drawing/2014/main" id="{ABAC07F3-4764-4532-A67C-B8DDA82C539E}"/>
                </a:ext>
              </a:extLst>
            </p:cNvPr>
            <p:cNvSpPr>
              <a:spLocks noEditPoints="1"/>
            </p:cNvSpPr>
            <p:nvPr/>
          </p:nvSpPr>
          <p:spPr bwMode="auto">
            <a:xfrm>
              <a:off x="1017206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16">
              <a:extLst>
                <a:ext uri="{FF2B5EF4-FFF2-40B4-BE49-F238E27FC236}">
                  <a16:creationId xmlns:a16="http://schemas.microsoft.com/office/drawing/2014/main" id="{3EE3A1D8-3AAF-4FAE-91BD-EE716E1E52EC}"/>
                </a:ext>
              </a:extLst>
            </p:cNvPr>
            <p:cNvSpPr>
              <a:spLocks noEditPoints="1"/>
            </p:cNvSpPr>
            <p:nvPr/>
          </p:nvSpPr>
          <p:spPr bwMode="auto">
            <a:xfrm>
              <a:off x="1052596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4" name="Freeform 16">
              <a:extLst>
                <a:ext uri="{FF2B5EF4-FFF2-40B4-BE49-F238E27FC236}">
                  <a16:creationId xmlns:a16="http://schemas.microsoft.com/office/drawing/2014/main" id="{78F80FF2-18C9-4DE9-8D2D-648C6F957059}"/>
                </a:ext>
              </a:extLst>
            </p:cNvPr>
            <p:cNvSpPr>
              <a:spLocks noEditPoints="1"/>
            </p:cNvSpPr>
            <p:nvPr/>
          </p:nvSpPr>
          <p:spPr bwMode="auto">
            <a:xfrm>
              <a:off x="10879862"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5" name="Freeform 16">
              <a:extLst>
                <a:ext uri="{FF2B5EF4-FFF2-40B4-BE49-F238E27FC236}">
                  <a16:creationId xmlns:a16="http://schemas.microsoft.com/office/drawing/2014/main" id="{E9B1FC89-6E1D-463F-B7E4-4F62397C5092}"/>
                </a:ext>
              </a:extLst>
            </p:cNvPr>
            <p:cNvSpPr>
              <a:spLocks noEditPoints="1"/>
            </p:cNvSpPr>
            <p:nvPr/>
          </p:nvSpPr>
          <p:spPr bwMode="auto">
            <a:xfrm>
              <a:off x="-9121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16">
              <a:extLst>
                <a:ext uri="{FF2B5EF4-FFF2-40B4-BE49-F238E27FC236}">
                  <a16:creationId xmlns:a16="http://schemas.microsoft.com/office/drawing/2014/main" id="{1504CF42-A3AD-43AF-BC77-F4293F782154}"/>
                </a:ext>
              </a:extLst>
            </p:cNvPr>
            <p:cNvSpPr>
              <a:spLocks noEditPoints="1"/>
            </p:cNvSpPr>
            <p:nvPr/>
          </p:nvSpPr>
          <p:spPr bwMode="auto">
            <a:xfrm>
              <a:off x="26269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16">
              <a:extLst>
                <a:ext uri="{FF2B5EF4-FFF2-40B4-BE49-F238E27FC236}">
                  <a16:creationId xmlns:a16="http://schemas.microsoft.com/office/drawing/2014/main" id="{F0742A4B-B722-474E-833A-AF064D3CD9E5}"/>
                </a:ext>
              </a:extLst>
            </p:cNvPr>
            <p:cNvSpPr>
              <a:spLocks noEditPoints="1"/>
            </p:cNvSpPr>
            <p:nvPr/>
          </p:nvSpPr>
          <p:spPr bwMode="auto">
            <a:xfrm>
              <a:off x="61660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8" name="Freeform 16">
              <a:extLst>
                <a:ext uri="{FF2B5EF4-FFF2-40B4-BE49-F238E27FC236}">
                  <a16:creationId xmlns:a16="http://schemas.microsoft.com/office/drawing/2014/main" id="{56AB6434-0B69-41B7-841E-1A9ECDA5F2EF}"/>
                </a:ext>
              </a:extLst>
            </p:cNvPr>
            <p:cNvSpPr>
              <a:spLocks noEditPoints="1"/>
            </p:cNvSpPr>
            <p:nvPr/>
          </p:nvSpPr>
          <p:spPr bwMode="auto">
            <a:xfrm>
              <a:off x="97050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9" name="Freeform 16">
              <a:extLst>
                <a:ext uri="{FF2B5EF4-FFF2-40B4-BE49-F238E27FC236}">
                  <a16:creationId xmlns:a16="http://schemas.microsoft.com/office/drawing/2014/main" id="{409BE632-16FF-4B4D-93DE-08E52DEE5ACA}"/>
                </a:ext>
              </a:extLst>
            </p:cNvPr>
            <p:cNvSpPr>
              <a:spLocks noEditPoints="1"/>
            </p:cNvSpPr>
            <p:nvPr/>
          </p:nvSpPr>
          <p:spPr bwMode="auto">
            <a:xfrm>
              <a:off x="132441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0" name="Freeform 16">
              <a:extLst>
                <a:ext uri="{FF2B5EF4-FFF2-40B4-BE49-F238E27FC236}">
                  <a16:creationId xmlns:a16="http://schemas.microsoft.com/office/drawing/2014/main" id="{F6D1D24A-DEFB-4B95-9E28-5334F985B979}"/>
                </a:ext>
              </a:extLst>
            </p:cNvPr>
            <p:cNvSpPr>
              <a:spLocks noEditPoints="1"/>
            </p:cNvSpPr>
            <p:nvPr/>
          </p:nvSpPr>
          <p:spPr bwMode="auto">
            <a:xfrm>
              <a:off x="167831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16">
              <a:extLst>
                <a:ext uri="{FF2B5EF4-FFF2-40B4-BE49-F238E27FC236}">
                  <a16:creationId xmlns:a16="http://schemas.microsoft.com/office/drawing/2014/main" id="{4D490E6F-B375-40F3-B24C-E712E32AFAF5}"/>
                </a:ext>
              </a:extLst>
            </p:cNvPr>
            <p:cNvSpPr>
              <a:spLocks noEditPoints="1"/>
            </p:cNvSpPr>
            <p:nvPr/>
          </p:nvSpPr>
          <p:spPr bwMode="auto">
            <a:xfrm>
              <a:off x="203222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16">
              <a:extLst>
                <a:ext uri="{FF2B5EF4-FFF2-40B4-BE49-F238E27FC236}">
                  <a16:creationId xmlns:a16="http://schemas.microsoft.com/office/drawing/2014/main" id="{B1156AD0-A975-4D2C-B96A-5C2D1D5006E1}"/>
                </a:ext>
              </a:extLst>
            </p:cNvPr>
            <p:cNvSpPr>
              <a:spLocks noEditPoints="1"/>
            </p:cNvSpPr>
            <p:nvPr/>
          </p:nvSpPr>
          <p:spPr bwMode="auto">
            <a:xfrm>
              <a:off x="238613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16">
              <a:extLst>
                <a:ext uri="{FF2B5EF4-FFF2-40B4-BE49-F238E27FC236}">
                  <a16:creationId xmlns:a16="http://schemas.microsoft.com/office/drawing/2014/main" id="{8C5C7092-27B9-46A8-A5CB-88DDD889D6D9}"/>
                </a:ext>
              </a:extLst>
            </p:cNvPr>
            <p:cNvSpPr>
              <a:spLocks noEditPoints="1"/>
            </p:cNvSpPr>
            <p:nvPr/>
          </p:nvSpPr>
          <p:spPr bwMode="auto">
            <a:xfrm>
              <a:off x="274003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16">
              <a:extLst>
                <a:ext uri="{FF2B5EF4-FFF2-40B4-BE49-F238E27FC236}">
                  <a16:creationId xmlns:a16="http://schemas.microsoft.com/office/drawing/2014/main" id="{BF4DD3C7-5444-4AE1-8656-CFEA1F9643A2}"/>
                </a:ext>
              </a:extLst>
            </p:cNvPr>
            <p:cNvSpPr>
              <a:spLocks noEditPoints="1"/>
            </p:cNvSpPr>
            <p:nvPr/>
          </p:nvSpPr>
          <p:spPr bwMode="auto">
            <a:xfrm>
              <a:off x="309394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5" name="Freeform 16">
              <a:extLst>
                <a:ext uri="{FF2B5EF4-FFF2-40B4-BE49-F238E27FC236}">
                  <a16:creationId xmlns:a16="http://schemas.microsoft.com/office/drawing/2014/main" id="{D467BF95-5ED3-4FD4-83F5-8070D7EE77D9}"/>
                </a:ext>
              </a:extLst>
            </p:cNvPr>
            <p:cNvSpPr>
              <a:spLocks noEditPoints="1"/>
            </p:cNvSpPr>
            <p:nvPr/>
          </p:nvSpPr>
          <p:spPr bwMode="auto">
            <a:xfrm>
              <a:off x="344784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16">
              <a:extLst>
                <a:ext uri="{FF2B5EF4-FFF2-40B4-BE49-F238E27FC236}">
                  <a16:creationId xmlns:a16="http://schemas.microsoft.com/office/drawing/2014/main" id="{CDB313B9-C607-49FC-BC0F-4BDDB157AFF6}"/>
                </a:ext>
              </a:extLst>
            </p:cNvPr>
            <p:cNvSpPr>
              <a:spLocks noEditPoints="1"/>
            </p:cNvSpPr>
            <p:nvPr/>
          </p:nvSpPr>
          <p:spPr bwMode="auto">
            <a:xfrm>
              <a:off x="380175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7" name="Freeform 16">
              <a:extLst>
                <a:ext uri="{FF2B5EF4-FFF2-40B4-BE49-F238E27FC236}">
                  <a16:creationId xmlns:a16="http://schemas.microsoft.com/office/drawing/2014/main" id="{23871273-FB35-489A-824B-B8913F9CC456}"/>
                </a:ext>
              </a:extLst>
            </p:cNvPr>
            <p:cNvSpPr>
              <a:spLocks noEditPoints="1"/>
            </p:cNvSpPr>
            <p:nvPr/>
          </p:nvSpPr>
          <p:spPr bwMode="auto">
            <a:xfrm>
              <a:off x="415566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8" name="Freeform 16">
              <a:extLst>
                <a:ext uri="{FF2B5EF4-FFF2-40B4-BE49-F238E27FC236}">
                  <a16:creationId xmlns:a16="http://schemas.microsoft.com/office/drawing/2014/main" id="{6C17C940-E405-42C7-95FF-4654386A8961}"/>
                </a:ext>
              </a:extLst>
            </p:cNvPr>
            <p:cNvSpPr>
              <a:spLocks noEditPoints="1"/>
            </p:cNvSpPr>
            <p:nvPr/>
          </p:nvSpPr>
          <p:spPr bwMode="auto">
            <a:xfrm>
              <a:off x="450956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16">
              <a:extLst>
                <a:ext uri="{FF2B5EF4-FFF2-40B4-BE49-F238E27FC236}">
                  <a16:creationId xmlns:a16="http://schemas.microsoft.com/office/drawing/2014/main" id="{F26C33C6-2F43-40B4-BB2D-1DD906A22803}"/>
                </a:ext>
              </a:extLst>
            </p:cNvPr>
            <p:cNvSpPr>
              <a:spLocks noEditPoints="1"/>
            </p:cNvSpPr>
            <p:nvPr/>
          </p:nvSpPr>
          <p:spPr bwMode="auto">
            <a:xfrm>
              <a:off x="486347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16">
              <a:extLst>
                <a:ext uri="{FF2B5EF4-FFF2-40B4-BE49-F238E27FC236}">
                  <a16:creationId xmlns:a16="http://schemas.microsoft.com/office/drawing/2014/main" id="{4AF169A6-6482-40AF-85D0-0743C46622D2}"/>
                </a:ext>
              </a:extLst>
            </p:cNvPr>
            <p:cNvSpPr>
              <a:spLocks noEditPoints="1"/>
            </p:cNvSpPr>
            <p:nvPr/>
          </p:nvSpPr>
          <p:spPr bwMode="auto">
            <a:xfrm>
              <a:off x="521737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16">
              <a:extLst>
                <a:ext uri="{FF2B5EF4-FFF2-40B4-BE49-F238E27FC236}">
                  <a16:creationId xmlns:a16="http://schemas.microsoft.com/office/drawing/2014/main" id="{E0513C84-01AF-4A9C-9822-98303318D0FD}"/>
                </a:ext>
              </a:extLst>
            </p:cNvPr>
            <p:cNvSpPr>
              <a:spLocks noEditPoints="1"/>
            </p:cNvSpPr>
            <p:nvPr/>
          </p:nvSpPr>
          <p:spPr bwMode="auto">
            <a:xfrm>
              <a:off x="557128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2" name="Freeform 16">
              <a:extLst>
                <a:ext uri="{FF2B5EF4-FFF2-40B4-BE49-F238E27FC236}">
                  <a16:creationId xmlns:a16="http://schemas.microsoft.com/office/drawing/2014/main" id="{BC2CD672-1D59-47B2-8BA3-8F1F5D7E660C}"/>
                </a:ext>
              </a:extLst>
            </p:cNvPr>
            <p:cNvSpPr>
              <a:spLocks noEditPoints="1"/>
            </p:cNvSpPr>
            <p:nvPr/>
          </p:nvSpPr>
          <p:spPr bwMode="auto">
            <a:xfrm>
              <a:off x="592519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3" name="Freeform 16">
              <a:extLst>
                <a:ext uri="{FF2B5EF4-FFF2-40B4-BE49-F238E27FC236}">
                  <a16:creationId xmlns:a16="http://schemas.microsoft.com/office/drawing/2014/main" id="{5CF49A84-7902-40A6-A48F-B657DB995EB9}"/>
                </a:ext>
              </a:extLst>
            </p:cNvPr>
            <p:cNvSpPr>
              <a:spLocks noEditPoints="1"/>
            </p:cNvSpPr>
            <p:nvPr/>
          </p:nvSpPr>
          <p:spPr bwMode="auto">
            <a:xfrm>
              <a:off x="627909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4" name="Freeform 16">
              <a:extLst>
                <a:ext uri="{FF2B5EF4-FFF2-40B4-BE49-F238E27FC236}">
                  <a16:creationId xmlns:a16="http://schemas.microsoft.com/office/drawing/2014/main" id="{0413E21A-6735-49F7-84A0-262341ED4348}"/>
                </a:ext>
              </a:extLst>
            </p:cNvPr>
            <p:cNvSpPr>
              <a:spLocks noEditPoints="1"/>
            </p:cNvSpPr>
            <p:nvPr/>
          </p:nvSpPr>
          <p:spPr bwMode="auto">
            <a:xfrm>
              <a:off x="663300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5" name="Freeform 16">
              <a:extLst>
                <a:ext uri="{FF2B5EF4-FFF2-40B4-BE49-F238E27FC236}">
                  <a16:creationId xmlns:a16="http://schemas.microsoft.com/office/drawing/2014/main" id="{B3515FD2-D67D-4964-A1C7-366A2381E295}"/>
                </a:ext>
              </a:extLst>
            </p:cNvPr>
            <p:cNvSpPr>
              <a:spLocks noEditPoints="1"/>
            </p:cNvSpPr>
            <p:nvPr/>
          </p:nvSpPr>
          <p:spPr bwMode="auto">
            <a:xfrm>
              <a:off x="698690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6" name="Freeform 16">
              <a:extLst>
                <a:ext uri="{FF2B5EF4-FFF2-40B4-BE49-F238E27FC236}">
                  <a16:creationId xmlns:a16="http://schemas.microsoft.com/office/drawing/2014/main" id="{988F666F-A0C2-4684-BAAE-BF79FEBCB153}"/>
                </a:ext>
              </a:extLst>
            </p:cNvPr>
            <p:cNvSpPr>
              <a:spLocks noEditPoints="1"/>
            </p:cNvSpPr>
            <p:nvPr/>
          </p:nvSpPr>
          <p:spPr bwMode="auto">
            <a:xfrm>
              <a:off x="734081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7" name="Freeform 16">
              <a:extLst>
                <a:ext uri="{FF2B5EF4-FFF2-40B4-BE49-F238E27FC236}">
                  <a16:creationId xmlns:a16="http://schemas.microsoft.com/office/drawing/2014/main" id="{D64D2D99-CFE5-40EB-81E4-E29105359993}"/>
                </a:ext>
              </a:extLst>
            </p:cNvPr>
            <p:cNvSpPr>
              <a:spLocks noEditPoints="1"/>
            </p:cNvSpPr>
            <p:nvPr/>
          </p:nvSpPr>
          <p:spPr bwMode="auto">
            <a:xfrm>
              <a:off x="769472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8" name="Freeform 16">
              <a:extLst>
                <a:ext uri="{FF2B5EF4-FFF2-40B4-BE49-F238E27FC236}">
                  <a16:creationId xmlns:a16="http://schemas.microsoft.com/office/drawing/2014/main" id="{6F1D8EC0-2F8B-4B55-829F-5D11897D2E63}"/>
                </a:ext>
              </a:extLst>
            </p:cNvPr>
            <p:cNvSpPr>
              <a:spLocks noEditPoints="1"/>
            </p:cNvSpPr>
            <p:nvPr/>
          </p:nvSpPr>
          <p:spPr bwMode="auto">
            <a:xfrm>
              <a:off x="804862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16">
              <a:extLst>
                <a:ext uri="{FF2B5EF4-FFF2-40B4-BE49-F238E27FC236}">
                  <a16:creationId xmlns:a16="http://schemas.microsoft.com/office/drawing/2014/main" id="{7612A0CC-BF09-49BF-BA72-D8A716237830}"/>
                </a:ext>
              </a:extLst>
            </p:cNvPr>
            <p:cNvSpPr>
              <a:spLocks noEditPoints="1"/>
            </p:cNvSpPr>
            <p:nvPr/>
          </p:nvSpPr>
          <p:spPr bwMode="auto">
            <a:xfrm>
              <a:off x="840253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0" name="Freeform 16">
              <a:extLst>
                <a:ext uri="{FF2B5EF4-FFF2-40B4-BE49-F238E27FC236}">
                  <a16:creationId xmlns:a16="http://schemas.microsoft.com/office/drawing/2014/main" id="{5834C3D7-D7F3-46F0-95B2-22E7990457B3}"/>
                </a:ext>
              </a:extLst>
            </p:cNvPr>
            <p:cNvSpPr>
              <a:spLocks noEditPoints="1"/>
            </p:cNvSpPr>
            <p:nvPr/>
          </p:nvSpPr>
          <p:spPr bwMode="auto">
            <a:xfrm>
              <a:off x="875643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1" name="Freeform 16">
              <a:extLst>
                <a:ext uri="{FF2B5EF4-FFF2-40B4-BE49-F238E27FC236}">
                  <a16:creationId xmlns:a16="http://schemas.microsoft.com/office/drawing/2014/main" id="{FD9ABA39-4B6C-4C7A-BFF6-C9192C33F513}"/>
                </a:ext>
              </a:extLst>
            </p:cNvPr>
            <p:cNvSpPr>
              <a:spLocks noEditPoints="1"/>
            </p:cNvSpPr>
            <p:nvPr/>
          </p:nvSpPr>
          <p:spPr bwMode="auto">
            <a:xfrm>
              <a:off x="911034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16">
              <a:extLst>
                <a:ext uri="{FF2B5EF4-FFF2-40B4-BE49-F238E27FC236}">
                  <a16:creationId xmlns:a16="http://schemas.microsoft.com/office/drawing/2014/main" id="{7A304270-705C-435B-A170-7613148DB7AE}"/>
                </a:ext>
              </a:extLst>
            </p:cNvPr>
            <p:cNvSpPr>
              <a:spLocks noEditPoints="1"/>
            </p:cNvSpPr>
            <p:nvPr/>
          </p:nvSpPr>
          <p:spPr bwMode="auto">
            <a:xfrm>
              <a:off x="946425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16">
              <a:extLst>
                <a:ext uri="{FF2B5EF4-FFF2-40B4-BE49-F238E27FC236}">
                  <a16:creationId xmlns:a16="http://schemas.microsoft.com/office/drawing/2014/main" id="{78BD2E8E-0F2A-497D-A0F8-D0D05765BA64}"/>
                </a:ext>
              </a:extLst>
            </p:cNvPr>
            <p:cNvSpPr>
              <a:spLocks noEditPoints="1"/>
            </p:cNvSpPr>
            <p:nvPr/>
          </p:nvSpPr>
          <p:spPr bwMode="auto">
            <a:xfrm>
              <a:off x="981815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4" name="Freeform 16">
              <a:extLst>
                <a:ext uri="{FF2B5EF4-FFF2-40B4-BE49-F238E27FC236}">
                  <a16:creationId xmlns:a16="http://schemas.microsoft.com/office/drawing/2014/main" id="{F8691056-2A9C-4EAE-898B-E8C145A3A09E}"/>
                </a:ext>
              </a:extLst>
            </p:cNvPr>
            <p:cNvSpPr>
              <a:spLocks noEditPoints="1"/>
            </p:cNvSpPr>
            <p:nvPr/>
          </p:nvSpPr>
          <p:spPr bwMode="auto">
            <a:xfrm>
              <a:off x="1017206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16">
              <a:extLst>
                <a:ext uri="{FF2B5EF4-FFF2-40B4-BE49-F238E27FC236}">
                  <a16:creationId xmlns:a16="http://schemas.microsoft.com/office/drawing/2014/main" id="{7644BFA6-53D3-4200-97D5-A0826C91221C}"/>
                </a:ext>
              </a:extLst>
            </p:cNvPr>
            <p:cNvSpPr>
              <a:spLocks noEditPoints="1"/>
            </p:cNvSpPr>
            <p:nvPr/>
          </p:nvSpPr>
          <p:spPr bwMode="auto">
            <a:xfrm>
              <a:off x="1052596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16">
              <a:extLst>
                <a:ext uri="{FF2B5EF4-FFF2-40B4-BE49-F238E27FC236}">
                  <a16:creationId xmlns:a16="http://schemas.microsoft.com/office/drawing/2014/main" id="{31DD1366-4AF2-4675-8C09-B16FF18F4AFB}"/>
                </a:ext>
              </a:extLst>
            </p:cNvPr>
            <p:cNvSpPr>
              <a:spLocks noEditPoints="1"/>
            </p:cNvSpPr>
            <p:nvPr/>
          </p:nvSpPr>
          <p:spPr bwMode="auto">
            <a:xfrm>
              <a:off x="10879862"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16">
              <a:extLst>
                <a:ext uri="{FF2B5EF4-FFF2-40B4-BE49-F238E27FC236}">
                  <a16:creationId xmlns:a16="http://schemas.microsoft.com/office/drawing/2014/main" id="{05FAFC32-B238-4EC6-9F94-250901C580A0}"/>
                </a:ext>
              </a:extLst>
            </p:cNvPr>
            <p:cNvSpPr>
              <a:spLocks noEditPoints="1"/>
            </p:cNvSpPr>
            <p:nvPr/>
          </p:nvSpPr>
          <p:spPr bwMode="auto">
            <a:xfrm>
              <a:off x="-9121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16">
              <a:extLst>
                <a:ext uri="{FF2B5EF4-FFF2-40B4-BE49-F238E27FC236}">
                  <a16:creationId xmlns:a16="http://schemas.microsoft.com/office/drawing/2014/main" id="{94EDFDD1-CC0F-4CE9-A5E1-6F34763C59D7}"/>
                </a:ext>
              </a:extLst>
            </p:cNvPr>
            <p:cNvSpPr>
              <a:spLocks noEditPoints="1"/>
            </p:cNvSpPr>
            <p:nvPr/>
          </p:nvSpPr>
          <p:spPr bwMode="auto">
            <a:xfrm>
              <a:off x="26269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16">
              <a:extLst>
                <a:ext uri="{FF2B5EF4-FFF2-40B4-BE49-F238E27FC236}">
                  <a16:creationId xmlns:a16="http://schemas.microsoft.com/office/drawing/2014/main" id="{89391791-3406-405C-A52A-325E0ACEF0EF}"/>
                </a:ext>
              </a:extLst>
            </p:cNvPr>
            <p:cNvSpPr>
              <a:spLocks noEditPoints="1"/>
            </p:cNvSpPr>
            <p:nvPr/>
          </p:nvSpPr>
          <p:spPr bwMode="auto">
            <a:xfrm>
              <a:off x="61660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16">
              <a:extLst>
                <a:ext uri="{FF2B5EF4-FFF2-40B4-BE49-F238E27FC236}">
                  <a16:creationId xmlns:a16="http://schemas.microsoft.com/office/drawing/2014/main" id="{C45408BD-5A4C-4B71-9A10-180FFAA3CF67}"/>
                </a:ext>
              </a:extLst>
            </p:cNvPr>
            <p:cNvSpPr>
              <a:spLocks noEditPoints="1"/>
            </p:cNvSpPr>
            <p:nvPr/>
          </p:nvSpPr>
          <p:spPr bwMode="auto">
            <a:xfrm>
              <a:off x="97050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16">
              <a:extLst>
                <a:ext uri="{FF2B5EF4-FFF2-40B4-BE49-F238E27FC236}">
                  <a16:creationId xmlns:a16="http://schemas.microsoft.com/office/drawing/2014/main" id="{262DA3C5-1F52-431A-AA77-2EBDF5CD4D0B}"/>
                </a:ext>
              </a:extLst>
            </p:cNvPr>
            <p:cNvSpPr>
              <a:spLocks noEditPoints="1"/>
            </p:cNvSpPr>
            <p:nvPr/>
          </p:nvSpPr>
          <p:spPr bwMode="auto">
            <a:xfrm>
              <a:off x="132441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16">
              <a:extLst>
                <a:ext uri="{FF2B5EF4-FFF2-40B4-BE49-F238E27FC236}">
                  <a16:creationId xmlns:a16="http://schemas.microsoft.com/office/drawing/2014/main" id="{158567EE-7ECE-4308-AF7E-DEA507E8E4A9}"/>
                </a:ext>
              </a:extLst>
            </p:cNvPr>
            <p:cNvSpPr>
              <a:spLocks noEditPoints="1"/>
            </p:cNvSpPr>
            <p:nvPr/>
          </p:nvSpPr>
          <p:spPr bwMode="auto">
            <a:xfrm>
              <a:off x="167831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16">
              <a:extLst>
                <a:ext uri="{FF2B5EF4-FFF2-40B4-BE49-F238E27FC236}">
                  <a16:creationId xmlns:a16="http://schemas.microsoft.com/office/drawing/2014/main" id="{D2894DDF-45DE-4178-BFC7-4F0B8D8EF9D5}"/>
                </a:ext>
              </a:extLst>
            </p:cNvPr>
            <p:cNvSpPr>
              <a:spLocks noEditPoints="1"/>
            </p:cNvSpPr>
            <p:nvPr/>
          </p:nvSpPr>
          <p:spPr bwMode="auto">
            <a:xfrm>
              <a:off x="203222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16">
              <a:extLst>
                <a:ext uri="{FF2B5EF4-FFF2-40B4-BE49-F238E27FC236}">
                  <a16:creationId xmlns:a16="http://schemas.microsoft.com/office/drawing/2014/main" id="{36B1E453-1287-45A9-9339-730E3914F14B}"/>
                </a:ext>
              </a:extLst>
            </p:cNvPr>
            <p:cNvSpPr>
              <a:spLocks noEditPoints="1"/>
            </p:cNvSpPr>
            <p:nvPr/>
          </p:nvSpPr>
          <p:spPr bwMode="auto">
            <a:xfrm>
              <a:off x="238613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16">
              <a:extLst>
                <a:ext uri="{FF2B5EF4-FFF2-40B4-BE49-F238E27FC236}">
                  <a16:creationId xmlns:a16="http://schemas.microsoft.com/office/drawing/2014/main" id="{4D1CFF21-2793-4E1D-A631-989F34A2CB26}"/>
                </a:ext>
              </a:extLst>
            </p:cNvPr>
            <p:cNvSpPr>
              <a:spLocks noEditPoints="1"/>
            </p:cNvSpPr>
            <p:nvPr/>
          </p:nvSpPr>
          <p:spPr bwMode="auto">
            <a:xfrm>
              <a:off x="274003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16">
              <a:extLst>
                <a:ext uri="{FF2B5EF4-FFF2-40B4-BE49-F238E27FC236}">
                  <a16:creationId xmlns:a16="http://schemas.microsoft.com/office/drawing/2014/main" id="{FFFFE495-6317-4046-8780-509B3F7DE408}"/>
                </a:ext>
              </a:extLst>
            </p:cNvPr>
            <p:cNvSpPr>
              <a:spLocks noEditPoints="1"/>
            </p:cNvSpPr>
            <p:nvPr/>
          </p:nvSpPr>
          <p:spPr bwMode="auto">
            <a:xfrm>
              <a:off x="309394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16">
              <a:extLst>
                <a:ext uri="{FF2B5EF4-FFF2-40B4-BE49-F238E27FC236}">
                  <a16:creationId xmlns:a16="http://schemas.microsoft.com/office/drawing/2014/main" id="{07F2B335-6843-4188-BE58-F99705AE7348}"/>
                </a:ext>
              </a:extLst>
            </p:cNvPr>
            <p:cNvSpPr>
              <a:spLocks noEditPoints="1"/>
            </p:cNvSpPr>
            <p:nvPr/>
          </p:nvSpPr>
          <p:spPr bwMode="auto">
            <a:xfrm>
              <a:off x="344784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8" name="Freeform 16">
              <a:extLst>
                <a:ext uri="{FF2B5EF4-FFF2-40B4-BE49-F238E27FC236}">
                  <a16:creationId xmlns:a16="http://schemas.microsoft.com/office/drawing/2014/main" id="{6A1AA564-0530-4B23-B215-595CC54E23C4}"/>
                </a:ext>
              </a:extLst>
            </p:cNvPr>
            <p:cNvSpPr>
              <a:spLocks noEditPoints="1"/>
            </p:cNvSpPr>
            <p:nvPr/>
          </p:nvSpPr>
          <p:spPr bwMode="auto">
            <a:xfrm>
              <a:off x="380175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16">
              <a:extLst>
                <a:ext uri="{FF2B5EF4-FFF2-40B4-BE49-F238E27FC236}">
                  <a16:creationId xmlns:a16="http://schemas.microsoft.com/office/drawing/2014/main" id="{4876FBCA-0D51-4B33-9375-D3F71918F7FC}"/>
                </a:ext>
              </a:extLst>
            </p:cNvPr>
            <p:cNvSpPr>
              <a:spLocks noEditPoints="1"/>
            </p:cNvSpPr>
            <p:nvPr/>
          </p:nvSpPr>
          <p:spPr bwMode="auto">
            <a:xfrm>
              <a:off x="415566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16">
              <a:extLst>
                <a:ext uri="{FF2B5EF4-FFF2-40B4-BE49-F238E27FC236}">
                  <a16:creationId xmlns:a16="http://schemas.microsoft.com/office/drawing/2014/main" id="{B025D520-F3BC-4D3B-BF86-05B537F2482B}"/>
                </a:ext>
              </a:extLst>
            </p:cNvPr>
            <p:cNvSpPr>
              <a:spLocks noEditPoints="1"/>
            </p:cNvSpPr>
            <p:nvPr/>
          </p:nvSpPr>
          <p:spPr bwMode="auto">
            <a:xfrm>
              <a:off x="450956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16">
              <a:extLst>
                <a:ext uri="{FF2B5EF4-FFF2-40B4-BE49-F238E27FC236}">
                  <a16:creationId xmlns:a16="http://schemas.microsoft.com/office/drawing/2014/main" id="{24765AAF-1343-40B6-9F77-11BC4F9E47DC}"/>
                </a:ext>
              </a:extLst>
            </p:cNvPr>
            <p:cNvSpPr>
              <a:spLocks noEditPoints="1"/>
            </p:cNvSpPr>
            <p:nvPr/>
          </p:nvSpPr>
          <p:spPr bwMode="auto">
            <a:xfrm>
              <a:off x="486347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16">
              <a:extLst>
                <a:ext uri="{FF2B5EF4-FFF2-40B4-BE49-F238E27FC236}">
                  <a16:creationId xmlns:a16="http://schemas.microsoft.com/office/drawing/2014/main" id="{CAE5A3F7-0924-495D-8844-A0BFFEA3F5A6}"/>
                </a:ext>
              </a:extLst>
            </p:cNvPr>
            <p:cNvSpPr>
              <a:spLocks noEditPoints="1"/>
            </p:cNvSpPr>
            <p:nvPr/>
          </p:nvSpPr>
          <p:spPr bwMode="auto">
            <a:xfrm>
              <a:off x="521737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16">
              <a:extLst>
                <a:ext uri="{FF2B5EF4-FFF2-40B4-BE49-F238E27FC236}">
                  <a16:creationId xmlns:a16="http://schemas.microsoft.com/office/drawing/2014/main" id="{CFDA1116-035D-4E54-AFBB-4D27A956C253}"/>
                </a:ext>
              </a:extLst>
            </p:cNvPr>
            <p:cNvSpPr>
              <a:spLocks noEditPoints="1"/>
            </p:cNvSpPr>
            <p:nvPr/>
          </p:nvSpPr>
          <p:spPr bwMode="auto">
            <a:xfrm>
              <a:off x="557128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4" name="Freeform 16">
              <a:extLst>
                <a:ext uri="{FF2B5EF4-FFF2-40B4-BE49-F238E27FC236}">
                  <a16:creationId xmlns:a16="http://schemas.microsoft.com/office/drawing/2014/main" id="{5F363A19-6283-48F8-85FA-6B7CCCB51846}"/>
                </a:ext>
              </a:extLst>
            </p:cNvPr>
            <p:cNvSpPr>
              <a:spLocks noEditPoints="1"/>
            </p:cNvSpPr>
            <p:nvPr/>
          </p:nvSpPr>
          <p:spPr bwMode="auto">
            <a:xfrm>
              <a:off x="592519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5" name="Freeform 16">
              <a:extLst>
                <a:ext uri="{FF2B5EF4-FFF2-40B4-BE49-F238E27FC236}">
                  <a16:creationId xmlns:a16="http://schemas.microsoft.com/office/drawing/2014/main" id="{2A698C8C-4D32-4D3F-9F80-BEC6A13B8458}"/>
                </a:ext>
              </a:extLst>
            </p:cNvPr>
            <p:cNvSpPr>
              <a:spLocks noEditPoints="1"/>
            </p:cNvSpPr>
            <p:nvPr/>
          </p:nvSpPr>
          <p:spPr bwMode="auto">
            <a:xfrm>
              <a:off x="627909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6" name="Freeform 16">
              <a:extLst>
                <a:ext uri="{FF2B5EF4-FFF2-40B4-BE49-F238E27FC236}">
                  <a16:creationId xmlns:a16="http://schemas.microsoft.com/office/drawing/2014/main" id="{4570646F-A2EF-470F-BE69-65F48D8F63F9}"/>
                </a:ext>
              </a:extLst>
            </p:cNvPr>
            <p:cNvSpPr>
              <a:spLocks noEditPoints="1"/>
            </p:cNvSpPr>
            <p:nvPr/>
          </p:nvSpPr>
          <p:spPr bwMode="auto">
            <a:xfrm>
              <a:off x="663300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7" name="Freeform 16">
              <a:extLst>
                <a:ext uri="{FF2B5EF4-FFF2-40B4-BE49-F238E27FC236}">
                  <a16:creationId xmlns:a16="http://schemas.microsoft.com/office/drawing/2014/main" id="{6076E36D-73D2-4127-BE4A-21CD4864C9DA}"/>
                </a:ext>
              </a:extLst>
            </p:cNvPr>
            <p:cNvSpPr>
              <a:spLocks noEditPoints="1"/>
            </p:cNvSpPr>
            <p:nvPr/>
          </p:nvSpPr>
          <p:spPr bwMode="auto">
            <a:xfrm>
              <a:off x="698690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16">
              <a:extLst>
                <a:ext uri="{FF2B5EF4-FFF2-40B4-BE49-F238E27FC236}">
                  <a16:creationId xmlns:a16="http://schemas.microsoft.com/office/drawing/2014/main" id="{7C8BE7DC-9C93-4AE4-849A-1438EF43DADA}"/>
                </a:ext>
              </a:extLst>
            </p:cNvPr>
            <p:cNvSpPr>
              <a:spLocks noEditPoints="1"/>
            </p:cNvSpPr>
            <p:nvPr/>
          </p:nvSpPr>
          <p:spPr bwMode="auto">
            <a:xfrm>
              <a:off x="734081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16">
              <a:extLst>
                <a:ext uri="{FF2B5EF4-FFF2-40B4-BE49-F238E27FC236}">
                  <a16:creationId xmlns:a16="http://schemas.microsoft.com/office/drawing/2014/main" id="{7A7E7F5E-396F-402D-87C2-4ECEE23A833E}"/>
                </a:ext>
              </a:extLst>
            </p:cNvPr>
            <p:cNvSpPr>
              <a:spLocks noEditPoints="1"/>
            </p:cNvSpPr>
            <p:nvPr/>
          </p:nvSpPr>
          <p:spPr bwMode="auto">
            <a:xfrm>
              <a:off x="769472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16">
              <a:extLst>
                <a:ext uri="{FF2B5EF4-FFF2-40B4-BE49-F238E27FC236}">
                  <a16:creationId xmlns:a16="http://schemas.microsoft.com/office/drawing/2014/main" id="{97EC6D43-68CC-4F32-BFB8-1B15CFBD5927}"/>
                </a:ext>
              </a:extLst>
            </p:cNvPr>
            <p:cNvSpPr>
              <a:spLocks noEditPoints="1"/>
            </p:cNvSpPr>
            <p:nvPr/>
          </p:nvSpPr>
          <p:spPr bwMode="auto">
            <a:xfrm>
              <a:off x="804862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1" name="Freeform 16">
              <a:extLst>
                <a:ext uri="{FF2B5EF4-FFF2-40B4-BE49-F238E27FC236}">
                  <a16:creationId xmlns:a16="http://schemas.microsoft.com/office/drawing/2014/main" id="{AA1D0C14-2069-4DE9-A088-6C76A61F20B1}"/>
                </a:ext>
              </a:extLst>
            </p:cNvPr>
            <p:cNvSpPr>
              <a:spLocks noEditPoints="1"/>
            </p:cNvSpPr>
            <p:nvPr/>
          </p:nvSpPr>
          <p:spPr bwMode="auto">
            <a:xfrm>
              <a:off x="840253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2" name="Freeform 16">
              <a:extLst>
                <a:ext uri="{FF2B5EF4-FFF2-40B4-BE49-F238E27FC236}">
                  <a16:creationId xmlns:a16="http://schemas.microsoft.com/office/drawing/2014/main" id="{72C3829D-1796-4F37-B8F1-5C9A26E28C99}"/>
                </a:ext>
              </a:extLst>
            </p:cNvPr>
            <p:cNvSpPr>
              <a:spLocks noEditPoints="1"/>
            </p:cNvSpPr>
            <p:nvPr/>
          </p:nvSpPr>
          <p:spPr bwMode="auto">
            <a:xfrm>
              <a:off x="875643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16">
              <a:extLst>
                <a:ext uri="{FF2B5EF4-FFF2-40B4-BE49-F238E27FC236}">
                  <a16:creationId xmlns:a16="http://schemas.microsoft.com/office/drawing/2014/main" id="{F74CEB28-F72C-46BF-955A-1DFBE9110A11}"/>
                </a:ext>
              </a:extLst>
            </p:cNvPr>
            <p:cNvSpPr>
              <a:spLocks noEditPoints="1"/>
            </p:cNvSpPr>
            <p:nvPr/>
          </p:nvSpPr>
          <p:spPr bwMode="auto">
            <a:xfrm>
              <a:off x="911034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16">
              <a:extLst>
                <a:ext uri="{FF2B5EF4-FFF2-40B4-BE49-F238E27FC236}">
                  <a16:creationId xmlns:a16="http://schemas.microsoft.com/office/drawing/2014/main" id="{7052B90E-88FE-46F1-B64B-F574689D491B}"/>
                </a:ext>
              </a:extLst>
            </p:cNvPr>
            <p:cNvSpPr>
              <a:spLocks noEditPoints="1"/>
            </p:cNvSpPr>
            <p:nvPr/>
          </p:nvSpPr>
          <p:spPr bwMode="auto">
            <a:xfrm>
              <a:off x="946425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5" name="Freeform 16">
              <a:extLst>
                <a:ext uri="{FF2B5EF4-FFF2-40B4-BE49-F238E27FC236}">
                  <a16:creationId xmlns:a16="http://schemas.microsoft.com/office/drawing/2014/main" id="{F8F128E0-3AD1-4260-A7E5-19E8751009D9}"/>
                </a:ext>
              </a:extLst>
            </p:cNvPr>
            <p:cNvSpPr>
              <a:spLocks noEditPoints="1"/>
            </p:cNvSpPr>
            <p:nvPr/>
          </p:nvSpPr>
          <p:spPr bwMode="auto">
            <a:xfrm>
              <a:off x="981815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16">
              <a:extLst>
                <a:ext uri="{FF2B5EF4-FFF2-40B4-BE49-F238E27FC236}">
                  <a16:creationId xmlns:a16="http://schemas.microsoft.com/office/drawing/2014/main" id="{969B39FA-8605-4E46-98D4-7C699D24F4C4}"/>
                </a:ext>
              </a:extLst>
            </p:cNvPr>
            <p:cNvSpPr>
              <a:spLocks noEditPoints="1"/>
            </p:cNvSpPr>
            <p:nvPr/>
          </p:nvSpPr>
          <p:spPr bwMode="auto">
            <a:xfrm>
              <a:off x="1017206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16">
              <a:extLst>
                <a:ext uri="{FF2B5EF4-FFF2-40B4-BE49-F238E27FC236}">
                  <a16:creationId xmlns:a16="http://schemas.microsoft.com/office/drawing/2014/main" id="{DD141AA4-FDDD-4DF1-A51F-34017775CB16}"/>
                </a:ext>
              </a:extLst>
            </p:cNvPr>
            <p:cNvSpPr>
              <a:spLocks noEditPoints="1"/>
            </p:cNvSpPr>
            <p:nvPr/>
          </p:nvSpPr>
          <p:spPr bwMode="auto">
            <a:xfrm>
              <a:off x="1052596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16">
              <a:extLst>
                <a:ext uri="{FF2B5EF4-FFF2-40B4-BE49-F238E27FC236}">
                  <a16:creationId xmlns:a16="http://schemas.microsoft.com/office/drawing/2014/main" id="{855CBA53-E52B-4687-96C6-EBA404B23D4F}"/>
                </a:ext>
              </a:extLst>
            </p:cNvPr>
            <p:cNvSpPr>
              <a:spLocks noEditPoints="1"/>
            </p:cNvSpPr>
            <p:nvPr/>
          </p:nvSpPr>
          <p:spPr bwMode="auto">
            <a:xfrm>
              <a:off x="10879862"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16">
              <a:extLst>
                <a:ext uri="{FF2B5EF4-FFF2-40B4-BE49-F238E27FC236}">
                  <a16:creationId xmlns:a16="http://schemas.microsoft.com/office/drawing/2014/main" id="{BA45AD96-F5AF-4075-86DE-27366EF2792C}"/>
                </a:ext>
              </a:extLst>
            </p:cNvPr>
            <p:cNvSpPr>
              <a:spLocks noEditPoints="1"/>
            </p:cNvSpPr>
            <p:nvPr/>
          </p:nvSpPr>
          <p:spPr bwMode="auto">
            <a:xfrm>
              <a:off x="-9121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0" name="Freeform 16">
              <a:extLst>
                <a:ext uri="{FF2B5EF4-FFF2-40B4-BE49-F238E27FC236}">
                  <a16:creationId xmlns:a16="http://schemas.microsoft.com/office/drawing/2014/main" id="{BB34F054-D296-4BA7-A495-E174D9BE84D6}"/>
                </a:ext>
              </a:extLst>
            </p:cNvPr>
            <p:cNvSpPr>
              <a:spLocks noEditPoints="1"/>
            </p:cNvSpPr>
            <p:nvPr/>
          </p:nvSpPr>
          <p:spPr bwMode="auto">
            <a:xfrm>
              <a:off x="26269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16">
              <a:extLst>
                <a:ext uri="{FF2B5EF4-FFF2-40B4-BE49-F238E27FC236}">
                  <a16:creationId xmlns:a16="http://schemas.microsoft.com/office/drawing/2014/main" id="{F429DE27-C226-4AA5-9816-E6376A4E2A9C}"/>
                </a:ext>
              </a:extLst>
            </p:cNvPr>
            <p:cNvSpPr>
              <a:spLocks noEditPoints="1"/>
            </p:cNvSpPr>
            <p:nvPr/>
          </p:nvSpPr>
          <p:spPr bwMode="auto">
            <a:xfrm>
              <a:off x="61660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16">
              <a:extLst>
                <a:ext uri="{FF2B5EF4-FFF2-40B4-BE49-F238E27FC236}">
                  <a16:creationId xmlns:a16="http://schemas.microsoft.com/office/drawing/2014/main" id="{EE6506CD-9CC1-4BC6-BC32-DFD6FB136AF1}"/>
                </a:ext>
              </a:extLst>
            </p:cNvPr>
            <p:cNvSpPr>
              <a:spLocks noEditPoints="1"/>
            </p:cNvSpPr>
            <p:nvPr/>
          </p:nvSpPr>
          <p:spPr bwMode="auto">
            <a:xfrm>
              <a:off x="97050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3" name="Freeform 16">
              <a:extLst>
                <a:ext uri="{FF2B5EF4-FFF2-40B4-BE49-F238E27FC236}">
                  <a16:creationId xmlns:a16="http://schemas.microsoft.com/office/drawing/2014/main" id="{B3A7E91D-34EB-4744-A1A0-13EC637748C3}"/>
                </a:ext>
              </a:extLst>
            </p:cNvPr>
            <p:cNvSpPr>
              <a:spLocks noEditPoints="1"/>
            </p:cNvSpPr>
            <p:nvPr/>
          </p:nvSpPr>
          <p:spPr bwMode="auto">
            <a:xfrm>
              <a:off x="132441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4" name="Freeform 16">
              <a:extLst>
                <a:ext uri="{FF2B5EF4-FFF2-40B4-BE49-F238E27FC236}">
                  <a16:creationId xmlns:a16="http://schemas.microsoft.com/office/drawing/2014/main" id="{65A23728-E731-4707-AC6B-35FB937AE7A4}"/>
                </a:ext>
              </a:extLst>
            </p:cNvPr>
            <p:cNvSpPr>
              <a:spLocks noEditPoints="1"/>
            </p:cNvSpPr>
            <p:nvPr/>
          </p:nvSpPr>
          <p:spPr bwMode="auto">
            <a:xfrm>
              <a:off x="167831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5" name="Freeform 16">
              <a:extLst>
                <a:ext uri="{FF2B5EF4-FFF2-40B4-BE49-F238E27FC236}">
                  <a16:creationId xmlns:a16="http://schemas.microsoft.com/office/drawing/2014/main" id="{D8983A2E-8721-4A78-B55C-FD0940B28E97}"/>
                </a:ext>
              </a:extLst>
            </p:cNvPr>
            <p:cNvSpPr>
              <a:spLocks noEditPoints="1"/>
            </p:cNvSpPr>
            <p:nvPr/>
          </p:nvSpPr>
          <p:spPr bwMode="auto">
            <a:xfrm>
              <a:off x="203222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6" name="Freeform 16">
              <a:extLst>
                <a:ext uri="{FF2B5EF4-FFF2-40B4-BE49-F238E27FC236}">
                  <a16:creationId xmlns:a16="http://schemas.microsoft.com/office/drawing/2014/main" id="{FD4BBBB1-537D-4BF3-9BCC-DB166F1B91EF}"/>
                </a:ext>
              </a:extLst>
            </p:cNvPr>
            <p:cNvSpPr>
              <a:spLocks noEditPoints="1"/>
            </p:cNvSpPr>
            <p:nvPr/>
          </p:nvSpPr>
          <p:spPr bwMode="auto">
            <a:xfrm>
              <a:off x="238613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16">
              <a:extLst>
                <a:ext uri="{FF2B5EF4-FFF2-40B4-BE49-F238E27FC236}">
                  <a16:creationId xmlns:a16="http://schemas.microsoft.com/office/drawing/2014/main" id="{AB55ADFF-1418-463B-9F69-0448C6BC5598}"/>
                </a:ext>
              </a:extLst>
            </p:cNvPr>
            <p:cNvSpPr>
              <a:spLocks noEditPoints="1"/>
            </p:cNvSpPr>
            <p:nvPr/>
          </p:nvSpPr>
          <p:spPr bwMode="auto">
            <a:xfrm>
              <a:off x="274003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16">
              <a:extLst>
                <a:ext uri="{FF2B5EF4-FFF2-40B4-BE49-F238E27FC236}">
                  <a16:creationId xmlns:a16="http://schemas.microsoft.com/office/drawing/2014/main" id="{7DB31205-26C8-4B40-84B2-A21E042869C4}"/>
                </a:ext>
              </a:extLst>
            </p:cNvPr>
            <p:cNvSpPr>
              <a:spLocks noEditPoints="1"/>
            </p:cNvSpPr>
            <p:nvPr/>
          </p:nvSpPr>
          <p:spPr bwMode="auto">
            <a:xfrm>
              <a:off x="309394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16">
              <a:extLst>
                <a:ext uri="{FF2B5EF4-FFF2-40B4-BE49-F238E27FC236}">
                  <a16:creationId xmlns:a16="http://schemas.microsoft.com/office/drawing/2014/main" id="{A55615A4-EA9A-41B6-9F9B-5608693927A9}"/>
                </a:ext>
              </a:extLst>
            </p:cNvPr>
            <p:cNvSpPr>
              <a:spLocks noEditPoints="1"/>
            </p:cNvSpPr>
            <p:nvPr/>
          </p:nvSpPr>
          <p:spPr bwMode="auto">
            <a:xfrm>
              <a:off x="344784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0" name="Freeform 16">
              <a:extLst>
                <a:ext uri="{FF2B5EF4-FFF2-40B4-BE49-F238E27FC236}">
                  <a16:creationId xmlns:a16="http://schemas.microsoft.com/office/drawing/2014/main" id="{A66AFF9B-47A8-431E-A764-E6AFD677715E}"/>
                </a:ext>
              </a:extLst>
            </p:cNvPr>
            <p:cNvSpPr>
              <a:spLocks noEditPoints="1"/>
            </p:cNvSpPr>
            <p:nvPr/>
          </p:nvSpPr>
          <p:spPr bwMode="auto">
            <a:xfrm>
              <a:off x="380175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16">
              <a:extLst>
                <a:ext uri="{FF2B5EF4-FFF2-40B4-BE49-F238E27FC236}">
                  <a16:creationId xmlns:a16="http://schemas.microsoft.com/office/drawing/2014/main" id="{BB50F388-4C4F-4B03-AD18-01111D1C59A1}"/>
                </a:ext>
              </a:extLst>
            </p:cNvPr>
            <p:cNvSpPr>
              <a:spLocks noEditPoints="1"/>
            </p:cNvSpPr>
            <p:nvPr/>
          </p:nvSpPr>
          <p:spPr bwMode="auto">
            <a:xfrm>
              <a:off x="415566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16">
              <a:extLst>
                <a:ext uri="{FF2B5EF4-FFF2-40B4-BE49-F238E27FC236}">
                  <a16:creationId xmlns:a16="http://schemas.microsoft.com/office/drawing/2014/main" id="{CF3FB584-0B0E-423F-925C-1180324EBD34}"/>
                </a:ext>
              </a:extLst>
            </p:cNvPr>
            <p:cNvSpPr>
              <a:spLocks noEditPoints="1"/>
            </p:cNvSpPr>
            <p:nvPr/>
          </p:nvSpPr>
          <p:spPr bwMode="auto">
            <a:xfrm>
              <a:off x="450956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16">
              <a:extLst>
                <a:ext uri="{FF2B5EF4-FFF2-40B4-BE49-F238E27FC236}">
                  <a16:creationId xmlns:a16="http://schemas.microsoft.com/office/drawing/2014/main" id="{ED4EC88C-3F33-4DC1-85B0-07C4415BBD45}"/>
                </a:ext>
              </a:extLst>
            </p:cNvPr>
            <p:cNvSpPr>
              <a:spLocks noEditPoints="1"/>
            </p:cNvSpPr>
            <p:nvPr/>
          </p:nvSpPr>
          <p:spPr bwMode="auto">
            <a:xfrm>
              <a:off x="486347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16">
              <a:extLst>
                <a:ext uri="{FF2B5EF4-FFF2-40B4-BE49-F238E27FC236}">
                  <a16:creationId xmlns:a16="http://schemas.microsoft.com/office/drawing/2014/main" id="{1C4B329A-FB4F-44FB-B230-B1047E59B394}"/>
                </a:ext>
              </a:extLst>
            </p:cNvPr>
            <p:cNvSpPr>
              <a:spLocks noEditPoints="1"/>
            </p:cNvSpPr>
            <p:nvPr/>
          </p:nvSpPr>
          <p:spPr bwMode="auto">
            <a:xfrm>
              <a:off x="521737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16">
              <a:extLst>
                <a:ext uri="{FF2B5EF4-FFF2-40B4-BE49-F238E27FC236}">
                  <a16:creationId xmlns:a16="http://schemas.microsoft.com/office/drawing/2014/main" id="{BE396084-F429-410A-AF78-35CDD96AF6BE}"/>
                </a:ext>
              </a:extLst>
            </p:cNvPr>
            <p:cNvSpPr>
              <a:spLocks noEditPoints="1"/>
            </p:cNvSpPr>
            <p:nvPr/>
          </p:nvSpPr>
          <p:spPr bwMode="auto">
            <a:xfrm>
              <a:off x="557128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16">
              <a:extLst>
                <a:ext uri="{FF2B5EF4-FFF2-40B4-BE49-F238E27FC236}">
                  <a16:creationId xmlns:a16="http://schemas.microsoft.com/office/drawing/2014/main" id="{6F0A9973-4361-4CB5-876A-37B001931E15}"/>
                </a:ext>
              </a:extLst>
            </p:cNvPr>
            <p:cNvSpPr>
              <a:spLocks noEditPoints="1"/>
            </p:cNvSpPr>
            <p:nvPr/>
          </p:nvSpPr>
          <p:spPr bwMode="auto">
            <a:xfrm>
              <a:off x="592519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7" name="Freeform 16">
              <a:extLst>
                <a:ext uri="{FF2B5EF4-FFF2-40B4-BE49-F238E27FC236}">
                  <a16:creationId xmlns:a16="http://schemas.microsoft.com/office/drawing/2014/main" id="{1F716BE4-ED9D-4AFC-8882-00791784384A}"/>
                </a:ext>
              </a:extLst>
            </p:cNvPr>
            <p:cNvSpPr>
              <a:spLocks noEditPoints="1"/>
            </p:cNvSpPr>
            <p:nvPr/>
          </p:nvSpPr>
          <p:spPr bwMode="auto">
            <a:xfrm>
              <a:off x="627909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8" name="Freeform 16">
              <a:extLst>
                <a:ext uri="{FF2B5EF4-FFF2-40B4-BE49-F238E27FC236}">
                  <a16:creationId xmlns:a16="http://schemas.microsoft.com/office/drawing/2014/main" id="{A3188B9A-07AD-4D67-9017-92061B138A3F}"/>
                </a:ext>
              </a:extLst>
            </p:cNvPr>
            <p:cNvSpPr>
              <a:spLocks noEditPoints="1"/>
            </p:cNvSpPr>
            <p:nvPr/>
          </p:nvSpPr>
          <p:spPr bwMode="auto">
            <a:xfrm>
              <a:off x="663300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16">
              <a:extLst>
                <a:ext uri="{FF2B5EF4-FFF2-40B4-BE49-F238E27FC236}">
                  <a16:creationId xmlns:a16="http://schemas.microsoft.com/office/drawing/2014/main" id="{DE8AD78A-ABB9-4B8E-A0F9-F7CCA2E2EF8F}"/>
                </a:ext>
              </a:extLst>
            </p:cNvPr>
            <p:cNvSpPr>
              <a:spLocks noEditPoints="1"/>
            </p:cNvSpPr>
            <p:nvPr/>
          </p:nvSpPr>
          <p:spPr bwMode="auto">
            <a:xfrm>
              <a:off x="698690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0" name="Freeform 16">
              <a:extLst>
                <a:ext uri="{FF2B5EF4-FFF2-40B4-BE49-F238E27FC236}">
                  <a16:creationId xmlns:a16="http://schemas.microsoft.com/office/drawing/2014/main" id="{02865DC5-04F0-4328-8C93-50994C40E460}"/>
                </a:ext>
              </a:extLst>
            </p:cNvPr>
            <p:cNvSpPr>
              <a:spLocks noEditPoints="1"/>
            </p:cNvSpPr>
            <p:nvPr/>
          </p:nvSpPr>
          <p:spPr bwMode="auto">
            <a:xfrm>
              <a:off x="734081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16">
              <a:extLst>
                <a:ext uri="{FF2B5EF4-FFF2-40B4-BE49-F238E27FC236}">
                  <a16:creationId xmlns:a16="http://schemas.microsoft.com/office/drawing/2014/main" id="{541DB8F0-C031-42C1-A57D-729DA2CFF352}"/>
                </a:ext>
              </a:extLst>
            </p:cNvPr>
            <p:cNvSpPr>
              <a:spLocks noEditPoints="1"/>
            </p:cNvSpPr>
            <p:nvPr/>
          </p:nvSpPr>
          <p:spPr bwMode="auto">
            <a:xfrm>
              <a:off x="769472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16">
              <a:extLst>
                <a:ext uri="{FF2B5EF4-FFF2-40B4-BE49-F238E27FC236}">
                  <a16:creationId xmlns:a16="http://schemas.microsoft.com/office/drawing/2014/main" id="{E74F6813-CEDF-4C90-9515-18F2D2808D82}"/>
                </a:ext>
              </a:extLst>
            </p:cNvPr>
            <p:cNvSpPr>
              <a:spLocks noEditPoints="1"/>
            </p:cNvSpPr>
            <p:nvPr/>
          </p:nvSpPr>
          <p:spPr bwMode="auto">
            <a:xfrm>
              <a:off x="804862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16">
              <a:extLst>
                <a:ext uri="{FF2B5EF4-FFF2-40B4-BE49-F238E27FC236}">
                  <a16:creationId xmlns:a16="http://schemas.microsoft.com/office/drawing/2014/main" id="{178439D5-98F9-4547-AA18-8F0D15FA5033}"/>
                </a:ext>
              </a:extLst>
            </p:cNvPr>
            <p:cNvSpPr>
              <a:spLocks noEditPoints="1"/>
            </p:cNvSpPr>
            <p:nvPr/>
          </p:nvSpPr>
          <p:spPr bwMode="auto">
            <a:xfrm>
              <a:off x="840253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4" name="Freeform 16">
              <a:extLst>
                <a:ext uri="{FF2B5EF4-FFF2-40B4-BE49-F238E27FC236}">
                  <a16:creationId xmlns:a16="http://schemas.microsoft.com/office/drawing/2014/main" id="{FF65ACCA-B29A-4B23-99DF-9E8988FE7762}"/>
                </a:ext>
              </a:extLst>
            </p:cNvPr>
            <p:cNvSpPr>
              <a:spLocks noEditPoints="1"/>
            </p:cNvSpPr>
            <p:nvPr/>
          </p:nvSpPr>
          <p:spPr bwMode="auto">
            <a:xfrm>
              <a:off x="875643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5" name="Freeform 16">
              <a:extLst>
                <a:ext uri="{FF2B5EF4-FFF2-40B4-BE49-F238E27FC236}">
                  <a16:creationId xmlns:a16="http://schemas.microsoft.com/office/drawing/2014/main" id="{08202144-2699-405E-B70E-10ACB625045A}"/>
                </a:ext>
              </a:extLst>
            </p:cNvPr>
            <p:cNvSpPr>
              <a:spLocks noEditPoints="1"/>
            </p:cNvSpPr>
            <p:nvPr/>
          </p:nvSpPr>
          <p:spPr bwMode="auto">
            <a:xfrm>
              <a:off x="911034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6" name="Freeform 16">
              <a:extLst>
                <a:ext uri="{FF2B5EF4-FFF2-40B4-BE49-F238E27FC236}">
                  <a16:creationId xmlns:a16="http://schemas.microsoft.com/office/drawing/2014/main" id="{8F59B94B-2422-4834-BD86-CFE3D8A53F90}"/>
                </a:ext>
              </a:extLst>
            </p:cNvPr>
            <p:cNvSpPr>
              <a:spLocks noEditPoints="1"/>
            </p:cNvSpPr>
            <p:nvPr/>
          </p:nvSpPr>
          <p:spPr bwMode="auto">
            <a:xfrm>
              <a:off x="946425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Freeform 16">
              <a:extLst>
                <a:ext uri="{FF2B5EF4-FFF2-40B4-BE49-F238E27FC236}">
                  <a16:creationId xmlns:a16="http://schemas.microsoft.com/office/drawing/2014/main" id="{C5893D12-2CAA-4072-80FB-D3E997100566}"/>
                </a:ext>
              </a:extLst>
            </p:cNvPr>
            <p:cNvSpPr>
              <a:spLocks noEditPoints="1"/>
            </p:cNvSpPr>
            <p:nvPr/>
          </p:nvSpPr>
          <p:spPr bwMode="auto">
            <a:xfrm>
              <a:off x="981815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8" name="Freeform 16">
              <a:extLst>
                <a:ext uri="{FF2B5EF4-FFF2-40B4-BE49-F238E27FC236}">
                  <a16:creationId xmlns:a16="http://schemas.microsoft.com/office/drawing/2014/main" id="{C5D33650-F7DF-4640-8624-E4A406586BE1}"/>
                </a:ext>
              </a:extLst>
            </p:cNvPr>
            <p:cNvSpPr>
              <a:spLocks noEditPoints="1"/>
            </p:cNvSpPr>
            <p:nvPr/>
          </p:nvSpPr>
          <p:spPr bwMode="auto">
            <a:xfrm>
              <a:off x="1017206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16">
              <a:extLst>
                <a:ext uri="{FF2B5EF4-FFF2-40B4-BE49-F238E27FC236}">
                  <a16:creationId xmlns:a16="http://schemas.microsoft.com/office/drawing/2014/main" id="{D8E569D6-7F89-4731-A6B8-6AFEB4544E17}"/>
                </a:ext>
              </a:extLst>
            </p:cNvPr>
            <p:cNvSpPr>
              <a:spLocks noEditPoints="1"/>
            </p:cNvSpPr>
            <p:nvPr/>
          </p:nvSpPr>
          <p:spPr bwMode="auto">
            <a:xfrm>
              <a:off x="1052596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16">
              <a:extLst>
                <a:ext uri="{FF2B5EF4-FFF2-40B4-BE49-F238E27FC236}">
                  <a16:creationId xmlns:a16="http://schemas.microsoft.com/office/drawing/2014/main" id="{80CEE136-CAF7-4993-84B3-67A0917C53FB}"/>
                </a:ext>
              </a:extLst>
            </p:cNvPr>
            <p:cNvSpPr>
              <a:spLocks noEditPoints="1"/>
            </p:cNvSpPr>
            <p:nvPr/>
          </p:nvSpPr>
          <p:spPr bwMode="auto">
            <a:xfrm>
              <a:off x="10879862"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16">
              <a:extLst>
                <a:ext uri="{FF2B5EF4-FFF2-40B4-BE49-F238E27FC236}">
                  <a16:creationId xmlns:a16="http://schemas.microsoft.com/office/drawing/2014/main" id="{FFDB2B08-42EF-46F1-9397-9A855C1A24CA}"/>
                </a:ext>
              </a:extLst>
            </p:cNvPr>
            <p:cNvSpPr>
              <a:spLocks noEditPoints="1"/>
            </p:cNvSpPr>
            <p:nvPr/>
          </p:nvSpPr>
          <p:spPr bwMode="auto">
            <a:xfrm>
              <a:off x="-9121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16">
              <a:extLst>
                <a:ext uri="{FF2B5EF4-FFF2-40B4-BE49-F238E27FC236}">
                  <a16:creationId xmlns:a16="http://schemas.microsoft.com/office/drawing/2014/main" id="{AB77A349-A09C-4B90-9A2C-EA856A8D86D5}"/>
                </a:ext>
              </a:extLst>
            </p:cNvPr>
            <p:cNvSpPr>
              <a:spLocks noEditPoints="1"/>
            </p:cNvSpPr>
            <p:nvPr/>
          </p:nvSpPr>
          <p:spPr bwMode="auto">
            <a:xfrm>
              <a:off x="26269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16">
              <a:extLst>
                <a:ext uri="{FF2B5EF4-FFF2-40B4-BE49-F238E27FC236}">
                  <a16:creationId xmlns:a16="http://schemas.microsoft.com/office/drawing/2014/main" id="{48608721-EE4A-426A-91C2-C463004F9706}"/>
                </a:ext>
              </a:extLst>
            </p:cNvPr>
            <p:cNvSpPr>
              <a:spLocks noEditPoints="1"/>
            </p:cNvSpPr>
            <p:nvPr/>
          </p:nvSpPr>
          <p:spPr bwMode="auto">
            <a:xfrm>
              <a:off x="61660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16">
              <a:extLst>
                <a:ext uri="{FF2B5EF4-FFF2-40B4-BE49-F238E27FC236}">
                  <a16:creationId xmlns:a16="http://schemas.microsoft.com/office/drawing/2014/main" id="{B927CE31-5623-45C2-9E5E-6EF014536534}"/>
                </a:ext>
              </a:extLst>
            </p:cNvPr>
            <p:cNvSpPr>
              <a:spLocks noEditPoints="1"/>
            </p:cNvSpPr>
            <p:nvPr/>
          </p:nvSpPr>
          <p:spPr bwMode="auto">
            <a:xfrm>
              <a:off x="97050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Freeform 16">
              <a:extLst>
                <a:ext uri="{FF2B5EF4-FFF2-40B4-BE49-F238E27FC236}">
                  <a16:creationId xmlns:a16="http://schemas.microsoft.com/office/drawing/2014/main" id="{664A9588-E7C2-4376-869E-12661D073ADF}"/>
                </a:ext>
              </a:extLst>
            </p:cNvPr>
            <p:cNvSpPr>
              <a:spLocks noEditPoints="1"/>
            </p:cNvSpPr>
            <p:nvPr/>
          </p:nvSpPr>
          <p:spPr bwMode="auto">
            <a:xfrm>
              <a:off x="132441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16">
              <a:extLst>
                <a:ext uri="{FF2B5EF4-FFF2-40B4-BE49-F238E27FC236}">
                  <a16:creationId xmlns:a16="http://schemas.microsoft.com/office/drawing/2014/main" id="{C07EBDA9-99B9-4FEA-8E61-CF7766C803D2}"/>
                </a:ext>
              </a:extLst>
            </p:cNvPr>
            <p:cNvSpPr>
              <a:spLocks noEditPoints="1"/>
            </p:cNvSpPr>
            <p:nvPr/>
          </p:nvSpPr>
          <p:spPr bwMode="auto">
            <a:xfrm>
              <a:off x="167831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7" name="Freeform 16">
              <a:extLst>
                <a:ext uri="{FF2B5EF4-FFF2-40B4-BE49-F238E27FC236}">
                  <a16:creationId xmlns:a16="http://schemas.microsoft.com/office/drawing/2014/main" id="{E44A3FF9-F9CA-4868-B495-9C7AAE9DDF96}"/>
                </a:ext>
              </a:extLst>
            </p:cNvPr>
            <p:cNvSpPr>
              <a:spLocks noEditPoints="1"/>
            </p:cNvSpPr>
            <p:nvPr/>
          </p:nvSpPr>
          <p:spPr bwMode="auto">
            <a:xfrm>
              <a:off x="203222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8" name="Freeform 16">
              <a:extLst>
                <a:ext uri="{FF2B5EF4-FFF2-40B4-BE49-F238E27FC236}">
                  <a16:creationId xmlns:a16="http://schemas.microsoft.com/office/drawing/2014/main" id="{CCF5D671-0529-4209-8A7C-1149C280118B}"/>
                </a:ext>
              </a:extLst>
            </p:cNvPr>
            <p:cNvSpPr>
              <a:spLocks noEditPoints="1"/>
            </p:cNvSpPr>
            <p:nvPr/>
          </p:nvSpPr>
          <p:spPr bwMode="auto">
            <a:xfrm>
              <a:off x="238613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16">
              <a:extLst>
                <a:ext uri="{FF2B5EF4-FFF2-40B4-BE49-F238E27FC236}">
                  <a16:creationId xmlns:a16="http://schemas.microsoft.com/office/drawing/2014/main" id="{DCA290DC-6B1F-40EB-A9F0-F96F5851B398}"/>
                </a:ext>
              </a:extLst>
            </p:cNvPr>
            <p:cNvSpPr>
              <a:spLocks noEditPoints="1"/>
            </p:cNvSpPr>
            <p:nvPr/>
          </p:nvSpPr>
          <p:spPr bwMode="auto">
            <a:xfrm>
              <a:off x="274003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0" name="Freeform 16">
              <a:extLst>
                <a:ext uri="{FF2B5EF4-FFF2-40B4-BE49-F238E27FC236}">
                  <a16:creationId xmlns:a16="http://schemas.microsoft.com/office/drawing/2014/main" id="{36C813C9-8C14-4372-801A-DBB3E037EEFE}"/>
                </a:ext>
              </a:extLst>
            </p:cNvPr>
            <p:cNvSpPr>
              <a:spLocks noEditPoints="1"/>
            </p:cNvSpPr>
            <p:nvPr/>
          </p:nvSpPr>
          <p:spPr bwMode="auto">
            <a:xfrm>
              <a:off x="309394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16">
              <a:extLst>
                <a:ext uri="{FF2B5EF4-FFF2-40B4-BE49-F238E27FC236}">
                  <a16:creationId xmlns:a16="http://schemas.microsoft.com/office/drawing/2014/main" id="{F253EC72-B338-4BBF-9042-C191E60067EF}"/>
                </a:ext>
              </a:extLst>
            </p:cNvPr>
            <p:cNvSpPr>
              <a:spLocks noEditPoints="1"/>
            </p:cNvSpPr>
            <p:nvPr/>
          </p:nvSpPr>
          <p:spPr bwMode="auto">
            <a:xfrm>
              <a:off x="344784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16">
              <a:extLst>
                <a:ext uri="{FF2B5EF4-FFF2-40B4-BE49-F238E27FC236}">
                  <a16:creationId xmlns:a16="http://schemas.microsoft.com/office/drawing/2014/main" id="{7B28B5DF-2DA6-4E8F-817A-C1902DCD4552}"/>
                </a:ext>
              </a:extLst>
            </p:cNvPr>
            <p:cNvSpPr>
              <a:spLocks noEditPoints="1"/>
            </p:cNvSpPr>
            <p:nvPr/>
          </p:nvSpPr>
          <p:spPr bwMode="auto">
            <a:xfrm>
              <a:off x="380175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16">
              <a:extLst>
                <a:ext uri="{FF2B5EF4-FFF2-40B4-BE49-F238E27FC236}">
                  <a16:creationId xmlns:a16="http://schemas.microsoft.com/office/drawing/2014/main" id="{09D7394F-F75D-4FED-8923-575F140FA2B8}"/>
                </a:ext>
              </a:extLst>
            </p:cNvPr>
            <p:cNvSpPr>
              <a:spLocks noEditPoints="1"/>
            </p:cNvSpPr>
            <p:nvPr/>
          </p:nvSpPr>
          <p:spPr bwMode="auto">
            <a:xfrm>
              <a:off x="415566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16">
              <a:extLst>
                <a:ext uri="{FF2B5EF4-FFF2-40B4-BE49-F238E27FC236}">
                  <a16:creationId xmlns:a16="http://schemas.microsoft.com/office/drawing/2014/main" id="{F172134A-6C32-4752-97D8-E661E6A26310}"/>
                </a:ext>
              </a:extLst>
            </p:cNvPr>
            <p:cNvSpPr>
              <a:spLocks noEditPoints="1"/>
            </p:cNvSpPr>
            <p:nvPr/>
          </p:nvSpPr>
          <p:spPr bwMode="auto">
            <a:xfrm>
              <a:off x="450956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16">
              <a:extLst>
                <a:ext uri="{FF2B5EF4-FFF2-40B4-BE49-F238E27FC236}">
                  <a16:creationId xmlns:a16="http://schemas.microsoft.com/office/drawing/2014/main" id="{6CAB8EBC-D1A2-4B27-9297-ADFA1B5C1AF7}"/>
                </a:ext>
              </a:extLst>
            </p:cNvPr>
            <p:cNvSpPr>
              <a:spLocks noEditPoints="1"/>
            </p:cNvSpPr>
            <p:nvPr/>
          </p:nvSpPr>
          <p:spPr bwMode="auto">
            <a:xfrm>
              <a:off x="486347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6" name="Freeform 16">
              <a:extLst>
                <a:ext uri="{FF2B5EF4-FFF2-40B4-BE49-F238E27FC236}">
                  <a16:creationId xmlns:a16="http://schemas.microsoft.com/office/drawing/2014/main" id="{6E5A44D5-4DED-4075-8C18-C4EE1E61AB39}"/>
                </a:ext>
              </a:extLst>
            </p:cNvPr>
            <p:cNvSpPr>
              <a:spLocks noEditPoints="1"/>
            </p:cNvSpPr>
            <p:nvPr/>
          </p:nvSpPr>
          <p:spPr bwMode="auto">
            <a:xfrm>
              <a:off x="521737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7" name="Freeform 16">
              <a:extLst>
                <a:ext uri="{FF2B5EF4-FFF2-40B4-BE49-F238E27FC236}">
                  <a16:creationId xmlns:a16="http://schemas.microsoft.com/office/drawing/2014/main" id="{47E67357-8F43-4716-AF36-C4D3FAD5776D}"/>
                </a:ext>
              </a:extLst>
            </p:cNvPr>
            <p:cNvSpPr>
              <a:spLocks noEditPoints="1"/>
            </p:cNvSpPr>
            <p:nvPr/>
          </p:nvSpPr>
          <p:spPr bwMode="auto">
            <a:xfrm>
              <a:off x="557128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16">
              <a:extLst>
                <a:ext uri="{FF2B5EF4-FFF2-40B4-BE49-F238E27FC236}">
                  <a16:creationId xmlns:a16="http://schemas.microsoft.com/office/drawing/2014/main" id="{CDB9D3D1-A9FF-4CC6-B6AD-51D73FCAE1D4}"/>
                </a:ext>
              </a:extLst>
            </p:cNvPr>
            <p:cNvSpPr>
              <a:spLocks noEditPoints="1"/>
            </p:cNvSpPr>
            <p:nvPr/>
          </p:nvSpPr>
          <p:spPr bwMode="auto">
            <a:xfrm>
              <a:off x="592519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16">
              <a:extLst>
                <a:ext uri="{FF2B5EF4-FFF2-40B4-BE49-F238E27FC236}">
                  <a16:creationId xmlns:a16="http://schemas.microsoft.com/office/drawing/2014/main" id="{B1C55A0F-DE6D-4BE9-B90E-685770171078}"/>
                </a:ext>
              </a:extLst>
            </p:cNvPr>
            <p:cNvSpPr>
              <a:spLocks noEditPoints="1"/>
            </p:cNvSpPr>
            <p:nvPr/>
          </p:nvSpPr>
          <p:spPr bwMode="auto">
            <a:xfrm>
              <a:off x="627909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16">
              <a:extLst>
                <a:ext uri="{FF2B5EF4-FFF2-40B4-BE49-F238E27FC236}">
                  <a16:creationId xmlns:a16="http://schemas.microsoft.com/office/drawing/2014/main" id="{6627EE65-8BCE-41D8-BE30-34A95B942473}"/>
                </a:ext>
              </a:extLst>
            </p:cNvPr>
            <p:cNvSpPr>
              <a:spLocks noEditPoints="1"/>
            </p:cNvSpPr>
            <p:nvPr/>
          </p:nvSpPr>
          <p:spPr bwMode="auto">
            <a:xfrm>
              <a:off x="663300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16">
              <a:extLst>
                <a:ext uri="{FF2B5EF4-FFF2-40B4-BE49-F238E27FC236}">
                  <a16:creationId xmlns:a16="http://schemas.microsoft.com/office/drawing/2014/main" id="{FA999AE1-300A-4580-A684-3752E1FB0EF1}"/>
                </a:ext>
              </a:extLst>
            </p:cNvPr>
            <p:cNvSpPr>
              <a:spLocks noEditPoints="1"/>
            </p:cNvSpPr>
            <p:nvPr/>
          </p:nvSpPr>
          <p:spPr bwMode="auto">
            <a:xfrm>
              <a:off x="698690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16">
              <a:extLst>
                <a:ext uri="{FF2B5EF4-FFF2-40B4-BE49-F238E27FC236}">
                  <a16:creationId xmlns:a16="http://schemas.microsoft.com/office/drawing/2014/main" id="{9BB492A4-E274-4551-A97A-AD8A2538EB6E}"/>
                </a:ext>
              </a:extLst>
            </p:cNvPr>
            <p:cNvSpPr>
              <a:spLocks noEditPoints="1"/>
            </p:cNvSpPr>
            <p:nvPr/>
          </p:nvSpPr>
          <p:spPr bwMode="auto">
            <a:xfrm>
              <a:off x="734081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16">
              <a:extLst>
                <a:ext uri="{FF2B5EF4-FFF2-40B4-BE49-F238E27FC236}">
                  <a16:creationId xmlns:a16="http://schemas.microsoft.com/office/drawing/2014/main" id="{CBF53111-DF01-47C3-8596-B57862E0C31E}"/>
                </a:ext>
              </a:extLst>
            </p:cNvPr>
            <p:cNvSpPr>
              <a:spLocks noEditPoints="1"/>
            </p:cNvSpPr>
            <p:nvPr/>
          </p:nvSpPr>
          <p:spPr bwMode="auto">
            <a:xfrm>
              <a:off x="769472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16">
              <a:extLst>
                <a:ext uri="{FF2B5EF4-FFF2-40B4-BE49-F238E27FC236}">
                  <a16:creationId xmlns:a16="http://schemas.microsoft.com/office/drawing/2014/main" id="{C53F7DDB-439E-47C6-90BD-B22EA9B7CDF3}"/>
                </a:ext>
              </a:extLst>
            </p:cNvPr>
            <p:cNvSpPr>
              <a:spLocks noEditPoints="1"/>
            </p:cNvSpPr>
            <p:nvPr/>
          </p:nvSpPr>
          <p:spPr bwMode="auto">
            <a:xfrm>
              <a:off x="804862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16">
              <a:extLst>
                <a:ext uri="{FF2B5EF4-FFF2-40B4-BE49-F238E27FC236}">
                  <a16:creationId xmlns:a16="http://schemas.microsoft.com/office/drawing/2014/main" id="{81E7F6E6-2542-47E1-AE43-9B182D375826}"/>
                </a:ext>
              </a:extLst>
            </p:cNvPr>
            <p:cNvSpPr>
              <a:spLocks noEditPoints="1"/>
            </p:cNvSpPr>
            <p:nvPr/>
          </p:nvSpPr>
          <p:spPr bwMode="auto">
            <a:xfrm>
              <a:off x="840253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16">
              <a:extLst>
                <a:ext uri="{FF2B5EF4-FFF2-40B4-BE49-F238E27FC236}">
                  <a16:creationId xmlns:a16="http://schemas.microsoft.com/office/drawing/2014/main" id="{E777532A-71A5-494B-820C-48C05EC74CA0}"/>
                </a:ext>
              </a:extLst>
            </p:cNvPr>
            <p:cNvSpPr>
              <a:spLocks noEditPoints="1"/>
            </p:cNvSpPr>
            <p:nvPr/>
          </p:nvSpPr>
          <p:spPr bwMode="auto">
            <a:xfrm>
              <a:off x="875643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16">
              <a:extLst>
                <a:ext uri="{FF2B5EF4-FFF2-40B4-BE49-F238E27FC236}">
                  <a16:creationId xmlns:a16="http://schemas.microsoft.com/office/drawing/2014/main" id="{70329985-9DF6-417E-8BE0-92923294554F}"/>
                </a:ext>
              </a:extLst>
            </p:cNvPr>
            <p:cNvSpPr>
              <a:spLocks noEditPoints="1"/>
            </p:cNvSpPr>
            <p:nvPr/>
          </p:nvSpPr>
          <p:spPr bwMode="auto">
            <a:xfrm>
              <a:off x="911034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16">
              <a:extLst>
                <a:ext uri="{FF2B5EF4-FFF2-40B4-BE49-F238E27FC236}">
                  <a16:creationId xmlns:a16="http://schemas.microsoft.com/office/drawing/2014/main" id="{00252936-908A-4F1A-B1D6-E291EDBA6E00}"/>
                </a:ext>
              </a:extLst>
            </p:cNvPr>
            <p:cNvSpPr>
              <a:spLocks noEditPoints="1"/>
            </p:cNvSpPr>
            <p:nvPr/>
          </p:nvSpPr>
          <p:spPr bwMode="auto">
            <a:xfrm>
              <a:off x="946425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16">
              <a:extLst>
                <a:ext uri="{FF2B5EF4-FFF2-40B4-BE49-F238E27FC236}">
                  <a16:creationId xmlns:a16="http://schemas.microsoft.com/office/drawing/2014/main" id="{1614E059-CFCA-409A-8521-5A7B0CD0E428}"/>
                </a:ext>
              </a:extLst>
            </p:cNvPr>
            <p:cNvSpPr>
              <a:spLocks noEditPoints="1"/>
            </p:cNvSpPr>
            <p:nvPr/>
          </p:nvSpPr>
          <p:spPr bwMode="auto">
            <a:xfrm>
              <a:off x="981815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16">
              <a:extLst>
                <a:ext uri="{FF2B5EF4-FFF2-40B4-BE49-F238E27FC236}">
                  <a16:creationId xmlns:a16="http://schemas.microsoft.com/office/drawing/2014/main" id="{D67A4711-AC1A-4F94-B614-DDA70F4AB3ED}"/>
                </a:ext>
              </a:extLst>
            </p:cNvPr>
            <p:cNvSpPr>
              <a:spLocks noEditPoints="1"/>
            </p:cNvSpPr>
            <p:nvPr/>
          </p:nvSpPr>
          <p:spPr bwMode="auto">
            <a:xfrm>
              <a:off x="1017206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16">
              <a:extLst>
                <a:ext uri="{FF2B5EF4-FFF2-40B4-BE49-F238E27FC236}">
                  <a16:creationId xmlns:a16="http://schemas.microsoft.com/office/drawing/2014/main" id="{7AC93D6D-B965-4CFB-82B3-C2F8189DD772}"/>
                </a:ext>
              </a:extLst>
            </p:cNvPr>
            <p:cNvSpPr>
              <a:spLocks noEditPoints="1"/>
            </p:cNvSpPr>
            <p:nvPr/>
          </p:nvSpPr>
          <p:spPr bwMode="auto">
            <a:xfrm>
              <a:off x="1052596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16">
              <a:extLst>
                <a:ext uri="{FF2B5EF4-FFF2-40B4-BE49-F238E27FC236}">
                  <a16:creationId xmlns:a16="http://schemas.microsoft.com/office/drawing/2014/main" id="{00CA144B-A572-487C-B67D-E0784F6971CB}"/>
                </a:ext>
              </a:extLst>
            </p:cNvPr>
            <p:cNvSpPr>
              <a:spLocks noEditPoints="1"/>
            </p:cNvSpPr>
            <p:nvPr/>
          </p:nvSpPr>
          <p:spPr bwMode="auto">
            <a:xfrm>
              <a:off x="10879862"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16">
              <a:extLst>
                <a:ext uri="{FF2B5EF4-FFF2-40B4-BE49-F238E27FC236}">
                  <a16:creationId xmlns:a16="http://schemas.microsoft.com/office/drawing/2014/main" id="{E1487B58-3826-42D4-A325-3E4E04785B12}"/>
                </a:ext>
              </a:extLst>
            </p:cNvPr>
            <p:cNvSpPr>
              <a:spLocks noEditPoints="1"/>
            </p:cNvSpPr>
            <p:nvPr/>
          </p:nvSpPr>
          <p:spPr bwMode="auto">
            <a:xfrm>
              <a:off x="-9121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16">
              <a:extLst>
                <a:ext uri="{FF2B5EF4-FFF2-40B4-BE49-F238E27FC236}">
                  <a16:creationId xmlns:a16="http://schemas.microsoft.com/office/drawing/2014/main" id="{3C65D50D-4B63-4F19-93C9-926E0DA6253B}"/>
                </a:ext>
              </a:extLst>
            </p:cNvPr>
            <p:cNvSpPr>
              <a:spLocks noEditPoints="1"/>
            </p:cNvSpPr>
            <p:nvPr/>
          </p:nvSpPr>
          <p:spPr bwMode="auto">
            <a:xfrm>
              <a:off x="26269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16">
              <a:extLst>
                <a:ext uri="{FF2B5EF4-FFF2-40B4-BE49-F238E27FC236}">
                  <a16:creationId xmlns:a16="http://schemas.microsoft.com/office/drawing/2014/main" id="{91A9FD33-BBFB-4EB4-B633-06A023CB6087}"/>
                </a:ext>
              </a:extLst>
            </p:cNvPr>
            <p:cNvSpPr>
              <a:spLocks noEditPoints="1"/>
            </p:cNvSpPr>
            <p:nvPr/>
          </p:nvSpPr>
          <p:spPr bwMode="auto">
            <a:xfrm>
              <a:off x="61660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16">
              <a:extLst>
                <a:ext uri="{FF2B5EF4-FFF2-40B4-BE49-F238E27FC236}">
                  <a16:creationId xmlns:a16="http://schemas.microsoft.com/office/drawing/2014/main" id="{8A25449F-C96E-43A9-BE7E-8415CB8CA956}"/>
                </a:ext>
              </a:extLst>
            </p:cNvPr>
            <p:cNvSpPr>
              <a:spLocks noEditPoints="1"/>
            </p:cNvSpPr>
            <p:nvPr/>
          </p:nvSpPr>
          <p:spPr bwMode="auto">
            <a:xfrm>
              <a:off x="97050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16">
              <a:extLst>
                <a:ext uri="{FF2B5EF4-FFF2-40B4-BE49-F238E27FC236}">
                  <a16:creationId xmlns:a16="http://schemas.microsoft.com/office/drawing/2014/main" id="{E852D294-5AE3-4C12-AE2F-1361C06DF29D}"/>
                </a:ext>
              </a:extLst>
            </p:cNvPr>
            <p:cNvSpPr>
              <a:spLocks noEditPoints="1"/>
            </p:cNvSpPr>
            <p:nvPr/>
          </p:nvSpPr>
          <p:spPr bwMode="auto">
            <a:xfrm>
              <a:off x="132441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8" name="Freeform 16">
              <a:extLst>
                <a:ext uri="{FF2B5EF4-FFF2-40B4-BE49-F238E27FC236}">
                  <a16:creationId xmlns:a16="http://schemas.microsoft.com/office/drawing/2014/main" id="{D75B22CF-07E7-4A6F-B17D-758BBE553840}"/>
                </a:ext>
              </a:extLst>
            </p:cNvPr>
            <p:cNvSpPr>
              <a:spLocks noEditPoints="1"/>
            </p:cNvSpPr>
            <p:nvPr/>
          </p:nvSpPr>
          <p:spPr bwMode="auto">
            <a:xfrm>
              <a:off x="167831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9" name="Freeform 16">
              <a:extLst>
                <a:ext uri="{FF2B5EF4-FFF2-40B4-BE49-F238E27FC236}">
                  <a16:creationId xmlns:a16="http://schemas.microsoft.com/office/drawing/2014/main" id="{45BB4DE2-44BF-43BF-9C16-259FA3450315}"/>
                </a:ext>
              </a:extLst>
            </p:cNvPr>
            <p:cNvSpPr>
              <a:spLocks noEditPoints="1"/>
            </p:cNvSpPr>
            <p:nvPr/>
          </p:nvSpPr>
          <p:spPr bwMode="auto">
            <a:xfrm>
              <a:off x="203222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0" name="Freeform 16">
              <a:extLst>
                <a:ext uri="{FF2B5EF4-FFF2-40B4-BE49-F238E27FC236}">
                  <a16:creationId xmlns:a16="http://schemas.microsoft.com/office/drawing/2014/main" id="{9082519B-328F-4D85-9648-AA99F35AF427}"/>
                </a:ext>
              </a:extLst>
            </p:cNvPr>
            <p:cNvSpPr>
              <a:spLocks noEditPoints="1"/>
            </p:cNvSpPr>
            <p:nvPr/>
          </p:nvSpPr>
          <p:spPr bwMode="auto">
            <a:xfrm>
              <a:off x="238613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16">
              <a:extLst>
                <a:ext uri="{FF2B5EF4-FFF2-40B4-BE49-F238E27FC236}">
                  <a16:creationId xmlns:a16="http://schemas.microsoft.com/office/drawing/2014/main" id="{D9C1B58C-398E-452F-88B1-1E2D056BC39E}"/>
                </a:ext>
              </a:extLst>
            </p:cNvPr>
            <p:cNvSpPr>
              <a:spLocks noEditPoints="1"/>
            </p:cNvSpPr>
            <p:nvPr/>
          </p:nvSpPr>
          <p:spPr bwMode="auto">
            <a:xfrm>
              <a:off x="274003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16">
              <a:extLst>
                <a:ext uri="{FF2B5EF4-FFF2-40B4-BE49-F238E27FC236}">
                  <a16:creationId xmlns:a16="http://schemas.microsoft.com/office/drawing/2014/main" id="{1215C438-62B6-48E8-93BD-2400CE7DCBC7}"/>
                </a:ext>
              </a:extLst>
            </p:cNvPr>
            <p:cNvSpPr>
              <a:spLocks noEditPoints="1"/>
            </p:cNvSpPr>
            <p:nvPr/>
          </p:nvSpPr>
          <p:spPr bwMode="auto">
            <a:xfrm>
              <a:off x="309394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16">
              <a:extLst>
                <a:ext uri="{FF2B5EF4-FFF2-40B4-BE49-F238E27FC236}">
                  <a16:creationId xmlns:a16="http://schemas.microsoft.com/office/drawing/2014/main" id="{74287A1C-61DC-4764-AD91-0D8AE5D32FD9}"/>
                </a:ext>
              </a:extLst>
            </p:cNvPr>
            <p:cNvSpPr>
              <a:spLocks noEditPoints="1"/>
            </p:cNvSpPr>
            <p:nvPr/>
          </p:nvSpPr>
          <p:spPr bwMode="auto">
            <a:xfrm>
              <a:off x="344784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16">
              <a:extLst>
                <a:ext uri="{FF2B5EF4-FFF2-40B4-BE49-F238E27FC236}">
                  <a16:creationId xmlns:a16="http://schemas.microsoft.com/office/drawing/2014/main" id="{935F5F69-3B06-47EE-8A58-9EFC1B83EC69}"/>
                </a:ext>
              </a:extLst>
            </p:cNvPr>
            <p:cNvSpPr>
              <a:spLocks noEditPoints="1"/>
            </p:cNvSpPr>
            <p:nvPr/>
          </p:nvSpPr>
          <p:spPr bwMode="auto">
            <a:xfrm>
              <a:off x="380175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16">
              <a:extLst>
                <a:ext uri="{FF2B5EF4-FFF2-40B4-BE49-F238E27FC236}">
                  <a16:creationId xmlns:a16="http://schemas.microsoft.com/office/drawing/2014/main" id="{1101FFF9-CF37-4721-8186-544775DE501D}"/>
                </a:ext>
              </a:extLst>
            </p:cNvPr>
            <p:cNvSpPr>
              <a:spLocks noEditPoints="1"/>
            </p:cNvSpPr>
            <p:nvPr/>
          </p:nvSpPr>
          <p:spPr bwMode="auto">
            <a:xfrm>
              <a:off x="415566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6" name="Freeform 16">
              <a:extLst>
                <a:ext uri="{FF2B5EF4-FFF2-40B4-BE49-F238E27FC236}">
                  <a16:creationId xmlns:a16="http://schemas.microsoft.com/office/drawing/2014/main" id="{DA07B02B-AB92-4E6D-BE68-38C0C55A704F}"/>
                </a:ext>
              </a:extLst>
            </p:cNvPr>
            <p:cNvSpPr>
              <a:spLocks noEditPoints="1"/>
            </p:cNvSpPr>
            <p:nvPr/>
          </p:nvSpPr>
          <p:spPr bwMode="auto">
            <a:xfrm>
              <a:off x="450956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7" name="Freeform 16">
              <a:extLst>
                <a:ext uri="{FF2B5EF4-FFF2-40B4-BE49-F238E27FC236}">
                  <a16:creationId xmlns:a16="http://schemas.microsoft.com/office/drawing/2014/main" id="{5C7F6697-9CF8-4C52-8134-856F37E69B55}"/>
                </a:ext>
              </a:extLst>
            </p:cNvPr>
            <p:cNvSpPr>
              <a:spLocks noEditPoints="1"/>
            </p:cNvSpPr>
            <p:nvPr/>
          </p:nvSpPr>
          <p:spPr bwMode="auto">
            <a:xfrm>
              <a:off x="486347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8" name="Freeform 16">
              <a:extLst>
                <a:ext uri="{FF2B5EF4-FFF2-40B4-BE49-F238E27FC236}">
                  <a16:creationId xmlns:a16="http://schemas.microsoft.com/office/drawing/2014/main" id="{71AE8640-CA8D-45ED-B293-E41C04107BB9}"/>
                </a:ext>
              </a:extLst>
            </p:cNvPr>
            <p:cNvSpPr>
              <a:spLocks noEditPoints="1"/>
            </p:cNvSpPr>
            <p:nvPr/>
          </p:nvSpPr>
          <p:spPr bwMode="auto">
            <a:xfrm>
              <a:off x="521737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Freeform 16">
              <a:extLst>
                <a:ext uri="{FF2B5EF4-FFF2-40B4-BE49-F238E27FC236}">
                  <a16:creationId xmlns:a16="http://schemas.microsoft.com/office/drawing/2014/main" id="{63C196AF-4D4C-4362-BDBF-EC89D3AF7E17}"/>
                </a:ext>
              </a:extLst>
            </p:cNvPr>
            <p:cNvSpPr>
              <a:spLocks noEditPoints="1"/>
            </p:cNvSpPr>
            <p:nvPr/>
          </p:nvSpPr>
          <p:spPr bwMode="auto">
            <a:xfrm>
              <a:off x="557128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16">
              <a:extLst>
                <a:ext uri="{FF2B5EF4-FFF2-40B4-BE49-F238E27FC236}">
                  <a16:creationId xmlns:a16="http://schemas.microsoft.com/office/drawing/2014/main" id="{ACA5D87D-1923-4B8B-9B95-C833F20B3FCA}"/>
                </a:ext>
              </a:extLst>
            </p:cNvPr>
            <p:cNvSpPr>
              <a:spLocks noEditPoints="1"/>
            </p:cNvSpPr>
            <p:nvPr/>
          </p:nvSpPr>
          <p:spPr bwMode="auto">
            <a:xfrm>
              <a:off x="592519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1" name="Freeform 16">
              <a:extLst>
                <a:ext uri="{FF2B5EF4-FFF2-40B4-BE49-F238E27FC236}">
                  <a16:creationId xmlns:a16="http://schemas.microsoft.com/office/drawing/2014/main" id="{5168EF6E-C030-46F7-940B-B2259B19D5DB}"/>
                </a:ext>
              </a:extLst>
            </p:cNvPr>
            <p:cNvSpPr>
              <a:spLocks noEditPoints="1"/>
            </p:cNvSpPr>
            <p:nvPr/>
          </p:nvSpPr>
          <p:spPr bwMode="auto">
            <a:xfrm>
              <a:off x="627909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16">
              <a:extLst>
                <a:ext uri="{FF2B5EF4-FFF2-40B4-BE49-F238E27FC236}">
                  <a16:creationId xmlns:a16="http://schemas.microsoft.com/office/drawing/2014/main" id="{A141EFDE-9FF6-4BED-B3E7-F887DDD96035}"/>
                </a:ext>
              </a:extLst>
            </p:cNvPr>
            <p:cNvSpPr>
              <a:spLocks noEditPoints="1"/>
            </p:cNvSpPr>
            <p:nvPr/>
          </p:nvSpPr>
          <p:spPr bwMode="auto">
            <a:xfrm>
              <a:off x="663300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3" name="Freeform 16">
              <a:extLst>
                <a:ext uri="{FF2B5EF4-FFF2-40B4-BE49-F238E27FC236}">
                  <a16:creationId xmlns:a16="http://schemas.microsoft.com/office/drawing/2014/main" id="{F1BD7350-6598-41F6-9255-7CC3E3138875}"/>
                </a:ext>
              </a:extLst>
            </p:cNvPr>
            <p:cNvSpPr>
              <a:spLocks noEditPoints="1"/>
            </p:cNvSpPr>
            <p:nvPr/>
          </p:nvSpPr>
          <p:spPr bwMode="auto">
            <a:xfrm>
              <a:off x="698690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4" name="Freeform 16">
              <a:extLst>
                <a:ext uri="{FF2B5EF4-FFF2-40B4-BE49-F238E27FC236}">
                  <a16:creationId xmlns:a16="http://schemas.microsoft.com/office/drawing/2014/main" id="{22AC9D57-87D8-4EB4-9431-D6A909D9B344}"/>
                </a:ext>
              </a:extLst>
            </p:cNvPr>
            <p:cNvSpPr>
              <a:spLocks noEditPoints="1"/>
            </p:cNvSpPr>
            <p:nvPr/>
          </p:nvSpPr>
          <p:spPr bwMode="auto">
            <a:xfrm>
              <a:off x="734081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16">
              <a:extLst>
                <a:ext uri="{FF2B5EF4-FFF2-40B4-BE49-F238E27FC236}">
                  <a16:creationId xmlns:a16="http://schemas.microsoft.com/office/drawing/2014/main" id="{5E5F28C9-581C-4582-AFD5-64DAF5C058C8}"/>
                </a:ext>
              </a:extLst>
            </p:cNvPr>
            <p:cNvSpPr>
              <a:spLocks noEditPoints="1"/>
            </p:cNvSpPr>
            <p:nvPr/>
          </p:nvSpPr>
          <p:spPr bwMode="auto">
            <a:xfrm>
              <a:off x="769472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16">
              <a:extLst>
                <a:ext uri="{FF2B5EF4-FFF2-40B4-BE49-F238E27FC236}">
                  <a16:creationId xmlns:a16="http://schemas.microsoft.com/office/drawing/2014/main" id="{A3946BBE-EEEB-45AB-8953-28E740687DEF}"/>
                </a:ext>
              </a:extLst>
            </p:cNvPr>
            <p:cNvSpPr>
              <a:spLocks noEditPoints="1"/>
            </p:cNvSpPr>
            <p:nvPr/>
          </p:nvSpPr>
          <p:spPr bwMode="auto">
            <a:xfrm>
              <a:off x="804862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16">
              <a:extLst>
                <a:ext uri="{FF2B5EF4-FFF2-40B4-BE49-F238E27FC236}">
                  <a16:creationId xmlns:a16="http://schemas.microsoft.com/office/drawing/2014/main" id="{6CBC4E02-AAC1-4F30-A6A1-640557D976C5}"/>
                </a:ext>
              </a:extLst>
            </p:cNvPr>
            <p:cNvSpPr>
              <a:spLocks noEditPoints="1"/>
            </p:cNvSpPr>
            <p:nvPr/>
          </p:nvSpPr>
          <p:spPr bwMode="auto">
            <a:xfrm>
              <a:off x="840253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8" name="Freeform 16">
              <a:extLst>
                <a:ext uri="{FF2B5EF4-FFF2-40B4-BE49-F238E27FC236}">
                  <a16:creationId xmlns:a16="http://schemas.microsoft.com/office/drawing/2014/main" id="{B048D2CD-AC09-4285-A6D5-6EA03B390362}"/>
                </a:ext>
              </a:extLst>
            </p:cNvPr>
            <p:cNvSpPr>
              <a:spLocks noEditPoints="1"/>
            </p:cNvSpPr>
            <p:nvPr/>
          </p:nvSpPr>
          <p:spPr bwMode="auto">
            <a:xfrm>
              <a:off x="875643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9" name="Freeform 16">
              <a:extLst>
                <a:ext uri="{FF2B5EF4-FFF2-40B4-BE49-F238E27FC236}">
                  <a16:creationId xmlns:a16="http://schemas.microsoft.com/office/drawing/2014/main" id="{15EF59CC-EAE4-472E-9711-C258CA656229}"/>
                </a:ext>
              </a:extLst>
            </p:cNvPr>
            <p:cNvSpPr>
              <a:spLocks noEditPoints="1"/>
            </p:cNvSpPr>
            <p:nvPr/>
          </p:nvSpPr>
          <p:spPr bwMode="auto">
            <a:xfrm>
              <a:off x="911034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16">
              <a:extLst>
                <a:ext uri="{FF2B5EF4-FFF2-40B4-BE49-F238E27FC236}">
                  <a16:creationId xmlns:a16="http://schemas.microsoft.com/office/drawing/2014/main" id="{0C37583E-F9BD-44A9-BE2D-5885FBF11A0D}"/>
                </a:ext>
              </a:extLst>
            </p:cNvPr>
            <p:cNvSpPr>
              <a:spLocks noEditPoints="1"/>
            </p:cNvSpPr>
            <p:nvPr/>
          </p:nvSpPr>
          <p:spPr bwMode="auto">
            <a:xfrm>
              <a:off x="946425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1" name="Freeform 16">
              <a:extLst>
                <a:ext uri="{FF2B5EF4-FFF2-40B4-BE49-F238E27FC236}">
                  <a16:creationId xmlns:a16="http://schemas.microsoft.com/office/drawing/2014/main" id="{C8F816AA-7759-4D40-8B9F-93CE389699BC}"/>
                </a:ext>
              </a:extLst>
            </p:cNvPr>
            <p:cNvSpPr>
              <a:spLocks noEditPoints="1"/>
            </p:cNvSpPr>
            <p:nvPr/>
          </p:nvSpPr>
          <p:spPr bwMode="auto">
            <a:xfrm>
              <a:off x="981815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2" name="Freeform 16">
              <a:extLst>
                <a:ext uri="{FF2B5EF4-FFF2-40B4-BE49-F238E27FC236}">
                  <a16:creationId xmlns:a16="http://schemas.microsoft.com/office/drawing/2014/main" id="{B65B9489-7839-490A-B77D-E0E3DFA52E40}"/>
                </a:ext>
              </a:extLst>
            </p:cNvPr>
            <p:cNvSpPr>
              <a:spLocks noEditPoints="1"/>
            </p:cNvSpPr>
            <p:nvPr/>
          </p:nvSpPr>
          <p:spPr bwMode="auto">
            <a:xfrm>
              <a:off x="1017206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3" name="Freeform 16">
              <a:extLst>
                <a:ext uri="{FF2B5EF4-FFF2-40B4-BE49-F238E27FC236}">
                  <a16:creationId xmlns:a16="http://schemas.microsoft.com/office/drawing/2014/main" id="{BECB7B9E-23EE-46B4-90EA-B68B9533FE1F}"/>
                </a:ext>
              </a:extLst>
            </p:cNvPr>
            <p:cNvSpPr>
              <a:spLocks noEditPoints="1"/>
            </p:cNvSpPr>
            <p:nvPr/>
          </p:nvSpPr>
          <p:spPr bwMode="auto">
            <a:xfrm>
              <a:off x="1052596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16">
              <a:extLst>
                <a:ext uri="{FF2B5EF4-FFF2-40B4-BE49-F238E27FC236}">
                  <a16:creationId xmlns:a16="http://schemas.microsoft.com/office/drawing/2014/main" id="{37F81689-425B-4586-BA28-A52EA6461BD3}"/>
                </a:ext>
              </a:extLst>
            </p:cNvPr>
            <p:cNvSpPr>
              <a:spLocks noEditPoints="1"/>
            </p:cNvSpPr>
            <p:nvPr/>
          </p:nvSpPr>
          <p:spPr bwMode="auto">
            <a:xfrm>
              <a:off x="10879862"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5" name="Freeform 16">
              <a:extLst>
                <a:ext uri="{FF2B5EF4-FFF2-40B4-BE49-F238E27FC236}">
                  <a16:creationId xmlns:a16="http://schemas.microsoft.com/office/drawing/2014/main" id="{F4E46C55-E55C-4DB9-84CB-12BA4E8360B2}"/>
                </a:ext>
              </a:extLst>
            </p:cNvPr>
            <p:cNvSpPr>
              <a:spLocks noEditPoints="1"/>
            </p:cNvSpPr>
            <p:nvPr/>
          </p:nvSpPr>
          <p:spPr bwMode="auto">
            <a:xfrm>
              <a:off x="-9121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6" name="AutoShape 3">
              <a:extLst>
                <a:ext uri="{FF2B5EF4-FFF2-40B4-BE49-F238E27FC236}">
                  <a16:creationId xmlns:a16="http://schemas.microsoft.com/office/drawing/2014/main" id="{9F7F7C91-FA75-4191-AB66-8DE3A6C2C917}"/>
                </a:ext>
              </a:extLst>
            </p:cNvPr>
            <p:cNvSpPr>
              <a:spLocks noChangeAspect="1" noChangeArrowheads="1" noTextEdit="1"/>
            </p:cNvSpPr>
            <p:nvPr/>
          </p:nvSpPr>
          <p:spPr bwMode="auto">
            <a:xfrm>
              <a:off x="9912350" y="127000"/>
              <a:ext cx="40005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267" name="Group 266">
              <a:extLst>
                <a:ext uri="{FF2B5EF4-FFF2-40B4-BE49-F238E27FC236}">
                  <a16:creationId xmlns:a16="http://schemas.microsoft.com/office/drawing/2014/main" id="{B79D6001-5C23-4D4D-89FC-00A862D67E58}"/>
                </a:ext>
              </a:extLst>
            </p:cNvPr>
            <p:cNvGrpSpPr/>
            <p:nvPr/>
          </p:nvGrpSpPr>
          <p:grpSpPr>
            <a:xfrm>
              <a:off x="-664463" y="1060450"/>
              <a:ext cx="2884436" cy="4051302"/>
              <a:chOff x="-831850" y="581026"/>
              <a:chExt cx="3567113" cy="5010150"/>
            </a:xfrm>
          </p:grpSpPr>
          <p:sp>
            <p:nvSpPr>
              <p:cNvPr id="272" name="Freeform 10">
                <a:extLst>
                  <a:ext uri="{FF2B5EF4-FFF2-40B4-BE49-F238E27FC236}">
                    <a16:creationId xmlns:a16="http://schemas.microsoft.com/office/drawing/2014/main" id="{93E9F37A-6F37-4C9E-8DC1-2BE2587463EB}"/>
                  </a:ext>
                </a:extLst>
              </p:cNvPr>
              <p:cNvSpPr>
                <a:spLocks/>
              </p:cNvSpPr>
              <p:nvPr/>
            </p:nvSpPr>
            <p:spPr bwMode="auto">
              <a:xfrm>
                <a:off x="-831850" y="2471738"/>
                <a:ext cx="3567113" cy="3119438"/>
              </a:xfrm>
              <a:custGeom>
                <a:avLst/>
                <a:gdLst>
                  <a:gd name="T0" fmla="*/ 434 w 464"/>
                  <a:gd name="T1" fmla="*/ 406 h 406"/>
                  <a:gd name="T2" fmla="*/ 30 w 464"/>
                  <a:gd name="T3" fmla="*/ 406 h 406"/>
                  <a:gd name="T4" fmla="*/ 0 w 464"/>
                  <a:gd name="T5" fmla="*/ 376 h 406"/>
                  <a:gd name="T6" fmla="*/ 0 w 464"/>
                  <a:gd name="T7" fmla="*/ 30 h 406"/>
                  <a:gd name="T8" fmla="*/ 30 w 464"/>
                  <a:gd name="T9" fmla="*/ 0 h 406"/>
                  <a:gd name="T10" fmla="*/ 434 w 464"/>
                  <a:gd name="T11" fmla="*/ 0 h 406"/>
                  <a:gd name="T12" fmla="*/ 464 w 464"/>
                  <a:gd name="T13" fmla="*/ 30 h 406"/>
                  <a:gd name="T14" fmla="*/ 464 w 464"/>
                  <a:gd name="T15" fmla="*/ 376 h 406"/>
                  <a:gd name="T16" fmla="*/ 434 w 464"/>
                  <a:gd name="T17"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4" h="406">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3" name="Freeform 11">
                <a:extLst>
                  <a:ext uri="{FF2B5EF4-FFF2-40B4-BE49-F238E27FC236}">
                    <a16:creationId xmlns:a16="http://schemas.microsoft.com/office/drawing/2014/main" id="{9622CA32-E887-4015-BE52-CE59C58A50BC}"/>
                  </a:ext>
                </a:extLst>
              </p:cNvPr>
              <p:cNvSpPr>
                <a:spLocks/>
              </p:cNvSpPr>
              <p:nvPr/>
            </p:nvSpPr>
            <p:spPr bwMode="auto">
              <a:xfrm>
                <a:off x="490538" y="3262313"/>
                <a:ext cx="914400" cy="1590675"/>
              </a:xfrm>
              <a:custGeom>
                <a:avLst/>
                <a:gdLst>
                  <a:gd name="T0" fmla="*/ 119 w 119"/>
                  <a:gd name="T1" fmla="*/ 60 h 207"/>
                  <a:gd name="T2" fmla="*/ 60 w 119"/>
                  <a:gd name="T3" fmla="*/ 0 h 207"/>
                  <a:gd name="T4" fmla="*/ 0 w 119"/>
                  <a:gd name="T5" fmla="*/ 60 h 207"/>
                  <a:gd name="T6" fmla="*/ 30 w 119"/>
                  <a:gd name="T7" fmla="*/ 112 h 207"/>
                  <a:gd name="T8" fmla="*/ 11 w 119"/>
                  <a:gd name="T9" fmla="*/ 207 h 207"/>
                  <a:gd name="T10" fmla="*/ 108 w 119"/>
                  <a:gd name="T11" fmla="*/ 207 h 207"/>
                  <a:gd name="T12" fmla="*/ 89 w 119"/>
                  <a:gd name="T13" fmla="*/ 112 h 207"/>
                  <a:gd name="T14" fmla="*/ 119 w 119"/>
                  <a:gd name="T15" fmla="*/ 60 h 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07">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a:solidFill>
                  <a:srgbClr val="C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12">
                <a:extLst>
                  <a:ext uri="{FF2B5EF4-FFF2-40B4-BE49-F238E27FC236}">
                    <a16:creationId xmlns:a16="http://schemas.microsoft.com/office/drawing/2014/main" id="{15857072-129D-4B83-AEDA-E98AD3A5AEF2}"/>
                  </a:ext>
                </a:extLst>
              </p:cNvPr>
              <p:cNvSpPr>
                <a:spLocks/>
              </p:cNvSpPr>
              <p:nvPr/>
            </p:nvSpPr>
            <p:spPr bwMode="auto">
              <a:xfrm>
                <a:off x="-239713" y="581026"/>
                <a:ext cx="2382838" cy="1958975"/>
              </a:xfrm>
              <a:custGeom>
                <a:avLst/>
                <a:gdLst>
                  <a:gd name="T0" fmla="*/ 0 w 310"/>
                  <a:gd name="T1" fmla="*/ 253 h 255"/>
                  <a:gd name="T2" fmla="*/ 0 w 310"/>
                  <a:gd name="T3" fmla="*/ 155 h 255"/>
                  <a:gd name="T4" fmla="*/ 155 w 310"/>
                  <a:gd name="T5" fmla="*/ 0 h 255"/>
                  <a:gd name="T6" fmla="*/ 310 w 310"/>
                  <a:gd name="T7" fmla="*/ 155 h 255"/>
                  <a:gd name="T8" fmla="*/ 310 w 310"/>
                  <a:gd name="T9" fmla="*/ 255 h 255"/>
                </a:gdLst>
                <a:ahLst/>
                <a:cxnLst>
                  <a:cxn ang="0">
                    <a:pos x="T0" y="T1"/>
                  </a:cxn>
                  <a:cxn ang="0">
                    <a:pos x="T2" y="T3"/>
                  </a:cxn>
                  <a:cxn ang="0">
                    <a:pos x="T4" y="T5"/>
                  </a:cxn>
                  <a:cxn ang="0">
                    <a:pos x="T6" y="T7"/>
                  </a:cxn>
                  <a:cxn ang="0">
                    <a:pos x="T8" y="T9"/>
                  </a:cxn>
                </a:cxnLst>
                <a:rect l="0" t="0" r="r" b="b"/>
                <a:pathLst>
                  <a:path w="310" h="255">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68" name="Rectangle 267">
              <a:extLst>
                <a:ext uri="{FF2B5EF4-FFF2-40B4-BE49-F238E27FC236}">
                  <a16:creationId xmlns:a16="http://schemas.microsoft.com/office/drawing/2014/main" id="{395FD607-A9EB-4369-8C8B-71A1A9564207}"/>
                </a:ext>
              </a:extLst>
            </p:cNvPr>
            <p:cNvSpPr/>
            <p:nvPr/>
          </p:nvSpPr>
          <p:spPr>
            <a:xfrm>
              <a:off x="-1327308"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5CCAC69A-2B74-4981-825D-C3244AD95072}"/>
                </a:ext>
              </a:extLst>
            </p:cNvPr>
            <p:cNvSpPr/>
            <p:nvPr/>
          </p:nvSpPr>
          <p:spPr>
            <a:xfrm>
              <a:off x="10973671"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660DB5A1-D3C7-4B82-A883-81AAAD318502}"/>
                </a:ext>
              </a:extLst>
            </p:cNvPr>
            <p:cNvSpPr/>
            <p:nvPr/>
          </p:nvSpPr>
          <p:spPr>
            <a:xfrm rot="16200000">
              <a:off x="5129275" y="-5934192"/>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02F05F0F-A34E-4FE9-AFF6-B23AF6C59A1F}"/>
                </a:ext>
              </a:extLst>
            </p:cNvPr>
            <p:cNvSpPr/>
            <p:nvPr/>
          </p:nvSpPr>
          <p:spPr>
            <a:xfrm rot="16200000">
              <a:off x="5129270" y="643723"/>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2862072" y="3767328"/>
            <a:ext cx="7461504" cy="590931"/>
          </a:xfrm>
        </p:spPr>
        <p:txBody>
          <a:bodyPr/>
          <a:lstStyle>
            <a:lvl1pPr algn="l">
              <a:defRPr sz="2800">
                <a:solidFill>
                  <a:schemeClr val="tx1"/>
                </a:solidFill>
              </a:defRPr>
            </a:lvl1pPr>
          </a:lstStyle>
          <a:p>
            <a:r>
              <a:rPr lang="en-US"/>
              <a:t>Click to edit Master title style</a:t>
            </a:r>
            <a:endParaRPr lang="en-US" dirty="0"/>
          </a:p>
        </p:txBody>
      </p:sp>
      <p:sp>
        <p:nvSpPr>
          <p:cNvPr id="5" name="Text Placeholder 4"/>
          <p:cNvSpPr>
            <a:spLocks noGrp="1"/>
          </p:cNvSpPr>
          <p:nvPr>
            <p:ph type="body" sz="quarter" idx="10"/>
          </p:nvPr>
        </p:nvSpPr>
        <p:spPr>
          <a:xfrm>
            <a:off x="2862072" y="4361688"/>
            <a:ext cx="7461504" cy="525463"/>
          </a:xfrm>
        </p:spPr>
        <p:txBody>
          <a:bodyPr/>
          <a:lstStyle>
            <a:lvl1pPr marL="0" indent="0" algn="l">
              <a:buFontTx/>
              <a:buNone/>
              <a:defRPr sz="2400" b="0">
                <a:solidFill>
                  <a:schemeClr val="tx1"/>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3321559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63853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Rectangle 2"/>
          <p:cNvSpPr/>
          <p:nvPr/>
        </p:nvSpPr>
        <p:spPr>
          <a:xfrm>
            <a:off x="0" y="0"/>
            <a:ext cx="10972800" cy="55979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87410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p:nvSpPr>
        <p:spPr>
          <a:xfrm>
            <a:off x="0" y="0"/>
            <a:ext cx="10972800" cy="57050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169473"/>
            <a:ext cx="9976104" cy="535531"/>
          </a:xfrm>
        </p:spPr>
        <p:txBody>
          <a:bodyPr anchor="ctr"/>
          <a:lstStyle>
            <a:lvl1pPr algn="ctr">
              <a:defRPr sz="2800">
                <a:solidFill>
                  <a:schemeClr val="bg1"/>
                </a:solidFill>
              </a:defRPr>
            </a:lvl1pPr>
          </a:lstStyle>
          <a:p>
            <a:r>
              <a:rPr lang="en-US"/>
              <a:t>Click to edit Master title style</a:t>
            </a:r>
            <a:endParaRPr lang="en-US" dirty="0"/>
          </a:p>
        </p:txBody>
      </p:sp>
      <p:sp>
        <p:nvSpPr>
          <p:cNvPr id="5" name="Rectangle 4">
            <a:extLst>
              <a:ext uri="{FF2B5EF4-FFF2-40B4-BE49-F238E27FC236}">
                <a16:creationId xmlns:a16="http://schemas.microsoft.com/office/drawing/2014/main" id="{B05EEB69-C51E-4B27-B8D0-CAF14DF83205}"/>
              </a:ext>
            </a:extLst>
          </p:cNvPr>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36941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Picture 2" descr="A close up of an object  Description automatically generated">
            <a:extLst>
              <a:ext uri="{FF2B5EF4-FFF2-40B4-BE49-F238E27FC236}">
                <a16:creationId xmlns:a16="http://schemas.microsoft.com/office/drawing/2014/main" id="{DB5BC97F-BE1C-4CC1-A0F8-EF37ABD2FDB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spTree>
    <p:extLst>
      <p:ext uri="{BB962C8B-B14F-4D97-AF65-F5344CB8AC3E}">
        <p14:creationId xmlns:p14="http://schemas.microsoft.com/office/powerpoint/2010/main" val="39444377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Title, Subtitle, and Content" preserve="1">
  <p:cSld name="1_Title, Subtitle, and Conten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498348" y="661226"/>
            <a:ext cx="9976104" cy="590931"/>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30" name="Google Shape;30;p4"/>
          <p:cNvSpPr txBox="1">
            <a:spLocks noGrp="1"/>
          </p:cNvSpPr>
          <p:nvPr>
            <p:ph type="body" idx="1"/>
          </p:nvPr>
        </p:nvSpPr>
        <p:spPr>
          <a:xfrm>
            <a:off x="516750" y="2103036"/>
            <a:ext cx="9976104" cy="3596786"/>
          </a:xfrm>
          <a:prstGeom prst="rect">
            <a:avLst/>
          </a:prstGeom>
          <a:noFill/>
          <a:ln>
            <a:noFill/>
          </a:ln>
        </p:spPr>
        <p:txBody>
          <a:bodyPr spcFirstLastPara="1" wrap="square" lIns="91425" tIns="91425" rIns="91425" bIns="91425" anchor="t" anchorCtr="0"/>
          <a:lstStyle>
            <a:lvl1pPr marL="457200" marR="0" lvl="0" indent="-355600" algn="l" rtl="0">
              <a:lnSpc>
                <a:spcPct val="90000"/>
              </a:lnSpc>
              <a:spcBef>
                <a:spcPts val="900"/>
              </a:spcBef>
              <a:spcAft>
                <a:spcPts val="0"/>
              </a:spcAft>
              <a:buClr>
                <a:schemeClr val="dk1"/>
              </a:buClr>
              <a:buSzPts val="2000"/>
              <a:buFont typeface="Trebuchet MS"/>
              <a:buChar char="—"/>
              <a:defRPr sz="2000" b="0" i="0" u="none" strike="noStrike" cap="none">
                <a:solidFill>
                  <a:schemeClr val="dk2"/>
                </a:solidFill>
                <a:latin typeface="Trebuchet MS"/>
                <a:ea typeface="Trebuchet MS"/>
                <a:cs typeface="Trebuchet MS"/>
                <a:sym typeface="Trebuchet MS"/>
              </a:defRPr>
            </a:lvl1pPr>
            <a:lvl2pPr marL="914400" marR="0" lvl="1" indent="-342900" algn="l" rtl="0">
              <a:lnSpc>
                <a:spcPct val="90000"/>
              </a:lnSpc>
              <a:spcBef>
                <a:spcPts val="900"/>
              </a:spcBef>
              <a:spcAft>
                <a:spcPts val="0"/>
              </a:spcAft>
              <a:buClr>
                <a:schemeClr val="dk1"/>
              </a:buClr>
              <a:buSzPts val="1800"/>
              <a:buFont typeface="Trebuchet MS"/>
              <a:buChar char="—"/>
              <a:defRPr sz="1800" b="0" i="0" u="none" strike="noStrike" cap="none">
                <a:solidFill>
                  <a:schemeClr val="dk2"/>
                </a:solidFill>
                <a:latin typeface="Trebuchet MS"/>
                <a:ea typeface="Trebuchet MS"/>
                <a:cs typeface="Trebuchet MS"/>
                <a:sym typeface="Trebuchet MS"/>
              </a:defRPr>
            </a:lvl2pPr>
            <a:lvl3pPr marL="1371600" marR="0" lvl="2" indent="-330200" algn="l" rtl="0">
              <a:lnSpc>
                <a:spcPct val="90000"/>
              </a:lnSpc>
              <a:spcBef>
                <a:spcPts val="900"/>
              </a:spcBef>
              <a:spcAft>
                <a:spcPts val="0"/>
              </a:spcAft>
              <a:buClr>
                <a:schemeClr val="dk1"/>
              </a:buClr>
              <a:buSzPts val="1600"/>
              <a:buFont typeface="Trebuchet MS"/>
              <a:buChar char="—"/>
              <a:defRPr sz="16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31" name="Google Shape;31;p4"/>
          <p:cNvSpPr txBox="1">
            <a:spLocks noGrp="1"/>
          </p:cNvSpPr>
          <p:nvPr>
            <p:ph type="body" idx="2"/>
          </p:nvPr>
        </p:nvSpPr>
        <p:spPr>
          <a:xfrm>
            <a:off x="498348" y="1183333"/>
            <a:ext cx="9976104" cy="525463"/>
          </a:xfrm>
          <a:prstGeom prst="rect">
            <a:avLst/>
          </a:prstGeom>
          <a:noFill/>
          <a:ln>
            <a:noFill/>
          </a:ln>
        </p:spPr>
        <p:txBody>
          <a:bodyPr spcFirstLastPara="1" wrap="square" lIns="91425" tIns="91425" rIns="91425" bIns="91425" anchor="t" anchorCtr="0"/>
          <a:lstStyle>
            <a:lvl1pPr marL="457200" marR="0" lvl="0" indent="-228600" algn="ctr" rtl="0">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56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32" name="Google Shape;32;p4"/>
          <p:cNvSpPr txBox="1">
            <a:spLocks noGrp="1"/>
          </p:cNvSpPr>
          <p:nvPr>
            <p:ph type="sldNum" idx="12"/>
          </p:nvPr>
        </p:nvSpPr>
        <p:spPr>
          <a:xfrm>
            <a:off x="10268141" y="5699821"/>
            <a:ext cx="658500" cy="472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432805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10_Title Slide - Images">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9" name="Rectangle 8">
            <a:extLst>
              <a:ext uri="{FF2B5EF4-FFF2-40B4-BE49-F238E27FC236}">
                <a16:creationId xmlns:a16="http://schemas.microsoft.com/office/drawing/2014/main" id="{DA649158-47CE-48EE-8573-A982767AD701}"/>
              </a:ext>
            </a:extLst>
          </p:cNvPr>
          <p:cNvSpPr/>
          <p:nvPr/>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A9FFCD0-CFA5-4BC7-BCE6-3E925540985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8740" y="2648250"/>
            <a:ext cx="2015928" cy="706351"/>
          </a:xfrm>
          <a:prstGeom prst="rect">
            <a:avLst/>
          </a:prstGeom>
        </p:spPr>
      </p:pic>
      <p:sp>
        <p:nvSpPr>
          <p:cNvPr id="11" name="Rectangle 4"/>
          <p:cNvSpPr>
            <a:spLocks noGrp="1" noChangeArrowheads="1"/>
          </p:cNvSpPr>
          <p:nvPr>
            <p:ph type="subTitle" idx="1"/>
          </p:nvPr>
        </p:nvSpPr>
        <p:spPr>
          <a:xfrm>
            <a:off x="520850" y="1787097"/>
            <a:ext cx="8700706" cy="341632"/>
          </a:xfrm>
        </p:spPr>
        <p:txBody>
          <a:bodyPr wrap="square" anchor="t">
            <a:spAutoFit/>
          </a:bodyPr>
          <a:lstStyle>
            <a:lvl1pPr marL="0" indent="0" algn="l">
              <a:lnSpc>
                <a:spcPct val="90000"/>
              </a:lnSpc>
              <a:spcBef>
                <a:spcPts val="600"/>
              </a:spcBef>
              <a:spcAft>
                <a:spcPts val="300"/>
              </a:spcAft>
              <a:buFontTx/>
              <a:buNone/>
              <a:defRPr sz="1800" b="0">
                <a:solidFill>
                  <a:schemeClr val="bg2">
                    <a:lumMod val="50000"/>
                  </a:schemeClr>
                </a:solidFill>
                <a:latin typeface="Trebuchet MS" pitchFamily="34" charset="0"/>
              </a:defRPr>
            </a:lvl1pPr>
          </a:lstStyle>
          <a:p>
            <a:r>
              <a:rPr lang="en-US"/>
              <a:t>Click to edit Master subtitle style</a:t>
            </a:r>
          </a:p>
        </p:txBody>
      </p:sp>
      <p:sp>
        <p:nvSpPr>
          <p:cNvPr id="305" name="Title 304"/>
          <p:cNvSpPr>
            <a:spLocks noGrp="1"/>
          </p:cNvSpPr>
          <p:nvPr>
            <p:ph type="title" hasCustomPrompt="1"/>
          </p:nvPr>
        </p:nvSpPr>
        <p:spPr>
          <a:xfrm>
            <a:off x="481662" y="839286"/>
            <a:ext cx="8739340" cy="982855"/>
          </a:xfrm>
        </p:spPr>
        <p:txBody>
          <a:bodyPr anchor="b">
            <a:noAutofit/>
          </a:bodyPr>
          <a:lstStyle>
            <a:lvl1pPr algn="l">
              <a:lnSpc>
                <a:spcPct val="90000"/>
              </a:lnSpc>
              <a:spcBef>
                <a:spcPts val="0"/>
              </a:spcBef>
              <a:defRPr sz="4600" b="1" cap="all" baseline="0">
                <a:solidFill>
                  <a:schemeClr val="tx2"/>
                </a:solidFill>
                <a:latin typeface="Trebuchet MS" panose="020B0603020202020204" pitchFamily="34" charset="0"/>
              </a:defRPr>
            </a:lvl1pPr>
          </a:lstStyle>
          <a:p>
            <a:r>
              <a:rPr lang="en-US"/>
              <a:t>CLICK TO EDIT MASTER TITLE STYLE</a:t>
            </a:r>
          </a:p>
        </p:txBody>
      </p:sp>
    </p:spTree>
    <p:extLst>
      <p:ext uri="{BB962C8B-B14F-4D97-AF65-F5344CB8AC3E}">
        <p14:creationId xmlns:p14="http://schemas.microsoft.com/office/powerpoint/2010/main" val="16705958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ransition - Gree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764AE4-97B7-4C45-A0D0-BEE3BA17B70F}"/>
              </a:ext>
            </a:extLst>
          </p:cNvPr>
          <p:cNvSpPr/>
          <p:nvPr/>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F046E4A-4011-49A2-955F-F689C05DCBCA}"/>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10972800" cy="6172200"/>
          </a:xfrm>
          <a:prstGeom prst="rect">
            <a:avLst/>
          </a:prstGeom>
        </p:spPr>
      </p:pic>
      <p:sp>
        <p:nvSpPr>
          <p:cNvPr id="6" name="Rectangle 5">
            <a:extLst>
              <a:ext uri="{FF2B5EF4-FFF2-40B4-BE49-F238E27FC236}">
                <a16:creationId xmlns:a16="http://schemas.microsoft.com/office/drawing/2014/main" id="{03DE1DF3-9BB4-4DC8-8A61-394EC1805CCA}"/>
              </a:ext>
            </a:extLst>
          </p:cNvPr>
          <p:cNvSpPr/>
          <p:nvPr/>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E187F1F-4ACA-4D48-ACDC-152646CBD130}"/>
              </a:ext>
            </a:extLst>
          </p:cNvPr>
          <p:cNvSpPr/>
          <p:nvPr/>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2790635"/>
            <a:ext cx="9976104" cy="590931"/>
          </a:xfrm>
        </p:spPr>
        <p:txBody>
          <a:bodyPr anchor="ctr"/>
          <a:lstStyle>
            <a:lvl1pPr algn="ct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35087318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Title, Subtitle, and Content" preserve="1">
  <p:cSld name="Title, Subtitle, and Content">
    <p:spTree>
      <p:nvGrpSpPr>
        <p:cNvPr id="1" name="Shape 80"/>
        <p:cNvGrpSpPr/>
        <p:nvPr/>
      </p:nvGrpSpPr>
      <p:grpSpPr>
        <a:xfrm>
          <a:off x="0" y="0"/>
          <a:ext cx="0" cy="0"/>
          <a:chOff x="0" y="0"/>
          <a:chExt cx="0" cy="0"/>
        </a:xfrm>
      </p:grpSpPr>
      <p:sp>
        <p:nvSpPr>
          <p:cNvPr id="81" name="Google Shape;81;p15"/>
          <p:cNvSpPr txBox="1">
            <a:spLocks noGrp="1"/>
          </p:cNvSpPr>
          <p:nvPr>
            <p:ph type="title"/>
          </p:nvPr>
        </p:nvSpPr>
        <p:spPr>
          <a:xfrm>
            <a:off x="498347" y="661227"/>
            <a:ext cx="9976200" cy="591000"/>
          </a:xfrm>
          <a:prstGeom prst="rect">
            <a:avLst/>
          </a:prstGeom>
          <a:noFill/>
          <a:ln>
            <a:noFill/>
          </a:ln>
        </p:spPr>
        <p:txBody>
          <a:bodyPr spcFirstLastPara="1" wrap="square" lIns="82275" tIns="82275" rIns="82275" bIns="82275" anchor="b" anchorCtr="0"/>
          <a:lstStyle>
            <a:lvl1pPr marR="0" lvl="0" algn="ctr" rtl="0">
              <a:lnSpc>
                <a:spcPct val="90000"/>
              </a:lnSpc>
              <a:spcBef>
                <a:spcPts val="0"/>
              </a:spcBef>
              <a:spcAft>
                <a:spcPts val="0"/>
              </a:spcAft>
              <a:buClr>
                <a:schemeClr val="dk2"/>
              </a:buClr>
              <a:buSzPts val="3600"/>
              <a:buFont typeface="Trebuchet MS"/>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82" name="Google Shape;82;p15"/>
          <p:cNvSpPr txBox="1">
            <a:spLocks noGrp="1"/>
          </p:cNvSpPr>
          <p:nvPr>
            <p:ph type="body" idx="1"/>
          </p:nvPr>
        </p:nvSpPr>
        <p:spPr>
          <a:xfrm>
            <a:off x="516750" y="2103035"/>
            <a:ext cx="9948600" cy="3719100"/>
          </a:xfrm>
          <a:prstGeom prst="rect">
            <a:avLst/>
          </a:prstGeom>
          <a:noFill/>
          <a:ln>
            <a:noFill/>
          </a:ln>
        </p:spPr>
        <p:txBody>
          <a:bodyPr spcFirstLastPara="1" wrap="square" lIns="82275" tIns="82275" rIns="82275" bIns="82275" anchor="t" anchorCtr="0"/>
          <a:lstStyle>
            <a:lvl1pPr marL="457200" marR="0" lvl="0" indent="-355600" algn="l" rtl="0">
              <a:lnSpc>
                <a:spcPct val="90000"/>
              </a:lnSpc>
              <a:spcBef>
                <a:spcPts val="900"/>
              </a:spcBef>
              <a:spcAft>
                <a:spcPts val="0"/>
              </a:spcAft>
              <a:buClr>
                <a:schemeClr val="dk1"/>
              </a:buClr>
              <a:buSzPts val="2000"/>
              <a:buFont typeface="Trebuchet MS"/>
              <a:buChar char="—"/>
              <a:defRPr sz="2000" b="0" i="0" u="none" strike="noStrike" cap="none">
                <a:solidFill>
                  <a:schemeClr val="dk2"/>
                </a:solidFill>
                <a:latin typeface="Trebuchet MS"/>
                <a:ea typeface="Trebuchet MS"/>
                <a:cs typeface="Trebuchet MS"/>
                <a:sym typeface="Trebuchet MS"/>
              </a:defRPr>
            </a:lvl1pPr>
            <a:lvl2pPr marL="914400" marR="0" lvl="1" indent="-342900" algn="l" rtl="0">
              <a:lnSpc>
                <a:spcPct val="90000"/>
              </a:lnSpc>
              <a:spcBef>
                <a:spcPts val="900"/>
              </a:spcBef>
              <a:spcAft>
                <a:spcPts val="0"/>
              </a:spcAft>
              <a:buClr>
                <a:schemeClr val="dk1"/>
              </a:buClr>
              <a:buSzPts val="1800"/>
              <a:buFont typeface="Trebuchet MS"/>
              <a:buChar char="—"/>
              <a:defRPr sz="1800" b="0" i="0" u="none" strike="noStrike" cap="none">
                <a:solidFill>
                  <a:schemeClr val="dk2"/>
                </a:solidFill>
                <a:latin typeface="Trebuchet MS"/>
                <a:ea typeface="Trebuchet MS"/>
                <a:cs typeface="Trebuchet MS"/>
                <a:sym typeface="Trebuchet MS"/>
              </a:defRPr>
            </a:lvl2pPr>
            <a:lvl3pPr marL="1371600" marR="0" lvl="2" indent="-330200" algn="l" rtl="0">
              <a:lnSpc>
                <a:spcPct val="90000"/>
              </a:lnSpc>
              <a:spcBef>
                <a:spcPts val="900"/>
              </a:spcBef>
              <a:spcAft>
                <a:spcPts val="0"/>
              </a:spcAft>
              <a:buClr>
                <a:schemeClr val="dk1"/>
              </a:buClr>
              <a:buSzPts val="1600"/>
              <a:buFont typeface="Trebuchet MS"/>
              <a:buChar char="—"/>
              <a:defRPr sz="16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83" name="Google Shape;83;p15"/>
          <p:cNvSpPr txBox="1">
            <a:spLocks noGrp="1"/>
          </p:cNvSpPr>
          <p:nvPr>
            <p:ph type="body" idx="2"/>
          </p:nvPr>
        </p:nvSpPr>
        <p:spPr>
          <a:xfrm>
            <a:off x="498347" y="1183333"/>
            <a:ext cx="9976200" cy="525300"/>
          </a:xfrm>
          <a:prstGeom prst="rect">
            <a:avLst/>
          </a:prstGeom>
          <a:noFill/>
          <a:ln>
            <a:noFill/>
          </a:ln>
        </p:spPr>
        <p:txBody>
          <a:bodyPr spcFirstLastPara="1" wrap="square" lIns="82275" tIns="82275" rIns="82275" bIns="82275" anchor="t" anchorCtr="0"/>
          <a:lstStyle>
            <a:lvl1pPr marL="457200" marR="0" lvl="0" indent="-228600" algn="ctr" rtl="0">
              <a:lnSpc>
                <a:spcPct val="90000"/>
              </a:lnSpc>
              <a:spcBef>
                <a:spcPts val="900"/>
              </a:spcBef>
              <a:spcAft>
                <a:spcPts val="0"/>
              </a:spcAft>
              <a:buClr>
                <a:schemeClr val="dk1"/>
              </a:buClr>
              <a:buSzPts val="2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28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28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8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600"/>
              </a:spcBef>
              <a:spcAft>
                <a:spcPts val="0"/>
              </a:spcAft>
              <a:buClr>
                <a:schemeClr val="lt2"/>
              </a:buClr>
              <a:buSzPts val="28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Tree>
    <p:extLst>
      <p:ext uri="{BB962C8B-B14F-4D97-AF65-F5344CB8AC3E}">
        <p14:creationId xmlns:p14="http://schemas.microsoft.com/office/powerpoint/2010/main" val="41853035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Closing Slide" preserve="1">
  <p:cSld name="Closing Slide">
    <p:spTree>
      <p:nvGrpSpPr>
        <p:cNvPr id="1" name="Shape 91"/>
        <p:cNvGrpSpPr/>
        <p:nvPr/>
      </p:nvGrpSpPr>
      <p:grpSpPr>
        <a:xfrm>
          <a:off x="0" y="0"/>
          <a:ext cx="0" cy="0"/>
          <a:chOff x="0" y="0"/>
          <a:chExt cx="0" cy="0"/>
        </a:xfrm>
      </p:grpSpPr>
      <p:pic>
        <p:nvPicPr>
          <p:cNvPr id="92" name="Google Shape;92;p17"/>
          <p:cNvPicPr preferRelativeResize="0"/>
          <p:nvPr/>
        </p:nvPicPr>
        <p:blipFill rotWithShape="1">
          <a:blip r:embed="rId2" cstate="screen">
            <a:alphaModFix/>
            <a:extLst>
              <a:ext uri="{28A0092B-C50C-407E-A947-70E740481C1C}">
                <a14:useLocalDpi xmlns:a14="http://schemas.microsoft.com/office/drawing/2010/main"/>
              </a:ext>
            </a:extLst>
          </a:blip>
          <a:srcRect l="-21757" b="-229"/>
          <a:stretch/>
        </p:blipFill>
        <p:spPr>
          <a:xfrm>
            <a:off x="1" y="0"/>
            <a:ext cx="10972800" cy="5942499"/>
          </a:xfrm>
          <a:prstGeom prst="rect">
            <a:avLst/>
          </a:prstGeom>
          <a:noFill/>
          <a:ln>
            <a:noFill/>
          </a:ln>
        </p:spPr>
      </p:pic>
      <p:sp>
        <p:nvSpPr>
          <p:cNvPr id="93" name="Google Shape;93;p17"/>
          <p:cNvSpPr/>
          <p:nvPr/>
        </p:nvSpPr>
        <p:spPr>
          <a:xfrm rot="10800000" flipH="1">
            <a:off x="1" y="0"/>
            <a:ext cx="10972800" cy="6172200"/>
          </a:xfrm>
          <a:prstGeom prst="rect">
            <a:avLst/>
          </a:prstGeom>
          <a:gradFill>
            <a:gsLst>
              <a:gs pos="0">
                <a:schemeClr val="lt1"/>
              </a:gs>
              <a:gs pos="34000">
                <a:schemeClr val="lt1"/>
              </a:gs>
              <a:gs pos="100000">
                <a:srgbClr val="FFFFFF">
                  <a:alpha val="34509"/>
                </a:srgbClr>
              </a:gs>
            </a:gsLst>
            <a:lin ang="300012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94" name="Google Shape;94;p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83338" y="3902418"/>
            <a:ext cx="3232856" cy="1132742"/>
          </a:xfrm>
          <a:prstGeom prst="rect">
            <a:avLst/>
          </a:prstGeom>
          <a:noFill/>
          <a:ln>
            <a:noFill/>
          </a:ln>
        </p:spPr>
      </p:pic>
      <p:sp>
        <p:nvSpPr>
          <p:cNvPr id="95" name="Google Shape;95;p17"/>
          <p:cNvSpPr txBox="1"/>
          <p:nvPr/>
        </p:nvSpPr>
        <p:spPr>
          <a:xfrm>
            <a:off x="481641" y="5310989"/>
            <a:ext cx="2539500" cy="3693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2"/>
              </a:buClr>
              <a:buSzPts val="500"/>
              <a:buFont typeface="Trebuchet MS"/>
              <a:buNone/>
            </a:pPr>
            <a:r>
              <a:rPr lang="en-US" sz="2000" b="0" i="0" u="none" strike="noStrike" cap="none">
                <a:solidFill>
                  <a:schemeClr val="lt2"/>
                </a:solidFill>
                <a:latin typeface="Trebuchet MS"/>
                <a:ea typeface="Trebuchet MS"/>
                <a:cs typeface="Trebuchet MS"/>
                <a:sym typeface="Trebuchet MS"/>
              </a:rPr>
              <a:t>www.nvidia.com/dli</a:t>
            </a:r>
            <a:endParaRPr sz="1300"/>
          </a:p>
        </p:txBody>
      </p:sp>
    </p:spTree>
    <p:extLst>
      <p:ext uri="{BB962C8B-B14F-4D97-AF65-F5344CB8AC3E}">
        <p14:creationId xmlns:p14="http://schemas.microsoft.com/office/powerpoint/2010/main" val="39382673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Title, Subtitle, and Content with CONFIDENTIAL" preserve="1">
  <p:cSld name="Title, Subtitle, and Content with CONFIDENTIAL">
    <p:spTree>
      <p:nvGrpSpPr>
        <p:cNvPr id="1" name="Shape 96"/>
        <p:cNvGrpSpPr/>
        <p:nvPr/>
      </p:nvGrpSpPr>
      <p:grpSpPr>
        <a:xfrm>
          <a:off x="0" y="0"/>
          <a:ext cx="0" cy="0"/>
          <a:chOff x="0" y="0"/>
          <a:chExt cx="0" cy="0"/>
        </a:xfrm>
      </p:grpSpPr>
      <p:sp>
        <p:nvSpPr>
          <p:cNvPr id="97" name="Google Shape;97;p18"/>
          <p:cNvSpPr txBox="1">
            <a:spLocks noGrp="1"/>
          </p:cNvSpPr>
          <p:nvPr>
            <p:ph type="title"/>
          </p:nvPr>
        </p:nvSpPr>
        <p:spPr>
          <a:xfrm>
            <a:off x="498347" y="661227"/>
            <a:ext cx="9976200" cy="591000"/>
          </a:xfrm>
          <a:prstGeom prst="rect">
            <a:avLst/>
          </a:prstGeom>
          <a:noFill/>
          <a:ln>
            <a:noFill/>
          </a:ln>
        </p:spPr>
        <p:txBody>
          <a:bodyPr spcFirstLastPara="1" wrap="square" lIns="82275" tIns="82275" rIns="82275" bIns="82275" anchor="b" anchorCtr="0"/>
          <a:lstStyle>
            <a:lvl1pPr marR="0" lvl="0" algn="ctr" rtl="0">
              <a:lnSpc>
                <a:spcPct val="90000"/>
              </a:lnSpc>
              <a:spcBef>
                <a:spcPts val="0"/>
              </a:spcBef>
              <a:spcAft>
                <a:spcPts val="0"/>
              </a:spcAft>
              <a:buClr>
                <a:schemeClr val="dk2"/>
              </a:buClr>
              <a:buSzPts val="3600"/>
              <a:buFont typeface="Trebuchet MS"/>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98" name="Google Shape;98;p18"/>
          <p:cNvSpPr txBox="1">
            <a:spLocks noGrp="1"/>
          </p:cNvSpPr>
          <p:nvPr>
            <p:ph type="body" idx="1"/>
          </p:nvPr>
        </p:nvSpPr>
        <p:spPr>
          <a:xfrm>
            <a:off x="516750" y="2103035"/>
            <a:ext cx="9948600" cy="3719100"/>
          </a:xfrm>
          <a:prstGeom prst="rect">
            <a:avLst/>
          </a:prstGeom>
          <a:noFill/>
          <a:ln>
            <a:noFill/>
          </a:ln>
        </p:spPr>
        <p:txBody>
          <a:bodyPr spcFirstLastPara="1" wrap="square" lIns="82275" tIns="82275" rIns="82275" bIns="82275" anchor="t" anchorCtr="0"/>
          <a:lstStyle>
            <a:lvl1pPr marL="457200" marR="0" lvl="0" indent="-228600" algn="l" rtl="0">
              <a:lnSpc>
                <a:spcPct val="90000"/>
              </a:lnSpc>
              <a:spcBef>
                <a:spcPts val="900"/>
              </a:spcBef>
              <a:spcAft>
                <a:spcPts val="0"/>
              </a:spcAft>
              <a:buClr>
                <a:schemeClr val="dk1"/>
              </a:buClr>
              <a:buSzPts val="20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99" name="Google Shape;99;p18"/>
          <p:cNvSpPr txBox="1">
            <a:spLocks noGrp="1"/>
          </p:cNvSpPr>
          <p:nvPr>
            <p:ph type="body" idx="2"/>
          </p:nvPr>
        </p:nvSpPr>
        <p:spPr>
          <a:xfrm>
            <a:off x="498347" y="1183333"/>
            <a:ext cx="9976200" cy="525300"/>
          </a:xfrm>
          <a:prstGeom prst="rect">
            <a:avLst/>
          </a:prstGeom>
          <a:noFill/>
          <a:ln>
            <a:noFill/>
          </a:ln>
        </p:spPr>
        <p:txBody>
          <a:bodyPr spcFirstLastPara="1" wrap="square" lIns="82275" tIns="82275" rIns="82275" bIns="82275" anchor="t" anchorCtr="0"/>
          <a:lstStyle>
            <a:lvl1pPr marL="457200" marR="0" lvl="0" indent="-228600" algn="ctr" rtl="0">
              <a:lnSpc>
                <a:spcPct val="90000"/>
              </a:lnSpc>
              <a:spcBef>
                <a:spcPts val="900"/>
              </a:spcBef>
              <a:spcAft>
                <a:spcPts val="0"/>
              </a:spcAft>
              <a:buClr>
                <a:schemeClr val="dk1"/>
              </a:buClr>
              <a:buSzPts val="2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28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28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8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600"/>
              </a:spcBef>
              <a:spcAft>
                <a:spcPts val="0"/>
              </a:spcAft>
              <a:buClr>
                <a:schemeClr val="lt2"/>
              </a:buClr>
              <a:buSzPts val="28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100" name="Google Shape;100;p18"/>
          <p:cNvSpPr/>
          <p:nvPr/>
        </p:nvSpPr>
        <p:spPr>
          <a:xfrm>
            <a:off x="7049728" y="5781718"/>
            <a:ext cx="2763000" cy="248100"/>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dk2"/>
              </a:buClr>
              <a:buSzPts val="200"/>
              <a:buFont typeface="Trebuchet MS"/>
              <a:buNone/>
            </a:pPr>
            <a:r>
              <a:rPr lang="en-US" sz="800" b="1" i="0" u="none" strike="noStrike" cap="none">
                <a:solidFill>
                  <a:schemeClr val="dk2"/>
                </a:solidFill>
                <a:latin typeface="Trebuchet MS"/>
                <a:ea typeface="Trebuchet MS"/>
                <a:cs typeface="Trebuchet MS"/>
                <a:sym typeface="Trebuchet MS"/>
              </a:rPr>
              <a:t>NVIDIA CONFIDENTIAL. DO NOT DISTRIBUTE.</a:t>
            </a:r>
            <a:endParaRPr sz="1300"/>
          </a:p>
        </p:txBody>
      </p:sp>
    </p:spTree>
    <p:extLst>
      <p:ext uri="{BB962C8B-B14F-4D97-AF65-F5344CB8AC3E}">
        <p14:creationId xmlns:p14="http://schemas.microsoft.com/office/powerpoint/2010/main" val="30371325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Content with Photograph" preserve="1">
  <p:cSld name="Content with Photograph">
    <p:spTree>
      <p:nvGrpSpPr>
        <p:cNvPr id="1" name="Shape 101"/>
        <p:cNvGrpSpPr/>
        <p:nvPr/>
      </p:nvGrpSpPr>
      <p:grpSpPr>
        <a:xfrm>
          <a:off x="0" y="0"/>
          <a:ext cx="0" cy="0"/>
          <a:chOff x="0" y="0"/>
          <a:chExt cx="0" cy="0"/>
        </a:xfrm>
      </p:grpSpPr>
      <p:sp>
        <p:nvSpPr>
          <p:cNvPr id="102" name="Google Shape;102;p19"/>
          <p:cNvSpPr/>
          <p:nvPr/>
        </p:nvSpPr>
        <p:spPr>
          <a:xfrm>
            <a:off x="1" y="1"/>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3" name="Google Shape;103;p19"/>
          <p:cNvSpPr txBox="1">
            <a:spLocks noGrp="1"/>
          </p:cNvSpPr>
          <p:nvPr>
            <p:ph type="title"/>
          </p:nvPr>
        </p:nvSpPr>
        <p:spPr>
          <a:xfrm>
            <a:off x="498347" y="633527"/>
            <a:ext cx="5922300" cy="618600"/>
          </a:xfrm>
          <a:prstGeom prst="rect">
            <a:avLst/>
          </a:prstGeom>
          <a:noFill/>
          <a:ln>
            <a:noFill/>
          </a:ln>
        </p:spPr>
        <p:txBody>
          <a:bodyPr spcFirstLastPara="1" wrap="square" lIns="82275" tIns="82275" rIns="82275" bIns="82275" anchor="b" anchorCtr="0"/>
          <a:lstStyle>
            <a:lvl1pPr marR="0" lvl="0" algn="l" rtl="0">
              <a:lnSpc>
                <a:spcPct val="90000"/>
              </a:lnSpc>
              <a:spcBef>
                <a:spcPts val="0"/>
              </a:spcBef>
              <a:spcAft>
                <a:spcPts val="0"/>
              </a:spcAft>
              <a:buClr>
                <a:schemeClr val="dk2"/>
              </a:buClr>
              <a:buSzPts val="3600"/>
              <a:buFont typeface="Trebuchet MS"/>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104" name="Google Shape;104;p19"/>
          <p:cNvSpPr txBox="1">
            <a:spLocks noGrp="1"/>
          </p:cNvSpPr>
          <p:nvPr>
            <p:ph type="body" idx="1"/>
          </p:nvPr>
        </p:nvSpPr>
        <p:spPr>
          <a:xfrm>
            <a:off x="512064" y="2103034"/>
            <a:ext cx="5905800" cy="3693900"/>
          </a:xfrm>
          <a:prstGeom prst="rect">
            <a:avLst/>
          </a:prstGeom>
          <a:noFill/>
          <a:ln>
            <a:noFill/>
          </a:ln>
        </p:spPr>
        <p:txBody>
          <a:bodyPr spcFirstLastPara="1" wrap="square" lIns="82275" tIns="82275" rIns="82275" bIns="82275" anchor="t" anchorCtr="0"/>
          <a:lstStyle>
            <a:lvl1pPr marL="457200" marR="0" lvl="0" indent="-228600" algn="l" rtl="0">
              <a:lnSpc>
                <a:spcPct val="90000"/>
              </a:lnSpc>
              <a:spcBef>
                <a:spcPts val="900"/>
              </a:spcBef>
              <a:spcAft>
                <a:spcPts val="0"/>
              </a:spcAft>
              <a:buClr>
                <a:schemeClr val="dk1"/>
              </a:buClr>
              <a:buSzPts val="20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105" name="Google Shape;105;p19"/>
          <p:cNvSpPr txBox="1">
            <a:spLocks noGrp="1"/>
          </p:cNvSpPr>
          <p:nvPr>
            <p:ph type="body" idx="2"/>
          </p:nvPr>
        </p:nvSpPr>
        <p:spPr>
          <a:xfrm>
            <a:off x="498347" y="1183333"/>
            <a:ext cx="5922300" cy="525300"/>
          </a:xfrm>
          <a:prstGeom prst="rect">
            <a:avLst/>
          </a:prstGeom>
          <a:noFill/>
          <a:ln>
            <a:noFill/>
          </a:ln>
        </p:spPr>
        <p:txBody>
          <a:bodyPr spcFirstLastPara="1" wrap="square" lIns="82275" tIns="82275" rIns="82275" bIns="82275" anchor="t" anchorCtr="0"/>
          <a:lstStyle>
            <a:lvl1pPr marL="457200" marR="0" lvl="0" indent="-228600" algn="l" rtl="0">
              <a:lnSpc>
                <a:spcPct val="90000"/>
              </a:lnSpc>
              <a:spcBef>
                <a:spcPts val="900"/>
              </a:spcBef>
              <a:spcAft>
                <a:spcPts val="0"/>
              </a:spcAft>
              <a:buClr>
                <a:schemeClr val="dk1"/>
              </a:buClr>
              <a:buSzPts val="2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28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28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8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600"/>
              </a:spcBef>
              <a:spcAft>
                <a:spcPts val="0"/>
              </a:spcAft>
              <a:buClr>
                <a:schemeClr val="lt2"/>
              </a:buClr>
              <a:buSzPts val="28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pic>
        <p:nvPicPr>
          <p:cNvPr id="106" name="Google Shape;106;p1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130818" y="5785420"/>
            <a:ext cx="580800" cy="206401"/>
          </a:xfrm>
          <a:prstGeom prst="rect">
            <a:avLst/>
          </a:prstGeom>
          <a:noFill/>
          <a:ln>
            <a:noFill/>
          </a:ln>
        </p:spPr>
      </p:pic>
      <p:sp>
        <p:nvSpPr>
          <p:cNvPr id="107" name="Google Shape;107;p19"/>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a:solidFill>
                  <a:srgbClr val="12FEB6"/>
                </a:solidFill>
                <a:latin typeface="Questrial"/>
                <a:ea typeface="Questrial"/>
                <a:cs typeface="Questrial"/>
                <a:sym typeface="Questrial"/>
              </a:rPr>
              <a:t> </a:t>
            </a:r>
            <a:endParaRPr sz="1300"/>
          </a:p>
        </p:txBody>
      </p:sp>
    </p:spTree>
    <p:extLst>
      <p:ext uri="{BB962C8B-B14F-4D97-AF65-F5344CB8AC3E}">
        <p14:creationId xmlns:p14="http://schemas.microsoft.com/office/powerpoint/2010/main" val="5732122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108"/>
        <p:cNvGrpSpPr/>
        <p:nvPr/>
      </p:nvGrpSpPr>
      <p:grpSpPr>
        <a:xfrm>
          <a:off x="0" y="0"/>
          <a:ext cx="0" cy="0"/>
          <a:chOff x="0" y="0"/>
          <a:chExt cx="0" cy="0"/>
        </a:xfrm>
      </p:grpSpPr>
      <p:sp>
        <p:nvSpPr>
          <p:cNvPr id="109" name="Google Shape;109;p20"/>
          <p:cNvSpPr/>
          <p:nvPr/>
        </p:nvSpPr>
        <p:spPr>
          <a:xfrm>
            <a:off x="1" y="1"/>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0" name="Google Shape;110;p20"/>
          <p:cNvSpPr txBox="1">
            <a:spLocks noGrp="1"/>
          </p:cNvSpPr>
          <p:nvPr>
            <p:ph type="title"/>
          </p:nvPr>
        </p:nvSpPr>
        <p:spPr>
          <a:xfrm>
            <a:off x="498347" y="661227"/>
            <a:ext cx="9976200" cy="591000"/>
          </a:xfrm>
          <a:prstGeom prst="rect">
            <a:avLst/>
          </a:prstGeom>
          <a:noFill/>
          <a:ln>
            <a:noFill/>
          </a:ln>
        </p:spPr>
        <p:txBody>
          <a:bodyPr spcFirstLastPara="1" wrap="square" lIns="82275" tIns="82275" rIns="82275" bIns="82275" anchor="b" anchorCtr="0"/>
          <a:lstStyle>
            <a:lvl1pPr marR="0" lvl="0" algn="ctr" rtl="0">
              <a:lnSpc>
                <a:spcPct val="90000"/>
              </a:lnSpc>
              <a:spcBef>
                <a:spcPts val="0"/>
              </a:spcBef>
              <a:spcAft>
                <a:spcPts val="0"/>
              </a:spcAft>
              <a:buClr>
                <a:schemeClr val="dk2"/>
              </a:buClr>
              <a:buSzPts val="3600"/>
              <a:buFont typeface="Trebuchet MS"/>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pic>
        <p:nvPicPr>
          <p:cNvPr id="111" name="Google Shape;111;p2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130818" y="5785420"/>
            <a:ext cx="580800" cy="206401"/>
          </a:xfrm>
          <a:prstGeom prst="rect">
            <a:avLst/>
          </a:prstGeom>
          <a:noFill/>
          <a:ln>
            <a:noFill/>
          </a:ln>
        </p:spPr>
      </p:pic>
      <p:sp>
        <p:nvSpPr>
          <p:cNvPr id="112" name="Google Shape;112;p20"/>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a:solidFill>
                  <a:srgbClr val="12FEB6"/>
                </a:solidFill>
                <a:latin typeface="Questrial"/>
                <a:ea typeface="Questrial"/>
                <a:cs typeface="Questrial"/>
                <a:sym typeface="Questrial"/>
              </a:rPr>
              <a:t> </a:t>
            </a:r>
            <a:endParaRPr sz="1300"/>
          </a:p>
        </p:txBody>
      </p:sp>
    </p:spTree>
    <p:extLst>
      <p:ext uri="{BB962C8B-B14F-4D97-AF65-F5344CB8AC3E}">
        <p14:creationId xmlns:p14="http://schemas.microsoft.com/office/powerpoint/2010/main" val="24112037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Video" type="titleOnly" preserve="1">
  <p:cSld name="Video">
    <p:spTree>
      <p:nvGrpSpPr>
        <p:cNvPr id="1" name="Shape 113"/>
        <p:cNvGrpSpPr/>
        <p:nvPr/>
      </p:nvGrpSpPr>
      <p:grpSpPr>
        <a:xfrm>
          <a:off x="0" y="0"/>
          <a:ext cx="0" cy="0"/>
          <a:chOff x="0" y="0"/>
          <a:chExt cx="0" cy="0"/>
        </a:xfrm>
      </p:grpSpPr>
      <p:sp>
        <p:nvSpPr>
          <p:cNvPr id="114" name="Google Shape;114;p21"/>
          <p:cNvSpPr/>
          <p:nvPr/>
        </p:nvSpPr>
        <p:spPr>
          <a:xfrm>
            <a:off x="1" y="1"/>
            <a:ext cx="10972799" cy="572193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5" name="Google Shape;115;p21"/>
          <p:cNvSpPr txBox="1">
            <a:spLocks noGrp="1"/>
          </p:cNvSpPr>
          <p:nvPr>
            <p:ph type="title"/>
          </p:nvPr>
        </p:nvSpPr>
        <p:spPr>
          <a:xfrm>
            <a:off x="1553496" y="5352632"/>
            <a:ext cx="7866000" cy="369300"/>
          </a:xfrm>
          <a:prstGeom prst="rect">
            <a:avLst/>
          </a:prstGeom>
          <a:noFill/>
          <a:ln>
            <a:noFill/>
          </a:ln>
        </p:spPr>
        <p:txBody>
          <a:bodyPr spcFirstLastPara="1" wrap="square" lIns="82275" tIns="82275" rIns="82275" bIns="82275" anchor="b" anchorCtr="0"/>
          <a:lstStyle>
            <a:lvl1pPr marR="0" lvl="0" algn="l" rtl="0">
              <a:lnSpc>
                <a:spcPct val="90000"/>
              </a:lnSpc>
              <a:spcBef>
                <a:spcPts val="0"/>
              </a:spcBef>
              <a:spcAft>
                <a:spcPts val="0"/>
              </a:spcAft>
              <a:buClr>
                <a:schemeClr val="dk2"/>
              </a:buClr>
              <a:buSzPts val="2000"/>
              <a:buFont typeface="Trebuchet MS"/>
              <a:buNone/>
              <a:defRPr sz="20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pic>
        <p:nvPicPr>
          <p:cNvPr id="116" name="Google Shape;116;p21"/>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713271" y="5142126"/>
            <a:ext cx="7546260" cy="104086"/>
          </a:xfrm>
          <a:prstGeom prst="rect">
            <a:avLst/>
          </a:prstGeom>
          <a:noFill/>
          <a:ln>
            <a:noFill/>
          </a:ln>
        </p:spPr>
      </p:pic>
    </p:spTree>
    <p:extLst>
      <p:ext uri="{BB962C8B-B14F-4D97-AF65-F5344CB8AC3E}">
        <p14:creationId xmlns:p14="http://schemas.microsoft.com/office/powerpoint/2010/main" val="28506709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Agenda" preserve="1">
  <p:cSld name="Agenda">
    <p:spTree>
      <p:nvGrpSpPr>
        <p:cNvPr id="1" name="Shape 117"/>
        <p:cNvGrpSpPr/>
        <p:nvPr/>
      </p:nvGrpSpPr>
      <p:grpSpPr>
        <a:xfrm>
          <a:off x="0" y="0"/>
          <a:ext cx="0" cy="0"/>
          <a:chOff x="0" y="0"/>
          <a:chExt cx="0" cy="0"/>
        </a:xfrm>
      </p:grpSpPr>
      <p:sp>
        <p:nvSpPr>
          <p:cNvPr id="118" name="Google Shape;118;p22"/>
          <p:cNvSpPr/>
          <p:nvPr/>
        </p:nvSpPr>
        <p:spPr>
          <a:xfrm>
            <a:off x="1" y="1"/>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119" name="Google Shape;119;p22"/>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130818" y="5785420"/>
            <a:ext cx="580800" cy="206401"/>
          </a:xfrm>
          <a:prstGeom prst="rect">
            <a:avLst/>
          </a:prstGeom>
          <a:noFill/>
          <a:ln>
            <a:noFill/>
          </a:ln>
        </p:spPr>
      </p:pic>
      <p:sp>
        <p:nvSpPr>
          <p:cNvPr id="120" name="Google Shape;120;p22"/>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a:solidFill>
                  <a:srgbClr val="12FEB6"/>
                </a:solidFill>
                <a:latin typeface="Questrial"/>
                <a:ea typeface="Questrial"/>
                <a:cs typeface="Questrial"/>
                <a:sym typeface="Questrial"/>
              </a:rPr>
              <a:t> </a:t>
            </a:r>
            <a:endParaRPr sz="1300"/>
          </a:p>
        </p:txBody>
      </p:sp>
    </p:spTree>
    <p:extLst>
      <p:ext uri="{BB962C8B-B14F-4D97-AF65-F5344CB8AC3E}">
        <p14:creationId xmlns:p14="http://schemas.microsoft.com/office/powerpoint/2010/main" val="15580034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DEMO Placeholder" preserve="1">
  <p:cSld name="DEMO Placeholder">
    <p:spTree>
      <p:nvGrpSpPr>
        <p:cNvPr id="1" name="Shape 121"/>
        <p:cNvGrpSpPr/>
        <p:nvPr/>
      </p:nvGrpSpPr>
      <p:grpSpPr>
        <a:xfrm>
          <a:off x="0" y="0"/>
          <a:ext cx="0" cy="0"/>
          <a:chOff x="0" y="0"/>
          <a:chExt cx="0" cy="0"/>
        </a:xfrm>
      </p:grpSpPr>
      <p:sp>
        <p:nvSpPr>
          <p:cNvPr id="122" name="Google Shape;122;p23"/>
          <p:cNvSpPr/>
          <p:nvPr/>
        </p:nvSpPr>
        <p:spPr>
          <a:xfrm>
            <a:off x="1" y="1"/>
            <a:ext cx="10972799" cy="617219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3" name="Google Shape;123;p23"/>
          <p:cNvSpPr txBox="1">
            <a:spLocks noGrp="1"/>
          </p:cNvSpPr>
          <p:nvPr>
            <p:ph type="title"/>
          </p:nvPr>
        </p:nvSpPr>
        <p:spPr>
          <a:xfrm>
            <a:off x="498347" y="5169474"/>
            <a:ext cx="9976200" cy="535500"/>
          </a:xfrm>
          <a:prstGeom prst="rect">
            <a:avLst/>
          </a:prstGeom>
          <a:noFill/>
          <a:ln>
            <a:noFill/>
          </a:ln>
        </p:spPr>
        <p:txBody>
          <a:bodyPr spcFirstLastPara="1" wrap="square" lIns="82275" tIns="82275" rIns="82275" bIns="82275" anchor="ctr" anchorCtr="0"/>
          <a:lstStyle>
            <a:lvl1pPr marR="0" lvl="0" algn="l" rtl="0">
              <a:lnSpc>
                <a:spcPct val="90000"/>
              </a:lnSpc>
              <a:spcBef>
                <a:spcPts val="0"/>
              </a:spcBef>
              <a:spcAft>
                <a:spcPts val="0"/>
              </a:spcAft>
              <a:buClr>
                <a:schemeClr val="lt1"/>
              </a:buClr>
              <a:buSzPts val="3200"/>
              <a:buFont typeface="Trebuchet MS"/>
              <a:buNone/>
              <a:defRPr sz="3200" b="1" i="0" u="none" strike="noStrike" cap="none">
                <a:solidFill>
                  <a:schemeClr val="lt1"/>
                </a:solidFill>
                <a:latin typeface="Trebuchet MS"/>
                <a:ea typeface="Trebuchet MS"/>
                <a:cs typeface="Trebuchet MS"/>
                <a:sym typeface="Trebuchet MS"/>
              </a:defRPr>
            </a:lvl1pPr>
            <a:lvl2pPr marR="0" lvl="1"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31616963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Quote and Segue" preserve="1">
  <p:cSld name="Quote and Segue">
    <p:spTree>
      <p:nvGrpSpPr>
        <p:cNvPr id="1" name="Shape 124"/>
        <p:cNvGrpSpPr/>
        <p:nvPr/>
      </p:nvGrpSpPr>
      <p:grpSpPr>
        <a:xfrm>
          <a:off x="0" y="0"/>
          <a:ext cx="0" cy="0"/>
          <a:chOff x="0" y="0"/>
          <a:chExt cx="0" cy="0"/>
        </a:xfrm>
      </p:grpSpPr>
      <p:sp>
        <p:nvSpPr>
          <p:cNvPr id="125" name="Google Shape;125;p24"/>
          <p:cNvSpPr/>
          <p:nvPr/>
        </p:nvSpPr>
        <p:spPr>
          <a:xfrm>
            <a:off x="1" y="1"/>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126" name="Google Shape;126;p24"/>
          <p:cNvPicPr preferRelativeResize="0"/>
          <p:nvPr/>
        </p:nvPicPr>
        <p:blipFill rotWithShape="1">
          <a:blip r:embed="rId2" cstate="screen">
            <a:alphaModFix/>
            <a:extLst>
              <a:ext uri="{28A0092B-C50C-407E-A947-70E740481C1C}">
                <a14:useLocalDpi xmlns:a14="http://schemas.microsoft.com/office/drawing/2010/main"/>
              </a:ext>
            </a:extLst>
          </a:blip>
          <a:srcRect l="-12675" b="-5541"/>
          <a:stretch/>
        </p:blipFill>
        <p:spPr>
          <a:xfrm rot="10800000" flipH="1">
            <a:off x="1" y="2"/>
            <a:ext cx="10972799" cy="6172198"/>
          </a:xfrm>
          <a:prstGeom prst="rect">
            <a:avLst/>
          </a:prstGeom>
          <a:noFill/>
          <a:ln>
            <a:noFill/>
          </a:ln>
        </p:spPr>
      </p:pic>
      <p:sp>
        <p:nvSpPr>
          <p:cNvPr id="127" name="Google Shape;127;p24"/>
          <p:cNvSpPr/>
          <p:nvPr/>
        </p:nvSpPr>
        <p:spPr>
          <a:xfrm>
            <a:off x="1" y="1"/>
            <a:ext cx="10972800" cy="6172200"/>
          </a:xfrm>
          <a:prstGeom prst="rect">
            <a:avLst/>
          </a:prstGeom>
          <a:gradFill>
            <a:gsLst>
              <a:gs pos="0">
                <a:schemeClr val="lt2"/>
              </a:gs>
              <a:gs pos="40000">
                <a:schemeClr val="lt2"/>
              </a:gs>
              <a:gs pos="100000">
                <a:srgbClr val="76B900">
                  <a:alpha val="0"/>
                </a:srgbClr>
              </a:gs>
            </a:gsLst>
            <a:lin ang="300012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8" name="Google Shape;128;p24"/>
          <p:cNvSpPr/>
          <p:nvPr/>
        </p:nvSpPr>
        <p:spPr>
          <a:xfrm>
            <a:off x="1" y="1"/>
            <a:ext cx="10972800" cy="6172200"/>
          </a:xfrm>
          <a:prstGeom prst="rect">
            <a:avLst/>
          </a:prstGeom>
          <a:gradFill>
            <a:gsLst>
              <a:gs pos="0">
                <a:schemeClr val="lt2"/>
              </a:gs>
              <a:gs pos="100000">
                <a:srgbClr val="76B900">
                  <a:alpha val="29411"/>
                </a:srgbClr>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7766569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1_Quote and Segue" preserve="1">
  <p:cSld name="1_Quote and Segue">
    <p:spTree>
      <p:nvGrpSpPr>
        <p:cNvPr id="1" name="Shape 129"/>
        <p:cNvGrpSpPr/>
        <p:nvPr/>
      </p:nvGrpSpPr>
      <p:grpSpPr>
        <a:xfrm>
          <a:off x="0" y="0"/>
          <a:ext cx="0" cy="0"/>
          <a:chOff x="0" y="0"/>
          <a:chExt cx="0" cy="0"/>
        </a:xfrm>
      </p:grpSpPr>
      <p:sp>
        <p:nvSpPr>
          <p:cNvPr id="130" name="Google Shape;130;p25"/>
          <p:cNvSpPr/>
          <p:nvPr/>
        </p:nvSpPr>
        <p:spPr>
          <a:xfrm>
            <a:off x="1" y="1"/>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131" name="Google Shape;131;p25"/>
          <p:cNvPicPr preferRelativeResize="0"/>
          <p:nvPr/>
        </p:nvPicPr>
        <p:blipFill rotWithShape="1">
          <a:blip r:embed="rId2" cstate="screen">
            <a:alphaModFix/>
            <a:extLst>
              <a:ext uri="{28A0092B-C50C-407E-A947-70E740481C1C}">
                <a14:useLocalDpi xmlns:a14="http://schemas.microsoft.com/office/drawing/2010/main"/>
              </a:ext>
            </a:extLst>
          </a:blip>
          <a:srcRect l="-36069" b="-11668"/>
          <a:stretch/>
        </p:blipFill>
        <p:spPr>
          <a:xfrm flipH="1">
            <a:off x="1" y="1"/>
            <a:ext cx="10972799" cy="6172198"/>
          </a:xfrm>
          <a:prstGeom prst="rect">
            <a:avLst/>
          </a:prstGeom>
          <a:noFill/>
          <a:ln>
            <a:noFill/>
          </a:ln>
        </p:spPr>
      </p:pic>
      <p:sp>
        <p:nvSpPr>
          <p:cNvPr id="132" name="Google Shape;132;p25"/>
          <p:cNvSpPr/>
          <p:nvPr/>
        </p:nvSpPr>
        <p:spPr>
          <a:xfrm rot="10800000">
            <a:off x="0" y="0"/>
            <a:ext cx="10972800" cy="6172200"/>
          </a:xfrm>
          <a:prstGeom prst="rect">
            <a:avLst/>
          </a:prstGeom>
          <a:gradFill>
            <a:gsLst>
              <a:gs pos="0">
                <a:schemeClr val="lt1"/>
              </a:gs>
              <a:gs pos="40000">
                <a:schemeClr val="lt1"/>
              </a:gs>
              <a:gs pos="100000">
                <a:srgbClr val="FFFFFF">
                  <a:alpha val="0"/>
                </a:srgbClr>
              </a:gs>
            </a:gsLst>
            <a:lin ang="300012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3" name="Google Shape;133;p25"/>
          <p:cNvSpPr/>
          <p:nvPr/>
        </p:nvSpPr>
        <p:spPr>
          <a:xfrm rot="10800000">
            <a:off x="0" y="0"/>
            <a:ext cx="10972800" cy="6172200"/>
          </a:xfrm>
          <a:prstGeom prst="rect">
            <a:avLst/>
          </a:prstGeom>
          <a:gradFill>
            <a:gsLst>
              <a:gs pos="0">
                <a:schemeClr val="lt1"/>
              </a:gs>
              <a:gs pos="100000">
                <a:srgbClr val="FFFFFF">
                  <a:alpha val="29411"/>
                </a:srgbClr>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335373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134"/>
        <p:cNvGrpSpPr/>
        <p:nvPr/>
      </p:nvGrpSpPr>
      <p:grpSpPr>
        <a:xfrm>
          <a:off x="0" y="0"/>
          <a:ext cx="0" cy="0"/>
          <a:chOff x="0" y="0"/>
          <a:chExt cx="0" cy="0"/>
        </a:xfrm>
      </p:grpSpPr>
      <p:sp>
        <p:nvSpPr>
          <p:cNvPr id="135" name="Google Shape;135;p26"/>
          <p:cNvSpPr txBox="1">
            <a:spLocks noGrp="1"/>
          </p:cNvSpPr>
          <p:nvPr>
            <p:ph type="title"/>
          </p:nvPr>
        </p:nvSpPr>
        <p:spPr>
          <a:xfrm>
            <a:off x="499744" y="653531"/>
            <a:ext cx="9973200" cy="591000"/>
          </a:xfrm>
          <a:prstGeom prst="rect">
            <a:avLst/>
          </a:prstGeom>
          <a:noFill/>
          <a:ln>
            <a:noFill/>
          </a:ln>
        </p:spPr>
        <p:txBody>
          <a:bodyPr spcFirstLastPara="1" wrap="square" lIns="82275" tIns="82275" rIns="82275" bIns="82275" anchor="b" anchorCtr="0"/>
          <a:lstStyle>
            <a:lvl1pPr lvl="0" algn="ctr" rtl="0">
              <a:lnSpc>
                <a:spcPct val="90000"/>
              </a:lnSpc>
              <a:spcBef>
                <a:spcPts val="0"/>
              </a:spcBef>
              <a:spcAft>
                <a:spcPts val="0"/>
              </a:spcAft>
              <a:buClr>
                <a:schemeClr val="dk2"/>
              </a:buClr>
              <a:buSzPts val="1600"/>
              <a:buNone/>
              <a:defRPr/>
            </a:lvl1pPr>
            <a:lvl2pPr lvl="1" algn="l" rtl="0">
              <a:spcBef>
                <a:spcPts val="0"/>
              </a:spcBef>
              <a:spcAft>
                <a:spcPts val="0"/>
              </a:spcAft>
              <a:buClr>
                <a:srgbClr val="73B900"/>
              </a:buClr>
              <a:buSzPts val="1600"/>
              <a:buNone/>
              <a:defRPr/>
            </a:lvl2pPr>
            <a:lvl3pPr lvl="2" algn="l" rtl="0">
              <a:spcBef>
                <a:spcPts val="0"/>
              </a:spcBef>
              <a:spcAft>
                <a:spcPts val="0"/>
              </a:spcAft>
              <a:buClr>
                <a:srgbClr val="73B900"/>
              </a:buClr>
              <a:buSzPts val="1600"/>
              <a:buNone/>
              <a:defRPr/>
            </a:lvl3pPr>
            <a:lvl4pPr lvl="3" algn="l" rtl="0">
              <a:spcBef>
                <a:spcPts val="0"/>
              </a:spcBef>
              <a:spcAft>
                <a:spcPts val="0"/>
              </a:spcAft>
              <a:buClr>
                <a:srgbClr val="73B900"/>
              </a:buClr>
              <a:buSzPts val="1600"/>
              <a:buNone/>
              <a:defRPr/>
            </a:lvl4pPr>
            <a:lvl5pPr lvl="4" algn="l" rtl="0">
              <a:spcBef>
                <a:spcPts val="0"/>
              </a:spcBef>
              <a:spcAft>
                <a:spcPts val="0"/>
              </a:spcAft>
              <a:buClr>
                <a:srgbClr val="73B900"/>
              </a:buClr>
              <a:buSzPts val="1600"/>
              <a:buNone/>
              <a:defRPr/>
            </a:lvl5pPr>
            <a:lvl6pPr lvl="5" algn="l" rtl="0">
              <a:spcBef>
                <a:spcPts val="0"/>
              </a:spcBef>
              <a:spcAft>
                <a:spcPts val="0"/>
              </a:spcAft>
              <a:buClr>
                <a:srgbClr val="73B900"/>
              </a:buClr>
              <a:buSzPts val="1600"/>
              <a:buNone/>
              <a:defRPr/>
            </a:lvl6pPr>
            <a:lvl7pPr lvl="6" algn="l" rtl="0">
              <a:spcBef>
                <a:spcPts val="0"/>
              </a:spcBef>
              <a:spcAft>
                <a:spcPts val="0"/>
              </a:spcAft>
              <a:buClr>
                <a:srgbClr val="73B900"/>
              </a:buClr>
              <a:buSzPts val="1600"/>
              <a:buNone/>
              <a:defRPr/>
            </a:lvl7pPr>
            <a:lvl8pPr lvl="7" algn="l" rtl="0">
              <a:spcBef>
                <a:spcPts val="0"/>
              </a:spcBef>
              <a:spcAft>
                <a:spcPts val="0"/>
              </a:spcAft>
              <a:buClr>
                <a:srgbClr val="73B900"/>
              </a:buClr>
              <a:buSzPts val="1600"/>
              <a:buNone/>
              <a:defRPr/>
            </a:lvl8pPr>
            <a:lvl9pPr lvl="8" algn="l" rtl="0">
              <a:spcBef>
                <a:spcPts val="0"/>
              </a:spcBef>
              <a:spcAft>
                <a:spcPts val="0"/>
              </a:spcAft>
              <a:buClr>
                <a:srgbClr val="73B900"/>
              </a:buClr>
              <a:buSzPts val="1600"/>
              <a:buNone/>
              <a:defRPr/>
            </a:lvl9pPr>
          </a:lstStyle>
          <a:p>
            <a:r>
              <a:rPr lang="en-US"/>
              <a:t>Click to edit Master title style</a:t>
            </a:r>
            <a:endParaRPr/>
          </a:p>
        </p:txBody>
      </p:sp>
      <p:sp>
        <p:nvSpPr>
          <p:cNvPr id="136" name="Google Shape;136;p26"/>
          <p:cNvSpPr txBox="1">
            <a:spLocks noGrp="1"/>
          </p:cNvSpPr>
          <p:nvPr>
            <p:ph type="body" idx="1"/>
          </p:nvPr>
        </p:nvSpPr>
        <p:spPr>
          <a:xfrm>
            <a:off x="517403" y="2002367"/>
            <a:ext cx="9948900" cy="3908100"/>
          </a:xfrm>
          <a:prstGeom prst="rect">
            <a:avLst/>
          </a:prstGeom>
          <a:noFill/>
          <a:ln>
            <a:noFill/>
          </a:ln>
        </p:spPr>
        <p:txBody>
          <a:bodyPr spcFirstLastPara="1" wrap="square" lIns="82275" tIns="82275" rIns="82275" bIns="82275" anchor="t" anchorCtr="0"/>
          <a:lstStyle>
            <a:lvl1pPr marL="457200" lvl="0" indent="-228600" algn="l" rtl="0">
              <a:lnSpc>
                <a:spcPct val="90000"/>
              </a:lnSpc>
              <a:spcBef>
                <a:spcPts val="800"/>
              </a:spcBef>
              <a:spcAft>
                <a:spcPts val="0"/>
              </a:spcAft>
              <a:buSzPts val="1600"/>
              <a:buNone/>
              <a:defRPr/>
            </a:lvl1pPr>
            <a:lvl2pPr marL="914400" lvl="1" indent="-228600" algn="l" rtl="0">
              <a:lnSpc>
                <a:spcPct val="90000"/>
              </a:lnSpc>
              <a:spcBef>
                <a:spcPts val="800"/>
              </a:spcBef>
              <a:spcAft>
                <a:spcPts val="0"/>
              </a:spcAft>
              <a:buSzPts val="1600"/>
              <a:buNone/>
              <a:defRPr/>
            </a:lvl2pPr>
            <a:lvl3pPr marL="1371600" lvl="2" indent="-228600" algn="l" rtl="0">
              <a:lnSpc>
                <a:spcPct val="90000"/>
              </a:lnSpc>
              <a:spcBef>
                <a:spcPts val="800"/>
              </a:spcBef>
              <a:spcAft>
                <a:spcPts val="0"/>
              </a:spcAft>
              <a:buSzPts val="1600"/>
              <a:buNone/>
              <a:defRPr/>
            </a:lvl3pPr>
            <a:lvl4pPr marL="1828800" lvl="3" indent="-330200" algn="l" rtl="0">
              <a:lnSpc>
                <a:spcPct val="100000"/>
              </a:lnSpc>
              <a:spcBef>
                <a:spcPts val="800"/>
              </a:spcBef>
              <a:spcAft>
                <a:spcPts val="0"/>
              </a:spcAft>
              <a:buSzPts val="1600"/>
              <a:buChar char="–"/>
              <a:defRPr/>
            </a:lvl4pPr>
            <a:lvl5pPr marL="2286000" lvl="4" indent="-330200" algn="l" rtl="0">
              <a:lnSpc>
                <a:spcPct val="100000"/>
              </a:lnSpc>
              <a:spcBef>
                <a:spcPts val="400"/>
              </a:spcBef>
              <a:spcAft>
                <a:spcPts val="0"/>
              </a:spcAft>
              <a:buSzPts val="1600"/>
              <a:buChar char="»"/>
              <a:defRPr/>
            </a:lvl5pPr>
            <a:lvl6pPr marL="2743200" lvl="5" indent="-330200" algn="l" rtl="0">
              <a:lnSpc>
                <a:spcPct val="100000"/>
              </a:lnSpc>
              <a:spcBef>
                <a:spcPts val="400"/>
              </a:spcBef>
              <a:spcAft>
                <a:spcPts val="0"/>
              </a:spcAft>
              <a:buSzPts val="1600"/>
              <a:buChar char="»"/>
              <a:defRPr/>
            </a:lvl6pPr>
            <a:lvl7pPr marL="3200400" lvl="6" indent="-330200" algn="l" rtl="0">
              <a:lnSpc>
                <a:spcPct val="100000"/>
              </a:lnSpc>
              <a:spcBef>
                <a:spcPts val="400"/>
              </a:spcBef>
              <a:spcAft>
                <a:spcPts val="0"/>
              </a:spcAft>
              <a:buSzPts val="1600"/>
              <a:buChar char="»"/>
              <a:defRPr/>
            </a:lvl7pPr>
            <a:lvl8pPr marL="3657600" lvl="7" indent="-330200" algn="l" rtl="0">
              <a:lnSpc>
                <a:spcPct val="100000"/>
              </a:lnSpc>
              <a:spcBef>
                <a:spcPts val="400"/>
              </a:spcBef>
              <a:spcAft>
                <a:spcPts val="0"/>
              </a:spcAft>
              <a:buSzPts val="1600"/>
              <a:buChar char="»"/>
              <a:defRPr/>
            </a:lvl8pPr>
            <a:lvl9pPr marL="4114800" lvl="8" indent="-330200" algn="l" rtl="0">
              <a:lnSpc>
                <a:spcPct val="100000"/>
              </a:lnSpc>
              <a:spcBef>
                <a:spcPts val="400"/>
              </a:spcBef>
              <a:spcAft>
                <a:spcPts val="0"/>
              </a:spcAft>
              <a:buSzPts val="1600"/>
              <a:buChar char="»"/>
              <a:defRPr/>
            </a:lvl9pPr>
          </a:lstStyle>
          <a:p>
            <a:pPr lvl="0"/>
            <a:r>
              <a:rPr lang="en-US"/>
              <a:t>Click to edit Master text styles</a:t>
            </a:r>
          </a:p>
        </p:txBody>
      </p:sp>
      <p:sp>
        <p:nvSpPr>
          <p:cNvPr id="137" name="Google Shape;137;p26"/>
          <p:cNvSpPr txBox="1">
            <a:spLocks noGrp="1"/>
          </p:cNvSpPr>
          <p:nvPr>
            <p:ph type="dt" idx="10"/>
          </p:nvPr>
        </p:nvSpPr>
        <p:spPr>
          <a:xfrm>
            <a:off x="0" y="0"/>
            <a:ext cx="2700000" cy="2700000"/>
          </a:xfrm>
          <a:prstGeom prst="rect">
            <a:avLst/>
          </a:prstGeom>
          <a:noFill/>
          <a:ln>
            <a:noFill/>
          </a:ln>
        </p:spPr>
        <p:txBody>
          <a:bodyPr spcFirstLastPara="1" wrap="square" lIns="82275" tIns="41125" rIns="82275" bIns="41125" anchor="t" anchorCtr="0"/>
          <a:lstStyle>
            <a:lvl1pPr marR="0" lvl="0" algn="l" rtl="0">
              <a:spcBef>
                <a:spcPts val="0"/>
              </a:spcBef>
              <a:spcAft>
                <a:spcPts val="0"/>
              </a:spcAft>
              <a:buSzPts val="1300"/>
              <a:buNone/>
              <a:defRPr sz="1600">
                <a:solidFill>
                  <a:schemeClr val="dk1"/>
                </a:solidFill>
                <a:latin typeface="Arial"/>
                <a:ea typeface="Arial"/>
                <a:cs typeface="Arial"/>
                <a:sym typeface="Arial"/>
              </a:defRPr>
            </a:lvl1pPr>
            <a:lvl2pPr marR="0" lvl="1" algn="l" rtl="0">
              <a:spcBef>
                <a:spcPts val="0"/>
              </a:spcBef>
              <a:spcAft>
                <a:spcPts val="0"/>
              </a:spcAft>
              <a:buSzPts val="1300"/>
              <a:buNone/>
              <a:defRPr sz="1600" b="0" i="0" u="none" strike="noStrike" cap="none">
                <a:solidFill>
                  <a:schemeClr val="dk1"/>
                </a:solidFill>
                <a:latin typeface="Arial"/>
                <a:ea typeface="Arial"/>
                <a:cs typeface="Arial"/>
                <a:sym typeface="Arial"/>
              </a:defRPr>
            </a:lvl2pPr>
            <a:lvl3pPr marR="0" lvl="2" algn="l" rtl="0">
              <a:spcBef>
                <a:spcPts val="0"/>
              </a:spcBef>
              <a:spcAft>
                <a:spcPts val="0"/>
              </a:spcAft>
              <a:buSzPts val="1300"/>
              <a:buNone/>
              <a:defRPr sz="1600" b="0" i="0" u="none" strike="noStrike" cap="none">
                <a:solidFill>
                  <a:schemeClr val="dk1"/>
                </a:solidFill>
                <a:latin typeface="Arial"/>
                <a:ea typeface="Arial"/>
                <a:cs typeface="Arial"/>
                <a:sym typeface="Arial"/>
              </a:defRPr>
            </a:lvl3pPr>
            <a:lvl4pPr marR="0" lvl="3" algn="l" rtl="0">
              <a:spcBef>
                <a:spcPts val="0"/>
              </a:spcBef>
              <a:spcAft>
                <a:spcPts val="0"/>
              </a:spcAft>
              <a:buSzPts val="1300"/>
              <a:buNone/>
              <a:defRPr sz="1600" b="0" i="0" u="none" strike="noStrike" cap="none">
                <a:solidFill>
                  <a:schemeClr val="dk1"/>
                </a:solidFill>
                <a:latin typeface="Arial"/>
                <a:ea typeface="Arial"/>
                <a:cs typeface="Arial"/>
                <a:sym typeface="Arial"/>
              </a:defRPr>
            </a:lvl4pPr>
            <a:lvl5pPr marR="0" lvl="4" algn="l" rtl="0">
              <a:spcBef>
                <a:spcPts val="0"/>
              </a:spcBef>
              <a:spcAft>
                <a:spcPts val="0"/>
              </a:spcAft>
              <a:buSzPts val="1300"/>
              <a:buNone/>
              <a:defRPr sz="1600" b="0" i="0" u="none" strike="noStrike" cap="none">
                <a:solidFill>
                  <a:schemeClr val="dk1"/>
                </a:solidFill>
                <a:latin typeface="Arial"/>
                <a:ea typeface="Arial"/>
                <a:cs typeface="Arial"/>
                <a:sym typeface="Arial"/>
              </a:defRPr>
            </a:lvl5pPr>
            <a:lvl6pPr marR="0" lvl="5" algn="l" rtl="0">
              <a:spcBef>
                <a:spcPts val="0"/>
              </a:spcBef>
              <a:spcAft>
                <a:spcPts val="0"/>
              </a:spcAft>
              <a:buSzPts val="1300"/>
              <a:buNone/>
              <a:defRPr sz="1600" b="0" i="0" u="none" strike="noStrike" cap="none">
                <a:solidFill>
                  <a:schemeClr val="dk1"/>
                </a:solidFill>
                <a:latin typeface="Arial"/>
                <a:ea typeface="Arial"/>
                <a:cs typeface="Arial"/>
                <a:sym typeface="Arial"/>
              </a:defRPr>
            </a:lvl6pPr>
            <a:lvl7pPr marR="0" lvl="6" algn="l" rtl="0">
              <a:spcBef>
                <a:spcPts val="0"/>
              </a:spcBef>
              <a:spcAft>
                <a:spcPts val="0"/>
              </a:spcAft>
              <a:buSzPts val="1300"/>
              <a:buNone/>
              <a:defRPr sz="1600" b="0" i="0" u="none" strike="noStrike" cap="none">
                <a:solidFill>
                  <a:schemeClr val="dk1"/>
                </a:solidFill>
                <a:latin typeface="Arial"/>
                <a:ea typeface="Arial"/>
                <a:cs typeface="Arial"/>
                <a:sym typeface="Arial"/>
              </a:defRPr>
            </a:lvl7pPr>
            <a:lvl8pPr marR="0" lvl="7" algn="l" rtl="0">
              <a:spcBef>
                <a:spcPts val="0"/>
              </a:spcBef>
              <a:spcAft>
                <a:spcPts val="0"/>
              </a:spcAft>
              <a:buSzPts val="1300"/>
              <a:buNone/>
              <a:defRPr sz="1600" b="0" i="0" u="none" strike="noStrike" cap="none">
                <a:solidFill>
                  <a:schemeClr val="dk1"/>
                </a:solidFill>
                <a:latin typeface="Arial"/>
                <a:ea typeface="Arial"/>
                <a:cs typeface="Arial"/>
                <a:sym typeface="Arial"/>
              </a:defRPr>
            </a:lvl8pPr>
            <a:lvl9pPr marR="0" lvl="8" algn="l" rtl="0">
              <a:spcBef>
                <a:spcPts val="0"/>
              </a:spcBef>
              <a:spcAft>
                <a:spcPts val="0"/>
              </a:spcAft>
              <a:buSzPts val="1300"/>
              <a:buNone/>
              <a:defRPr sz="1600" b="0" i="0" u="none" strike="noStrike" cap="none">
                <a:solidFill>
                  <a:schemeClr val="dk1"/>
                </a:solidFill>
                <a:latin typeface="Arial"/>
                <a:ea typeface="Arial"/>
                <a:cs typeface="Arial"/>
                <a:sym typeface="Arial"/>
              </a:defRPr>
            </a:lvl9pPr>
          </a:lstStyle>
          <a:p>
            <a:endParaRPr/>
          </a:p>
        </p:txBody>
      </p:sp>
      <p:sp>
        <p:nvSpPr>
          <p:cNvPr id="138" name="Google Shape;138;p26"/>
          <p:cNvSpPr txBox="1">
            <a:spLocks noGrp="1"/>
          </p:cNvSpPr>
          <p:nvPr>
            <p:ph type="ftr" idx="11"/>
          </p:nvPr>
        </p:nvSpPr>
        <p:spPr>
          <a:xfrm>
            <a:off x="0" y="0"/>
            <a:ext cx="2700000" cy="2700000"/>
          </a:xfrm>
          <a:prstGeom prst="rect">
            <a:avLst/>
          </a:prstGeom>
          <a:noFill/>
          <a:ln>
            <a:noFill/>
          </a:ln>
        </p:spPr>
        <p:txBody>
          <a:bodyPr spcFirstLastPara="1" wrap="square" lIns="82275" tIns="41125" rIns="82275" bIns="41125" anchor="t" anchorCtr="0"/>
          <a:lstStyle>
            <a:lvl1pPr marR="0" lvl="0" algn="l" rtl="0">
              <a:spcBef>
                <a:spcPts val="0"/>
              </a:spcBef>
              <a:spcAft>
                <a:spcPts val="0"/>
              </a:spcAft>
              <a:buSzPts val="1300"/>
              <a:buNone/>
              <a:defRPr sz="1600">
                <a:solidFill>
                  <a:schemeClr val="dk1"/>
                </a:solidFill>
                <a:latin typeface="Arial"/>
                <a:ea typeface="Arial"/>
                <a:cs typeface="Arial"/>
                <a:sym typeface="Arial"/>
              </a:defRPr>
            </a:lvl1pPr>
            <a:lvl2pPr marR="0" lvl="1" algn="l" rtl="0">
              <a:spcBef>
                <a:spcPts val="0"/>
              </a:spcBef>
              <a:spcAft>
                <a:spcPts val="0"/>
              </a:spcAft>
              <a:buSzPts val="1300"/>
              <a:buNone/>
              <a:defRPr sz="1600" b="0" i="0" u="none" strike="noStrike" cap="none">
                <a:solidFill>
                  <a:schemeClr val="dk1"/>
                </a:solidFill>
                <a:latin typeface="Arial"/>
                <a:ea typeface="Arial"/>
                <a:cs typeface="Arial"/>
                <a:sym typeface="Arial"/>
              </a:defRPr>
            </a:lvl2pPr>
            <a:lvl3pPr marR="0" lvl="2" algn="l" rtl="0">
              <a:spcBef>
                <a:spcPts val="0"/>
              </a:spcBef>
              <a:spcAft>
                <a:spcPts val="0"/>
              </a:spcAft>
              <a:buSzPts val="1300"/>
              <a:buNone/>
              <a:defRPr sz="1600" b="0" i="0" u="none" strike="noStrike" cap="none">
                <a:solidFill>
                  <a:schemeClr val="dk1"/>
                </a:solidFill>
                <a:latin typeface="Arial"/>
                <a:ea typeface="Arial"/>
                <a:cs typeface="Arial"/>
                <a:sym typeface="Arial"/>
              </a:defRPr>
            </a:lvl3pPr>
            <a:lvl4pPr marR="0" lvl="3" algn="l" rtl="0">
              <a:spcBef>
                <a:spcPts val="0"/>
              </a:spcBef>
              <a:spcAft>
                <a:spcPts val="0"/>
              </a:spcAft>
              <a:buSzPts val="1300"/>
              <a:buNone/>
              <a:defRPr sz="1600" b="0" i="0" u="none" strike="noStrike" cap="none">
                <a:solidFill>
                  <a:schemeClr val="dk1"/>
                </a:solidFill>
                <a:latin typeface="Arial"/>
                <a:ea typeface="Arial"/>
                <a:cs typeface="Arial"/>
                <a:sym typeface="Arial"/>
              </a:defRPr>
            </a:lvl4pPr>
            <a:lvl5pPr marR="0" lvl="4" algn="l" rtl="0">
              <a:spcBef>
                <a:spcPts val="0"/>
              </a:spcBef>
              <a:spcAft>
                <a:spcPts val="0"/>
              </a:spcAft>
              <a:buSzPts val="1300"/>
              <a:buNone/>
              <a:defRPr sz="1600" b="0" i="0" u="none" strike="noStrike" cap="none">
                <a:solidFill>
                  <a:schemeClr val="dk1"/>
                </a:solidFill>
                <a:latin typeface="Arial"/>
                <a:ea typeface="Arial"/>
                <a:cs typeface="Arial"/>
                <a:sym typeface="Arial"/>
              </a:defRPr>
            </a:lvl5pPr>
            <a:lvl6pPr marR="0" lvl="5" algn="l" rtl="0">
              <a:spcBef>
                <a:spcPts val="0"/>
              </a:spcBef>
              <a:spcAft>
                <a:spcPts val="0"/>
              </a:spcAft>
              <a:buSzPts val="1300"/>
              <a:buNone/>
              <a:defRPr sz="1600" b="0" i="0" u="none" strike="noStrike" cap="none">
                <a:solidFill>
                  <a:schemeClr val="dk1"/>
                </a:solidFill>
                <a:latin typeface="Arial"/>
                <a:ea typeface="Arial"/>
                <a:cs typeface="Arial"/>
                <a:sym typeface="Arial"/>
              </a:defRPr>
            </a:lvl6pPr>
            <a:lvl7pPr marR="0" lvl="6" algn="l" rtl="0">
              <a:spcBef>
                <a:spcPts val="0"/>
              </a:spcBef>
              <a:spcAft>
                <a:spcPts val="0"/>
              </a:spcAft>
              <a:buSzPts val="1300"/>
              <a:buNone/>
              <a:defRPr sz="1600" b="0" i="0" u="none" strike="noStrike" cap="none">
                <a:solidFill>
                  <a:schemeClr val="dk1"/>
                </a:solidFill>
                <a:latin typeface="Arial"/>
                <a:ea typeface="Arial"/>
                <a:cs typeface="Arial"/>
                <a:sym typeface="Arial"/>
              </a:defRPr>
            </a:lvl7pPr>
            <a:lvl8pPr marR="0" lvl="7" algn="l" rtl="0">
              <a:spcBef>
                <a:spcPts val="0"/>
              </a:spcBef>
              <a:spcAft>
                <a:spcPts val="0"/>
              </a:spcAft>
              <a:buSzPts val="1300"/>
              <a:buNone/>
              <a:defRPr sz="1600" b="0" i="0" u="none" strike="noStrike" cap="none">
                <a:solidFill>
                  <a:schemeClr val="dk1"/>
                </a:solidFill>
                <a:latin typeface="Arial"/>
                <a:ea typeface="Arial"/>
                <a:cs typeface="Arial"/>
                <a:sym typeface="Arial"/>
              </a:defRPr>
            </a:lvl8pPr>
            <a:lvl9pPr marR="0" lvl="8" algn="l" rtl="0">
              <a:spcBef>
                <a:spcPts val="0"/>
              </a:spcBef>
              <a:spcAft>
                <a:spcPts val="0"/>
              </a:spcAft>
              <a:buSzPts val="1300"/>
              <a:buNone/>
              <a:defRPr sz="1600" b="0" i="0" u="none" strike="noStrike" cap="none">
                <a:solidFill>
                  <a:schemeClr val="dk1"/>
                </a:solidFill>
                <a:latin typeface="Arial"/>
                <a:ea typeface="Arial"/>
                <a:cs typeface="Arial"/>
                <a:sym typeface="Arial"/>
              </a:defRPr>
            </a:lvl9pPr>
          </a:lstStyle>
          <a:p>
            <a:endParaRPr/>
          </a:p>
        </p:txBody>
      </p:sp>
      <p:sp>
        <p:nvSpPr>
          <p:cNvPr id="139" name="Google Shape;139;p26"/>
          <p:cNvSpPr txBox="1">
            <a:spLocks noGrp="1"/>
          </p:cNvSpPr>
          <p:nvPr>
            <p:ph type="sldNum" idx="12"/>
          </p:nvPr>
        </p:nvSpPr>
        <p:spPr>
          <a:xfrm>
            <a:off x="0" y="0"/>
            <a:ext cx="2700000" cy="2700000"/>
          </a:xfrm>
          <a:prstGeom prst="rect">
            <a:avLst/>
          </a:prstGeom>
          <a:noFill/>
          <a:ln>
            <a:noFill/>
          </a:ln>
        </p:spPr>
        <p:txBody>
          <a:bodyPr spcFirstLastPara="1" wrap="square" lIns="82275" tIns="41125" rIns="82275" bIns="41125" anchor="t" anchorCtr="0">
            <a:noAutofit/>
          </a:bodyPr>
          <a:lstStyle>
            <a:lvl1pPr marL="0" marR="0" lvl="0" indent="0" algn="l" rtl="0">
              <a:spcBef>
                <a:spcPts val="0"/>
              </a:spcBef>
              <a:buNone/>
              <a:defRPr sz="1600">
                <a:solidFill>
                  <a:schemeClr val="dk1"/>
                </a:solidFill>
                <a:latin typeface="Arial"/>
                <a:ea typeface="Arial"/>
                <a:cs typeface="Arial"/>
                <a:sym typeface="Arial"/>
              </a:defRPr>
            </a:lvl1pPr>
            <a:lvl2pPr marL="0" marR="0" lvl="1" indent="0" algn="l" rtl="0">
              <a:spcBef>
                <a:spcPts val="0"/>
              </a:spcBef>
              <a:buNone/>
              <a:defRPr sz="1600">
                <a:solidFill>
                  <a:schemeClr val="dk1"/>
                </a:solidFill>
                <a:latin typeface="Arial"/>
                <a:ea typeface="Arial"/>
                <a:cs typeface="Arial"/>
                <a:sym typeface="Arial"/>
              </a:defRPr>
            </a:lvl2pPr>
            <a:lvl3pPr marL="0" marR="0" lvl="2" indent="0" algn="l" rtl="0">
              <a:spcBef>
                <a:spcPts val="0"/>
              </a:spcBef>
              <a:buNone/>
              <a:defRPr sz="1600">
                <a:solidFill>
                  <a:schemeClr val="dk1"/>
                </a:solidFill>
                <a:latin typeface="Arial"/>
                <a:ea typeface="Arial"/>
                <a:cs typeface="Arial"/>
                <a:sym typeface="Arial"/>
              </a:defRPr>
            </a:lvl3pPr>
            <a:lvl4pPr marL="0" marR="0" lvl="3" indent="0" algn="l" rtl="0">
              <a:spcBef>
                <a:spcPts val="0"/>
              </a:spcBef>
              <a:buNone/>
              <a:defRPr sz="1600">
                <a:solidFill>
                  <a:schemeClr val="dk1"/>
                </a:solidFill>
                <a:latin typeface="Arial"/>
                <a:ea typeface="Arial"/>
                <a:cs typeface="Arial"/>
                <a:sym typeface="Arial"/>
              </a:defRPr>
            </a:lvl4pPr>
            <a:lvl5pPr marL="0" marR="0" lvl="4" indent="0" algn="l" rtl="0">
              <a:spcBef>
                <a:spcPts val="0"/>
              </a:spcBef>
              <a:buNone/>
              <a:defRPr sz="1600">
                <a:solidFill>
                  <a:schemeClr val="dk1"/>
                </a:solidFill>
                <a:latin typeface="Arial"/>
                <a:ea typeface="Arial"/>
                <a:cs typeface="Arial"/>
                <a:sym typeface="Arial"/>
              </a:defRPr>
            </a:lvl5pPr>
            <a:lvl6pPr marL="0" marR="0" lvl="5" indent="0" algn="l" rtl="0">
              <a:spcBef>
                <a:spcPts val="0"/>
              </a:spcBef>
              <a:buNone/>
              <a:defRPr sz="1600">
                <a:solidFill>
                  <a:schemeClr val="dk1"/>
                </a:solidFill>
                <a:latin typeface="Arial"/>
                <a:ea typeface="Arial"/>
                <a:cs typeface="Arial"/>
                <a:sym typeface="Arial"/>
              </a:defRPr>
            </a:lvl6pPr>
            <a:lvl7pPr marL="0" marR="0" lvl="6" indent="0" algn="l" rtl="0">
              <a:spcBef>
                <a:spcPts val="0"/>
              </a:spcBef>
              <a:buNone/>
              <a:defRPr sz="1600">
                <a:solidFill>
                  <a:schemeClr val="dk1"/>
                </a:solidFill>
                <a:latin typeface="Arial"/>
                <a:ea typeface="Arial"/>
                <a:cs typeface="Arial"/>
                <a:sym typeface="Arial"/>
              </a:defRPr>
            </a:lvl7pPr>
            <a:lvl8pPr marL="0" marR="0" lvl="7" indent="0" algn="l" rtl="0">
              <a:spcBef>
                <a:spcPts val="0"/>
              </a:spcBef>
              <a:buNone/>
              <a:defRPr sz="1600">
                <a:solidFill>
                  <a:schemeClr val="dk1"/>
                </a:solidFill>
                <a:latin typeface="Arial"/>
                <a:ea typeface="Arial"/>
                <a:cs typeface="Arial"/>
                <a:sym typeface="Arial"/>
              </a:defRPr>
            </a:lvl8pPr>
            <a:lvl9pPr marL="0" marR="0" lvl="8" indent="0" algn="l" rtl="0">
              <a:spcBef>
                <a:spcPts val="0"/>
              </a:spcBef>
              <a:buNone/>
              <a:defRPr sz="1600">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316266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12_Title Slide - Images" preserve="1">
  <p:cSld name="12_Title Slide - Images">
    <p:spTree>
      <p:nvGrpSpPr>
        <p:cNvPr id="1" name="Shape 13"/>
        <p:cNvGrpSpPr/>
        <p:nvPr/>
      </p:nvGrpSpPr>
      <p:grpSpPr>
        <a:xfrm>
          <a:off x="0" y="0"/>
          <a:ext cx="0" cy="0"/>
          <a:chOff x="0" y="0"/>
          <a:chExt cx="0" cy="0"/>
        </a:xfrm>
      </p:grpSpPr>
      <p:pic>
        <p:nvPicPr>
          <p:cNvPr id="14" name="Google Shape;14;p2"/>
          <p:cNvPicPr preferRelativeResize="0"/>
          <p:nvPr/>
        </p:nvPicPr>
        <p:blipFill rotWithShape="1">
          <a:blip r:embed="rId2" cstate="screen">
            <a:alphaModFix/>
            <a:extLst>
              <a:ext uri="{28A0092B-C50C-407E-A947-70E740481C1C}">
                <a14:useLocalDpi xmlns:a14="http://schemas.microsoft.com/office/drawing/2010/main"/>
              </a:ext>
            </a:extLst>
          </a:blip>
          <a:srcRect l="-21753" b="-229"/>
          <a:stretch/>
        </p:blipFill>
        <p:spPr>
          <a:xfrm>
            <a:off x="0" y="0"/>
            <a:ext cx="10972800" cy="5942501"/>
          </a:xfrm>
          <a:prstGeom prst="rect">
            <a:avLst/>
          </a:prstGeom>
          <a:noFill/>
          <a:ln>
            <a:noFill/>
          </a:ln>
        </p:spPr>
      </p:pic>
      <p:sp>
        <p:nvSpPr>
          <p:cNvPr id="15" name="Google Shape;15;p2"/>
          <p:cNvSpPr/>
          <p:nvPr/>
        </p:nvSpPr>
        <p:spPr>
          <a:xfrm rot="10800000" flipH="1">
            <a:off x="0" y="0"/>
            <a:ext cx="10972800" cy="6172200"/>
          </a:xfrm>
          <a:prstGeom prst="rect">
            <a:avLst/>
          </a:prstGeom>
          <a:gradFill>
            <a:gsLst>
              <a:gs pos="0">
                <a:schemeClr val="lt1"/>
              </a:gs>
              <a:gs pos="34000">
                <a:schemeClr val="lt1"/>
              </a:gs>
              <a:gs pos="100000">
                <a:srgbClr val="FFFFFF">
                  <a:alpha val="34509"/>
                </a:srgbClr>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6" name="Google Shape;16;p2"/>
          <p:cNvSpPr txBox="1">
            <a:spLocks noGrp="1"/>
          </p:cNvSpPr>
          <p:nvPr>
            <p:ph type="subTitle" idx="1"/>
          </p:nvPr>
        </p:nvSpPr>
        <p:spPr>
          <a:xfrm>
            <a:off x="490973" y="4612301"/>
            <a:ext cx="6057133" cy="369332"/>
          </a:xfrm>
          <a:prstGeom prst="rect">
            <a:avLst/>
          </a:prstGeom>
          <a:noFill/>
          <a:ln>
            <a:noFill/>
          </a:ln>
        </p:spPr>
        <p:txBody>
          <a:bodyPr spcFirstLastPara="1" wrap="square" lIns="91425" tIns="91425" rIns="91425" bIns="91425" anchor="t" anchorCtr="0"/>
          <a:lstStyle>
            <a:lvl1pPr marR="0" lvl="0" algn="l" rtl="0">
              <a:lnSpc>
                <a:spcPct val="90000"/>
              </a:lnSpc>
              <a:spcBef>
                <a:spcPts val="0"/>
              </a:spcBef>
              <a:spcAft>
                <a:spcPts val="0"/>
              </a:spcAft>
              <a:buClr>
                <a:schemeClr val="dk1"/>
              </a:buClr>
              <a:buSzPts val="1400"/>
              <a:buFont typeface="Trebuchet MS"/>
              <a:buNone/>
              <a:defRPr sz="2000" b="0" i="0" u="none" strike="noStrike" cap="none">
                <a:solidFill>
                  <a:srgbClr val="595959"/>
                </a:solidFill>
                <a:latin typeface="Trebuchet MS"/>
                <a:ea typeface="Trebuchet MS"/>
                <a:cs typeface="Trebuchet MS"/>
                <a:sym typeface="Trebuchet MS"/>
              </a:defRPr>
            </a:lvl1pPr>
            <a:lvl2pPr marR="0" lvl="1" algn="l" rtl="0">
              <a:lnSpc>
                <a:spcPct val="90000"/>
              </a:lnSpc>
              <a:spcBef>
                <a:spcPts val="900"/>
              </a:spcBef>
              <a:spcAft>
                <a:spcPts val="0"/>
              </a:spcAft>
              <a:buClr>
                <a:schemeClr val="dk1"/>
              </a:buClr>
              <a:buSzPts val="1400"/>
              <a:buFont typeface="Trebuchet MS"/>
              <a:buNone/>
              <a:defRPr sz="1800" b="0" i="0" u="none" strike="noStrike" cap="none">
                <a:solidFill>
                  <a:schemeClr val="dk2"/>
                </a:solidFill>
                <a:latin typeface="Trebuchet MS"/>
                <a:ea typeface="Trebuchet MS"/>
                <a:cs typeface="Trebuchet MS"/>
                <a:sym typeface="Trebuchet MS"/>
              </a:defRPr>
            </a:lvl2pPr>
            <a:lvl3pPr marR="0" lvl="2" algn="l" rtl="0">
              <a:lnSpc>
                <a:spcPct val="90000"/>
              </a:lnSpc>
              <a:spcBef>
                <a:spcPts val="900"/>
              </a:spcBef>
              <a:spcAft>
                <a:spcPts val="0"/>
              </a:spcAft>
              <a:buClr>
                <a:schemeClr val="dk1"/>
              </a:buClr>
              <a:buSzPts val="1400"/>
              <a:buFont typeface="Trebuchet MS"/>
              <a:buNone/>
              <a:defRPr sz="1600" b="0" i="0" u="none" strike="noStrike" cap="none">
                <a:solidFill>
                  <a:schemeClr val="dk2"/>
                </a:solidFill>
                <a:latin typeface="Trebuchet MS"/>
                <a:ea typeface="Trebuchet MS"/>
                <a:cs typeface="Trebuchet MS"/>
                <a:sym typeface="Trebuchet MS"/>
              </a:defRPr>
            </a:lvl3pPr>
            <a:lvl4pPr marR="0" lvl="3" algn="l" rtl="0">
              <a:lnSpc>
                <a:spcPct val="100000"/>
              </a:lnSpc>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R="0" lvl="4"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R="0" lvl="5"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R="0" lvl="6"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R="0" lvl="7"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R="0" lvl="8"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r>
              <a:rPr lang="en-US"/>
              <a:t>Click to edit Master subtitle style</a:t>
            </a:r>
            <a:endParaRPr/>
          </a:p>
        </p:txBody>
      </p:sp>
      <p:sp>
        <p:nvSpPr>
          <p:cNvPr id="17" name="Google Shape;17;p2"/>
          <p:cNvSpPr txBox="1">
            <a:spLocks noGrp="1"/>
          </p:cNvSpPr>
          <p:nvPr>
            <p:ph type="title"/>
          </p:nvPr>
        </p:nvSpPr>
        <p:spPr>
          <a:xfrm>
            <a:off x="490973" y="3434608"/>
            <a:ext cx="6057133" cy="982855"/>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rgbClr val="000000"/>
              </a:buClr>
              <a:buSzPts val="1400"/>
              <a:buFont typeface="Arial"/>
              <a:buNone/>
              <a:defRPr sz="4400" b="1" i="0" u="none" strike="noStrike" cap="none">
                <a:solidFill>
                  <a:schemeClr val="lt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cxnSp>
        <p:nvCxnSpPr>
          <p:cNvPr id="18" name="Google Shape;18;p2"/>
          <p:cNvCxnSpPr/>
          <p:nvPr/>
        </p:nvCxnSpPr>
        <p:spPr>
          <a:xfrm>
            <a:off x="583337" y="4490990"/>
            <a:ext cx="5456769" cy="0"/>
          </a:xfrm>
          <a:prstGeom prst="straightConnector1">
            <a:avLst/>
          </a:prstGeom>
          <a:noFill/>
          <a:ln w="9525" cap="rnd" cmpd="sng">
            <a:solidFill>
              <a:schemeClr val="accent4"/>
            </a:solidFill>
            <a:prstDash val="solid"/>
            <a:round/>
            <a:headEnd type="none" w="sm" len="sm"/>
            <a:tailEnd type="none" w="sm" len="sm"/>
          </a:ln>
        </p:spPr>
      </p:cxnSp>
      <p:pic>
        <p:nvPicPr>
          <p:cNvPr id="19" name="Google Shape;19;p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83337" y="483260"/>
            <a:ext cx="2284591" cy="800486"/>
          </a:xfrm>
          <a:prstGeom prst="rect">
            <a:avLst/>
          </a:prstGeom>
          <a:noFill/>
          <a:ln>
            <a:noFill/>
          </a:ln>
        </p:spPr>
      </p:pic>
    </p:spTree>
    <p:extLst>
      <p:ext uri="{BB962C8B-B14F-4D97-AF65-F5344CB8AC3E}">
        <p14:creationId xmlns:p14="http://schemas.microsoft.com/office/powerpoint/2010/main" val="25606351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Transition - Green" preserve="1">
  <p:cSld name="Transition - Green">
    <p:spTree>
      <p:nvGrpSpPr>
        <p:cNvPr id="1" name="Shape 21"/>
        <p:cNvGrpSpPr/>
        <p:nvPr/>
      </p:nvGrpSpPr>
      <p:grpSpPr>
        <a:xfrm>
          <a:off x="0" y="0"/>
          <a:ext cx="0" cy="0"/>
          <a:chOff x="0" y="0"/>
          <a:chExt cx="0" cy="0"/>
        </a:xfrm>
      </p:grpSpPr>
      <p:sp>
        <p:nvSpPr>
          <p:cNvPr id="22" name="Google Shape;22;p3"/>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23" name="Google Shape;23;p3"/>
          <p:cNvPicPr preferRelativeResize="0"/>
          <p:nvPr/>
        </p:nvPicPr>
        <p:blipFill rotWithShape="1">
          <a:blip r:embed="rId2" cstate="screen">
            <a:alphaModFix/>
            <a:extLst>
              <a:ext uri="{28A0092B-C50C-407E-A947-70E740481C1C}">
                <a14:useLocalDpi xmlns:a14="http://schemas.microsoft.com/office/drawing/2010/main"/>
              </a:ext>
            </a:extLst>
          </a:blip>
          <a:srcRect l="-12680" b="-5537"/>
          <a:stretch/>
        </p:blipFill>
        <p:spPr>
          <a:xfrm rot="10800000" flipH="1">
            <a:off x="0" y="0"/>
            <a:ext cx="10972800" cy="6172200"/>
          </a:xfrm>
          <a:prstGeom prst="rect">
            <a:avLst/>
          </a:prstGeom>
          <a:noFill/>
          <a:ln>
            <a:noFill/>
          </a:ln>
        </p:spPr>
      </p:pic>
      <p:sp>
        <p:nvSpPr>
          <p:cNvPr id="24" name="Google Shape;24;p3"/>
          <p:cNvSpPr/>
          <p:nvPr/>
        </p:nvSpPr>
        <p:spPr>
          <a:xfrm>
            <a:off x="0" y="0"/>
            <a:ext cx="10972800" cy="6172200"/>
          </a:xfrm>
          <a:prstGeom prst="rect">
            <a:avLst/>
          </a:prstGeom>
          <a:gradFill>
            <a:gsLst>
              <a:gs pos="0">
                <a:schemeClr val="lt2"/>
              </a:gs>
              <a:gs pos="40000">
                <a:schemeClr val="lt2"/>
              </a:gs>
              <a:gs pos="100000">
                <a:srgbClr val="76B900">
                  <a:alpha val="0"/>
                </a:srgbClr>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5" name="Google Shape;25;p3"/>
          <p:cNvSpPr/>
          <p:nvPr/>
        </p:nvSpPr>
        <p:spPr>
          <a:xfrm>
            <a:off x="0" y="0"/>
            <a:ext cx="10972800" cy="6172200"/>
          </a:xfrm>
          <a:prstGeom prst="rect">
            <a:avLst/>
          </a:prstGeom>
          <a:gradFill>
            <a:gsLst>
              <a:gs pos="0">
                <a:schemeClr val="lt2"/>
              </a:gs>
              <a:gs pos="100000">
                <a:srgbClr val="76B900">
                  <a:alpha val="29411"/>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6" name="Google Shape;26;p3"/>
          <p:cNvSpPr txBox="1">
            <a:spLocks noGrp="1"/>
          </p:cNvSpPr>
          <p:nvPr>
            <p:ph type="title"/>
          </p:nvPr>
        </p:nvSpPr>
        <p:spPr>
          <a:xfrm>
            <a:off x="498348" y="2790635"/>
            <a:ext cx="9976104" cy="590931"/>
          </a:xfrm>
          <a:prstGeom prst="rect">
            <a:avLst/>
          </a:prstGeom>
          <a:noFill/>
          <a:ln>
            <a:noFill/>
          </a:ln>
        </p:spPr>
        <p:txBody>
          <a:bodyPr spcFirstLastPara="1" wrap="square" lIns="91425" tIns="91425" rIns="91425" bIns="91425" anchor="ctr"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lt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1118746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Title, Subtitle, and Content" preserve="1">
  <p:cSld name="Title, Subtitle, and Conten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498348" y="661226"/>
            <a:ext cx="9976104" cy="590931"/>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30" name="Google Shape;30;p4"/>
          <p:cNvSpPr txBox="1">
            <a:spLocks noGrp="1"/>
          </p:cNvSpPr>
          <p:nvPr>
            <p:ph type="body" idx="1"/>
          </p:nvPr>
        </p:nvSpPr>
        <p:spPr>
          <a:xfrm>
            <a:off x="516750" y="2103035"/>
            <a:ext cx="9948672" cy="3718925"/>
          </a:xfrm>
          <a:prstGeom prst="rect">
            <a:avLst/>
          </a:prstGeom>
          <a:noFill/>
          <a:ln>
            <a:noFill/>
          </a:ln>
        </p:spPr>
        <p:txBody>
          <a:bodyPr spcFirstLastPara="1" wrap="square" lIns="91425" tIns="91425" rIns="91425" bIns="91425" anchor="t" anchorCtr="0"/>
          <a:lstStyle>
            <a:lvl1pPr marL="457200" marR="0" lvl="0" indent="-355600" algn="l" rtl="0">
              <a:lnSpc>
                <a:spcPct val="90000"/>
              </a:lnSpc>
              <a:spcBef>
                <a:spcPts val="900"/>
              </a:spcBef>
              <a:spcAft>
                <a:spcPts val="0"/>
              </a:spcAft>
              <a:buClr>
                <a:schemeClr val="dk1"/>
              </a:buClr>
              <a:buSzPts val="2000"/>
              <a:buFont typeface="Trebuchet MS"/>
              <a:buChar char="—"/>
              <a:defRPr sz="2000" b="0" i="0" u="none" strike="noStrike" cap="none">
                <a:solidFill>
                  <a:schemeClr val="dk2"/>
                </a:solidFill>
                <a:latin typeface="Trebuchet MS"/>
                <a:ea typeface="Trebuchet MS"/>
                <a:cs typeface="Trebuchet MS"/>
                <a:sym typeface="Trebuchet MS"/>
              </a:defRPr>
            </a:lvl1pPr>
            <a:lvl2pPr marL="914400" marR="0" lvl="1" indent="-342900" algn="l" rtl="0">
              <a:lnSpc>
                <a:spcPct val="90000"/>
              </a:lnSpc>
              <a:spcBef>
                <a:spcPts val="900"/>
              </a:spcBef>
              <a:spcAft>
                <a:spcPts val="0"/>
              </a:spcAft>
              <a:buClr>
                <a:schemeClr val="dk1"/>
              </a:buClr>
              <a:buSzPts val="1800"/>
              <a:buFont typeface="Trebuchet MS"/>
              <a:buChar char="—"/>
              <a:defRPr sz="1800" b="0" i="0" u="none" strike="noStrike" cap="none">
                <a:solidFill>
                  <a:schemeClr val="dk2"/>
                </a:solidFill>
                <a:latin typeface="Trebuchet MS"/>
                <a:ea typeface="Trebuchet MS"/>
                <a:cs typeface="Trebuchet MS"/>
                <a:sym typeface="Trebuchet MS"/>
              </a:defRPr>
            </a:lvl2pPr>
            <a:lvl3pPr marL="1371600" marR="0" lvl="2" indent="-330200" algn="l" rtl="0">
              <a:lnSpc>
                <a:spcPct val="90000"/>
              </a:lnSpc>
              <a:spcBef>
                <a:spcPts val="900"/>
              </a:spcBef>
              <a:spcAft>
                <a:spcPts val="0"/>
              </a:spcAft>
              <a:buClr>
                <a:schemeClr val="dk1"/>
              </a:buClr>
              <a:buSzPts val="1600"/>
              <a:buFont typeface="Trebuchet MS"/>
              <a:buChar char="—"/>
              <a:defRPr sz="16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31" name="Google Shape;31;p4"/>
          <p:cNvSpPr txBox="1">
            <a:spLocks noGrp="1"/>
          </p:cNvSpPr>
          <p:nvPr>
            <p:ph type="body" idx="2"/>
          </p:nvPr>
        </p:nvSpPr>
        <p:spPr>
          <a:xfrm>
            <a:off x="498348" y="1183333"/>
            <a:ext cx="9976104" cy="525463"/>
          </a:xfrm>
          <a:prstGeom prst="rect">
            <a:avLst/>
          </a:prstGeom>
          <a:noFill/>
          <a:ln>
            <a:noFill/>
          </a:ln>
        </p:spPr>
        <p:txBody>
          <a:bodyPr spcFirstLastPara="1" wrap="square" lIns="91425" tIns="91425" rIns="91425" bIns="91425" anchor="t" anchorCtr="0"/>
          <a:lstStyle>
            <a:lvl1pPr marL="457200" marR="0" lvl="0" indent="-228600" algn="ctr" rtl="0">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56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Tree>
    <p:extLst>
      <p:ext uri="{BB962C8B-B14F-4D97-AF65-F5344CB8AC3E}">
        <p14:creationId xmlns:p14="http://schemas.microsoft.com/office/powerpoint/2010/main" val="11558575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Title, Subtitle, and Content - NO LOGO &amp; PAGE NUMBER" preserve="1">
  <p:cSld name="Title, Subtitle, and Content - NO LOGO &amp; PAGE NUMBER">
    <p:spTree>
      <p:nvGrpSpPr>
        <p:cNvPr id="1" name="Shape 33"/>
        <p:cNvGrpSpPr/>
        <p:nvPr/>
      </p:nvGrpSpPr>
      <p:grpSpPr>
        <a:xfrm>
          <a:off x="0" y="0"/>
          <a:ext cx="0" cy="0"/>
          <a:chOff x="0" y="0"/>
          <a:chExt cx="0" cy="0"/>
        </a:xfrm>
      </p:grpSpPr>
      <p:sp>
        <p:nvSpPr>
          <p:cNvPr id="34" name="Google Shape;34;p5"/>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 name="Google Shape;35;p5"/>
          <p:cNvSpPr txBox="1">
            <a:spLocks noGrp="1"/>
          </p:cNvSpPr>
          <p:nvPr>
            <p:ph type="title"/>
          </p:nvPr>
        </p:nvSpPr>
        <p:spPr>
          <a:xfrm>
            <a:off x="498348" y="661226"/>
            <a:ext cx="9976104" cy="590931"/>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36" name="Google Shape;36;p5"/>
          <p:cNvSpPr txBox="1">
            <a:spLocks noGrp="1"/>
          </p:cNvSpPr>
          <p:nvPr>
            <p:ph type="body" idx="1"/>
          </p:nvPr>
        </p:nvSpPr>
        <p:spPr>
          <a:xfrm>
            <a:off x="512064" y="2103035"/>
            <a:ext cx="9948672" cy="3693758"/>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900"/>
              </a:spcBef>
              <a:spcAft>
                <a:spcPts val="0"/>
              </a:spcAft>
              <a:buClr>
                <a:schemeClr val="dk1"/>
              </a:buClr>
              <a:buSzPts val="14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4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400"/>
              <a:buFont typeface="Trebuchet MS"/>
              <a:buNone/>
              <a:defRPr sz="18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37" name="Google Shape;37;p5"/>
          <p:cNvSpPr txBox="1">
            <a:spLocks noGrp="1"/>
          </p:cNvSpPr>
          <p:nvPr>
            <p:ph type="body" idx="2"/>
          </p:nvPr>
        </p:nvSpPr>
        <p:spPr>
          <a:xfrm>
            <a:off x="498348" y="1183333"/>
            <a:ext cx="9976104" cy="525463"/>
          </a:xfrm>
          <a:prstGeom prst="rect">
            <a:avLst/>
          </a:prstGeom>
          <a:noFill/>
          <a:ln>
            <a:noFill/>
          </a:ln>
        </p:spPr>
        <p:txBody>
          <a:bodyPr spcFirstLastPara="1" wrap="square" lIns="91425" tIns="91425" rIns="91425" bIns="91425" anchor="t" anchorCtr="0"/>
          <a:lstStyle>
            <a:lvl1pPr marL="457200" marR="0" lvl="0" indent="-228600" algn="ctr" rtl="0">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56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pic>
        <p:nvPicPr>
          <p:cNvPr id="7" name="Google Shape;78;p14">
            <a:extLst>
              <a:ext uri="{FF2B5EF4-FFF2-40B4-BE49-F238E27FC236}">
                <a16:creationId xmlns:a16="http://schemas.microsoft.com/office/drawing/2014/main" id="{496D5249-0994-491D-81F3-2799C9D8E20D}"/>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8" name="Google Shape;79;p14">
            <a:extLst>
              <a:ext uri="{FF2B5EF4-FFF2-40B4-BE49-F238E27FC236}">
                <a16:creationId xmlns:a16="http://schemas.microsoft.com/office/drawing/2014/main" id="{F2A57630-6538-4213-B46C-9640641493D0}"/>
              </a:ext>
            </a:extLst>
          </p:cNvPr>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spTree>
    <p:extLst>
      <p:ext uri="{BB962C8B-B14F-4D97-AF65-F5344CB8AC3E}">
        <p14:creationId xmlns:p14="http://schemas.microsoft.com/office/powerpoint/2010/main" val="32260277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Closing Slide" preserve="1">
  <p:cSld name="Closing Slide">
    <p:spTree>
      <p:nvGrpSpPr>
        <p:cNvPr id="1" name="Shape 39"/>
        <p:cNvGrpSpPr/>
        <p:nvPr/>
      </p:nvGrpSpPr>
      <p:grpSpPr>
        <a:xfrm>
          <a:off x="0" y="0"/>
          <a:ext cx="0" cy="0"/>
          <a:chOff x="0" y="0"/>
          <a:chExt cx="0" cy="0"/>
        </a:xfrm>
      </p:grpSpPr>
      <p:pic>
        <p:nvPicPr>
          <p:cNvPr id="40" name="Google Shape;40;p6"/>
          <p:cNvPicPr preferRelativeResize="0"/>
          <p:nvPr/>
        </p:nvPicPr>
        <p:blipFill rotWithShape="1">
          <a:blip r:embed="rId2" cstate="screen">
            <a:alphaModFix/>
            <a:extLst>
              <a:ext uri="{28A0092B-C50C-407E-A947-70E740481C1C}">
                <a14:useLocalDpi xmlns:a14="http://schemas.microsoft.com/office/drawing/2010/main"/>
              </a:ext>
            </a:extLst>
          </a:blip>
          <a:srcRect l="-21753" b="-229"/>
          <a:stretch/>
        </p:blipFill>
        <p:spPr>
          <a:xfrm>
            <a:off x="0" y="0"/>
            <a:ext cx="10972800" cy="5942501"/>
          </a:xfrm>
          <a:prstGeom prst="rect">
            <a:avLst/>
          </a:prstGeom>
          <a:noFill/>
          <a:ln>
            <a:noFill/>
          </a:ln>
        </p:spPr>
      </p:pic>
      <p:sp>
        <p:nvSpPr>
          <p:cNvPr id="41" name="Google Shape;41;p6"/>
          <p:cNvSpPr/>
          <p:nvPr/>
        </p:nvSpPr>
        <p:spPr>
          <a:xfrm rot="10800000" flipH="1">
            <a:off x="0" y="0"/>
            <a:ext cx="10972800" cy="6172200"/>
          </a:xfrm>
          <a:prstGeom prst="rect">
            <a:avLst/>
          </a:prstGeom>
          <a:gradFill>
            <a:gsLst>
              <a:gs pos="0">
                <a:schemeClr val="lt1"/>
              </a:gs>
              <a:gs pos="34000">
                <a:schemeClr val="lt1"/>
              </a:gs>
              <a:gs pos="100000">
                <a:srgbClr val="FFFFFF">
                  <a:alpha val="34509"/>
                </a:srgbClr>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42" name="Google Shape;42;p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83337" y="3902417"/>
            <a:ext cx="3232858" cy="1132744"/>
          </a:xfrm>
          <a:prstGeom prst="rect">
            <a:avLst/>
          </a:prstGeom>
          <a:noFill/>
          <a:ln>
            <a:noFill/>
          </a:ln>
        </p:spPr>
      </p:pic>
      <p:sp>
        <p:nvSpPr>
          <p:cNvPr id="43" name="Google Shape;43;p6"/>
          <p:cNvSpPr txBox="1"/>
          <p:nvPr/>
        </p:nvSpPr>
        <p:spPr>
          <a:xfrm>
            <a:off x="481651" y="5158600"/>
            <a:ext cx="2742300" cy="3693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00000"/>
              </a:buClr>
              <a:buSzPts val="2000"/>
              <a:buFont typeface="Arial"/>
              <a:buNone/>
            </a:pPr>
            <a:r>
              <a:rPr lang="en-US" sz="2000" b="0" i="0" u="none" strike="noStrike" cap="none">
                <a:solidFill>
                  <a:schemeClr val="lt2"/>
                </a:solidFill>
                <a:latin typeface="Trebuchet MS"/>
                <a:ea typeface="Trebuchet MS"/>
                <a:cs typeface="Trebuchet MS"/>
                <a:sym typeface="Trebuchet MS"/>
              </a:rPr>
              <a:t>www.nvidia.com/dli</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4712662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Title, Subtitle, and Content with CONFIDENTIAL" preserve="1">
  <p:cSld name="Title, Subtitle, and Content with CONFIDENTIAL">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98348" y="661226"/>
            <a:ext cx="9976104" cy="590931"/>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47" name="Google Shape;47;p7"/>
          <p:cNvSpPr txBox="1">
            <a:spLocks noGrp="1"/>
          </p:cNvSpPr>
          <p:nvPr>
            <p:ph type="body" idx="1"/>
          </p:nvPr>
        </p:nvSpPr>
        <p:spPr>
          <a:xfrm>
            <a:off x="516750" y="2103035"/>
            <a:ext cx="9948672" cy="3718925"/>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900"/>
              </a:spcBef>
              <a:spcAft>
                <a:spcPts val="0"/>
              </a:spcAft>
              <a:buClr>
                <a:schemeClr val="dk1"/>
              </a:buClr>
              <a:buSzPts val="14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4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400"/>
              <a:buFont typeface="Trebuchet MS"/>
              <a:buNone/>
              <a:defRPr sz="16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48" name="Google Shape;48;p7"/>
          <p:cNvSpPr txBox="1">
            <a:spLocks noGrp="1"/>
          </p:cNvSpPr>
          <p:nvPr>
            <p:ph type="body" idx="2"/>
          </p:nvPr>
        </p:nvSpPr>
        <p:spPr>
          <a:xfrm>
            <a:off x="498348" y="1183333"/>
            <a:ext cx="9976104" cy="525463"/>
          </a:xfrm>
          <a:prstGeom prst="rect">
            <a:avLst/>
          </a:prstGeom>
          <a:noFill/>
          <a:ln>
            <a:noFill/>
          </a:ln>
        </p:spPr>
        <p:txBody>
          <a:bodyPr spcFirstLastPara="1" wrap="square" lIns="91425" tIns="91425" rIns="91425" bIns="91425" anchor="t" anchorCtr="0"/>
          <a:lstStyle>
            <a:lvl1pPr marL="457200" marR="0" lvl="0" indent="-228600" algn="ctr" rtl="0">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56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49" name="Google Shape;49;p7"/>
          <p:cNvSpPr/>
          <p:nvPr/>
        </p:nvSpPr>
        <p:spPr>
          <a:xfrm>
            <a:off x="7049729" y="5781717"/>
            <a:ext cx="2762866" cy="248142"/>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dk2"/>
              </a:buClr>
              <a:buSzPts val="800"/>
              <a:buFont typeface="Trebuchet MS"/>
              <a:buNone/>
            </a:pPr>
            <a:r>
              <a:rPr lang="en-US" sz="800" b="1" i="0" u="none" strike="noStrike" cap="none">
                <a:solidFill>
                  <a:schemeClr val="dk2"/>
                </a:solidFill>
                <a:latin typeface="Trebuchet MS"/>
                <a:ea typeface="Trebuchet MS"/>
                <a:cs typeface="Trebuchet MS"/>
                <a:sym typeface="Trebuchet MS"/>
              </a:rPr>
              <a:t>NVIDIA CONFIDENTIAL. DO NOT DISTRIBUTE.</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7724323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Title, Subtitle, and Two Content" preserve="1">
  <p:cSld name="Title, Subtitle, and Two Content">
    <p:spTree>
      <p:nvGrpSpPr>
        <p:cNvPr id="1" name="Shape 51"/>
        <p:cNvGrpSpPr/>
        <p:nvPr/>
      </p:nvGrpSpPr>
      <p:grpSpPr>
        <a:xfrm>
          <a:off x="0" y="0"/>
          <a:ext cx="0" cy="0"/>
          <a:chOff x="0" y="0"/>
          <a:chExt cx="0" cy="0"/>
        </a:xfrm>
      </p:grpSpPr>
      <p:sp>
        <p:nvSpPr>
          <p:cNvPr id="52" name="Google Shape;52;p8"/>
          <p:cNvSpPr txBox="1">
            <a:spLocks noGrp="1"/>
          </p:cNvSpPr>
          <p:nvPr>
            <p:ph type="title"/>
          </p:nvPr>
        </p:nvSpPr>
        <p:spPr>
          <a:xfrm>
            <a:off x="498348" y="654352"/>
            <a:ext cx="9976104" cy="590931"/>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53" name="Google Shape;53;p8"/>
          <p:cNvSpPr txBox="1">
            <a:spLocks noGrp="1"/>
          </p:cNvSpPr>
          <p:nvPr>
            <p:ph type="body" idx="1"/>
          </p:nvPr>
        </p:nvSpPr>
        <p:spPr>
          <a:xfrm>
            <a:off x="498348" y="2111661"/>
            <a:ext cx="4945063" cy="3693521"/>
          </a:xfrm>
          <a:prstGeom prst="rect">
            <a:avLst/>
          </a:prstGeom>
          <a:noFill/>
          <a:ln>
            <a:noFill/>
          </a:ln>
        </p:spPr>
        <p:txBody>
          <a:bodyPr spcFirstLastPara="1" wrap="square" lIns="91425" tIns="91425" rIns="91425" bIns="91425" anchor="t" anchorCtr="0"/>
          <a:lstStyle>
            <a:lvl1pPr marL="457200" marR="0" lvl="0" indent="-381000" algn="l" rtl="0">
              <a:lnSpc>
                <a:spcPct val="90000"/>
              </a:lnSpc>
              <a:spcBef>
                <a:spcPts val="900"/>
              </a:spcBef>
              <a:spcAft>
                <a:spcPts val="0"/>
              </a:spcAft>
              <a:buClr>
                <a:schemeClr val="dk1"/>
              </a:buClr>
              <a:buSzPts val="2400"/>
              <a:buFont typeface="Trebuchet MS"/>
              <a:buChar char="•"/>
              <a:defRPr sz="2400" b="0" i="0" u="none" strike="noStrike" cap="none">
                <a:solidFill>
                  <a:schemeClr val="dk2"/>
                </a:solidFill>
                <a:latin typeface="Trebuchet MS"/>
                <a:ea typeface="Trebuchet MS"/>
                <a:cs typeface="Trebuchet MS"/>
                <a:sym typeface="Trebuchet MS"/>
              </a:defRPr>
            </a:lvl1pPr>
            <a:lvl2pPr marL="914400" marR="0" lvl="1" indent="-355600" algn="l" rtl="0">
              <a:lnSpc>
                <a:spcPct val="90000"/>
              </a:lnSpc>
              <a:spcBef>
                <a:spcPts val="900"/>
              </a:spcBef>
              <a:spcAft>
                <a:spcPts val="0"/>
              </a:spcAft>
              <a:buClr>
                <a:schemeClr val="dk1"/>
              </a:buClr>
              <a:buSzPts val="2000"/>
              <a:buFont typeface="Trebuchet MS"/>
              <a:buChar char="•"/>
              <a:defRPr sz="2000" b="0" i="0" u="none" strike="noStrike" cap="none">
                <a:solidFill>
                  <a:schemeClr val="dk2"/>
                </a:solidFill>
                <a:latin typeface="Trebuchet MS"/>
                <a:ea typeface="Trebuchet MS"/>
                <a:cs typeface="Trebuchet MS"/>
                <a:sym typeface="Trebuchet MS"/>
              </a:defRPr>
            </a:lvl2pPr>
            <a:lvl3pPr marL="1371600" marR="0" lvl="2" indent="-342900" algn="l" rtl="0">
              <a:lnSpc>
                <a:spcPct val="90000"/>
              </a:lnSpc>
              <a:spcBef>
                <a:spcPts val="900"/>
              </a:spcBef>
              <a:spcAft>
                <a:spcPts val="0"/>
              </a:spcAft>
              <a:buClr>
                <a:schemeClr val="dk1"/>
              </a:buClr>
              <a:buSzPts val="1800"/>
              <a:buFont typeface="Trebuchet MS"/>
              <a:buChar char="•"/>
              <a:defRPr sz="18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lt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42900" algn="l" rtl="0">
              <a:lnSpc>
                <a:spcPct val="100000"/>
              </a:lnSpc>
              <a:spcBef>
                <a:spcPts val="360"/>
              </a:spcBef>
              <a:spcAft>
                <a:spcPts val="0"/>
              </a:spcAft>
              <a:buClr>
                <a:schemeClr val="lt1"/>
              </a:buClr>
              <a:buSzPts val="1800"/>
              <a:buFont typeface="Trebuchet MS"/>
              <a:buChar char="▪"/>
              <a:defRPr sz="1800" b="0" i="0" u="none" strike="noStrike" cap="none">
                <a:solidFill>
                  <a:schemeClr val="lt1"/>
                </a:solidFill>
                <a:latin typeface="Trebuchet MS"/>
                <a:ea typeface="Trebuchet MS"/>
                <a:cs typeface="Trebuchet MS"/>
                <a:sym typeface="Trebuchet MS"/>
              </a:defRPr>
            </a:lvl5pPr>
            <a:lvl6pPr marL="2743200" marR="0" lvl="5" indent="-342900" algn="l" rtl="0">
              <a:lnSpc>
                <a:spcPct val="100000"/>
              </a:lnSpc>
              <a:spcBef>
                <a:spcPts val="36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6pPr>
            <a:lvl7pPr marL="3200400" marR="0" lvl="6" indent="-342900" algn="l" rtl="0">
              <a:lnSpc>
                <a:spcPct val="100000"/>
              </a:lnSpc>
              <a:spcBef>
                <a:spcPts val="36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7pPr>
            <a:lvl8pPr marL="3657600" marR="0" lvl="7" indent="-342900" algn="l" rtl="0">
              <a:lnSpc>
                <a:spcPct val="100000"/>
              </a:lnSpc>
              <a:spcBef>
                <a:spcPts val="36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8pPr>
            <a:lvl9pPr marL="4114800" marR="0" lvl="8" indent="-342900" algn="l" rtl="0">
              <a:lnSpc>
                <a:spcPct val="100000"/>
              </a:lnSpc>
              <a:spcBef>
                <a:spcPts val="36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54" name="Google Shape;54;p8"/>
          <p:cNvSpPr txBox="1">
            <a:spLocks noGrp="1"/>
          </p:cNvSpPr>
          <p:nvPr>
            <p:ph type="body" idx="2"/>
          </p:nvPr>
        </p:nvSpPr>
        <p:spPr>
          <a:xfrm>
            <a:off x="5529390" y="2111661"/>
            <a:ext cx="4945062" cy="3693521"/>
          </a:xfrm>
          <a:prstGeom prst="rect">
            <a:avLst/>
          </a:prstGeom>
          <a:noFill/>
          <a:ln>
            <a:noFill/>
          </a:ln>
        </p:spPr>
        <p:txBody>
          <a:bodyPr spcFirstLastPara="1" wrap="square" lIns="91425" tIns="91425" rIns="91425" bIns="91425" anchor="t" anchorCtr="0"/>
          <a:lstStyle>
            <a:lvl1pPr marL="457200" marR="0" lvl="0" indent="-381000" algn="l" rtl="0">
              <a:lnSpc>
                <a:spcPct val="90000"/>
              </a:lnSpc>
              <a:spcBef>
                <a:spcPts val="900"/>
              </a:spcBef>
              <a:spcAft>
                <a:spcPts val="0"/>
              </a:spcAft>
              <a:buClr>
                <a:schemeClr val="dk1"/>
              </a:buClr>
              <a:buSzPts val="2400"/>
              <a:buFont typeface="Trebuchet MS"/>
              <a:buChar char="•"/>
              <a:defRPr sz="2400" b="0" i="0" u="none" strike="noStrike" cap="none">
                <a:solidFill>
                  <a:schemeClr val="dk2"/>
                </a:solidFill>
                <a:latin typeface="Trebuchet MS"/>
                <a:ea typeface="Trebuchet MS"/>
                <a:cs typeface="Trebuchet MS"/>
                <a:sym typeface="Trebuchet MS"/>
              </a:defRPr>
            </a:lvl1pPr>
            <a:lvl2pPr marL="914400" marR="0" lvl="1" indent="-355600" algn="l" rtl="0">
              <a:lnSpc>
                <a:spcPct val="90000"/>
              </a:lnSpc>
              <a:spcBef>
                <a:spcPts val="900"/>
              </a:spcBef>
              <a:spcAft>
                <a:spcPts val="0"/>
              </a:spcAft>
              <a:buClr>
                <a:schemeClr val="dk1"/>
              </a:buClr>
              <a:buSzPts val="2000"/>
              <a:buFont typeface="Trebuchet MS"/>
              <a:buChar char="•"/>
              <a:defRPr sz="2000" b="0" i="0" u="none" strike="noStrike" cap="none">
                <a:solidFill>
                  <a:schemeClr val="dk2"/>
                </a:solidFill>
                <a:latin typeface="Trebuchet MS"/>
                <a:ea typeface="Trebuchet MS"/>
                <a:cs typeface="Trebuchet MS"/>
                <a:sym typeface="Trebuchet MS"/>
              </a:defRPr>
            </a:lvl2pPr>
            <a:lvl3pPr marL="1371600" marR="0" lvl="2" indent="-342900" algn="l" rtl="0">
              <a:lnSpc>
                <a:spcPct val="90000"/>
              </a:lnSpc>
              <a:spcBef>
                <a:spcPts val="900"/>
              </a:spcBef>
              <a:spcAft>
                <a:spcPts val="0"/>
              </a:spcAft>
              <a:buClr>
                <a:schemeClr val="dk1"/>
              </a:buClr>
              <a:buSzPts val="1800"/>
              <a:buFont typeface="Trebuchet MS"/>
              <a:buChar char="•"/>
              <a:defRPr sz="18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lt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42900" algn="l" rtl="0">
              <a:lnSpc>
                <a:spcPct val="100000"/>
              </a:lnSpc>
              <a:spcBef>
                <a:spcPts val="360"/>
              </a:spcBef>
              <a:spcAft>
                <a:spcPts val="0"/>
              </a:spcAft>
              <a:buClr>
                <a:schemeClr val="lt1"/>
              </a:buClr>
              <a:buSzPts val="1800"/>
              <a:buFont typeface="Trebuchet MS"/>
              <a:buChar char="▪"/>
              <a:defRPr sz="1800" b="0" i="0" u="none" strike="noStrike" cap="none">
                <a:solidFill>
                  <a:schemeClr val="lt1"/>
                </a:solidFill>
                <a:latin typeface="Trebuchet MS"/>
                <a:ea typeface="Trebuchet MS"/>
                <a:cs typeface="Trebuchet MS"/>
                <a:sym typeface="Trebuchet MS"/>
              </a:defRPr>
            </a:lvl5pPr>
            <a:lvl6pPr marL="2743200" marR="0" lvl="5" indent="-342900" algn="l" rtl="0">
              <a:lnSpc>
                <a:spcPct val="100000"/>
              </a:lnSpc>
              <a:spcBef>
                <a:spcPts val="36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6pPr>
            <a:lvl7pPr marL="3200400" marR="0" lvl="6" indent="-342900" algn="l" rtl="0">
              <a:lnSpc>
                <a:spcPct val="100000"/>
              </a:lnSpc>
              <a:spcBef>
                <a:spcPts val="36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7pPr>
            <a:lvl8pPr marL="3657600" marR="0" lvl="7" indent="-342900" algn="l" rtl="0">
              <a:lnSpc>
                <a:spcPct val="100000"/>
              </a:lnSpc>
              <a:spcBef>
                <a:spcPts val="36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8pPr>
            <a:lvl9pPr marL="4114800" marR="0" lvl="8" indent="-342900" algn="l" rtl="0">
              <a:lnSpc>
                <a:spcPct val="100000"/>
              </a:lnSpc>
              <a:spcBef>
                <a:spcPts val="36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55" name="Google Shape;55;p8"/>
          <p:cNvSpPr txBox="1">
            <a:spLocks noGrp="1"/>
          </p:cNvSpPr>
          <p:nvPr>
            <p:ph type="body" idx="3"/>
          </p:nvPr>
        </p:nvSpPr>
        <p:spPr>
          <a:xfrm>
            <a:off x="498348" y="1180568"/>
            <a:ext cx="9976104" cy="525463"/>
          </a:xfrm>
          <a:prstGeom prst="rect">
            <a:avLst/>
          </a:prstGeom>
          <a:noFill/>
          <a:ln>
            <a:noFill/>
          </a:ln>
        </p:spPr>
        <p:txBody>
          <a:bodyPr spcFirstLastPara="1" wrap="square" lIns="91425" tIns="91425" rIns="91425" bIns="91425" anchor="t" anchorCtr="0"/>
          <a:lstStyle>
            <a:lvl1pPr marL="457200" marR="0" lvl="0" indent="-228600" algn="ctr" rtl="0">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56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56" name="Google Shape;56;p8"/>
          <p:cNvSpPr txBox="1">
            <a:spLocks noGrp="1"/>
          </p:cNvSpPr>
          <p:nvPr>
            <p:ph type="sldNum" idx="12"/>
          </p:nvPr>
        </p:nvSpPr>
        <p:spPr>
          <a:xfrm>
            <a:off x="10268141" y="5699821"/>
            <a:ext cx="658500" cy="472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2788219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Video" type="titleOnly" preserve="1">
  <p:cSld name="Video">
    <p:spTree>
      <p:nvGrpSpPr>
        <p:cNvPr id="1" name="Shape 57"/>
        <p:cNvGrpSpPr/>
        <p:nvPr/>
      </p:nvGrpSpPr>
      <p:grpSpPr>
        <a:xfrm>
          <a:off x="0" y="0"/>
          <a:ext cx="0" cy="0"/>
          <a:chOff x="0" y="0"/>
          <a:chExt cx="0" cy="0"/>
        </a:xfrm>
      </p:grpSpPr>
      <p:sp>
        <p:nvSpPr>
          <p:cNvPr id="58" name="Google Shape;58;p9"/>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9" name="Google Shape;59;p9"/>
          <p:cNvSpPr txBox="1">
            <a:spLocks noGrp="1"/>
          </p:cNvSpPr>
          <p:nvPr>
            <p:ph type="title"/>
          </p:nvPr>
        </p:nvSpPr>
        <p:spPr>
          <a:xfrm>
            <a:off x="1553497" y="5352631"/>
            <a:ext cx="7865806" cy="369332"/>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rgbClr val="000000"/>
              </a:buClr>
              <a:buSzPts val="1400"/>
              <a:buFont typeface="Arial"/>
              <a:buNone/>
              <a:defRPr sz="20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pic>
        <p:nvPicPr>
          <p:cNvPr id="60" name="Google Shape;60;p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713271" y="5142126"/>
            <a:ext cx="7546258" cy="104086"/>
          </a:xfrm>
          <a:prstGeom prst="rect">
            <a:avLst/>
          </a:prstGeom>
          <a:noFill/>
          <a:ln>
            <a:noFill/>
          </a:ln>
        </p:spPr>
      </p:pic>
      <p:pic>
        <p:nvPicPr>
          <p:cNvPr id="6" name="Google Shape;78;p14">
            <a:extLst>
              <a:ext uri="{FF2B5EF4-FFF2-40B4-BE49-F238E27FC236}">
                <a16:creationId xmlns:a16="http://schemas.microsoft.com/office/drawing/2014/main" id="{722B69C8-508F-4D8D-A772-E096FC74E731}"/>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7" name="Google Shape;79;p14">
            <a:extLst>
              <a:ext uri="{FF2B5EF4-FFF2-40B4-BE49-F238E27FC236}">
                <a16:creationId xmlns:a16="http://schemas.microsoft.com/office/drawing/2014/main" id="{94999CF4-3895-49ED-9ED5-9C70F89C59C6}"/>
              </a:ext>
            </a:extLst>
          </p:cNvPr>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spTree>
    <p:extLst>
      <p:ext uri="{BB962C8B-B14F-4D97-AF65-F5344CB8AC3E}">
        <p14:creationId xmlns:p14="http://schemas.microsoft.com/office/powerpoint/2010/main" val="32286443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DEMO Placeholder" preserve="1">
  <p:cSld name="DEMO Placeholder">
    <p:spTree>
      <p:nvGrpSpPr>
        <p:cNvPr id="1" name="Shape 62"/>
        <p:cNvGrpSpPr/>
        <p:nvPr/>
      </p:nvGrpSpPr>
      <p:grpSpPr>
        <a:xfrm>
          <a:off x="0" y="0"/>
          <a:ext cx="0" cy="0"/>
          <a:chOff x="0" y="0"/>
          <a:chExt cx="0" cy="0"/>
        </a:xfrm>
      </p:grpSpPr>
      <p:sp>
        <p:nvSpPr>
          <p:cNvPr id="63" name="Google Shape;63;p10"/>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4" name="Google Shape;64;p10"/>
          <p:cNvSpPr txBox="1">
            <a:spLocks noGrp="1"/>
          </p:cNvSpPr>
          <p:nvPr>
            <p:ph type="title"/>
          </p:nvPr>
        </p:nvSpPr>
        <p:spPr>
          <a:xfrm>
            <a:off x="498348" y="5169473"/>
            <a:ext cx="9976104" cy="535531"/>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rgbClr val="000000"/>
              </a:buClr>
              <a:buSzPts val="1400"/>
              <a:buFont typeface="Arial"/>
              <a:buNone/>
              <a:defRPr sz="3200" b="1" i="0" u="none" strike="noStrike" cap="none">
                <a:solidFill>
                  <a:schemeClr val="lt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pic>
        <p:nvPicPr>
          <p:cNvPr id="5" name="Google Shape;78;p14">
            <a:extLst>
              <a:ext uri="{FF2B5EF4-FFF2-40B4-BE49-F238E27FC236}">
                <a16:creationId xmlns:a16="http://schemas.microsoft.com/office/drawing/2014/main" id="{07B80B36-1082-4A2B-AC98-80CA016F3CEB}"/>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6" name="Google Shape;79;p14">
            <a:extLst>
              <a:ext uri="{FF2B5EF4-FFF2-40B4-BE49-F238E27FC236}">
                <a16:creationId xmlns:a16="http://schemas.microsoft.com/office/drawing/2014/main" id="{313C6A65-4A4B-45E1-BBB3-7538FF56FC82}"/>
              </a:ext>
            </a:extLst>
          </p:cNvPr>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spTree>
    <p:extLst>
      <p:ext uri="{BB962C8B-B14F-4D97-AF65-F5344CB8AC3E}">
        <p14:creationId xmlns:p14="http://schemas.microsoft.com/office/powerpoint/2010/main" val="1592978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Agenda" preserve="1">
  <p:cSld name="Agenda">
    <p:spTree>
      <p:nvGrpSpPr>
        <p:cNvPr id="1" name="Shape 66"/>
        <p:cNvGrpSpPr/>
        <p:nvPr/>
      </p:nvGrpSpPr>
      <p:grpSpPr>
        <a:xfrm>
          <a:off x="0" y="0"/>
          <a:ext cx="0" cy="0"/>
          <a:chOff x="0" y="0"/>
          <a:chExt cx="0" cy="0"/>
        </a:xfrm>
      </p:grpSpPr>
      <p:sp>
        <p:nvSpPr>
          <p:cNvPr id="67" name="Google Shape;67;p11"/>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3" name="Google Shape;78;p14">
            <a:extLst>
              <a:ext uri="{FF2B5EF4-FFF2-40B4-BE49-F238E27FC236}">
                <a16:creationId xmlns:a16="http://schemas.microsoft.com/office/drawing/2014/main" id="{BB4B2EC2-0304-4EEE-993C-3406A0DDC2C7}"/>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4" name="Google Shape;79;p14">
            <a:extLst>
              <a:ext uri="{FF2B5EF4-FFF2-40B4-BE49-F238E27FC236}">
                <a16:creationId xmlns:a16="http://schemas.microsoft.com/office/drawing/2014/main" id="{321A5EDB-35FE-4B84-881B-48331D08B2A9}"/>
              </a:ext>
            </a:extLst>
          </p:cNvPr>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spTree>
    <p:extLst>
      <p:ext uri="{BB962C8B-B14F-4D97-AF65-F5344CB8AC3E}">
        <p14:creationId xmlns:p14="http://schemas.microsoft.com/office/powerpoint/2010/main" val="25218897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Title, Subtitle, Content - NO LOGO &amp; PAGE NUMBER" preserve="1">
  <p:cSld name="Title, Subtitle, Content - NO LOGO &amp; PAGE NUMBER">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498348" y="737426"/>
            <a:ext cx="9976200" cy="591000"/>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lt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70" name="Google Shape;70;p12"/>
          <p:cNvSpPr txBox="1">
            <a:spLocks noGrp="1"/>
          </p:cNvSpPr>
          <p:nvPr>
            <p:ph type="body" idx="1"/>
          </p:nvPr>
        </p:nvSpPr>
        <p:spPr>
          <a:xfrm>
            <a:off x="512064" y="2103035"/>
            <a:ext cx="9948600" cy="3693900"/>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900"/>
              </a:spcBef>
              <a:spcAft>
                <a:spcPts val="0"/>
              </a:spcAft>
              <a:buClr>
                <a:schemeClr val="dk2"/>
              </a:buClr>
              <a:buSzPts val="1800"/>
              <a:buFont typeface="Trebuchet MS"/>
              <a:buNone/>
              <a:defRPr sz="1800" b="0" i="0" u="none" strike="noStrike" cap="none">
                <a:solidFill>
                  <a:schemeClr val="lt1"/>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2"/>
              </a:buClr>
              <a:buSzPts val="1600"/>
              <a:buFont typeface="Trebuchet MS"/>
              <a:buNone/>
              <a:defRPr sz="1600" b="0" i="0" u="none" strike="noStrike" cap="none">
                <a:solidFill>
                  <a:schemeClr val="lt1"/>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2"/>
              </a:buClr>
              <a:buSzPts val="1600"/>
              <a:buFont typeface="Trebuchet MS"/>
              <a:buNone/>
              <a:defRPr sz="1600" b="0" i="0" u="none" strike="noStrike" cap="none">
                <a:solidFill>
                  <a:schemeClr val="lt1"/>
                </a:solidFill>
                <a:latin typeface="Trebuchet MS"/>
                <a:ea typeface="Trebuchet MS"/>
                <a:cs typeface="Trebuchet MS"/>
                <a:sym typeface="Trebuchet MS"/>
              </a:defRPr>
            </a:lvl3pPr>
            <a:lvl4pPr marL="1828800" marR="0" lvl="3" indent="-355600" algn="l" rtl="0">
              <a:lnSpc>
                <a:spcPct val="100000"/>
              </a:lnSpc>
              <a:spcBef>
                <a:spcPts val="900"/>
              </a:spcBef>
              <a:spcAft>
                <a:spcPts val="0"/>
              </a:spcAft>
              <a:buClr>
                <a:schemeClr val="dk2"/>
              </a:buClr>
              <a:buSzPts val="2000"/>
              <a:buFont typeface="Trebuchet MS"/>
              <a:buChar char="▪"/>
              <a:defRPr sz="1800" b="0" i="0" u="none" strike="noStrike" cap="none">
                <a:solidFill>
                  <a:schemeClr val="dk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71" name="Google Shape;71;p12"/>
          <p:cNvSpPr txBox="1">
            <a:spLocks noGrp="1"/>
          </p:cNvSpPr>
          <p:nvPr>
            <p:ph type="body" idx="2"/>
          </p:nvPr>
        </p:nvSpPr>
        <p:spPr>
          <a:xfrm>
            <a:off x="498348" y="1259533"/>
            <a:ext cx="9976200" cy="525600"/>
          </a:xfrm>
          <a:prstGeom prst="rect">
            <a:avLst/>
          </a:prstGeom>
          <a:noFill/>
          <a:ln>
            <a:noFill/>
          </a:ln>
        </p:spPr>
        <p:txBody>
          <a:bodyPr spcFirstLastPara="1" wrap="square" lIns="91425" tIns="91425" rIns="91425" bIns="91425" anchor="t" anchorCtr="0"/>
          <a:lstStyle>
            <a:lvl1pPr marL="457200" marR="0" lvl="0" indent="-228600" algn="ctr" rtl="0">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dk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400"/>
              </a:spcBef>
              <a:spcAft>
                <a:spcPts val="0"/>
              </a:spcAft>
              <a:buClr>
                <a:schemeClr val="dk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Tree>
    <p:extLst>
      <p:ext uri="{BB962C8B-B14F-4D97-AF65-F5344CB8AC3E}">
        <p14:creationId xmlns:p14="http://schemas.microsoft.com/office/powerpoint/2010/main" val="1153659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Bullet_Title only" preserve="1">
  <p:cSld name="Bullet_Title only">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525319" y="409580"/>
            <a:ext cx="10014600" cy="878100"/>
          </a:xfrm>
          <a:prstGeom prst="rect">
            <a:avLst/>
          </a:prstGeom>
          <a:noFill/>
          <a:ln>
            <a:noFill/>
          </a:ln>
        </p:spPr>
        <p:txBody>
          <a:bodyPr spcFirstLastPara="1" wrap="square" lIns="91400" tIns="45700" rIns="91400" bIns="45700" anchor="ctr"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39155498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A28B2A9-89D6-4CF3-BBAF-1CA0E88E14C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pic>
        <p:nvPicPr>
          <p:cNvPr id="10" name="Picture 9" descr="A picture containing text  Description automatically generated">
            <a:extLst>
              <a:ext uri="{FF2B5EF4-FFF2-40B4-BE49-F238E27FC236}">
                <a16:creationId xmlns:a16="http://schemas.microsoft.com/office/drawing/2014/main" id="{9E96A302-1F38-4275-8241-37FF3CB49A0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7449" y="1896465"/>
            <a:ext cx="1601595" cy="1298628"/>
          </a:xfrm>
          <a:prstGeom prst="rect">
            <a:avLst/>
          </a:prstGeom>
        </p:spPr>
      </p:pic>
      <p:sp>
        <p:nvSpPr>
          <p:cNvPr id="11" name="Rectangle 4"/>
          <p:cNvSpPr>
            <a:spLocks noGrp="1" noChangeArrowheads="1"/>
          </p:cNvSpPr>
          <p:nvPr>
            <p:ph type="subTitle" idx="1"/>
          </p:nvPr>
        </p:nvSpPr>
        <p:spPr>
          <a:xfrm>
            <a:off x="685800" y="4974336"/>
            <a:ext cx="5815584" cy="286232"/>
          </a:xfrm>
        </p:spPr>
        <p:txBody>
          <a:bodyPr wrap="square" anchor="t">
            <a:noAutofit/>
          </a:bodyPr>
          <a:lstStyle>
            <a:lvl1pPr marL="0" indent="0" algn="l">
              <a:lnSpc>
                <a:spcPct val="90000"/>
              </a:lnSpc>
              <a:spcBef>
                <a:spcPts val="600"/>
              </a:spcBef>
              <a:spcAft>
                <a:spcPts val="300"/>
              </a:spcAft>
              <a:buFontTx/>
              <a:buNone/>
              <a:defRPr sz="1400" b="0">
                <a:solidFill>
                  <a:schemeClr val="tx2"/>
                </a:solidFill>
                <a:latin typeface="Trebuchet MS" pitchFamily="34" charset="0"/>
              </a:defRPr>
            </a:lvl1pPr>
          </a:lstStyle>
          <a:p>
            <a:r>
              <a:rPr lang="en-US"/>
              <a:t>Click to edit Master subtitle style</a:t>
            </a:r>
            <a:endParaRPr lang="en-US" dirty="0"/>
          </a:p>
        </p:txBody>
      </p:sp>
      <p:sp>
        <p:nvSpPr>
          <p:cNvPr id="305" name="Title 304"/>
          <p:cNvSpPr>
            <a:spLocks noGrp="1"/>
          </p:cNvSpPr>
          <p:nvPr>
            <p:ph type="title" hasCustomPrompt="1"/>
          </p:nvPr>
        </p:nvSpPr>
        <p:spPr>
          <a:xfrm>
            <a:off x="685800" y="4023360"/>
            <a:ext cx="5815584" cy="982855"/>
          </a:xfrm>
        </p:spPr>
        <p:txBody>
          <a:bodyPr anchor="b">
            <a:noAutofit/>
          </a:bodyPr>
          <a:lstStyle>
            <a:lvl1pPr algn="l">
              <a:lnSpc>
                <a:spcPct val="90000"/>
              </a:lnSpc>
              <a:spcBef>
                <a:spcPts val="0"/>
              </a:spcBef>
              <a:defRPr sz="3600" b="1" cap="all" baseline="0">
                <a:solidFill>
                  <a:schemeClr val="tx1"/>
                </a:solidFill>
                <a:effectLst>
                  <a:outerShdw blurRad="38100" dist="38100" dir="2700000" algn="tl">
                    <a:srgbClr val="000000">
                      <a:alpha val="43137"/>
                    </a:srgbClr>
                  </a:outerShdw>
                </a:effectLst>
                <a:latin typeface="Trebuchet MS" panose="020B0603020202020204" pitchFamily="34" charset="0"/>
              </a:defRPr>
            </a:lvl1pPr>
          </a:lstStyle>
          <a:p>
            <a:r>
              <a:rPr lang="en-US" dirty="0"/>
              <a:t>CLICK TO EDIT MASTER TITLE STYLE</a:t>
            </a:r>
          </a:p>
        </p:txBody>
      </p:sp>
      <p:pic>
        <p:nvPicPr>
          <p:cNvPr id="6" name="Graphic 5">
            <a:extLst>
              <a:ext uri="{FF2B5EF4-FFF2-40B4-BE49-F238E27FC236}">
                <a16:creationId xmlns:a16="http://schemas.microsoft.com/office/drawing/2014/main" id="{887DABAD-3709-40C3-9EFD-BF1A6B6A2044}"/>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1996931" y="1981572"/>
            <a:ext cx="2011680" cy="1104528"/>
          </a:xfrm>
          <a:prstGeom prst="rect">
            <a:avLst/>
          </a:prstGeom>
        </p:spPr>
      </p:pic>
    </p:spTree>
    <p:extLst>
      <p:ext uri="{BB962C8B-B14F-4D97-AF65-F5344CB8AC3E}">
        <p14:creationId xmlns:p14="http://schemas.microsoft.com/office/powerpoint/2010/main" val="33566492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pic>
        <p:nvPicPr>
          <p:cNvPr id="9" name="Picture 8" descr="A close up of a spider  Description automatically generated">
            <a:extLst>
              <a:ext uri="{FF2B5EF4-FFF2-40B4-BE49-F238E27FC236}">
                <a16:creationId xmlns:a16="http://schemas.microsoft.com/office/drawing/2014/main" id="{312387AB-4080-4B69-BFCF-F134EF12C77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pic>
        <p:nvPicPr>
          <p:cNvPr id="10" name="Picture 9" descr="A picture containing text  Description automatically generated">
            <a:extLst>
              <a:ext uri="{FF2B5EF4-FFF2-40B4-BE49-F238E27FC236}">
                <a16:creationId xmlns:a16="http://schemas.microsoft.com/office/drawing/2014/main" id="{B8805453-93BD-4B24-A658-29DCC011299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59525" y="4416800"/>
            <a:ext cx="1601595" cy="1298628"/>
          </a:xfrm>
          <a:prstGeom prst="rect">
            <a:avLst/>
          </a:prstGeom>
        </p:spPr>
      </p:pic>
      <p:pic>
        <p:nvPicPr>
          <p:cNvPr id="4" name="Graphic 3">
            <a:extLst>
              <a:ext uri="{FF2B5EF4-FFF2-40B4-BE49-F238E27FC236}">
                <a16:creationId xmlns:a16="http://schemas.microsoft.com/office/drawing/2014/main" id="{1FDA9BB0-5ECC-460A-9E7D-23BD2DACDBB2}"/>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8732027" y="4513850"/>
            <a:ext cx="2011680" cy="1104528"/>
          </a:xfrm>
          <a:prstGeom prst="rect">
            <a:avLst/>
          </a:prstGeom>
        </p:spPr>
      </p:pic>
    </p:spTree>
    <p:extLst>
      <p:ext uri="{BB962C8B-B14F-4D97-AF65-F5344CB8AC3E}">
        <p14:creationId xmlns:p14="http://schemas.microsoft.com/office/powerpoint/2010/main" val="8879492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baseline="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1400">
                <a:solidFill>
                  <a:schemeClr val="accent4"/>
                </a:solidFill>
              </a:defRPr>
            </a:lvl1pPr>
            <a:lvl2pPr marL="571500" indent="0">
              <a:buClr>
                <a:schemeClr val="bg2"/>
              </a:buClr>
              <a:buSzPct val="100000"/>
              <a:buFontTx/>
              <a:buNone/>
              <a:defRPr sz="1200">
                <a:solidFill>
                  <a:schemeClr val="accent4"/>
                </a:solidFill>
              </a:defRPr>
            </a:lvl2pPr>
            <a:lvl3pPr marL="1089025" indent="0">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12292485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BULLET_ICON_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baseline="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6750" y="2103035"/>
            <a:ext cx="9948672" cy="3718925"/>
          </a:xfrm>
        </p:spPr>
        <p:txBody>
          <a:bodyPr/>
          <a:lstStyle>
            <a:lvl1pPr marL="230188" indent="-230188">
              <a:buClr>
                <a:schemeClr val="bg2"/>
              </a:buClr>
              <a:buSzPct val="75000"/>
              <a:buFontTx/>
              <a:buBlip>
                <a:blip r:embed="rId2"/>
              </a:buBlip>
              <a:defRPr sz="1400">
                <a:solidFill>
                  <a:schemeClr val="accent4"/>
                </a:solidFill>
              </a:defRPr>
            </a:lvl1pPr>
            <a:lvl2pPr marL="800100" indent="-228600">
              <a:buClr>
                <a:schemeClr val="bg2"/>
              </a:buClr>
              <a:buSzPct val="75000"/>
              <a:buFontTx/>
              <a:buBlip>
                <a:blip r:embed="rId2"/>
              </a:buBlip>
              <a:defRPr sz="1200">
                <a:solidFill>
                  <a:schemeClr val="accent4"/>
                </a:solidFill>
              </a:defRPr>
            </a:lvl2pPr>
            <a:lvl3pPr marL="1258888" indent="-169863">
              <a:buClr>
                <a:schemeClr val="bg2"/>
              </a:buClr>
              <a:buSzPct val="75000"/>
              <a:buFontTx/>
              <a:buBlip>
                <a:blip r:embed="rId2"/>
              </a:buBlip>
              <a:defRPr sz="1100">
                <a:solidFill>
                  <a:schemeClr val="accent4"/>
                </a:solidFill>
              </a:defRPr>
            </a:lvl3pPr>
            <a:lvl4pPr marL="1774825" indent="-228600">
              <a:buClr>
                <a:schemeClr val="bg2"/>
              </a:buClr>
              <a:buSzPct val="75000"/>
              <a:buFontTx/>
              <a:buBlip>
                <a:blip r:embed="rId2"/>
              </a:buBlip>
              <a:defRPr sz="1000">
                <a:solidFill>
                  <a:schemeClr val="accent4"/>
                </a:solidFill>
                <a:latin typeface="Trebuchet MS" panose="020B0603020202020204" pitchFamily="34" charset="0"/>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9599987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1400">
                <a:solidFill>
                  <a:schemeClr val="accent4"/>
                </a:solidFill>
              </a:defRPr>
            </a:lvl1pPr>
            <a:lvl2pPr marL="571500" indent="0">
              <a:buClr>
                <a:schemeClr val="bg2"/>
              </a:buClr>
              <a:buSzPct val="100000"/>
              <a:buFontTx/>
              <a:buNone/>
              <a:defRPr sz="1200">
                <a:solidFill>
                  <a:schemeClr val="accent4"/>
                </a:solidFill>
              </a:defRPr>
            </a:lvl2pPr>
            <a:lvl3pPr marL="1089025" indent="0">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7" name="Rectangle 6"/>
          <p:cNvSpPr/>
          <p:nvPr/>
        </p:nvSpPr>
        <p:spPr>
          <a:xfrm>
            <a:off x="168283" y="5775855"/>
            <a:ext cx="2762866" cy="248142"/>
          </a:xfrm>
          <a:prstGeom prst="rect">
            <a:avLst/>
          </a:prstGeom>
          <a:noFill/>
          <a:ln w="25400" cap="flat" cmpd="sng" algn="ctr">
            <a:noFill/>
            <a:prstDash val="solid"/>
          </a:ln>
          <a:effectLst/>
        </p:spPr>
        <p:txBody>
          <a:bodyPr rtlCol="0" anchor="b"/>
          <a:lstStyle/>
          <a:p>
            <a:pPr marL="0" marR="0" lvl="0" indent="0" algn="l" defTabSz="457200" eaLnBrk="1" fontAlgn="auto" latinLnBrk="0" hangingPunct="1">
              <a:lnSpc>
                <a:spcPct val="90000"/>
              </a:lnSpc>
              <a:spcBef>
                <a:spcPts val="0"/>
              </a:spcBef>
              <a:spcAft>
                <a:spcPts val="0"/>
              </a:spcAft>
              <a:buClrTx/>
              <a:buSzTx/>
              <a:buFontTx/>
              <a:buNone/>
              <a:tabLst/>
              <a:defRPr/>
            </a:pPr>
            <a:r>
              <a:rPr lang="en-US" sz="700" b="1" i="0" kern="0" dirty="0">
                <a:solidFill>
                  <a:schemeClr val="bg1"/>
                </a:solidFill>
                <a:latin typeface="Trebuchet MS"/>
              </a:rPr>
              <a:t>NVIDIA CONFIDENTIAL. DO NOT DISTRIBUTE.</a:t>
            </a:r>
          </a:p>
        </p:txBody>
      </p:sp>
    </p:spTree>
    <p:extLst>
      <p:ext uri="{BB962C8B-B14F-4D97-AF65-F5344CB8AC3E}">
        <p14:creationId xmlns:p14="http://schemas.microsoft.com/office/powerpoint/2010/main" val="25114921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itle, Subtitle, Content - NO LOGO &amp; PAGE NUMBER">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2064" y="2103035"/>
            <a:ext cx="9962388" cy="3547957"/>
          </a:xfrm>
        </p:spPr>
        <p:txBody>
          <a:bodyPr/>
          <a:lstStyle>
            <a:lvl1pPr marL="0" indent="0">
              <a:buClr>
                <a:schemeClr val="bg2"/>
              </a:buClr>
              <a:buSzPct val="100000"/>
              <a:buFontTx/>
              <a:buNone/>
              <a:defRPr sz="1400">
                <a:solidFill>
                  <a:schemeClr val="accent4"/>
                </a:solidFill>
              </a:defRPr>
            </a:lvl1pPr>
            <a:lvl2pPr marL="571500" indent="0">
              <a:buClr>
                <a:schemeClr val="bg2"/>
              </a:buClr>
              <a:buSzPct val="100000"/>
              <a:buFontTx/>
              <a:buNone/>
              <a:defRPr sz="1200">
                <a:solidFill>
                  <a:schemeClr val="accent4"/>
                </a:solidFill>
              </a:defRPr>
            </a:lvl2pPr>
            <a:lvl3pPr marL="1089025" indent="0">
              <a:buClr>
                <a:schemeClr val="bg2"/>
              </a:buClr>
              <a:buSzPct val="100000"/>
              <a:buFontTx/>
              <a:buNone/>
              <a:defRPr sz="12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7389148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Content with Photograph">
    <p:spTree>
      <p:nvGrpSpPr>
        <p:cNvPr id="1" name=""/>
        <p:cNvGrpSpPr/>
        <p:nvPr/>
      </p:nvGrpSpPr>
      <p:grpSpPr>
        <a:xfrm>
          <a:off x="0" y="0"/>
          <a:ext cx="0" cy="0"/>
          <a:chOff x="0" y="0"/>
          <a:chExt cx="0" cy="0"/>
        </a:xfrm>
      </p:grpSpPr>
      <p:sp>
        <p:nvSpPr>
          <p:cNvPr id="2" name="Title 1"/>
          <p:cNvSpPr>
            <a:spLocks noGrp="1"/>
          </p:cNvSpPr>
          <p:nvPr>
            <p:ph type="title"/>
          </p:nvPr>
        </p:nvSpPr>
        <p:spPr>
          <a:xfrm>
            <a:off x="519232" y="1798590"/>
            <a:ext cx="4204402" cy="618631"/>
          </a:xfrm>
        </p:spPr>
        <p:txBody>
          <a:bodyPr/>
          <a:lstStyle>
            <a:lvl1pPr algn="l">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9231" y="3071579"/>
            <a:ext cx="4192841" cy="2517089"/>
          </a:xfrm>
        </p:spPr>
        <p:txBody>
          <a:bodyPr/>
          <a:lstStyle>
            <a:lvl1pPr marL="0" indent="0">
              <a:spcBef>
                <a:spcPts val="500"/>
              </a:spcBef>
              <a:spcAft>
                <a:spcPts val="500"/>
              </a:spcAft>
              <a:buClr>
                <a:schemeClr val="bg2"/>
              </a:buClr>
              <a:buSzPct val="100000"/>
              <a:buFontTx/>
              <a:buNone/>
              <a:defRPr sz="1200">
                <a:solidFill>
                  <a:schemeClr val="accent4"/>
                </a:solidFill>
              </a:defRPr>
            </a:lvl1pPr>
            <a:lvl2pPr marL="571500" indent="0">
              <a:spcBef>
                <a:spcPts val="500"/>
              </a:spcBef>
              <a:spcAft>
                <a:spcPts val="500"/>
              </a:spcAft>
              <a:buClr>
                <a:schemeClr val="bg2"/>
              </a:buClr>
              <a:buSzPct val="100000"/>
              <a:buFontTx/>
              <a:buNone/>
              <a:defRPr sz="1100">
                <a:solidFill>
                  <a:schemeClr val="accent4"/>
                </a:solidFill>
              </a:defRPr>
            </a:lvl2pPr>
            <a:lvl3pPr marL="1089025" indent="0">
              <a:spcBef>
                <a:spcPts val="500"/>
              </a:spcBef>
              <a:spcAft>
                <a:spcPts val="500"/>
              </a:spcAft>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519232" y="2348397"/>
            <a:ext cx="4204402" cy="525463"/>
          </a:xfrm>
        </p:spPr>
        <p:txBody>
          <a:bodyPr/>
          <a:lstStyle>
            <a:lvl1pPr marL="0" indent="0" algn="l">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42546810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Alternate Layout">
    <p:spTree>
      <p:nvGrpSpPr>
        <p:cNvPr id="1" name=""/>
        <p:cNvGrpSpPr/>
        <p:nvPr/>
      </p:nvGrpSpPr>
      <p:grpSpPr>
        <a:xfrm>
          <a:off x="0" y="0"/>
          <a:ext cx="0" cy="0"/>
          <a:chOff x="0" y="0"/>
          <a:chExt cx="0" cy="0"/>
        </a:xfrm>
      </p:grpSpPr>
      <p:sp>
        <p:nvSpPr>
          <p:cNvPr id="2" name="Title 1"/>
          <p:cNvSpPr>
            <a:spLocks noGrp="1"/>
          </p:cNvSpPr>
          <p:nvPr>
            <p:ph type="title"/>
          </p:nvPr>
        </p:nvSpPr>
        <p:spPr>
          <a:xfrm>
            <a:off x="4983480" y="1798590"/>
            <a:ext cx="5440680" cy="618631"/>
          </a:xfrm>
        </p:spPr>
        <p:txBody>
          <a:bodyPr/>
          <a:lstStyle>
            <a:lvl1pPr algn="l">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4983480" y="2916936"/>
            <a:ext cx="5431536" cy="2517089"/>
          </a:xfrm>
        </p:spPr>
        <p:txBody>
          <a:bodyPr/>
          <a:lstStyle>
            <a:lvl1pPr marL="0" indent="0">
              <a:spcBef>
                <a:spcPts val="500"/>
              </a:spcBef>
              <a:spcAft>
                <a:spcPts val="500"/>
              </a:spcAft>
              <a:buClr>
                <a:schemeClr val="bg2"/>
              </a:buClr>
              <a:buSzPct val="100000"/>
              <a:buFontTx/>
              <a:buNone/>
              <a:defRPr sz="1200">
                <a:solidFill>
                  <a:schemeClr val="accent4"/>
                </a:solidFill>
              </a:defRPr>
            </a:lvl1pPr>
            <a:lvl2pPr marL="571500" indent="0">
              <a:spcBef>
                <a:spcPts val="500"/>
              </a:spcBef>
              <a:spcAft>
                <a:spcPts val="500"/>
              </a:spcAft>
              <a:buClr>
                <a:schemeClr val="bg2"/>
              </a:buClr>
              <a:buSzPct val="100000"/>
              <a:buFontTx/>
              <a:buNone/>
              <a:defRPr sz="1100">
                <a:solidFill>
                  <a:schemeClr val="accent4"/>
                </a:solidFill>
              </a:defRPr>
            </a:lvl2pPr>
            <a:lvl3pPr marL="1089025" indent="0">
              <a:spcBef>
                <a:spcPts val="500"/>
              </a:spcBef>
              <a:spcAft>
                <a:spcPts val="500"/>
              </a:spcAft>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0" y="2368296"/>
            <a:ext cx="5440680" cy="525463"/>
          </a:xfrm>
        </p:spPr>
        <p:txBody>
          <a:bodyPr/>
          <a:lstStyle>
            <a:lvl1pPr marL="0" indent="0" algn="l">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869919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4" name="Picture 3" descr="A close up of a logo  Description automatically generated">
            <a:extLst>
              <a:ext uri="{FF2B5EF4-FFF2-40B4-BE49-F238E27FC236}">
                <a16:creationId xmlns:a16="http://schemas.microsoft.com/office/drawing/2014/main" id="{6302B7CA-37AE-4D42-BAAD-C239CA228AB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spTree>
    <p:extLst>
      <p:ext uri="{BB962C8B-B14F-4D97-AF65-F5344CB8AC3E}">
        <p14:creationId xmlns:p14="http://schemas.microsoft.com/office/powerpoint/2010/main" val="40407453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C9D3D8-33FC-4EE7-AE65-7535FEAB06AA}"/>
              </a:ext>
            </a:extLst>
          </p:cNvPr>
          <p:cNvSpPr/>
          <p:nvPr/>
        </p:nvSpPr>
        <p:spPr>
          <a:xfrm>
            <a:off x="0" y="0"/>
            <a:ext cx="10727473" cy="565099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21208"/>
            <a:ext cx="9976104" cy="590931"/>
          </a:xfrm>
        </p:spPr>
        <p:txBody>
          <a:bodyPr/>
          <a:lstStyle>
            <a:lvl1pPr algn="ctr">
              <a:defRPr sz="28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7591439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ransition / Segu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3AE616-A526-467A-9354-356237D56F8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sp>
        <p:nvSpPr>
          <p:cNvPr id="2" name="Title 1"/>
          <p:cNvSpPr>
            <a:spLocks noGrp="1"/>
          </p:cNvSpPr>
          <p:nvPr>
            <p:ph type="title"/>
          </p:nvPr>
        </p:nvSpPr>
        <p:spPr>
          <a:xfrm>
            <a:off x="4974336" y="4224528"/>
            <a:ext cx="5376672" cy="1373939"/>
          </a:xfrm>
        </p:spPr>
        <p:txBody>
          <a:bodyPr anchor="b"/>
          <a:lstStyle>
            <a:lvl1pPr algn="ctr">
              <a:defRPr sz="34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2649939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Embargo Layou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5E518B9-8953-4D61-86EB-BF726D7CE198}"/>
              </a:ext>
            </a:extLst>
          </p:cNvPr>
          <p:cNvGrpSpPr/>
          <p:nvPr/>
        </p:nvGrpSpPr>
        <p:grpSpPr>
          <a:xfrm>
            <a:off x="-1327308" y="-404866"/>
            <a:ext cx="13626669" cy="6983326"/>
            <a:chOff x="-1327308" y="-404866"/>
            <a:chExt cx="13626669" cy="6983326"/>
          </a:xfrm>
        </p:grpSpPr>
        <p:sp>
          <p:nvSpPr>
            <p:cNvPr id="9" name="Rectangle 8">
              <a:extLst>
                <a:ext uri="{FF2B5EF4-FFF2-40B4-BE49-F238E27FC236}">
                  <a16:creationId xmlns:a16="http://schemas.microsoft.com/office/drawing/2014/main" id="{0486AA18-85AA-4ECF-BC7C-6CDDDFA8AED1}"/>
                </a:ext>
              </a:extLst>
            </p:cNvPr>
            <p:cNvSpPr/>
            <p:nvPr/>
          </p:nvSpPr>
          <p:spPr>
            <a:xfrm>
              <a:off x="0" y="0"/>
              <a:ext cx="10972800" cy="6172200"/>
            </a:xfrm>
            <a:prstGeom prst="rect">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16">
              <a:extLst>
                <a:ext uri="{FF2B5EF4-FFF2-40B4-BE49-F238E27FC236}">
                  <a16:creationId xmlns:a16="http://schemas.microsoft.com/office/drawing/2014/main" id="{779DBA0E-78FD-499D-B7C5-9610ED16A58F}"/>
                </a:ext>
              </a:extLst>
            </p:cNvPr>
            <p:cNvSpPr>
              <a:spLocks noEditPoints="1"/>
            </p:cNvSpPr>
            <p:nvPr/>
          </p:nvSpPr>
          <p:spPr bwMode="auto">
            <a:xfrm>
              <a:off x="26269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16">
              <a:extLst>
                <a:ext uri="{FF2B5EF4-FFF2-40B4-BE49-F238E27FC236}">
                  <a16:creationId xmlns:a16="http://schemas.microsoft.com/office/drawing/2014/main" id="{4856087B-5738-47BA-B257-0AE16578FE0D}"/>
                </a:ext>
              </a:extLst>
            </p:cNvPr>
            <p:cNvSpPr>
              <a:spLocks noEditPoints="1"/>
            </p:cNvSpPr>
            <p:nvPr/>
          </p:nvSpPr>
          <p:spPr bwMode="auto">
            <a:xfrm>
              <a:off x="61660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16">
              <a:extLst>
                <a:ext uri="{FF2B5EF4-FFF2-40B4-BE49-F238E27FC236}">
                  <a16:creationId xmlns:a16="http://schemas.microsoft.com/office/drawing/2014/main" id="{30EA3BC0-CA75-4A9F-844C-9DF7651395F9}"/>
                </a:ext>
              </a:extLst>
            </p:cNvPr>
            <p:cNvSpPr>
              <a:spLocks noEditPoints="1"/>
            </p:cNvSpPr>
            <p:nvPr/>
          </p:nvSpPr>
          <p:spPr bwMode="auto">
            <a:xfrm>
              <a:off x="97050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16">
              <a:extLst>
                <a:ext uri="{FF2B5EF4-FFF2-40B4-BE49-F238E27FC236}">
                  <a16:creationId xmlns:a16="http://schemas.microsoft.com/office/drawing/2014/main" id="{09D9D0DC-416F-4D02-AE51-DC94179FE30F}"/>
                </a:ext>
              </a:extLst>
            </p:cNvPr>
            <p:cNvSpPr>
              <a:spLocks noEditPoints="1"/>
            </p:cNvSpPr>
            <p:nvPr/>
          </p:nvSpPr>
          <p:spPr bwMode="auto">
            <a:xfrm>
              <a:off x="132441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16">
              <a:extLst>
                <a:ext uri="{FF2B5EF4-FFF2-40B4-BE49-F238E27FC236}">
                  <a16:creationId xmlns:a16="http://schemas.microsoft.com/office/drawing/2014/main" id="{B3F11494-DD54-4DA3-999D-60884617ABD4}"/>
                </a:ext>
              </a:extLst>
            </p:cNvPr>
            <p:cNvSpPr>
              <a:spLocks noEditPoints="1"/>
            </p:cNvSpPr>
            <p:nvPr/>
          </p:nvSpPr>
          <p:spPr bwMode="auto">
            <a:xfrm>
              <a:off x="167831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16">
              <a:extLst>
                <a:ext uri="{FF2B5EF4-FFF2-40B4-BE49-F238E27FC236}">
                  <a16:creationId xmlns:a16="http://schemas.microsoft.com/office/drawing/2014/main" id="{B8DA5A4A-C129-4A6A-8590-D776A55A56C4}"/>
                </a:ext>
              </a:extLst>
            </p:cNvPr>
            <p:cNvSpPr>
              <a:spLocks noEditPoints="1"/>
            </p:cNvSpPr>
            <p:nvPr/>
          </p:nvSpPr>
          <p:spPr bwMode="auto">
            <a:xfrm>
              <a:off x="203222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6">
              <a:extLst>
                <a:ext uri="{FF2B5EF4-FFF2-40B4-BE49-F238E27FC236}">
                  <a16:creationId xmlns:a16="http://schemas.microsoft.com/office/drawing/2014/main" id="{AA72853C-EBAC-4426-B8F7-4D7FF7CE7610}"/>
                </a:ext>
              </a:extLst>
            </p:cNvPr>
            <p:cNvSpPr>
              <a:spLocks noEditPoints="1"/>
            </p:cNvSpPr>
            <p:nvPr/>
          </p:nvSpPr>
          <p:spPr bwMode="auto">
            <a:xfrm>
              <a:off x="238613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16">
              <a:extLst>
                <a:ext uri="{FF2B5EF4-FFF2-40B4-BE49-F238E27FC236}">
                  <a16:creationId xmlns:a16="http://schemas.microsoft.com/office/drawing/2014/main" id="{0AA148D7-A843-4289-9E59-D4B56EBE964F}"/>
                </a:ext>
              </a:extLst>
            </p:cNvPr>
            <p:cNvSpPr>
              <a:spLocks noEditPoints="1"/>
            </p:cNvSpPr>
            <p:nvPr/>
          </p:nvSpPr>
          <p:spPr bwMode="auto">
            <a:xfrm>
              <a:off x="274003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16">
              <a:extLst>
                <a:ext uri="{FF2B5EF4-FFF2-40B4-BE49-F238E27FC236}">
                  <a16:creationId xmlns:a16="http://schemas.microsoft.com/office/drawing/2014/main" id="{3DFDAB2E-4FBE-4EA1-9068-98D2A1969CAD}"/>
                </a:ext>
              </a:extLst>
            </p:cNvPr>
            <p:cNvSpPr>
              <a:spLocks noEditPoints="1"/>
            </p:cNvSpPr>
            <p:nvPr/>
          </p:nvSpPr>
          <p:spPr bwMode="auto">
            <a:xfrm>
              <a:off x="309394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6">
              <a:extLst>
                <a:ext uri="{FF2B5EF4-FFF2-40B4-BE49-F238E27FC236}">
                  <a16:creationId xmlns:a16="http://schemas.microsoft.com/office/drawing/2014/main" id="{1CB7337C-1F1B-4024-8C1B-114529041011}"/>
                </a:ext>
              </a:extLst>
            </p:cNvPr>
            <p:cNvSpPr>
              <a:spLocks noEditPoints="1"/>
            </p:cNvSpPr>
            <p:nvPr/>
          </p:nvSpPr>
          <p:spPr bwMode="auto">
            <a:xfrm>
              <a:off x="344784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6">
              <a:extLst>
                <a:ext uri="{FF2B5EF4-FFF2-40B4-BE49-F238E27FC236}">
                  <a16:creationId xmlns:a16="http://schemas.microsoft.com/office/drawing/2014/main" id="{3AC71E65-025E-4CD8-9C62-5C672876AB2A}"/>
                </a:ext>
              </a:extLst>
            </p:cNvPr>
            <p:cNvSpPr>
              <a:spLocks noEditPoints="1"/>
            </p:cNvSpPr>
            <p:nvPr/>
          </p:nvSpPr>
          <p:spPr bwMode="auto">
            <a:xfrm>
              <a:off x="380175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16">
              <a:extLst>
                <a:ext uri="{FF2B5EF4-FFF2-40B4-BE49-F238E27FC236}">
                  <a16:creationId xmlns:a16="http://schemas.microsoft.com/office/drawing/2014/main" id="{CC69994B-2A96-4E6B-90E0-7C6012E4388B}"/>
                </a:ext>
              </a:extLst>
            </p:cNvPr>
            <p:cNvSpPr>
              <a:spLocks noEditPoints="1"/>
            </p:cNvSpPr>
            <p:nvPr/>
          </p:nvSpPr>
          <p:spPr bwMode="auto">
            <a:xfrm>
              <a:off x="415566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16">
              <a:extLst>
                <a:ext uri="{FF2B5EF4-FFF2-40B4-BE49-F238E27FC236}">
                  <a16:creationId xmlns:a16="http://schemas.microsoft.com/office/drawing/2014/main" id="{95DA46AF-2C01-438F-ABE1-131B508F707C}"/>
                </a:ext>
              </a:extLst>
            </p:cNvPr>
            <p:cNvSpPr>
              <a:spLocks noEditPoints="1"/>
            </p:cNvSpPr>
            <p:nvPr/>
          </p:nvSpPr>
          <p:spPr bwMode="auto">
            <a:xfrm>
              <a:off x="450956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16">
              <a:extLst>
                <a:ext uri="{FF2B5EF4-FFF2-40B4-BE49-F238E27FC236}">
                  <a16:creationId xmlns:a16="http://schemas.microsoft.com/office/drawing/2014/main" id="{AD1F7F7D-46C6-41FC-9A05-60CDDDABC9B8}"/>
                </a:ext>
              </a:extLst>
            </p:cNvPr>
            <p:cNvSpPr>
              <a:spLocks noEditPoints="1"/>
            </p:cNvSpPr>
            <p:nvPr/>
          </p:nvSpPr>
          <p:spPr bwMode="auto">
            <a:xfrm>
              <a:off x="486347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16">
              <a:extLst>
                <a:ext uri="{FF2B5EF4-FFF2-40B4-BE49-F238E27FC236}">
                  <a16:creationId xmlns:a16="http://schemas.microsoft.com/office/drawing/2014/main" id="{E6044945-DD35-4A1F-B666-67B79DB3B9E2}"/>
                </a:ext>
              </a:extLst>
            </p:cNvPr>
            <p:cNvSpPr>
              <a:spLocks noEditPoints="1"/>
            </p:cNvSpPr>
            <p:nvPr/>
          </p:nvSpPr>
          <p:spPr bwMode="auto">
            <a:xfrm>
              <a:off x="521737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16">
              <a:extLst>
                <a:ext uri="{FF2B5EF4-FFF2-40B4-BE49-F238E27FC236}">
                  <a16:creationId xmlns:a16="http://schemas.microsoft.com/office/drawing/2014/main" id="{B6707B12-7E15-44BA-A75C-D231A0BD9DDF}"/>
                </a:ext>
              </a:extLst>
            </p:cNvPr>
            <p:cNvSpPr>
              <a:spLocks noEditPoints="1"/>
            </p:cNvSpPr>
            <p:nvPr/>
          </p:nvSpPr>
          <p:spPr bwMode="auto">
            <a:xfrm>
              <a:off x="557128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16">
              <a:extLst>
                <a:ext uri="{FF2B5EF4-FFF2-40B4-BE49-F238E27FC236}">
                  <a16:creationId xmlns:a16="http://schemas.microsoft.com/office/drawing/2014/main" id="{C9CA6F74-E612-4E07-826D-3714EA654BEB}"/>
                </a:ext>
              </a:extLst>
            </p:cNvPr>
            <p:cNvSpPr>
              <a:spLocks noEditPoints="1"/>
            </p:cNvSpPr>
            <p:nvPr/>
          </p:nvSpPr>
          <p:spPr bwMode="auto">
            <a:xfrm>
              <a:off x="592519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16">
              <a:extLst>
                <a:ext uri="{FF2B5EF4-FFF2-40B4-BE49-F238E27FC236}">
                  <a16:creationId xmlns:a16="http://schemas.microsoft.com/office/drawing/2014/main" id="{9C232950-AF88-4D8C-98A2-58E2906C02B8}"/>
                </a:ext>
              </a:extLst>
            </p:cNvPr>
            <p:cNvSpPr>
              <a:spLocks noEditPoints="1"/>
            </p:cNvSpPr>
            <p:nvPr/>
          </p:nvSpPr>
          <p:spPr bwMode="auto">
            <a:xfrm>
              <a:off x="627909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16">
              <a:extLst>
                <a:ext uri="{FF2B5EF4-FFF2-40B4-BE49-F238E27FC236}">
                  <a16:creationId xmlns:a16="http://schemas.microsoft.com/office/drawing/2014/main" id="{577A18B0-195A-44F8-8045-DEE9F4805CFE}"/>
                </a:ext>
              </a:extLst>
            </p:cNvPr>
            <p:cNvSpPr>
              <a:spLocks noEditPoints="1"/>
            </p:cNvSpPr>
            <p:nvPr/>
          </p:nvSpPr>
          <p:spPr bwMode="auto">
            <a:xfrm>
              <a:off x="663300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16">
              <a:extLst>
                <a:ext uri="{FF2B5EF4-FFF2-40B4-BE49-F238E27FC236}">
                  <a16:creationId xmlns:a16="http://schemas.microsoft.com/office/drawing/2014/main" id="{C57DA582-5E40-4087-915C-A8AFB763CE7F}"/>
                </a:ext>
              </a:extLst>
            </p:cNvPr>
            <p:cNvSpPr>
              <a:spLocks noEditPoints="1"/>
            </p:cNvSpPr>
            <p:nvPr/>
          </p:nvSpPr>
          <p:spPr bwMode="auto">
            <a:xfrm>
              <a:off x="698690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16">
              <a:extLst>
                <a:ext uri="{FF2B5EF4-FFF2-40B4-BE49-F238E27FC236}">
                  <a16:creationId xmlns:a16="http://schemas.microsoft.com/office/drawing/2014/main" id="{6B9446B2-AA95-41F1-8CE9-9C293FF2FFB9}"/>
                </a:ext>
              </a:extLst>
            </p:cNvPr>
            <p:cNvSpPr>
              <a:spLocks noEditPoints="1"/>
            </p:cNvSpPr>
            <p:nvPr/>
          </p:nvSpPr>
          <p:spPr bwMode="auto">
            <a:xfrm>
              <a:off x="734081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16">
              <a:extLst>
                <a:ext uri="{FF2B5EF4-FFF2-40B4-BE49-F238E27FC236}">
                  <a16:creationId xmlns:a16="http://schemas.microsoft.com/office/drawing/2014/main" id="{09C2F6DB-63BE-4BEF-BD50-8E85A06AF348}"/>
                </a:ext>
              </a:extLst>
            </p:cNvPr>
            <p:cNvSpPr>
              <a:spLocks noEditPoints="1"/>
            </p:cNvSpPr>
            <p:nvPr/>
          </p:nvSpPr>
          <p:spPr bwMode="auto">
            <a:xfrm>
              <a:off x="769472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6">
              <a:extLst>
                <a:ext uri="{FF2B5EF4-FFF2-40B4-BE49-F238E27FC236}">
                  <a16:creationId xmlns:a16="http://schemas.microsoft.com/office/drawing/2014/main" id="{AB269B44-FFE3-44F5-9547-2D6656916371}"/>
                </a:ext>
              </a:extLst>
            </p:cNvPr>
            <p:cNvSpPr>
              <a:spLocks noEditPoints="1"/>
            </p:cNvSpPr>
            <p:nvPr/>
          </p:nvSpPr>
          <p:spPr bwMode="auto">
            <a:xfrm>
              <a:off x="804862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D7B33E0B-D54D-4AD0-93EB-2D85D95AA705}"/>
                </a:ext>
              </a:extLst>
            </p:cNvPr>
            <p:cNvSpPr>
              <a:spLocks noEditPoints="1"/>
            </p:cNvSpPr>
            <p:nvPr/>
          </p:nvSpPr>
          <p:spPr bwMode="auto">
            <a:xfrm>
              <a:off x="840253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6">
              <a:extLst>
                <a:ext uri="{FF2B5EF4-FFF2-40B4-BE49-F238E27FC236}">
                  <a16:creationId xmlns:a16="http://schemas.microsoft.com/office/drawing/2014/main" id="{C82CDED5-DC3C-4291-8FB5-4FBECACC0932}"/>
                </a:ext>
              </a:extLst>
            </p:cNvPr>
            <p:cNvSpPr>
              <a:spLocks noEditPoints="1"/>
            </p:cNvSpPr>
            <p:nvPr/>
          </p:nvSpPr>
          <p:spPr bwMode="auto">
            <a:xfrm>
              <a:off x="875643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16">
              <a:extLst>
                <a:ext uri="{FF2B5EF4-FFF2-40B4-BE49-F238E27FC236}">
                  <a16:creationId xmlns:a16="http://schemas.microsoft.com/office/drawing/2014/main" id="{38B0CFAC-4CC8-4BD7-9602-D3F62B41114E}"/>
                </a:ext>
              </a:extLst>
            </p:cNvPr>
            <p:cNvSpPr>
              <a:spLocks noEditPoints="1"/>
            </p:cNvSpPr>
            <p:nvPr/>
          </p:nvSpPr>
          <p:spPr bwMode="auto">
            <a:xfrm>
              <a:off x="911034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16">
              <a:extLst>
                <a:ext uri="{FF2B5EF4-FFF2-40B4-BE49-F238E27FC236}">
                  <a16:creationId xmlns:a16="http://schemas.microsoft.com/office/drawing/2014/main" id="{9D7BB7E2-49CE-405B-BBC3-0D3235E735E9}"/>
                </a:ext>
              </a:extLst>
            </p:cNvPr>
            <p:cNvSpPr>
              <a:spLocks noEditPoints="1"/>
            </p:cNvSpPr>
            <p:nvPr/>
          </p:nvSpPr>
          <p:spPr bwMode="auto">
            <a:xfrm>
              <a:off x="946425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16">
              <a:extLst>
                <a:ext uri="{FF2B5EF4-FFF2-40B4-BE49-F238E27FC236}">
                  <a16:creationId xmlns:a16="http://schemas.microsoft.com/office/drawing/2014/main" id="{D724979D-D321-46A4-8BFB-4BE56A78EDC3}"/>
                </a:ext>
              </a:extLst>
            </p:cNvPr>
            <p:cNvSpPr>
              <a:spLocks noEditPoints="1"/>
            </p:cNvSpPr>
            <p:nvPr/>
          </p:nvSpPr>
          <p:spPr bwMode="auto">
            <a:xfrm>
              <a:off x="981815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16">
              <a:extLst>
                <a:ext uri="{FF2B5EF4-FFF2-40B4-BE49-F238E27FC236}">
                  <a16:creationId xmlns:a16="http://schemas.microsoft.com/office/drawing/2014/main" id="{A90ECEE1-1C0E-48A4-8212-4FDF80E34007}"/>
                </a:ext>
              </a:extLst>
            </p:cNvPr>
            <p:cNvSpPr>
              <a:spLocks noEditPoints="1"/>
            </p:cNvSpPr>
            <p:nvPr/>
          </p:nvSpPr>
          <p:spPr bwMode="auto">
            <a:xfrm>
              <a:off x="1017206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16">
              <a:extLst>
                <a:ext uri="{FF2B5EF4-FFF2-40B4-BE49-F238E27FC236}">
                  <a16:creationId xmlns:a16="http://schemas.microsoft.com/office/drawing/2014/main" id="{6A4F312E-AC0E-438F-85DE-734894B59F55}"/>
                </a:ext>
              </a:extLst>
            </p:cNvPr>
            <p:cNvSpPr>
              <a:spLocks noEditPoints="1"/>
            </p:cNvSpPr>
            <p:nvPr/>
          </p:nvSpPr>
          <p:spPr bwMode="auto">
            <a:xfrm>
              <a:off x="1052596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16">
              <a:extLst>
                <a:ext uri="{FF2B5EF4-FFF2-40B4-BE49-F238E27FC236}">
                  <a16:creationId xmlns:a16="http://schemas.microsoft.com/office/drawing/2014/main" id="{1143C46B-BB0E-42E1-91DB-CF7866DEF0A7}"/>
                </a:ext>
              </a:extLst>
            </p:cNvPr>
            <p:cNvSpPr>
              <a:spLocks noEditPoints="1"/>
            </p:cNvSpPr>
            <p:nvPr/>
          </p:nvSpPr>
          <p:spPr bwMode="auto">
            <a:xfrm>
              <a:off x="10879862"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16">
              <a:extLst>
                <a:ext uri="{FF2B5EF4-FFF2-40B4-BE49-F238E27FC236}">
                  <a16:creationId xmlns:a16="http://schemas.microsoft.com/office/drawing/2014/main" id="{8789D5ED-08F4-45B7-96D5-9DB37E826F7A}"/>
                </a:ext>
              </a:extLst>
            </p:cNvPr>
            <p:cNvSpPr>
              <a:spLocks noEditPoints="1"/>
            </p:cNvSpPr>
            <p:nvPr/>
          </p:nvSpPr>
          <p:spPr bwMode="auto">
            <a:xfrm>
              <a:off x="-9121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16">
              <a:extLst>
                <a:ext uri="{FF2B5EF4-FFF2-40B4-BE49-F238E27FC236}">
                  <a16:creationId xmlns:a16="http://schemas.microsoft.com/office/drawing/2014/main" id="{C71D4383-262D-49BE-8F2A-35EABE4CA514}"/>
                </a:ext>
              </a:extLst>
            </p:cNvPr>
            <p:cNvSpPr>
              <a:spLocks noEditPoints="1"/>
            </p:cNvSpPr>
            <p:nvPr/>
          </p:nvSpPr>
          <p:spPr bwMode="auto">
            <a:xfrm>
              <a:off x="26269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6">
              <a:extLst>
                <a:ext uri="{FF2B5EF4-FFF2-40B4-BE49-F238E27FC236}">
                  <a16:creationId xmlns:a16="http://schemas.microsoft.com/office/drawing/2014/main" id="{B2D051A4-B41D-49C5-BCBA-B200CE92746B}"/>
                </a:ext>
              </a:extLst>
            </p:cNvPr>
            <p:cNvSpPr>
              <a:spLocks noEditPoints="1"/>
            </p:cNvSpPr>
            <p:nvPr/>
          </p:nvSpPr>
          <p:spPr bwMode="auto">
            <a:xfrm>
              <a:off x="61660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16">
              <a:extLst>
                <a:ext uri="{FF2B5EF4-FFF2-40B4-BE49-F238E27FC236}">
                  <a16:creationId xmlns:a16="http://schemas.microsoft.com/office/drawing/2014/main" id="{EA204CAE-8CAD-4182-AFDF-6D71A5318AFE}"/>
                </a:ext>
              </a:extLst>
            </p:cNvPr>
            <p:cNvSpPr>
              <a:spLocks noEditPoints="1"/>
            </p:cNvSpPr>
            <p:nvPr/>
          </p:nvSpPr>
          <p:spPr bwMode="auto">
            <a:xfrm>
              <a:off x="97050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16">
              <a:extLst>
                <a:ext uri="{FF2B5EF4-FFF2-40B4-BE49-F238E27FC236}">
                  <a16:creationId xmlns:a16="http://schemas.microsoft.com/office/drawing/2014/main" id="{F2D419D0-1198-497F-8FCB-0E4E01ABEB55}"/>
                </a:ext>
              </a:extLst>
            </p:cNvPr>
            <p:cNvSpPr>
              <a:spLocks noEditPoints="1"/>
            </p:cNvSpPr>
            <p:nvPr/>
          </p:nvSpPr>
          <p:spPr bwMode="auto">
            <a:xfrm>
              <a:off x="132441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6">
              <a:extLst>
                <a:ext uri="{FF2B5EF4-FFF2-40B4-BE49-F238E27FC236}">
                  <a16:creationId xmlns:a16="http://schemas.microsoft.com/office/drawing/2014/main" id="{42DA3B58-E508-46A3-B351-BFD7A44A3407}"/>
                </a:ext>
              </a:extLst>
            </p:cNvPr>
            <p:cNvSpPr>
              <a:spLocks noEditPoints="1"/>
            </p:cNvSpPr>
            <p:nvPr/>
          </p:nvSpPr>
          <p:spPr bwMode="auto">
            <a:xfrm>
              <a:off x="167831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16">
              <a:extLst>
                <a:ext uri="{FF2B5EF4-FFF2-40B4-BE49-F238E27FC236}">
                  <a16:creationId xmlns:a16="http://schemas.microsoft.com/office/drawing/2014/main" id="{E56F4597-4576-4F1D-9E8B-57D61B7AF97B}"/>
                </a:ext>
              </a:extLst>
            </p:cNvPr>
            <p:cNvSpPr>
              <a:spLocks noEditPoints="1"/>
            </p:cNvSpPr>
            <p:nvPr/>
          </p:nvSpPr>
          <p:spPr bwMode="auto">
            <a:xfrm>
              <a:off x="203222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16">
              <a:extLst>
                <a:ext uri="{FF2B5EF4-FFF2-40B4-BE49-F238E27FC236}">
                  <a16:creationId xmlns:a16="http://schemas.microsoft.com/office/drawing/2014/main" id="{C16A7CB5-E8F5-43EC-B4DA-8367563CBA22}"/>
                </a:ext>
              </a:extLst>
            </p:cNvPr>
            <p:cNvSpPr>
              <a:spLocks noEditPoints="1"/>
            </p:cNvSpPr>
            <p:nvPr/>
          </p:nvSpPr>
          <p:spPr bwMode="auto">
            <a:xfrm>
              <a:off x="238613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16">
              <a:extLst>
                <a:ext uri="{FF2B5EF4-FFF2-40B4-BE49-F238E27FC236}">
                  <a16:creationId xmlns:a16="http://schemas.microsoft.com/office/drawing/2014/main" id="{B63EEF7E-F8C7-40A7-9EC5-7A2377B3E9AD}"/>
                </a:ext>
              </a:extLst>
            </p:cNvPr>
            <p:cNvSpPr>
              <a:spLocks noEditPoints="1"/>
            </p:cNvSpPr>
            <p:nvPr/>
          </p:nvSpPr>
          <p:spPr bwMode="auto">
            <a:xfrm>
              <a:off x="274003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6">
              <a:extLst>
                <a:ext uri="{FF2B5EF4-FFF2-40B4-BE49-F238E27FC236}">
                  <a16:creationId xmlns:a16="http://schemas.microsoft.com/office/drawing/2014/main" id="{18561612-6FBC-464D-9063-754B5DF158DD}"/>
                </a:ext>
              </a:extLst>
            </p:cNvPr>
            <p:cNvSpPr>
              <a:spLocks noEditPoints="1"/>
            </p:cNvSpPr>
            <p:nvPr/>
          </p:nvSpPr>
          <p:spPr bwMode="auto">
            <a:xfrm>
              <a:off x="309394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6">
              <a:extLst>
                <a:ext uri="{FF2B5EF4-FFF2-40B4-BE49-F238E27FC236}">
                  <a16:creationId xmlns:a16="http://schemas.microsoft.com/office/drawing/2014/main" id="{9FB80B49-CDD0-491F-B397-AF746CB74515}"/>
                </a:ext>
              </a:extLst>
            </p:cNvPr>
            <p:cNvSpPr>
              <a:spLocks noEditPoints="1"/>
            </p:cNvSpPr>
            <p:nvPr/>
          </p:nvSpPr>
          <p:spPr bwMode="auto">
            <a:xfrm>
              <a:off x="344784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6">
              <a:extLst>
                <a:ext uri="{FF2B5EF4-FFF2-40B4-BE49-F238E27FC236}">
                  <a16:creationId xmlns:a16="http://schemas.microsoft.com/office/drawing/2014/main" id="{F04631F3-C493-4A64-AAFD-4686A560F6A4}"/>
                </a:ext>
              </a:extLst>
            </p:cNvPr>
            <p:cNvSpPr>
              <a:spLocks noEditPoints="1"/>
            </p:cNvSpPr>
            <p:nvPr/>
          </p:nvSpPr>
          <p:spPr bwMode="auto">
            <a:xfrm>
              <a:off x="380175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16">
              <a:extLst>
                <a:ext uri="{FF2B5EF4-FFF2-40B4-BE49-F238E27FC236}">
                  <a16:creationId xmlns:a16="http://schemas.microsoft.com/office/drawing/2014/main" id="{A457E3A0-7D3B-4D8D-909F-FA0F06B944BC}"/>
                </a:ext>
              </a:extLst>
            </p:cNvPr>
            <p:cNvSpPr>
              <a:spLocks noEditPoints="1"/>
            </p:cNvSpPr>
            <p:nvPr/>
          </p:nvSpPr>
          <p:spPr bwMode="auto">
            <a:xfrm>
              <a:off x="415566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16">
              <a:extLst>
                <a:ext uri="{FF2B5EF4-FFF2-40B4-BE49-F238E27FC236}">
                  <a16:creationId xmlns:a16="http://schemas.microsoft.com/office/drawing/2014/main" id="{D8E8EADD-8531-47CC-A9F2-A5B20F7DA151}"/>
                </a:ext>
              </a:extLst>
            </p:cNvPr>
            <p:cNvSpPr>
              <a:spLocks noEditPoints="1"/>
            </p:cNvSpPr>
            <p:nvPr/>
          </p:nvSpPr>
          <p:spPr bwMode="auto">
            <a:xfrm>
              <a:off x="450956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16">
              <a:extLst>
                <a:ext uri="{FF2B5EF4-FFF2-40B4-BE49-F238E27FC236}">
                  <a16:creationId xmlns:a16="http://schemas.microsoft.com/office/drawing/2014/main" id="{24D2EADF-B7B9-4986-AEDB-A2D41F636C1C}"/>
                </a:ext>
              </a:extLst>
            </p:cNvPr>
            <p:cNvSpPr>
              <a:spLocks noEditPoints="1"/>
            </p:cNvSpPr>
            <p:nvPr/>
          </p:nvSpPr>
          <p:spPr bwMode="auto">
            <a:xfrm>
              <a:off x="486347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16">
              <a:extLst>
                <a:ext uri="{FF2B5EF4-FFF2-40B4-BE49-F238E27FC236}">
                  <a16:creationId xmlns:a16="http://schemas.microsoft.com/office/drawing/2014/main" id="{0683D26A-EB07-4380-8914-B6AECFE4BF3D}"/>
                </a:ext>
              </a:extLst>
            </p:cNvPr>
            <p:cNvSpPr>
              <a:spLocks noEditPoints="1"/>
            </p:cNvSpPr>
            <p:nvPr/>
          </p:nvSpPr>
          <p:spPr bwMode="auto">
            <a:xfrm>
              <a:off x="521737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16">
              <a:extLst>
                <a:ext uri="{FF2B5EF4-FFF2-40B4-BE49-F238E27FC236}">
                  <a16:creationId xmlns:a16="http://schemas.microsoft.com/office/drawing/2014/main" id="{78C3AD2F-A184-4332-ADCE-E7FEDE7BA62B}"/>
                </a:ext>
              </a:extLst>
            </p:cNvPr>
            <p:cNvSpPr>
              <a:spLocks noEditPoints="1"/>
            </p:cNvSpPr>
            <p:nvPr/>
          </p:nvSpPr>
          <p:spPr bwMode="auto">
            <a:xfrm>
              <a:off x="557128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16">
              <a:extLst>
                <a:ext uri="{FF2B5EF4-FFF2-40B4-BE49-F238E27FC236}">
                  <a16:creationId xmlns:a16="http://schemas.microsoft.com/office/drawing/2014/main" id="{01ACBB54-13C8-4052-B203-3996848511D8}"/>
                </a:ext>
              </a:extLst>
            </p:cNvPr>
            <p:cNvSpPr>
              <a:spLocks noEditPoints="1"/>
            </p:cNvSpPr>
            <p:nvPr/>
          </p:nvSpPr>
          <p:spPr bwMode="auto">
            <a:xfrm>
              <a:off x="592519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6">
              <a:extLst>
                <a:ext uri="{FF2B5EF4-FFF2-40B4-BE49-F238E27FC236}">
                  <a16:creationId xmlns:a16="http://schemas.microsoft.com/office/drawing/2014/main" id="{892B4C18-A783-475D-8EEF-F11FBA1A3271}"/>
                </a:ext>
              </a:extLst>
            </p:cNvPr>
            <p:cNvSpPr>
              <a:spLocks noEditPoints="1"/>
            </p:cNvSpPr>
            <p:nvPr/>
          </p:nvSpPr>
          <p:spPr bwMode="auto">
            <a:xfrm>
              <a:off x="627909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6">
              <a:extLst>
                <a:ext uri="{FF2B5EF4-FFF2-40B4-BE49-F238E27FC236}">
                  <a16:creationId xmlns:a16="http://schemas.microsoft.com/office/drawing/2014/main" id="{A62353FE-8604-486E-9560-78C474AC8F4C}"/>
                </a:ext>
              </a:extLst>
            </p:cNvPr>
            <p:cNvSpPr>
              <a:spLocks noEditPoints="1"/>
            </p:cNvSpPr>
            <p:nvPr/>
          </p:nvSpPr>
          <p:spPr bwMode="auto">
            <a:xfrm>
              <a:off x="663300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16">
              <a:extLst>
                <a:ext uri="{FF2B5EF4-FFF2-40B4-BE49-F238E27FC236}">
                  <a16:creationId xmlns:a16="http://schemas.microsoft.com/office/drawing/2014/main" id="{4A5FC7DA-BB86-43EB-AC23-48D1752A6A68}"/>
                </a:ext>
              </a:extLst>
            </p:cNvPr>
            <p:cNvSpPr>
              <a:spLocks noEditPoints="1"/>
            </p:cNvSpPr>
            <p:nvPr/>
          </p:nvSpPr>
          <p:spPr bwMode="auto">
            <a:xfrm>
              <a:off x="698690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16">
              <a:extLst>
                <a:ext uri="{FF2B5EF4-FFF2-40B4-BE49-F238E27FC236}">
                  <a16:creationId xmlns:a16="http://schemas.microsoft.com/office/drawing/2014/main" id="{57B12D9F-3BBD-4FAF-A8AB-5C3268032924}"/>
                </a:ext>
              </a:extLst>
            </p:cNvPr>
            <p:cNvSpPr>
              <a:spLocks noEditPoints="1"/>
            </p:cNvSpPr>
            <p:nvPr/>
          </p:nvSpPr>
          <p:spPr bwMode="auto">
            <a:xfrm>
              <a:off x="734081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16">
              <a:extLst>
                <a:ext uri="{FF2B5EF4-FFF2-40B4-BE49-F238E27FC236}">
                  <a16:creationId xmlns:a16="http://schemas.microsoft.com/office/drawing/2014/main" id="{B7B50CA6-941B-4F77-891D-BA2C28D0CABB}"/>
                </a:ext>
              </a:extLst>
            </p:cNvPr>
            <p:cNvSpPr>
              <a:spLocks noEditPoints="1"/>
            </p:cNvSpPr>
            <p:nvPr/>
          </p:nvSpPr>
          <p:spPr bwMode="auto">
            <a:xfrm>
              <a:off x="769472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16">
              <a:extLst>
                <a:ext uri="{FF2B5EF4-FFF2-40B4-BE49-F238E27FC236}">
                  <a16:creationId xmlns:a16="http://schemas.microsoft.com/office/drawing/2014/main" id="{0194FC04-B2A1-4C52-B275-3D32DD41DDB9}"/>
                </a:ext>
              </a:extLst>
            </p:cNvPr>
            <p:cNvSpPr>
              <a:spLocks noEditPoints="1"/>
            </p:cNvSpPr>
            <p:nvPr/>
          </p:nvSpPr>
          <p:spPr bwMode="auto">
            <a:xfrm>
              <a:off x="804862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16">
              <a:extLst>
                <a:ext uri="{FF2B5EF4-FFF2-40B4-BE49-F238E27FC236}">
                  <a16:creationId xmlns:a16="http://schemas.microsoft.com/office/drawing/2014/main" id="{3055B924-F529-4C4C-A7F1-F0D1B50A73A8}"/>
                </a:ext>
              </a:extLst>
            </p:cNvPr>
            <p:cNvSpPr>
              <a:spLocks noEditPoints="1"/>
            </p:cNvSpPr>
            <p:nvPr/>
          </p:nvSpPr>
          <p:spPr bwMode="auto">
            <a:xfrm>
              <a:off x="840253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16">
              <a:extLst>
                <a:ext uri="{FF2B5EF4-FFF2-40B4-BE49-F238E27FC236}">
                  <a16:creationId xmlns:a16="http://schemas.microsoft.com/office/drawing/2014/main" id="{1DCBE022-831C-4DEF-8567-F73AB476C6EB}"/>
                </a:ext>
              </a:extLst>
            </p:cNvPr>
            <p:cNvSpPr>
              <a:spLocks noEditPoints="1"/>
            </p:cNvSpPr>
            <p:nvPr/>
          </p:nvSpPr>
          <p:spPr bwMode="auto">
            <a:xfrm>
              <a:off x="875643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16">
              <a:extLst>
                <a:ext uri="{FF2B5EF4-FFF2-40B4-BE49-F238E27FC236}">
                  <a16:creationId xmlns:a16="http://schemas.microsoft.com/office/drawing/2014/main" id="{4677A0E0-1BE9-4AD9-8081-3970B6DE7614}"/>
                </a:ext>
              </a:extLst>
            </p:cNvPr>
            <p:cNvSpPr>
              <a:spLocks noEditPoints="1"/>
            </p:cNvSpPr>
            <p:nvPr/>
          </p:nvSpPr>
          <p:spPr bwMode="auto">
            <a:xfrm>
              <a:off x="911034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16">
              <a:extLst>
                <a:ext uri="{FF2B5EF4-FFF2-40B4-BE49-F238E27FC236}">
                  <a16:creationId xmlns:a16="http://schemas.microsoft.com/office/drawing/2014/main" id="{5056D7AA-7E9E-4019-92DE-9258C7BADCAC}"/>
                </a:ext>
              </a:extLst>
            </p:cNvPr>
            <p:cNvSpPr>
              <a:spLocks noEditPoints="1"/>
            </p:cNvSpPr>
            <p:nvPr/>
          </p:nvSpPr>
          <p:spPr bwMode="auto">
            <a:xfrm>
              <a:off x="946425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16">
              <a:extLst>
                <a:ext uri="{FF2B5EF4-FFF2-40B4-BE49-F238E27FC236}">
                  <a16:creationId xmlns:a16="http://schemas.microsoft.com/office/drawing/2014/main" id="{B52F2FF3-8B1D-4A44-8280-D43163EC0C72}"/>
                </a:ext>
              </a:extLst>
            </p:cNvPr>
            <p:cNvSpPr>
              <a:spLocks noEditPoints="1"/>
            </p:cNvSpPr>
            <p:nvPr/>
          </p:nvSpPr>
          <p:spPr bwMode="auto">
            <a:xfrm>
              <a:off x="981815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16">
              <a:extLst>
                <a:ext uri="{FF2B5EF4-FFF2-40B4-BE49-F238E27FC236}">
                  <a16:creationId xmlns:a16="http://schemas.microsoft.com/office/drawing/2014/main" id="{8B2B15A4-341E-44E2-AA50-1BF44E938792}"/>
                </a:ext>
              </a:extLst>
            </p:cNvPr>
            <p:cNvSpPr>
              <a:spLocks noEditPoints="1"/>
            </p:cNvSpPr>
            <p:nvPr/>
          </p:nvSpPr>
          <p:spPr bwMode="auto">
            <a:xfrm>
              <a:off x="1017206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16">
              <a:extLst>
                <a:ext uri="{FF2B5EF4-FFF2-40B4-BE49-F238E27FC236}">
                  <a16:creationId xmlns:a16="http://schemas.microsoft.com/office/drawing/2014/main" id="{ACC84E38-6617-4E04-B995-881604F99C4A}"/>
                </a:ext>
              </a:extLst>
            </p:cNvPr>
            <p:cNvSpPr>
              <a:spLocks noEditPoints="1"/>
            </p:cNvSpPr>
            <p:nvPr/>
          </p:nvSpPr>
          <p:spPr bwMode="auto">
            <a:xfrm>
              <a:off x="1052596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16">
              <a:extLst>
                <a:ext uri="{FF2B5EF4-FFF2-40B4-BE49-F238E27FC236}">
                  <a16:creationId xmlns:a16="http://schemas.microsoft.com/office/drawing/2014/main" id="{C6B285A5-12A2-48AF-893D-59830166139E}"/>
                </a:ext>
              </a:extLst>
            </p:cNvPr>
            <p:cNvSpPr>
              <a:spLocks noEditPoints="1"/>
            </p:cNvSpPr>
            <p:nvPr/>
          </p:nvSpPr>
          <p:spPr bwMode="auto">
            <a:xfrm>
              <a:off x="10879862"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16">
              <a:extLst>
                <a:ext uri="{FF2B5EF4-FFF2-40B4-BE49-F238E27FC236}">
                  <a16:creationId xmlns:a16="http://schemas.microsoft.com/office/drawing/2014/main" id="{47084835-C1A6-434A-A2AB-3E7DA4267BA8}"/>
                </a:ext>
              </a:extLst>
            </p:cNvPr>
            <p:cNvSpPr>
              <a:spLocks noEditPoints="1"/>
            </p:cNvSpPr>
            <p:nvPr/>
          </p:nvSpPr>
          <p:spPr bwMode="auto">
            <a:xfrm>
              <a:off x="-9121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16">
              <a:extLst>
                <a:ext uri="{FF2B5EF4-FFF2-40B4-BE49-F238E27FC236}">
                  <a16:creationId xmlns:a16="http://schemas.microsoft.com/office/drawing/2014/main" id="{82D26294-EE4F-4381-8B0F-4CE7F3A1A32F}"/>
                </a:ext>
              </a:extLst>
            </p:cNvPr>
            <p:cNvSpPr>
              <a:spLocks noEditPoints="1"/>
            </p:cNvSpPr>
            <p:nvPr/>
          </p:nvSpPr>
          <p:spPr bwMode="auto">
            <a:xfrm>
              <a:off x="26269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16">
              <a:extLst>
                <a:ext uri="{FF2B5EF4-FFF2-40B4-BE49-F238E27FC236}">
                  <a16:creationId xmlns:a16="http://schemas.microsoft.com/office/drawing/2014/main" id="{B1EE9A53-A80E-4B20-9E04-100060C781A7}"/>
                </a:ext>
              </a:extLst>
            </p:cNvPr>
            <p:cNvSpPr>
              <a:spLocks noEditPoints="1"/>
            </p:cNvSpPr>
            <p:nvPr/>
          </p:nvSpPr>
          <p:spPr bwMode="auto">
            <a:xfrm>
              <a:off x="61660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16">
              <a:extLst>
                <a:ext uri="{FF2B5EF4-FFF2-40B4-BE49-F238E27FC236}">
                  <a16:creationId xmlns:a16="http://schemas.microsoft.com/office/drawing/2014/main" id="{C3C136FE-F981-49F6-8875-8AD586CA8527}"/>
                </a:ext>
              </a:extLst>
            </p:cNvPr>
            <p:cNvSpPr>
              <a:spLocks noEditPoints="1"/>
            </p:cNvSpPr>
            <p:nvPr/>
          </p:nvSpPr>
          <p:spPr bwMode="auto">
            <a:xfrm>
              <a:off x="97050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16">
              <a:extLst>
                <a:ext uri="{FF2B5EF4-FFF2-40B4-BE49-F238E27FC236}">
                  <a16:creationId xmlns:a16="http://schemas.microsoft.com/office/drawing/2014/main" id="{FC84C1D9-DA95-4BF6-A71F-86DC6A2FA963}"/>
                </a:ext>
              </a:extLst>
            </p:cNvPr>
            <p:cNvSpPr>
              <a:spLocks noEditPoints="1"/>
            </p:cNvSpPr>
            <p:nvPr/>
          </p:nvSpPr>
          <p:spPr bwMode="auto">
            <a:xfrm>
              <a:off x="132441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16">
              <a:extLst>
                <a:ext uri="{FF2B5EF4-FFF2-40B4-BE49-F238E27FC236}">
                  <a16:creationId xmlns:a16="http://schemas.microsoft.com/office/drawing/2014/main" id="{EC336BD7-D0E5-4907-BEDB-AA01C56DDA7F}"/>
                </a:ext>
              </a:extLst>
            </p:cNvPr>
            <p:cNvSpPr>
              <a:spLocks noEditPoints="1"/>
            </p:cNvSpPr>
            <p:nvPr/>
          </p:nvSpPr>
          <p:spPr bwMode="auto">
            <a:xfrm>
              <a:off x="167831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BAAF41C9-7EAA-475D-83F2-1253B7055B29}"/>
                </a:ext>
              </a:extLst>
            </p:cNvPr>
            <p:cNvSpPr>
              <a:spLocks noEditPoints="1"/>
            </p:cNvSpPr>
            <p:nvPr/>
          </p:nvSpPr>
          <p:spPr bwMode="auto">
            <a:xfrm>
              <a:off x="203222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16">
              <a:extLst>
                <a:ext uri="{FF2B5EF4-FFF2-40B4-BE49-F238E27FC236}">
                  <a16:creationId xmlns:a16="http://schemas.microsoft.com/office/drawing/2014/main" id="{C4C84E12-C6BC-4AF0-9151-76A20D031CF8}"/>
                </a:ext>
              </a:extLst>
            </p:cNvPr>
            <p:cNvSpPr>
              <a:spLocks noEditPoints="1"/>
            </p:cNvSpPr>
            <p:nvPr/>
          </p:nvSpPr>
          <p:spPr bwMode="auto">
            <a:xfrm>
              <a:off x="238613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16">
              <a:extLst>
                <a:ext uri="{FF2B5EF4-FFF2-40B4-BE49-F238E27FC236}">
                  <a16:creationId xmlns:a16="http://schemas.microsoft.com/office/drawing/2014/main" id="{98FB1073-101D-401C-B499-E80B2DCCDB48}"/>
                </a:ext>
              </a:extLst>
            </p:cNvPr>
            <p:cNvSpPr>
              <a:spLocks noEditPoints="1"/>
            </p:cNvSpPr>
            <p:nvPr/>
          </p:nvSpPr>
          <p:spPr bwMode="auto">
            <a:xfrm>
              <a:off x="274003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16">
              <a:extLst>
                <a:ext uri="{FF2B5EF4-FFF2-40B4-BE49-F238E27FC236}">
                  <a16:creationId xmlns:a16="http://schemas.microsoft.com/office/drawing/2014/main" id="{3E52FE15-A88E-4B8E-B23B-7E8107531242}"/>
                </a:ext>
              </a:extLst>
            </p:cNvPr>
            <p:cNvSpPr>
              <a:spLocks noEditPoints="1"/>
            </p:cNvSpPr>
            <p:nvPr/>
          </p:nvSpPr>
          <p:spPr bwMode="auto">
            <a:xfrm>
              <a:off x="309394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16">
              <a:extLst>
                <a:ext uri="{FF2B5EF4-FFF2-40B4-BE49-F238E27FC236}">
                  <a16:creationId xmlns:a16="http://schemas.microsoft.com/office/drawing/2014/main" id="{E83FECA9-6276-4B79-96AD-84BED6F80D9C}"/>
                </a:ext>
              </a:extLst>
            </p:cNvPr>
            <p:cNvSpPr>
              <a:spLocks noEditPoints="1"/>
            </p:cNvSpPr>
            <p:nvPr/>
          </p:nvSpPr>
          <p:spPr bwMode="auto">
            <a:xfrm>
              <a:off x="344784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Freeform 16">
              <a:extLst>
                <a:ext uri="{FF2B5EF4-FFF2-40B4-BE49-F238E27FC236}">
                  <a16:creationId xmlns:a16="http://schemas.microsoft.com/office/drawing/2014/main" id="{B18137A3-C9B0-4C35-8A20-53EC5864E5B3}"/>
                </a:ext>
              </a:extLst>
            </p:cNvPr>
            <p:cNvSpPr>
              <a:spLocks noEditPoints="1"/>
            </p:cNvSpPr>
            <p:nvPr/>
          </p:nvSpPr>
          <p:spPr bwMode="auto">
            <a:xfrm>
              <a:off x="380175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16">
              <a:extLst>
                <a:ext uri="{FF2B5EF4-FFF2-40B4-BE49-F238E27FC236}">
                  <a16:creationId xmlns:a16="http://schemas.microsoft.com/office/drawing/2014/main" id="{52DE848A-E413-47C4-8173-DB2CA8EEA35D}"/>
                </a:ext>
              </a:extLst>
            </p:cNvPr>
            <p:cNvSpPr>
              <a:spLocks noEditPoints="1"/>
            </p:cNvSpPr>
            <p:nvPr/>
          </p:nvSpPr>
          <p:spPr bwMode="auto">
            <a:xfrm>
              <a:off x="415566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16">
              <a:extLst>
                <a:ext uri="{FF2B5EF4-FFF2-40B4-BE49-F238E27FC236}">
                  <a16:creationId xmlns:a16="http://schemas.microsoft.com/office/drawing/2014/main" id="{14D3DEFF-25FB-44EA-876C-8BD7E213C17B}"/>
                </a:ext>
              </a:extLst>
            </p:cNvPr>
            <p:cNvSpPr>
              <a:spLocks noEditPoints="1"/>
            </p:cNvSpPr>
            <p:nvPr/>
          </p:nvSpPr>
          <p:spPr bwMode="auto">
            <a:xfrm>
              <a:off x="450956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16">
              <a:extLst>
                <a:ext uri="{FF2B5EF4-FFF2-40B4-BE49-F238E27FC236}">
                  <a16:creationId xmlns:a16="http://schemas.microsoft.com/office/drawing/2014/main" id="{F8DD5E7B-8D6A-46DF-B7B8-0A96095CA77F}"/>
                </a:ext>
              </a:extLst>
            </p:cNvPr>
            <p:cNvSpPr>
              <a:spLocks noEditPoints="1"/>
            </p:cNvSpPr>
            <p:nvPr/>
          </p:nvSpPr>
          <p:spPr bwMode="auto">
            <a:xfrm>
              <a:off x="486347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16">
              <a:extLst>
                <a:ext uri="{FF2B5EF4-FFF2-40B4-BE49-F238E27FC236}">
                  <a16:creationId xmlns:a16="http://schemas.microsoft.com/office/drawing/2014/main" id="{140EA7A3-E20E-49A8-B7DF-746F09BE226C}"/>
                </a:ext>
              </a:extLst>
            </p:cNvPr>
            <p:cNvSpPr>
              <a:spLocks noEditPoints="1"/>
            </p:cNvSpPr>
            <p:nvPr/>
          </p:nvSpPr>
          <p:spPr bwMode="auto">
            <a:xfrm>
              <a:off x="521737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16">
              <a:extLst>
                <a:ext uri="{FF2B5EF4-FFF2-40B4-BE49-F238E27FC236}">
                  <a16:creationId xmlns:a16="http://schemas.microsoft.com/office/drawing/2014/main" id="{A30FB1C7-E929-4CCD-BEC9-3D5F967B88FD}"/>
                </a:ext>
              </a:extLst>
            </p:cNvPr>
            <p:cNvSpPr>
              <a:spLocks noEditPoints="1"/>
            </p:cNvSpPr>
            <p:nvPr/>
          </p:nvSpPr>
          <p:spPr bwMode="auto">
            <a:xfrm>
              <a:off x="557128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16">
              <a:extLst>
                <a:ext uri="{FF2B5EF4-FFF2-40B4-BE49-F238E27FC236}">
                  <a16:creationId xmlns:a16="http://schemas.microsoft.com/office/drawing/2014/main" id="{106589F0-5AFE-476A-B71B-0A4F47482894}"/>
                </a:ext>
              </a:extLst>
            </p:cNvPr>
            <p:cNvSpPr>
              <a:spLocks noEditPoints="1"/>
            </p:cNvSpPr>
            <p:nvPr/>
          </p:nvSpPr>
          <p:spPr bwMode="auto">
            <a:xfrm>
              <a:off x="592519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16">
              <a:extLst>
                <a:ext uri="{FF2B5EF4-FFF2-40B4-BE49-F238E27FC236}">
                  <a16:creationId xmlns:a16="http://schemas.microsoft.com/office/drawing/2014/main" id="{852272BE-007F-4591-87D4-4C058623A4E7}"/>
                </a:ext>
              </a:extLst>
            </p:cNvPr>
            <p:cNvSpPr>
              <a:spLocks noEditPoints="1"/>
            </p:cNvSpPr>
            <p:nvPr/>
          </p:nvSpPr>
          <p:spPr bwMode="auto">
            <a:xfrm>
              <a:off x="627909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16">
              <a:extLst>
                <a:ext uri="{FF2B5EF4-FFF2-40B4-BE49-F238E27FC236}">
                  <a16:creationId xmlns:a16="http://schemas.microsoft.com/office/drawing/2014/main" id="{2D5A05AC-D4E7-4583-9D07-33F99E8EE145}"/>
                </a:ext>
              </a:extLst>
            </p:cNvPr>
            <p:cNvSpPr>
              <a:spLocks noEditPoints="1"/>
            </p:cNvSpPr>
            <p:nvPr/>
          </p:nvSpPr>
          <p:spPr bwMode="auto">
            <a:xfrm>
              <a:off x="663300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16">
              <a:extLst>
                <a:ext uri="{FF2B5EF4-FFF2-40B4-BE49-F238E27FC236}">
                  <a16:creationId xmlns:a16="http://schemas.microsoft.com/office/drawing/2014/main" id="{FA87D9B9-82A6-4511-B55E-096518071AEC}"/>
                </a:ext>
              </a:extLst>
            </p:cNvPr>
            <p:cNvSpPr>
              <a:spLocks noEditPoints="1"/>
            </p:cNvSpPr>
            <p:nvPr/>
          </p:nvSpPr>
          <p:spPr bwMode="auto">
            <a:xfrm>
              <a:off x="698690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16">
              <a:extLst>
                <a:ext uri="{FF2B5EF4-FFF2-40B4-BE49-F238E27FC236}">
                  <a16:creationId xmlns:a16="http://schemas.microsoft.com/office/drawing/2014/main" id="{82686F07-3802-48D8-BD5E-CF63B4EBB3CC}"/>
                </a:ext>
              </a:extLst>
            </p:cNvPr>
            <p:cNvSpPr>
              <a:spLocks noEditPoints="1"/>
            </p:cNvSpPr>
            <p:nvPr/>
          </p:nvSpPr>
          <p:spPr bwMode="auto">
            <a:xfrm>
              <a:off x="734081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16">
              <a:extLst>
                <a:ext uri="{FF2B5EF4-FFF2-40B4-BE49-F238E27FC236}">
                  <a16:creationId xmlns:a16="http://schemas.microsoft.com/office/drawing/2014/main" id="{F1444EAF-3866-48AD-95F7-91B593B79534}"/>
                </a:ext>
              </a:extLst>
            </p:cNvPr>
            <p:cNvSpPr>
              <a:spLocks noEditPoints="1"/>
            </p:cNvSpPr>
            <p:nvPr/>
          </p:nvSpPr>
          <p:spPr bwMode="auto">
            <a:xfrm>
              <a:off x="769472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6" name="Freeform 16">
              <a:extLst>
                <a:ext uri="{FF2B5EF4-FFF2-40B4-BE49-F238E27FC236}">
                  <a16:creationId xmlns:a16="http://schemas.microsoft.com/office/drawing/2014/main" id="{938A681C-25A3-449B-A881-F76613FC964B}"/>
                </a:ext>
              </a:extLst>
            </p:cNvPr>
            <p:cNvSpPr>
              <a:spLocks noEditPoints="1"/>
            </p:cNvSpPr>
            <p:nvPr/>
          </p:nvSpPr>
          <p:spPr bwMode="auto">
            <a:xfrm>
              <a:off x="804862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16">
              <a:extLst>
                <a:ext uri="{FF2B5EF4-FFF2-40B4-BE49-F238E27FC236}">
                  <a16:creationId xmlns:a16="http://schemas.microsoft.com/office/drawing/2014/main" id="{98089678-D463-4C4A-9D1A-1FC1390E4B1C}"/>
                </a:ext>
              </a:extLst>
            </p:cNvPr>
            <p:cNvSpPr>
              <a:spLocks noEditPoints="1"/>
            </p:cNvSpPr>
            <p:nvPr/>
          </p:nvSpPr>
          <p:spPr bwMode="auto">
            <a:xfrm>
              <a:off x="840253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16">
              <a:extLst>
                <a:ext uri="{FF2B5EF4-FFF2-40B4-BE49-F238E27FC236}">
                  <a16:creationId xmlns:a16="http://schemas.microsoft.com/office/drawing/2014/main" id="{045CD8C6-72C7-424E-8145-FCCA8DA12450}"/>
                </a:ext>
              </a:extLst>
            </p:cNvPr>
            <p:cNvSpPr>
              <a:spLocks noEditPoints="1"/>
            </p:cNvSpPr>
            <p:nvPr/>
          </p:nvSpPr>
          <p:spPr bwMode="auto">
            <a:xfrm>
              <a:off x="875643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16">
              <a:extLst>
                <a:ext uri="{FF2B5EF4-FFF2-40B4-BE49-F238E27FC236}">
                  <a16:creationId xmlns:a16="http://schemas.microsoft.com/office/drawing/2014/main" id="{BCBD54C4-E64F-46E5-B0A1-0FBF34779AA3}"/>
                </a:ext>
              </a:extLst>
            </p:cNvPr>
            <p:cNvSpPr>
              <a:spLocks noEditPoints="1"/>
            </p:cNvSpPr>
            <p:nvPr/>
          </p:nvSpPr>
          <p:spPr bwMode="auto">
            <a:xfrm>
              <a:off x="911034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16">
              <a:extLst>
                <a:ext uri="{FF2B5EF4-FFF2-40B4-BE49-F238E27FC236}">
                  <a16:creationId xmlns:a16="http://schemas.microsoft.com/office/drawing/2014/main" id="{B158F302-8B95-435F-8FB0-83556B22F47D}"/>
                </a:ext>
              </a:extLst>
            </p:cNvPr>
            <p:cNvSpPr>
              <a:spLocks noEditPoints="1"/>
            </p:cNvSpPr>
            <p:nvPr/>
          </p:nvSpPr>
          <p:spPr bwMode="auto">
            <a:xfrm>
              <a:off x="946425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1" name="Freeform 16">
              <a:extLst>
                <a:ext uri="{FF2B5EF4-FFF2-40B4-BE49-F238E27FC236}">
                  <a16:creationId xmlns:a16="http://schemas.microsoft.com/office/drawing/2014/main" id="{169E18F6-73D6-442E-8CB4-23C90D727B13}"/>
                </a:ext>
              </a:extLst>
            </p:cNvPr>
            <p:cNvSpPr>
              <a:spLocks noEditPoints="1"/>
            </p:cNvSpPr>
            <p:nvPr/>
          </p:nvSpPr>
          <p:spPr bwMode="auto">
            <a:xfrm>
              <a:off x="981815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16">
              <a:extLst>
                <a:ext uri="{FF2B5EF4-FFF2-40B4-BE49-F238E27FC236}">
                  <a16:creationId xmlns:a16="http://schemas.microsoft.com/office/drawing/2014/main" id="{ABAC07F3-4764-4532-A67C-B8DDA82C539E}"/>
                </a:ext>
              </a:extLst>
            </p:cNvPr>
            <p:cNvSpPr>
              <a:spLocks noEditPoints="1"/>
            </p:cNvSpPr>
            <p:nvPr/>
          </p:nvSpPr>
          <p:spPr bwMode="auto">
            <a:xfrm>
              <a:off x="1017206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16">
              <a:extLst>
                <a:ext uri="{FF2B5EF4-FFF2-40B4-BE49-F238E27FC236}">
                  <a16:creationId xmlns:a16="http://schemas.microsoft.com/office/drawing/2014/main" id="{3EE3A1D8-3AAF-4FAE-91BD-EE716E1E52EC}"/>
                </a:ext>
              </a:extLst>
            </p:cNvPr>
            <p:cNvSpPr>
              <a:spLocks noEditPoints="1"/>
            </p:cNvSpPr>
            <p:nvPr/>
          </p:nvSpPr>
          <p:spPr bwMode="auto">
            <a:xfrm>
              <a:off x="1052596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4" name="Freeform 16">
              <a:extLst>
                <a:ext uri="{FF2B5EF4-FFF2-40B4-BE49-F238E27FC236}">
                  <a16:creationId xmlns:a16="http://schemas.microsoft.com/office/drawing/2014/main" id="{78F80FF2-18C9-4DE9-8D2D-648C6F957059}"/>
                </a:ext>
              </a:extLst>
            </p:cNvPr>
            <p:cNvSpPr>
              <a:spLocks noEditPoints="1"/>
            </p:cNvSpPr>
            <p:nvPr/>
          </p:nvSpPr>
          <p:spPr bwMode="auto">
            <a:xfrm>
              <a:off x="10879862"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5" name="Freeform 16">
              <a:extLst>
                <a:ext uri="{FF2B5EF4-FFF2-40B4-BE49-F238E27FC236}">
                  <a16:creationId xmlns:a16="http://schemas.microsoft.com/office/drawing/2014/main" id="{E9B1FC89-6E1D-463F-B7E4-4F62397C5092}"/>
                </a:ext>
              </a:extLst>
            </p:cNvPr>
            <p:cNvSpPr>
              <a:spLocks noEditPoints="1"/>
            </p:cNvSpPr>
            <p:nvPr/>
          </p:nvSpPr>
          <p:spPr bwMode="auto">
            <a:xfrm>
              <a:off x="-9121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16">
              <a:extLst>
                <a:ext uri="{FF2B5EF4-FFF2-40B4-BE49-F238E27FC236}">
                  <a16:creationId xmlns:a16="http://schemas.microsoft.com/office/drawing/2014/main" id="{1504CF42-A3AD-43AF-BC77-F4293F782154}"/>
                </a:ext>
              </a:extLst>
            </p:cNvPr>
            <p:cNvSpPr>
              <a:spLocks noEditPoints="1"/>
            </p:cNvSpPr>
            <p:nvPr/>
          </p:nvSpPr>
          <p:spPr bwMode="auto">
            <a:xfrm>
              <a:off x="26269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16">
              <a:extLst>
                <a:ext uri="{FF2B5EF4-FFF2-40B4-BE49-F238E27FC236}">
                  <a16:creationId xmlns:a16="http://schemas.microsoft.com/office/drawing/2014/main" id="{F0742A4B-B722-474E-833A-AF064D3CD9E5}"/>
                </a:ext>
              </a:extLst>
            </p:cNvPr>
            <p:cNvSpPr>
              <a:spLocks noEditPoints="1"/>
            </p:cNvSpPr>
            <p:nvPr/>
          </p:nvSpPr>
          <p:spPr bwMode="auto">
            <a:xfrm>
              <a:off x="61660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8" name="Freeform 16">
              <a:extLst>
                <a:ext uri="{FF2B5EF4-FFF2-40B4-BE49-F238E27FC236}">
                  <a16:creationId xmlns:a16="http://schemas.microsoft.com/office/drawing/2014/main" id="{56AB6434-0B69-41B7-841E-1A9ECDA5F2EF}"/>
                </a:ext>
              </a:extLst>
            </p:cNvPr>
            <p:cNvSpPr>
              <a:spLocks noEditPoints="1"/>
            </p:cNvSpPr>
            <p:nvPr/>
          </p:nvSpPr>
          <p:spPr bwMode="auto">
            <a:xfrm>
              <a:off x="97050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9" name="Freeform 16">
              <a:extLst>
                <a:ext uri="{FF2B5EF4-FFF2-40B4-BE49-F238E27FC236}">
                  <a16:creationId xmlns:a16="http://schemas.microsoft.com/office/drawing/2014/main" id="{409BE632-16FF-4B4D-93DE-08E52DEE5ACA}"/>
                </a:ext>
              </a:extLst>
            </p:cNvPr>
            <p:cNvSpPr>
              <a:spLocks noEditPoints="1"/>
            </p:cNvSpPr>
            <p:nvPr/>
          </p:nvSpPr>
          <p:spPr bwMode="auto">
            <a:xfrm>
              <a:off x="132441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0" name="Freeform 16">
              <a:extLst>
                <a:ext uri="{FF2B5EF4-FFF2-40B4-BE49-F238E27FC236}">
                  <a16:creationId xmlns:a16="http://schemas.microsoft.com/office/drawing/2014/main" id="{F6D1D24A-DEFB-4B95-9E28-5334F985B979}"/>
                </a:ext>
              </a:extLst>
            </p:cNvPr>
            <p:cNvSpPr>
              <a:spLocks noEditPoints="1"/>
            </p:cNvSpPr>
            <p:nvPr/>
          </p:nvSpPr>
          <p:spPr bwMode="auto">
            <a:xfrm>
              <a:off x="167831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16">
              <a:extLst>
                <a:ext uri="{FF2B5EF4-FFF2-40B4-BE49-F238E27FC236}">
                  <a16:creationId xmlns:a16="http://schemas.microsoft.com/office/drawing/2014/main" id="{4D490E6F-B375-40F3-B24C-E712E32AFAF5}"/>
                </a:ext>
              </a:extLst>
            </p:cNvPr>
            <p:cNvSpPr>
              <a:spLocks noEditPoints="1"/>
            </p:cNvSpPr>
            <p:nvPr/>
          </p:nvSpPr>
          <p:spPr bwMode="auto">
            <a:xfrm>
              <a:off x="203222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16">
              <a:extLst>
                <a:ext uri="{FF2B5EF4-FFF2-40B4-BE49-F238E27FC236}">
                  <a16:creationId xmlns:a16="http://schemas.microsoft.com/office/drawing/2014/main" id="{B1156AD0-A975-4D2C-B96A-5C2D1D5006E1}"/>
                </a:ext>
              </a:extLst>
            </p:cNvPr>
            <p:cNvSpPr>
              <a:spLocks noEditPoints="1"/>
            </p:cNvSpPr>
            <p:nvPr/>
          </p:nvSpPr>
          <p:spPr bwMode="auto">
            <a:xfrm>
              <a:off x="238613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16">
              <a:extLst>
                <a:ext uri="{FF2B5EF4-FFF2-40B4-BE49-F238E27FC236}">
                  <a16:creationId xmlns:a16="http://schemas.microsoft.com/office/drawing/2014/main" id="{8C5C7092-27B9-46A8-A5CB-88DDD889D6D9}"/>
                </a:ext>
              </a:extLst>
            </p:cNvPr>
            <p:cNvSpPr>
              <a:spLocks noEditPoints="1"/>
            </p:cNvSpPr>
            <p:nvPr/>
          </p:nvSpPr>
          <p:spPr bwMode="auto">
            <a:xfrm>
              <a:off x="274003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16">
              <a:extLst>
                <a:ext uri="{FF2B5EF4-FFF2-40B4-BE49-F238E27FC236}">
                  <a16:creationId xmlns:a16="http://schemas.microsoft.com/office/drawing/2014/main" id="{BF4DD3C7-5444-4AE1-8656-CFEA1F9643A2}"/>
                </a:ext>
              </a:extLst>
            </p:cNvPr>
            <p:cNvSpPr>
              <a:spLocks noEditPoints="1"/>
            </p:cNvSpPr>
            <p:nvPr/>
          </p:nvSpPr>
          <p:spPr bwMode="auto">
            <a:xfrm>
              <a:off x="309394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5" name="Freeform 16">
              <a:extLst>
                <a:ext uri="{FF2B5EF4-FFF2-40B4-BE49-F238E27FC236}">
                  <a16:creationId xmlns:a16="http://schemas.microsoft.com/office/drawing/2014/main" id="{D467BF95-5ED3-4FD4-83F5-8070D7EE77D9}"/>
                </a:ext>
              </a:extLst>
            </p:cNvPr>
            <p:cNvSpPr>
              <a:spLocks noEditPoints="1"/>
            </p:cNvSpPr>
            <p:nvPr/>
          </p:nvSpPr>
          <p:spPr bwMode="auto">
            <a:xfrm>
              <a:off x="344784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16">
              <a:extLst>
                <a:ext uri="{FF2B5EF4-FFF2-40B4-BE49-F238E27FC236}">
                  <a16:creationId xmlns:a16="http://schemas.microsoft.com/office/drawing/2014/main" id="{CDB313B9-C607-49FC-BC0F-4BDDB157AFF6}"/>
                </a:ext>
              </a:extLst>
            </p:cNvPr>
            <p:cNvSpPr>
              <a:spLocks noEditPoints="1"/>
            </p:cNvSpPr>
            <p:nvPr/>
          </p:nvSpPr>
          <p:spPr bwMode="auto">
            <a:xfrm>
              <a:off x="380175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7" name="Freeform 16">
              <a:extLst>
                <a:ext uri="{FF2B5EF4-FFF2-40B4-BE49-F238E27FC236}">
                  <a16:creationId xmlns:a16="http://schemas.microsoft.com/office/drawing/2014/main" id="{23871273-FB35-489A-824B-B8913F9CC456}"/>
                </a:ext>
              </a:extLst>
            </p:cNvPr>
            <p:cNvSpPr>
              <a:spLocks noEditPoints="1"/>
            </p:cNvSpPr>
            <p:nvPr/>
          </p:nvSpPr>
          <p:spPr bwMode="auto">
            <a:xfrm>
              <a:off x="415566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8" name="Freeform 16">
              <a:extLst>
                <a:ext uri="{FF2B5EF4-FFF2-40B4-BE49-F238E27FC236}">
                  <a16:creationId xmlns:a16="http://schemas.microsoft.com/office/drawing/2014/main" id="{6C17C940-E405-42C7-95FF-4654386A8961}"/>
                </a:ext>
              </a:extLst>
            </p:cNvPr>
            <p:cNvSpPr>
              <a:spLocks noEditPoints="1"/>
            </p:cNvSpPr>
            <p:nvPr/>
          </p:nvSpPr>
          <p:spPr bwMode="auto">
            <a:xfrm>
              <a:off x="450956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16">
              <a:extLst>
                <a:ext uri="{FF2B5EF4-FFF2-40B4-BE49-F238E27FC236}">
                  <a16:creationId xmlns:a16="http://schemas.microsoft.com/office/drawing/2014/main" id="{F26C33C6-2F43-40B4-BB2D-1DD906A22803}"/>
                </a:ext>
              </a:extLst>
            </p:cNvPr>
            <p:cNvSpPr>
              <a:spLocks noEditPoints="1"/>
            </p:cNvSpPr>
            <p:nvPr/>
          </p:nvSpPr>
          <p:spPr bwMode="auto">
            <a:xfrm>
              <a:off x="486347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16">
              <a:extLst>
                <a:ext uri="{FF2B5EF4-FFF2-40B4-BE49-F238E27FC236}">
                  <a16:creationId xmlns:a16="http://schemas.microsoft.com/office/drawing/2014/main" id="{4AF169A6-6482-40AF-85D0-0743C46622D2}"/>
                </a:ext>
              </a:extLst>
            </p:cNvPr>
            <p:cNvSpPr>
              <a:spLocks noEditPoints="1"/>
            </p:cNvSpPr>
            <p:nvPr/>
          </p:nvSpPr>
          <p:spPr bwMode="auto">
            <a:xfrm>
              <a:off x="521737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16">
              <a:extLst>
                <a:ext uri="{FF2B5EF4-FFF2-40B4-BE49-F238E27FC236}">
                  <a16:creationId xmlns:a16="http://schemas.microsoft.com/office/drawing/2014/main" id="{E0513C84-01AF-4A9C-9822-98303318D0FD}"/>
                </a:ext>
              </a:extLst>
            </p:cNvPr>
            <p:cNvSpPr>
              <a:spLocks noEditPoints="1"/>
            </p:cNvSpPr>
            <p:nvPr/>
          </p:nvSpPr>
          <p:spPr bwMode="auto">
            <a:xfrm>
              <a:off x="557128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2" name="Freeform 16">
              <a:extLst>
                <a:ext uri="{FF2B5EF4-FFF2-40B4-BE49-F238E27FC236}">
                  <a16:creationId xmlns:a16="http://schemas.microsoft.com/office/drawing/2014/main" id="{BC2CD672-1D59-47B2-8BA3-8F1F5D7E660C}"/>
                </a:ext>
              </a:extLst>
            </p:cNvPr>
            <p:cNvSpPr>
              <a:spLocks noEditPoints="1"/>
            </p:cNvSpPr>
            <p:nvPr/>
          </p:nvSpPr>
          <p:spPr bwMode="auto">
            <a:xfrm>
              <a:off x="592519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3" name="Freeform 16">
              <a:extLst>
                <a:ext uri="{FF2B5EF4-FFF2-40B4-BE49-F238E27FC236}">
                  <a16:creationId xmlns:a16="http://schemas.microsoft.com/office/drawing/2014/main" id="{5CF49A84-7902-40A6-A48F-B657DB995EB9}"/>
                </a:ext>
              </a:extLst>
            </p:cNvPr>
            <p:cNvSpPr>
              <a:spLocks noEditPoints="1"/>
            </p:cNvSpPr>
            <p:nvPr/>
          </p:nvSpPr>
          <p:spPr bwMode="auto">
            <a:xfrm>
              <a:off x="627909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4" name="Freeform 16">
              <a:extLst>
                <a:ext uri="{FF2B5EF4-FFF2-40B4-BE49-F238E27FC236}">
                  <a16:creationId xmlns:a16="http://schemas.microsoft.com/office/drawing/2014/main" id="{0413E21A-6735-49F7-84A0-262341ED4348}"/>
                </a:ext>
              </a:extLst>
            </p:cNvPr>
            <p:cNvSpPr>
              <a:spLocks noEditPoints="1"/>
            </p:cNvSpPr>
            <p:nvPr/>
          </p:nvSpPr>
          <p:spPr bwMode="auto">
            <a:xfrm>
              <a:off x="663300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5" name="Freeform 16">
              <a:extLst>
                <a:ext uri="{FF2B5EF4-FFF2-40B4-BE49-F238E27FC236}">
                  <a16:creationId xmlns:a16="http://schemas.microsoft.com/office/drawing/2014/main" id="{B3515FD2-D67D-4964-A1C7-366A2381E295}"/>
                </a:ext>
              </a:extLst>
            </p:cNvPr>
            <p:cNvSpPr>
              <a:spLocks noEditPoints="1"/>
            </p:cNvSpPr>
            <p:nvPr/>
          </p:nvSpPr>
          <p:spPr bwMode="auto">
            <a:xfrm>
              <a:off x="698690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6" name="Freeform 16">
              <a:extLst>
                <a:ext uri="{FF2B5EF4-FFF2-40B4-BE49-F238E27FC236}">
                  <a16:creationId xmlns:a16="http://schemas.microsoft.com/office/drawing/2014/main" id="{988F666F-A0C2-4684-BAAE-BF79FEBCB153}"/>
                </a:ext>
              </a:extLst>
            </p:cNvPr>
            <p:cNvSpPr>
              <a:spLocks noEditPoints="1"/>
            </p:cNvSpPr>
            <p:nvPr/>
          </p:nvSpPr>
          <p:spPr bwMode="auto">
            <a:xfrm>
              <a:off x="734081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7" name="Freeform 16">
              <a:extLst>
                <a:ext uri="{FF2B5EF4-FFF2-40B4-BE49-F238E27FC236}">
                  <a16:creationId xmlns:a16="http://schemas.microsoft.com/office/drawing/2014/main" id="{D64D2D99-CFE5-40EB-81E4-E29105359993}"/>
                </a:ext>
              </a:extLst>
            </p:cNvPr>
            <p:cNvSpPr>
              <a:spLocks noEditPoints="1"/>
            </p:cNvSpPr>
            <p:nvPr/>
          </p:nvSpPr>
          <p:spPr bwMode="auto">
            <a:xfrm>
              <a:off x="769472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8" name="Freeform 16">
              <a:extLst>
                <a:ext uri="{FF2B5EF4-FFF2-40B4-BE49-F238E27FC236}">
                  <a16:creationId xmlns:a16="http://schemas.microsoft.com/office/drawing/2014/main" id="{6F1D8EC0-2F8B-4B55-829F-5D11897D2E63}"/>
                </a:ext>
              </a:extLst>
            </p:cNvPr>
            <p:cNvSpPr>
              <a:spLocks noEditPoints="1"/>
            </p:cNvSpPr>
            <p:nvPr/>
          </p:nvSpPr>
          <p:spPr bwMode="auto">
            <a:xfrm>
              <a:off x="804862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16">
              <a:extLst>
                <a:ext uri="{FF2B5EF4-FFF2-40B4-BE49-F238E27FC236}">
                  <a16:creationId xmlns:a16="http://schemas.microsoft.com/office/drawing/2014/main" id="{7612A0CC-BF09-49BF-BA72-D8A716237830}"/>
                </a:ext>
              </a:extLst>
            </p:cNvPr>
            <p:cNvSpPr>
              <a:spLocks noEditPoints="1"/>
            </p:cNvSpPr>
            <p:nvPr/>
          </p:nvSpPr>
          <p:spPr bwMode="auto">
            <a:xfrm>
              <a:off x="840253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0" name="Freeform 16">
              <a:extLst>
                <a:ext uri="{FF2B5EF4-FFF2-40B4-BE49-F238E27FC236}">
                  <a16:creationId xmlns:a16="http://schemas.microsoft.com/office/drawing/2014/main" id="{5834C3D7-D7F3-46F0-95B2-22E7990457B3}"/>
                </a:ext>
              </a:extLst>
            </p:cNvPr>
            <p:cNvSpPr>
              <a:spLocks noEditPoints="1"/>
            </p:cNvSpPr>
            <p:nvPr/>
          </p:nvSpPr>
          <p:spPr bwMode="auto">
            <a:xfrm>
              <a:off x="875643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1" name="Freeform 16">
              <a:extLst>
                <a:ext uri="{FF2B5EF4-FFF2-40B4-BE49-F238E27FC236}">
                  <a16:creationId xmlns:a16="http://schemas.microsoft.com/office/drawing/2014/main" id="{FD9ABA39-4B6C-4C7A-BFF6-C9192C33F513}"/>
                </a:ext>
              </a:extLst>
            </p:cNvPr>
            <p:cNvSpPr>
              <a:spLocks noEditPoints="1"/>
            </p:cNvSpPr>
            <p:nvPr/>
          </p:nvSpPr>
          <p:spPr bwMode="auto">
            <a:xfrm>
              <a:off x="911034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16">
              <a:extLst>
                <a:ext uri="{FF2B5EF4-FFF2-40B4-BE49-F238E27FC236}">
                  <a16:creationId xmlns:a16="http://schemas.microsoft.com/office/drawing/2014/main" id="{7A304270-705C-435B-A170-7613148DB7AE}"/>
                </a:ext>
              </a:extLst>
            </p:cNvPr>
            <p:cNvSpPr>
              <a:spLocks noEditPoints="1"/>
            </p:cNvSpPr>
            <p:nvPr/>
          </p:nvSpPr>
          <p:spPr bwMode="auto">
            <a:xfrm>
              <a:off x="946425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16">
              <a:extLst>
                <a:ext uri="{FF2B5EF4-FFF2-40B4-BE49-F238E27FC236}">
                  <a16:creationId xmlns:a16="http://schemas.microsoft.com/office/drawing/2014/main" id="{78BD2E8E-0F2A-497D-A0F8-D0D05765BA64}"/>
                </a:ext>
              </a:extLst>
            </p:cNvPr>
            <p:cNvSpPr>
              <a:spLocks noEditPoints="1"/>
            </p:cNvSpPr>
            <p:nvPr/>
          </p:nvSpPr>
          <p:spPr bwMode="auto">
            <a:xfrm>
              <a:off x="981815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4" name="Freeform 16">
              <a:extLst>
                <a:ext uri="{FF2B5EF4-FFF2-40B4-BE49-F238E27FC236}">
                  <a16:creationId xmlns:a16="http://schemas.microsoft.com/office/drawing/2014/main" id="{F8691056-2A9C-4EAE-898B-E8C145A3A09E}"/>
                </a:ext>
              </a:extLst>
            </p:cNvPr>
            <p:cNvSpPr>
              <a:spLocks noEditPoints="1"/>
            </p:cNvSpPr>
            <p:nvPr/>
          </p:nvSpPr>
          <p:spPr bwMode="auto">
            <a:xfrm>
              <a:off x="1017206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16">
              <a:extLst>
                <a:ext uri="{FF2B5EF4-FFF2-40B4-BE49-F238E27FC236}">
                  <a16:creationId xmlns:a16="http://schemas.microsoft.com/office/drawing/2014/main" id="{7644BFA6-53D3-4200-97D5-A0826C91221C}"/>
                </a:ext>
              </a:extLst>
            </p:cNvPr>
            <p:cNvSpPr>
              <a:spLocks noEditPoints="1"/>
            </p:cNvSpPr>
            <p:nvPr/>
          </p:nvSpPr>
          <p:spPr bwMode="auto">
            <a:xfrm>
              <a:off x="1052596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16">
              <a:extLst>
                <a:ext uri="{FF2B5EF4-FFF2-40B4-BE49-F238E27FC236}">
                  <a16:creationId xmlns:a16="http://schemas.microsoft.com/office/drawing/2014/main" id="{31DD1366-4AF2-4675-8C09-B16FF18F4AFB}"/>
                </a:ext>
              </a:extLst>
            </p:cNvPr>
            <p:cNvSpPr>
              <a:spLocks noEditPoints="1"/>
            </p:cNvSpPr>
            <p:nvPr/>
          </p:nvSpPr>
          <p:spPr bwMode="auto">
            <a:xfrm>
              <a:off x="10879862"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16">
              <a:extLst>
                <a:ext uri="{FF2B5EF4-FFF2-40B4-BE49-F238E27FC236}">
                  <a16:creationId xmlns:a16="http://schemas.microsoft.com/office/drawing/2014/main" id="{05FAFC32-B238-4EC6-9F94-250901C580A0}"/>
                </a:ext>
              </a:extLst>
            </p:cNvPr>
            <p:cNvSpPr>
              <a:spLocks noEditPoints="1"/>
            </p:cNvSpPr>
            <p:nvPr/>
          </p:nvSpPr>
          <p:spPr bwMode="auto">
            <a:xfrm>
              <a:off x="-9121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16">
              <a:extLst>
                <a:ext uri="{FF2B5EF4-FFF2-40B4-BE49-F238E27FC236}">
                  <a16:creationId xmlns:a16="http://schemas.microsoft.com/office/drawing/2014/main" id="{94EDFDD1-CC0F-4CE9-A5E1-6F34763C59D7}"/>
                </a:ext>
              </a:extLst>
            </p:cNvPr>
            <p:cNvSpPr>
              <a:spLocks noEditPoints="1"/>
            </p:cNvSpPr>
            <p:nvPr/>
          </p:nvSpPr>
          <p:spPr bwMode="auto">
            <a:xfrm>
              <a:off x="26269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16">
              <a:extLst>
                <a:ext uri="{FF2B5EF4-FFF2-40B4-BE49-F238E27FC236}">
                  <a16:creationId xmlns:a16="http://schemas.microsoft.com/office/drawing/2014/main" id="{89391791-3406-405C-A52A-325E0ACEF0EF}"/>
                </a:ext>
              </a:extLst>
            </p:cNvPr>
            <p:cNvSpPr>
              <a:spLocks noEditPoints="1"/>
            </p:cNvSpPr>
            <p:nvPr/>
          </p:nvSpPr>
          <p:spPr bwMode="auto">
            <a:xfrm>
              <a:off x="61660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16">
              <a:extLst>
                <a:ext uri="{FF2B5EF4-FFF2-40B4-BE49-F238E27FC236}">
                  <a16:creationId xmlns:a16="http://schemas.microsoft.com/office/drawing/2014/main" id="{C45408BD-5A4C-4B71-9A10-180FFAA3CF67}"/>
                </a:ext>
              </a:extLst>
            </p:cNvPr>
            <p:cNvSpPr>
              <a:spLocks noEditPoints="1"/>
            </p:cNvSpPr>
            <p:nvPr/>
          </p:nvSpPr>
          <p:spPr bwMode="auto">
            <a:xfrm>
              <a:off x="97050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16">
              <a:extLst>
                <a:ext uri="{FF2B5EF4-FFF2-40B4-BE49-F238E27FC236}">
                  <a16:creationId xmlns:a16="http://schemas.microsoft.com/office/drawing/2014/main" id="{262DA3C5-1F52-431A-AA77-2EBDF5CD4D0B}"/>
                </a:ext>
              </a:extLst>
            </p:cNvPr>
            <p:cNvSpPr>
              <a:spLocks noEditPoints="1"/>
            </p:cNvSpPr>
            <p:nvPr/>
          </p:nvSpPr>
          <p:spPr bwMode="auto">
            <a:xfrm>
              <a:off x="132441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16">
              <a:extLst>
                <a:ext uri="{FF2B5EF4-FFF2-40B4-BE49-F238E27FC236}">
                  <a16:creationId xmlns:a16="http://schemas.microsoft.com/office/drawing/2014/main" id="{158567EE-7ECE-4308-AF7E-DEA507E8E4A9}"/>
                </a:ext>
              </a:extLst>
            </p:cNvPr>
            <p:cNvSpPr>
              <a:spLocks noEditPoints="1"/>
            </p:cNvSpPr>
            <p:nvPr/>
          </p:nvSpPr>
          <p:spPr bwMode="auto">
            <a:xfrm>
              <a:off x="167831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16">
              <a:extLst>
                <a:ext uri="{FF2B5EF4-FFF2-40B4-BE49-F238E27FC236}">
                  <a16:creationId xmlns:a16="http://schemas.microsoft.com/office/drawing/2014/main" id="{D2894DDF-45DE-4178-BFC7-4F0B8D8EF9D5}"/>
                </a:ext>
              </a:extLst>
            </p:cNvPr>
            <p:cNvSpPr>
              <a:spLocks noEditPoints="1"/>
            </p:cNvSpPr>
            <p:nvPr/>
          </p:nvSpPr>
          <p:spPr bwMode="auto">
            <a:xfrm>
              <a:off x="203222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16">
              <a:extLst>
                <a:ext uri="{FF2B5EF4-FFF2-40B4-BE49-F238E27FC236}">
                  <a16:creationId xmlns:a16="http://schemas.microsoft.com/office/drawing/2014/main" id="{36B1E453-1287-45A9-9339-730E3914F14B}"/>
                </a:ext>
              </a:extLst>
            </p:cNvPr>
            <p:cNvSpPr>
              <a:spLocks noEditPoints="1"/>
            </p:cNvSpPr>
            <p:nvPr/>
          </p:nvSpPr>
          <p:spPr bwMode="auto">
            <a:xfrm>
              <a:off x="238613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16">
              <a:extLst>
                <a:ext uri="{FF2B5EF4-FFF2-40B4-BE49-F238E27FC236}">
                  <a16:creationId xmlns:a16="http://schemas.microsoft.com/office/drawing/2014/main" id="{4D1CFF21-2793-4E1D-A631-989F34A2CB26}"/>
                </a:ext>
              </a:extLst>
            </p:cNvPr>
            <p:cNvSpPr>
              <a:spLocks noEditPoints="1"/>
            </p:cNvSpPr>
            <p:nvPr/>
          </p:nvSpPr>
          <p:spPr bwMode="auto">
            <a:xfrm>
              <a:off x="274003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16">
              <a:extLst>
                <a:ext uri="{FF2B5EF4-FFF2-40B4-BE49-F238E27FC236}">
                  <a16:creationId xmlns:a16="http://schemas.microsoft.com/office/drawing/2014/main" id="{FFFFE495-6317-4046-8780-509B3F7DE408}"/>
                </a:ext>
              </a:extLst>
            </p:cNvPr>
            <p:cNvSpPr>
              <a:spLocks noEditPoints="1"/>
            </p:cNvSpPr>
            <p:nvPr/>
          </p:nvSpPr>
          <p:spPr bwMode="auto">
            <a:xfrm>
              <a:off x="309394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16">
              <a:extLst>
                <a:ext uri="{FF2B5EF4-FFF2-40B4-BE49-F238E27FC236}">
                  <a16:creationId xmlns:a16="http://schemas.microsoft.com/office/drawing/2014/main" id="{07F2B335-6843-4188-BE58-F99705AE7348}"/>
                </a:ext>
              </a:extLst>
            </p:cNvPr>
            <p:cNvSpPr>
              <a:spLocks noEditPoints="1"/>
            </p:cNvSpPr>
            <p:nvPr/>
          </p:nvSpPr>
          <p:spPr bwMode="auto">
            <a:xfrm>
              <a:off x="344784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8" name="Freeform 16">
              <a:extLst>
                <a:ext uri="{FF2B5EF4-FFF2-40B4-BE49-F238E27FC236}">
                  <a16:creationId xmlns:a16="http://schemas.microsoft.com/office/drawing/2014/main" id="{6A1AA564-0530-4B23-B215-595CC54E23C4}"/>
                </a:ext>
              </a:extLst>
            </p:cNvPr>
            <p:cNvSpPr>
              <a:spLocks noEditPoints="1"/>
            </p:cNvSpPr>
            <p:nvPr/>
          </p:nvSpPr>
          <p:spPr bwMode="auto">
            <a:xfrm>
              <a:off x="380175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16">
              <a:extLst>
                <a:ext uri="{FF2B5EF4-FFF2-40B4-BE49-F238E27FC236}">
                  <a16:creationId xmlns:a16="http://schemas.microsoft.com/office/drawing/2014/main" id="{4876FBCA-0D51-4B33-9375-D3F71918F7FC}"/>
                </a:ext>
              </a:extLst>
            </p:cNvPr>
            <p:cNvSpPr>
              <a:spLocks noEditPoints="1"/>
            </p:cNvSpPr>
            <p:nvPr/>
          </p:nvSpPr>
          <p:spPr bwMode="auto">
            <a:xfrm>
              <a:off x="415566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16">
              <a:extLst>
                <a:ext uri="{FF2B5EF4-FFF2-40B4-BE49-F238E27FC236}">
                  <a16:creationId xmlns:a16="http://schemas.microsoft.com/office/drawing/2014/main" id="{B025D520-F3BC-4D3B-BF86-05B537F2482B}"/>
                </a:ext>
              </a:extLst>
            </p:cNvPr>
            <p:cNvSpPr>
              <a:spLocks noEditPoints="1"/>
            </p:cNvSpPr>
            <p:nvPr/>
          </p:nvSpPr>
          <p:spPr bwMode="auto">
            <a:xfrm>
              <a:off x="450956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16">
              <a:extLst>
                <a:ext uri="{FF2B5EF4-FFF2-40B4-BE49-F238E27FC236}">
                  <a16:creationId xmlns:a16="http://schemas.microsoft.com/office/drawing/2014/main" id="{24765AAF-1343-40B6-9F77-11BC4F9E47DC}"/>
                </a:ext>
              </a:extLst>
            </p:cNvPr>
            <p:cNvSpPr>
              <a:spLocks noEditPoints="1"/>
            </p:cNvSpPr>
            <p:nvPr/>
          </p:nvSpPr>
          <p:spPr bwMode="auto">
            <a:xfrm>
              <a:off x="486347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16">
              <a:extLst>
                <a:ext uri="{FF2B5EF4-FFF2-40B4-BE49-F238E27FC236}">
                  <a16:creationId xmlns:a16="http://schemas.microsoft.com/office/drawing/2014/main" id="{CAE5A3F7-0924-495D-8844-A0BFFEA3F5A6}"/>
                </a:ext>
              </a:extLst>
            </p:cNvPr>
            <p:cNvSpPr>
              <a:spLocks noEditPoints="1"/>
            </p:cNvSpPr>
            <p:nvPr/>
          </p:nvSpPr>
          <p:spPr bwMode="auto">
            <a:xfrm>
              <a:off x="521737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16">
              <a:extLst>
                <a:ext uri="{FF2B5EF4-FFF2-40B4-BE49-F238E27FC236}">
                  <a16:creationId xmlns:a16="http://schemas.microsoft.com/office/drawing/2014/main" id="{CFDA1116-035D-4E54-AFBB-4D27A956C253}"/>
                </a:ext>
              </a:extLst>
            </p:cNvPr>
            <p:cNvSpPr>
              <a:spLocks noEditPoints="1"/>
            </p:cNvSpPr>
            <p:nvPr/>
          </p:nvSpPr>
          <p:spPr bwMode="auto">
            <a:xfrm>
              <a:off x="557128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4" name="Freeform 16">
              <a:extLst>
                <a:ext uri="{FF2B5EF4-FFF2-40B4-BE49-F238E27FC236}">
                  <a16:creationId xmlns:a16="http://schemas.microsoft.com/office/drawing/2014/main" id="{5F363A19-6283-48F8-85FA-6B7CCCB51846}"/>
                </a:ext>
              </a:extLst>
            </p:cNvPr>
            <p:cNvSpPr>
              <a:spLocks noEditPoints="1"/>
            </p:cNvSpPr>
            <p:nvPr/>
          </p:nvSpPr>
          <p:spPr bwMode="auto">
            <a:xfrm>
              <a:off x="592519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5" name="Freeform 16">
              <a:extLst>
                <a:ext uri="{FF2B5EF4-FFF2-40B4-BE49-F238E27FC236}">
                  <a16:creationId xmlns:a16="http://schemas.microsoft.com/office/drawing/2014/main" id="{2A698C8C-4D32-4D3F-9F80-BEC6A13B8458}"/>
                </a:ext>
              </a:extLst>
            </p:cNvPr>
            <p:cNvSpPr>
              <a:spLocks noEditPoints="1"/>
            </p:cNvSpPr>
            <p:nvPr/>
          </p:nvSpPr>
          <p:spPr bwMode="auto">
            <a:xfrm>
              <a:off x="627909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6" name="Freeform 16">
              <a:extLst>
                <a:ext uri="{FF2B5EF4-FFF2-40B4-BE49-F238E27FC236}">
                  <a16:creationId xmlns:a16="http://schemas.microsoft.com/office/drawing/2014/main" id="{4570646F-A2EF-470F-BE69-65F48D8F63F9}"/>
                </a:ext>
              </a:extLst>
            </p:cNvPr>
            <p:cNvSpPr>
              <a:spLocks noEditPoints="1"/>
            </p:cNvSpPr>
            <p:nvPr/>
          </p:nvSpPr>
          <p:spPr bwMode="auto">
            <a:xfrm>
              <a:off x="663300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7" name="Freeform 16">
              <a:extLst>
                <a:ext uri="{FF2B5EF4-FFF2-40B4-BE49-F238E27FC236}">
                  <a16:creationId xmlns:a16="http://schemas.microsoft.com/office/drawing/2014/main" id="{6076E36D-73D2-4127-BE4A-21CD4864C9DA}"/>
                </a:ext>
              </a:extLst>
            </p:cNvPr>
            <p:cNvSpPr>
              <a:spLocks noEditPoints="1"/>
            </p:cNvSpPr>
            <p:nvPr/>
          </p:nvSpPr>
          <p:spPr bwMode="auto">
            <a:xfrm>
              <a:off x="698690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16">
              <a:extLst>
                <a:ext uri="{FF2B5EF4-FFF2-40B4-BE49-F238E27FC236}">
                  <a16:creationId xmlns:a16="http://schemas.microsoft.com/office/drawing/2014/main" id="{7C8BE7DC-9C93-4AE4-849A-1438EF43DADA}"/>
                </a:ext>
              </a:extLst>
            </p:cNvPr>
            <p:cNvSpPr>
              <a:spLocks noEditPoints="1"/>
            </p:cNvSpPr>
            <p:nvPr/>
          </p:nvSpPr>
          <p:spPr bwMode="auto">
            <a:xfrm>
              <a:off x="734081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16">
              <a:extLst>
                <a:ext uri="{FF2B5EF4-FFF2-40B4-BE49-F238E27FC236}">
                  <a16:creationId xmlns:a16="http://schemas.microsoft.com/office/drawing/2014/main" id="{7A7E7F5E-396F-402D-87C2-4ECEE23A833E}"/>
                </a:ext>
              </a:extLst>
            </p:cNvPr>
            <p:cNvSpPr>
              <a:spLocks noEditPoints="1"/>
            </p:cNvSpPr>
            <p:nvPr/>
          </p:nvSpPr>
          <p:spPr bwMode="auto">
            <a:xfrm>
              <a:off x="769472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16">
              <a:extLst>
                <a:ext uri="{FF2B5EF4-FFF2-40B4-BE49-F238E27FC236}">
                  <a16:creationId xmlns:a16="http://schemas.microsoft.com/office/drawing/2014/main" id="{97EC6D43-68CC-4F32-BFB8-1B15CFBD5927}"/>
                </a:ext>
              </a:extLst>
            </p:cNvPr>
            <p:cNvSpPr>
              <a:spLocks noEditPoints="1"/>
            </p:cNvSpPr>
            <p:nvPr/>
          </p:nvSpPr>
          <p:spPr bwMode="auto">
            <a:xfrm>
              <a:off x="804862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1" name="Freeform 16">
              <a:extLst>
                <a:ext uri="{FF2B5EF4-FFF2-40B4-BE49-F238E27FC236}">
                  <a16:creationId xmlns:a16="http://schemas.microsoft.com/office/drawing/2014/main" id="{AA1D0C14-2069-4DE9-A088-6C76A61F20B1}"/>
                </a:ext>
              </a:extLst>
            </p:cNvPr>
            <p:cNvSpPr>
              <a:spLocks noEditPoints="1"/>
            </p:cNvSpPr>
            <p:nvPr/>
          </p:nvSpPr>
          <p:spPr bwMode="auto">
            <a:xfrm>
              <a:off x="840253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2" name="Freeform 16">
              <a:extLst>
                <a:ext uri="{FF2B5EF4-FFF2-40B4-BE49-F238E27FC236}">
                  <a16:creationId xmlns:a16="http://schemas.microsoft.com/office/drawing/2014/main" id="{72C3829D-1796-4F37-B8F1-5C9A26E28C99}"/>
                </a:ext>
              </a:extLst>
            </p:cNvPr>
            <p:cNvSpPr>
              <a:spLocks noEditPoints="1"/>
            </p:cNvSpPr>
            <p:nvPr/>
          </p:nvSpPr>
          <p:spPr bwMode="auto">
            <a:xfrm>
              <a:off x="875643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16">
              <a:extLst>
                <a:ext uri="{FF2B5EF4-FFF2-40B4-BE49-F238E27FC236}">
                  <a16:creationId xmlns:a16="http://schemas.microsoft.com/office/drawing/2014/main" id="{F74CEB28-F72C-46BF-955A-1DFBE9110A11}"/>
                </a:ext>
              </a:extLst>
            </p:cNvPr>
            <p:cNvSpPr>
              <a:spLocks noEditPoints="1"/>
            </p:cNvSpPr>
            <p:nvPr/>
          </p:nvSpPr>
          <p:spPr bwMode="auto">
            <a:xfrm>
              <a:off x="911034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16">
              <a:extLst>
                <a:ext uri="{FF2B5EF4-FFF2-40B4-BE49-F238E27FC236}">
                  <a16:creationId xmlns:a16="http://schemas.microsoft.com/office/drawing/2014/main" id="{7052B90E-88FE-46F1-B64B-F574689D491B}"/>
                </a:ext>
              </a:extLst>
            </p:cNvPr>
            <p:cNvSpPr>
              <a:spLocks noEditPoints="1"/>
            </p:cNvSpPr>
            <p:nvPr/>
          </p:nvSpPr>
          <p:spPr bwMode="auto">
            <a:xfrm>
              <a:off x="946425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5" name="Freeform 16">
              <a:extLst>
                <a:ext uri="{FF2B5EF4-FFF2-40B4-BE49-F238E27FC236}">
                  <a16:creationId xmlns:a16="http://schemas.microsoft.com/office/drawing/2014/main" id="{F8F128E0-3AD1-4260-A7E5-19E8751009D9}"/>
                </a:ext>
              </a:extLst>
            </p:cNvPr>
            <p:cNvSpPr>
              <a:spLocks noEditPoints="1"/>
            </p:cNvSpPr>
            <p:nvPr/>
          </p:nvSpPr>
          <p:spPr bwMode="auto">
            <a:xfrm>
              <a:off x="981815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16">
              <a:extLst>
                <a:ext uri="{FF2B5EF4-FFF2-40B4-BE49-F238E27FC236}">
                  <a16:creationId xmlns:a16="http://schemas.microsoft.com/office/drawing/2014/main" id="{969B39FA-8605-4E46-98D4-7C699D24F4C4}"/>
                </a:ext>
              </a:extLst>
            </p:cNvPr>
            <p:cNvSpPr>
              <a:spLocks noEditPoints="1"/>
            </p:cNvSpPr>
            <p:nvPr/>
          </p:nvSpPr>
          <p:spPr bwMode="auto">
            <a:xfrm>
              <a:off x="1017206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16">
              <a:extLst>
                <a:ext uri="{FF2B5EF4-FFF2-40B4-BE49-F238E27FC236}">
                  <a16:creationId xmlns:a16="http://schemas.microsoft.com/office/drawing/2014/main" id="{DD141AA4-FDDD-4DF1-A51F-34017775CB16}"/>
                </a:ext>
              </a:extLst>
            </p:cNvPr>
            <p:cNvSpPr>
              <a:spLocks noEditPoints="1"/>
            </p:cNvSpPr>
            <p:nvPr/>
          </p:nvSpPr>
          <p:spPr bwMode="auto">
            <a:xfrm>
              <a:off x="1052596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16">
              <a:extLst>
                <a:ext uri="{FF2B5EF4-FFF2-40B4-BE49-F238E27FC236}">
                  <a16:creationId xmlns:a16="http://schemas.microsoft.com/office/drawing/2014/main" id="{855CBA53-E52B-4687-96C6-EBA404B23D4F}"/>
                </a:ext>
              </a:extLst>
            </p:cNvPr>
            <p:cNvSpPr>
              <a:spLocks noEditPoints="1"/>
            </p:cNvSpPr>
            <p:nvPr/>
          </p:nvSpPr>
          <p:spPr bwMode="auto">
            <a:xfrm>
              <a:off x="10879862"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16">
              <a:extLst>
                <a:ext uri="{FF2B5EF4-FFF2-40B4-BE49-F238E27FC236}">
                  <a16:creationId xmlns:a16="http://schemas.microsoft.com/office/drawing/2014/main" id="{BA45AD96-F5AF-4075-86DE-27366EF2792C}"/>
                </a:ext>
              </a:extLst>
            </p:cNvPr>
            <p:cNvSpPr>
              <a:spLocks noEditPoints="1"/>
            </p:cNvSpPr>
            <p:nvPr/>
          </p:nvSpPr>
          <p:spPr bwMode="auto">
            <a:xfrm>
              <a:off x="-9121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0" name="Freeform 16">
              <a:extLst>
                <a:ext uri="{FF2B5EF4-FFF2-40B4-BE49-F238E27FC236}">
                  <a16:creationId xmlns:a16="http://schemas.microsoft.com/office/drawing/2014/main" id="{BB34F054-D296-4BA7-A495-E174D9BE84D6}"/>
                </a:ext>
              </a:extLst>
            </p:cNvPr>
            <p:cNvSpPr>
              <a:spLocks noEditPoints="1"/>
            </p:cNvSpPr>
            <p:nvPr/>
          </p:nvSpPr>
          <p:spPr bwMode="auto">
            <a:xfrm>
              <a:off x="26269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16">
              <a:extLst>
                <a:ext uri="{FF2B5EF4-FFF2-40B4-BE49-F238E27FC236}">
                  <a16:creationId xmlns:a16="http://schemas.microsoft.com/office/drawing/2014/main" id="{F429DE27-C226-4AA5-9816-E6376A4E2A9C}"/>
                </a:ext>
              </a:extLst>
            </p:cNvPr>
            <p:cNvSpPr>
              <a:spLocks noEditPoints="1"/>
            </p:cNvSpPr>
            <p:nvPr/>
          </p:nvSpPr>
          <p:spPr bwMode="auto">
            <a:xfrm>
              <a:off x="61660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16">
              <a:extLst>
                <a:ext uri="{FF2B5EF4-FFF2-40B4-BE49-F238E27FC236}">
                  <a16:creationId xmlns:a16="http://schemas.microsoft.com/office/drawing/2014/main" id="{EE6506CD-9CC1-4BC6-BC32-DFD6FB136AF1}"/>
                </a:ext>
              </a:extLst>
            </p:cNvPr>
            <p:cNvSpPr>
              <a:spLocks noEditPoints="1"/>
            </p:cNvSpPr>
            <p:nvPr/>
          </p:nvSpPr>
          <p:spPr bwMode="auto">
            <a:xfrm>
              <a:off x="97050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3" name="Freeform 16">
              <a:extLst>
                <a:ext uri="{FF2B5EF4-FFF2-40B4-BE49-F238E27FC236}">
                  <a16:creationId xmlns:a16="http://schemas.microsoft.com/office/drawing/2014/main" id="{B3A7E91D-34EB-4744-A1A0-13EC637748C3}"/>
                </a:ext>
              </a:extLst>
            </p:cNvPr>
            <p:cNvSpPr>
              <a:spLocks noEditPoints="1"/>
            </p:cNvSpPr>
            <p:nvPr/>
          </p:nvSpPr>
          <p:spPr bwMode="auto">
            <a:xfrm>
              <a:off x="132441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4" name="Freeform 16">
              <a:extLst>
                <a:ext uri="{FF2B5EF4-FFF2-40B4-BE49-F238E27FC236}">
                  <a16:creationId xmlns:a16="http://schemas.microsoft.com/office/drawing/2014/main" id="{65A23728-E731-4707-AC6B-35FB937AE7A4}"/>
                </a:ext>
              </a:extLst>
            </p:cNvPr>
            <p:cNvSpPr>
              <a:spLocks noEditPoints="1"/>
            </p:cNvSpPr>
            <p:nvPr/>
          </p:nvSpPr>
          <p:spPr bwMode="auto">
            <a:xfrm>
              <a:off x="167831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5" name="Freeform 16">
              <a:extLst>
                <a:ext uri="{FF2B5EF4-FFF2-40B4-BE49-F238E27FC236}">
                  <a16:creationId xmlns:a16="http://schemas.microsoft.com/office/drawing/2014/main" id="{D8983A2E-8721-4A78-B55C-FD0940B28E97}"/>
                </a:ext>
              </a:extLst>
            </p:cNvPr>
            <p:cNvSpPr>
              <a:spLocks noEditPoints="1"/>
            </p:cNvSpPr>
            <p:nvPr/>
          </p:nvSpPr>
          <p:spPr bwMode="auto">
            <a:xfrm>
              <a:off x="203222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6" name="Freeform 16">
              <a:extLst>
                <a:ext uri="{FF2B5EF4-FFF2-40B4-BE49-F238E27FC236}">
                  <a16:creationId xmlns:a16="http://schemas.microsoft.com/office/drawing/2014/main" id="{FD4BBBB1-537D-4BF3-9BCC-DB166F1B91EF}"/>
                </a:ext>
              </a:extLst>
            </p:cNvPr>
            <p:cNvSpPr>
              <a:spLocks noEditPoints="1"/>
            </p:cNvSpPr>
            <p:nvPr/>
          </p:nvSpPr>
          <p:spPr bwMode="auto">
            <a:xfrm>
              <a:off x="238613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16">
              <a:extLst>
                <a:ext uri="{FF2B5EF4-FFF2-40B4-BE49-F238E27FC236}">
                  <a16:creationId xmlns:a16="http://schemas.microsoft.com/office/drawing/2014/main" id="{AB55ADFF-1418-463B-9F69-0448C6BC5598}"/>
                </a:ext>
              </a:extLst>
            </p:cNvPr>
            <p:cNvSpPr>
              <a:spLocks noEditPoints="1"/>
            </p:cNvSpPr>
            <p:nvPr/>
          </p:nvSpPr>
          <p:spPr bwMode="auto">
            <a:xfrm>
              <a:off x="274003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16">
              <a:extLst>
                <a:ext uri="{FF2B5EF4-FFF2-40B4-BE49-F238E27FC236}">
                  <a16:creationId xmlns:a16="http://schemas.microsoft.com/office/drawing/2014/main" id="{7DB31205-26C8-4B40-84B2-A21E042869C4}"/>
                </a:ext>
              </a:extLst>
            </p:cNvPr>
            <p:cNvSpPr>
              <a:spLocks noEditPoints="1"/>
            </p:cNvSpPr>
            <p:nvPr/>
          </p:nvSpPr>
          <p:spPr bwMode="auto">
            <a:xfrm>
              <a:off x="309394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16">
              <a:extLst>
                <a:ext uri="{FF2B5EF4-FFF2-40B4-BE49-F238E27FC236}">
                  <a16:creationId xmlns:a16="http://schemas.microsoft.com/office/drawing/2014/main" id="{A55615A4-EA9A-41B6-9F9B-5608693927A9}"/>
                </a:ext>
              </a:extLst>
            </p:cNvPr>
            <p:cNvSpPr>
              <a:spLocks noEditPoints="1"/>
            </p:cNvSpPr>
            <p:nvPr/>
          </p:nvSpPr>
          <p:spPr bwMode="auto">
            <a:xfrm>
              <a:off x="344784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0" name="Freeform 16">
              <a:extLst>
                <a:ext uri="{FF2B5EF4-FFF2-40B4-BE49-F238E27FC236}">
                  <a16:creationId xmlns:a16="http://schemas.microsoft.com/office/drawing/2014/main" id="{A66AFF9B-47A8-431E-A764-E6AFD677715E}"/>
                </a:ext>
              </a:extLst>
            </p:cNvPr>
            <p:cNvSpPr>
              <a:spLocks noEditPoints="1"/>
            </p:cNvSpPr>
            <p:nvPr/>
          </p:nvSpPr>
          <p:spPr bwMode="auto">
            <a:xfrm>
              <a:off x="380175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16">
              <a:extLst>
                <a:ext uri="{FF2B5EF4-FFF2-40B4-BE49-F238E27FC236}">
                  <a16:creationId xmlns:a16="http://schemas.microsoft.com/office/drawing/2014/main" id="{BB50F388-4C4F-4B03-AD18-01111D1C59A1}"/>
                </a:ext>
              </a:extLst>
            </p:cNvPr>
            <p:cNvSpPr>
              <a:spLocks noEditPoints="1"/>
            </p:cNvSpPr>
            <p:nvPr/>
          </p:nvSpPr>
          <p:spPr bwMode="auto">
            <a:xfrm>
              <a:off x="415566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16">
              <a:extLst>
                <a:ext uri="{FF2B5EF4-FFF2-40B4-BE49-F238E27FC236}">
                  <a16:creationId xmlns:a16="http://schemas.microsoft.com/office/drawing/2014/main" id="{CF3FB584-0B0E-423F-925C-1180324EBD34}"/>
                </a:ext>
              </a:extLst>
            </p:cNvPr>
            <p:cNvSpPr>
              <a:spLocks noEditPoints="1"/>
            </p:cNvSpPr>
            <p:nvPr/>
          </p:nvSpPr>
          <p:spPr bwMode="auto">
            <a:xfrm>
              <a:off x="450956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16">
              <a:extLst>
                <a:ext uri="{FF2B5EF4-FFF2-40B4-BE49-F238E27FC236}">
                  <a16:creationId xmlns:a16="http://schemas.microsoft.com/office/drawing/2014/main" id="{ED4EC88C-3F33-4DC1-85B0-07C4415BBD45}"/>
                </a:ext>
              </a:extLst>
            </p:cNvPr>
            <p:cNvSpPr>
              <a:spLocks noEditPoints="1"/>
            </p:cNvSpPr>
            <p:nvPr/>
          </p:nvSpPr>
          <p:spPr bwMode="auto">
            <a:xfrm>
              <a:off x="486347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16">
              <a:extLst>
                <a:ext uri="{FF2B5EF4-FFF2-40B4-BE49-F238E27FC236}">
                  <a16:creationId xmlns:a16="http://schemas.microsoft.com/office/drawing/2014/main" id="{1C4B329A-FB4F-44FB-B230-B1047E59B394}"/>
                </a:ext>
              </a:extLst>
            </p:cNvPr>
            <p:cNvSpPr>
              <a:spLocks noEditPoints="1"/>
            </p:cNvSpPr>
            <p:nvPr/>
          </p:nvSpPr>
          <p:spPr bwMode="auto">
            <a:xfrm>
              <a:off x="521737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16">
              <a:extLst>
                <a:ext uri="{FF2B5EF4-FFF2-40B4-BE49-F238E27FC236}">
                  <a16:creationId xmlns:a16="http://schemas.microsoft.com/office/drawing/2014/main" id="{BE396084-F429-410A-AF78-35CDD96AF6BE}"/>
                </a:ext>
              </a:extLst>
            </p:cNvPr>
            <p:cNvSpPr>
              <a:spLocks noEditPoints="1"/>
            </p:cNvSpPr>
            <p:nvPr/>
          </p:nvSpPr>
          <p:spPr bwMode="auto">
            <a:xfrm>
              <a:off x="557128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16">
              <a:extLst>
                <a:ext uri="{FF2B5EF4-FFF2-40B4-BE49-F238E27FC236}">
                  <a16:creationId xmlns:a16="http://schemas.microsoft.com/office/drawing/2014/main" id="{6F0A9973-4361-4CB5-876A-37B001931E15}"/>
                </a:ext>
              </a:extLst>
            </p:cNvPr>
            <p:cNvSpPr>
              <a:spLocks noEditPoints="1"/>
            </p:cNvSpPr>
            <p:nvPr/>
          </p:nvSpPr>
          <p:spPr bwMode="auto">
            <a:xfrm>
              <a:off x="592519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7" name="Freeform 16">
              <a:extLst>
                <a:ext uri="{FF2B5EF4-FFF2-40B4-BE49-F238E27FC236}">
                  <a16:creationId xmlns:a16="http://schemas.microsoft.com/office/drawing/2014/main" id="{1F716BE4-ED9D-4AFC-8882-00791784384A}"/>
                </a:ext>
              </a:extLst>
            </p:cNvPr>
            <p:cNvSpPr>
              <a:spLocks noEditPoints="1"/>
            </p:cNvSpPr>
            <p:nvPr/>
          </p:nvSpPr>
          <p:spPr bwMode="auto">
            <a:xfrm>
              <a:off x="627909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8" name="Freeform 16">
              <a:extLst>
                <a:ext uri="{FF2B5EF4-FFF2-40B4-BE49-F238E27FC236}">
                  <a16:creationId xmlns:a16="http://schemas.microsoft.com/office/drawing/2014/main" id="{A3188B9A-07AD-4D67-9017-92061B138A3F}"/>
                </a:ext>
              </a:extLst>
            </p:cNvPr>
            <p:cNvSpPr>
              <a:spLocks noEditPoints="1"/>
            </p:cNvSpPr>
            <p:nvPr/>
          </p:nvSpPr>
          <p:spPr bwMode="auto">
            <a:xfrm>
              <a:off x="663300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16">
              <a:extLst>
                <a:ext uri="{FF2B5EF4-FFF2-40B4-BE49-F238E27FC236}">
                  <a16:creationId xmlns:a16="http://schemas.microsoft.com/office/drawing/2014/main" id="{DE8AD78A-ABB9-4B8E-A0F9-F7CCA2E2EF8F}"/>
                </a:ext>
              </a:extLst>
            </p:cNvPr>
            <p:cNvSpPr>
              <a:spLocks noEditPoints="1"/>
            </p:cNvSpPr>
            <p:nvPr/>
          </p:nvSpPr>
          <p:spPr bwMode="auto">
            <a:xfrm>
              <a:off x="698690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0" name="Freeform 16">
              <a:extLst>
                <a:ext uri="{FF2B5EF4-FFF2-40B4-BE49-F238E27FC236}">
                  <a16:creationId xmlns:a16="http://schemas.microsoft.com/office/drawing/2014/main" id="{02865DC5-04F0-4328-8C93-50994C40E460}"/>
                </a:ext>
              </a:extLst>
            </p:cNvPr>
            <p:cNvSpPr>
              <a:spLocks noEditPoints="1"/>
            </p:cNvSpPr>
            <p:nvPr/>
          </p:nvSpPr>
          <p:spPr bwMode="auto">
            <a:xfrm>
              <a:off x="734081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16">
              <a:extLst>
                <a:ext uri="{FF2B5EF4-FFF2-40B4-BE49-F238E27FC236}">
                  <a16:creationId xmlns:a16="http://schemas.microsoft.com/office/drawing/2014/main" id="{541DB8F0-C031-42C1-A57D-729DA2CFF352}"/>
                </a:ext>
              </a:extLst>
            </p:cNvPr>
            <p:cNvSpPr>
              <a:spLocks noEditPoints="1"/>
            </p:cNvSpPr>
            <p:nvPr/>
          </p:nvSpPr>
          <p:spPr bwMode="auto">
            <a:xfrm>
              <a:off x="769472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16">
              <a:extLst>
                <a:ext uri="{FF2B5EF4-FFF2-40B4-BE49-F238E27FC236}">
                  <a16:creationId xmlns:a16="http://schemas.microsoft.com/office/drawing/2014/main" id="{E74F6813-CEDF-4C90-9515-18F2D2808D82}"/>
                </a:ext>
              </a:extLst>
            </p:cNvPr>
            <p:cNvSpPr>
              <a:spLocks noEditPoints="1"/>
            </p:cNvSpPr>
            <p:nvPr/>
          </p:nvSpPr>
          <p:spPr bwMode="auto">
            <a:xfrm>
              <a:off x="804862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16">
              <a:extLst>
                <a:ext uri="{FF2B5EF4-FFF2-40B4-BE49-F238E27FC236}">
                  <a16:creationId xmlns:a16="http://schemas.microsoft.com/office/drawing/2014/main" id="{178439D5-98F9-4547-AA18-8F0D15FA5033}"/>
                </a:ext>
              </a:extLst>
            </p:cNvPr>
            <p:cNvSpPr>
              <a:spLocks noEditPoints="1"/>
            </p:cNvSpPr>
            <p:nvPr/>
          </p:nvSpPr>
          <p:spPr bwMode="auto">
            <a:xfrm>
              <a:off x="840253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4" name="Freeform 16">
              <a:extLst>
                <a:ext uri="{FF2B5EF4-FFF2-40B4-BE49-F238E27FC236}">
                  <a16:creationId xmlns:a16="http://schemas.microsoft.com/office/drawing/2014/main" id="{FF65ACCA-B29A-4B23-99DF-9E8988FE7762}"/>
                </a:ext>
              </a:extLst>
            </p:cNvPr>
            <p:cNvSpPr>
              <a:spLocks noEditPoints="1"/>
            </p:cNvSpPr>
            <p:nvPr/>
          </p:nvSpPr>
          <p:spPr bwMode="auto">
            <a:xfrm>
              <a:off x="875643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5" name="Freeform 16">
              <a:extLst>
                <a:ext uri="{FF2B5EF4-FFF2-40B4-BE49-F238E27FC236}">
                  <a16:creationId xmlns:a16="http://schemas.microsoft.com/office/drawing/2014/main" id="{08202144-2699-405E-B70E-10ACB625045A}"/>
                </a:ext>
              </a:extLst>
            </p:cNvPr>
            <p:cNvSpPr>
              <a:spLocks noEditPoints="1"/>
            </p:cNvSpPr>
            <p:nvPr/>
          </p:nvSpPr>
          <p:spPr bwMode="auto">
            <a:xfrm>
              <a:off x="911034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6" name="Freeform 16">
              <a:extLst>
                <a:ext uri="{FF2B5EF4-FFF2-40B4-BE49-F238E27FC236}">
                  <a16:creationId xmlns:a16="http://schemas.microsoft.com/office/drawing/2014/main" id="{8F59B94B-2422-4834-BD86-CFE3D8A53F90}"/>
                </a:ext>
              </a:extLst>
            </p:cNvPr>
            <p:cNvSpPr>
              <a:spLocks noEditPoints="1"/>
            </p:cNvSpPr>
            <p:nvPr/>
          </p:nvSpPr>
          <p:spPr bwMode="auto">
            <a:xfrm>
              <a:off x="946425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Freeform 16">
              <a:extLst>
                <a:ext uri="{FF2B5EF4-FFF2-40B4-BE49-F238E27FC236}">
                  <a16:creationId xmlns:a16="http://schemas.microsoft.com/office/drawing/2014/main" id="{C5893D12-2CAA-4072-80FB-D3E997100566}"/>
                </a:ext>
              </a:extLst>
            </p:cNvPr>
            <p:cNvSpPr>
              <a:spLocks noEditPoints="1"/>
            </p:cNvSpPr>
            <p:nvPr/>
          </p:nvSpPr>
          <p:spPr bwMode="auto">
            <a:xfrm>
              <a:off x="981815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8" name="Freeform 16">
              <a:extLst>
                <a:ext uri="{FF2B5EF4-FFF2-40B4-BE49-F238E27FC236}">
                  <a16:creationId xmlns:a16="http://schemas.microsoft.com/office/drawing/2014/main" id="{C5D33650-F7DF-4640-8624-E4A406586BE1}"/>
                </a:ext>
              </a:extLst>
            </p:cNvPr>
            <p:cNvSpPr>
              <a:spLocks noEditPoints="1"/>
            </p:cNvSpPr>
            <p:nvPr/>
          </p:nvSpPr>
          <p:spPr bwMode="auto">
            <a:xfrm>
              <a:off x="1017206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16">
              <a:extLst>
                <a:ext uri="{FF2B5EF4-FFF2-40B4-BE49-F238E27FC236}">
                  <a16:creationId xmlns:a16="http://schemas.microsoft.com/office/drawing/2014/main" id="{D8E569D6-7F89-4731-A6B8-6AFEB4544E17}"/>
                </a:ext>
              </a:extLst>
            </p:cNvPr>
            <p:cNvSpPr>
              <a:spLocks noEditPoints="1"/>
            </p:cNvSpPr>
            <p:nvPr/>
          </p:nvSpPr>
          <p:spPr bwMode="auto">
            <a:xfrm>
              <a:off x="1052596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16">
              <a:extLst>
                <a:ext uri="{FF2B5EF4-FFF2-40B4-BE49-F238E27FC236}">
                  <a16:creationId xmlns:a16="http://schemas.microsoft.com/office/drawing/2014/main" id="{80CEE136-CAF7-4993-84B3-67A0917C53FB}"/>
                </a:ext>
              </a:extLst>
            </p:cNvPr>
            <p:cNvSpPr>
              <a:spLocks noEditPoints="1"/>
            </p:cNvSpPr>
            <p:nvPr/>
          </p:nvSpPr>
          <p:spPr bwMode="auto">
            <a:xfrm>
              <a:off x="10879862"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16">
              <a:extLst>
                <a:ext uri="{FF2B5EF4-FFF2-40B4-BE49-F238E27FC236}">
                  <a16:creationId xmlns:a16="http://schemas.microsoft.com/office/drawing/2014/main" id="{FFDB2B08-42EF-46F1-9397-9A855C1A24CA}"/>
                </a:ext>
              </a:extLst>
            </p:cNvPr>
            <p:cNvSpPr>
              <a:spLocks noEditPoints="1"/>
            </p:cNvSpPr>
            <p:nvPr/>
          </p:nvSpPr>
          <p:spPr bwMode="auto">
            <a:xfrm>
              <a:off x="-9121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16">
              <a:extLst>
                <a:ext uri="{FF2B5EF4-FFF2-40B4-BE49-F238E27FC236}">
                  <a16:creationId xmlns:a16="http://schemas.microsoft.com/office/drawing/2014/main" id="{AB77A349-A09C-4B90-9A2C-EA856A8D86D5}"/>
                </a:ext>
              </a:extLst>
            </p:cNvPr>
            <p:cNvSpPr>
              <a:spLocks noEditPoints="1"/>
            </p:cNvSpPr>
            <p:nvPr/>
          </p:nvSpPr>
          <p:spPr bwMode="auto">
            <a:xfrm>
              <a:off x="26269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16">
              <a:extLst>
                <a:ext uri="{FF2B5EF4-FFF2-40B4-BE49-F238E27FC236}">
                  <a16:creationId xmlns:a16="http://schemas.microsoft.com/office/drawing/2014/main" id="{48608721-EE4A-426A-91C2-C463004F9706}"/>
                </a:ext>
              </a:extLst>
            </p:cNvPr>
            <p:cNvSpPr>
              <a:spLocks noEditPoints="1"/>
            </p:cNvSpPr>
            <p:nvPr/>
          </p:nvSpPr>
          <p:spPr bwMode="auto">
            <a:xfrm>
              <a:off x="61660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16">
              <a:extLst>
                <a:ext uri="{FF2B5EF4-FFF2-40B4-BE49-F238E27FC236}">
                  <a16:creationId xmlns:a16="http://schemas.microsoft.com/office/drawing/2014/main" id="{B927CE31-5623-45C2-9E5E-6EF014536534}"/>
                </a:ext>
              </a:extLst>
            </p:cNvPr>
            <p:cNvSpPr>
              <a:spLocks noEditPoints="1"/>
            </p:cNvSpPr>
            <p:nvPr/>
          </p:nvSpPr>
          <p:spPr bwMode="auto">
            <a:xfrm>
              <a:off x="97050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Freeform 16">
              <a:extLst>
                <a:ext uri="{FF2B5EF4-FFF2-40B4-BE49-F238E27FC236}">
                  <a16:creationId xmlns:a16="http://schemas.microsoft.com/office/drawing/2014/main" id="{664A9588-E7C2-4376-869E-12661D073ADF}"/>
                </a:ext>
              </a:extLst>
            </p:cNvPr>
            <p:cNvSpPr>
              <a:spLocks noEditPoints="1"/>
            </p:cNvSpPr>
            <p:nvPr/>
          </p:nvSpPr>
          <p:spPr bwMode="auto">
            <a:xfrm>
              <a:off x="132441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16">
              <a:extLst>
                <a:ext uri="{FF2B5EF4-FFF2-40B4-BE49-F238E27FC236}">
                  <a16:creationId xmlns:a16="http://schemas.microsoft.com/office/drawing/2014/main" id="{C07EBDA9-99B9-4FEA-8E61-CF7766C803D2}"/>
                </a:ext>
              </a:extLst>
            </p:cNvPr>
            <p:cNvSpPr>
              <a:spLocks noEditPoints="1"/>
            </p:cNvSpPr>
            <p:nvPr/>
          </p:nvSpPr>
          <p:spPr bwMode="auto">
            <a:xfrm>
              <a:off x="167831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7" name="Freeform 16">
              <a:extLst>
                <a:ext uri="{FF2B5EF4-FFF2-40B4-BE49-F238E27FC236}">
                  <a16:creationId xmlns:a16="http://schemas.microsoft.com/office/drawing/2014/main" id="{E44A3FF9-F9CA-4868-B495-9C7AAE9DDF96}"/>
                </a:ext>
              </a:extLst>
            </p:cNvPr>
            <p:cNvSpPr>
              <a:spLocks noEditPoints="1"/>
            </p:cNvSpPr>
            <p:nvPr/>
          </p:nvSpPr>
          <p:spPr bwMode="auto">
            <a:xfrm>
              <a:off x="203222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8" name="Freeform 16">
              <a:extLst>
                <a:ext uri="{FF2B5EF4-FFF2-40B4-BE49-F238E27FC236}">
                  <a16:creationId xmlns:a16="http://schemas.microsoft.com/office/drawing/2014/main" id="{CCF5D671-0529-4209-8A7C-1149C280118B}"/>
                </a:ext>
              </a:extLst>
            </p:cNvPr>
            <p:cNvSpPr>
              <a:spLocks noEditPoints="1"/>
            </p:cNvSpPr>
            <p:nvPr/>
          </p:nvSpPr>
          <p:spPr bwMode="auto">
            <a:xfrm>
              <a:off x="238613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16">
              <a:extLst>
                <a:ext uri="{FF2B5EF4-FFF2-40B4-BE49-F238E27FC236}">
                  <a16:creationId xmlns:a16="http://schemas.microsoft.com/office/drawing/2014/main" id="{DCA290DC-6B1F-40EB-A9F0-F96F5851B398}"/>
                </a:ext>
              </a:extLst>
            </p:cNvPr>
            <p:cNvSpPr>
              <a:spLocks noEditPoints="1"/>
            </p:cNvSpPr>
            <p:nvPr/>
          </p:nvSpPr>
          <p:spPr bwMode="auto">
            <a:xfrm>
              <a:off x="274003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0" name="Freeform 16">
              <a:extLst>
                <a:ext uri="{FF2B5EF4-FFF2-40B4-BE49-F238E27FC236}">
                  <a16:creationId xmlns:a16="http://schemas.microsoft.com/office/drawing/2014/main" id="{36C813C9-8C14-4372-801A-DBB3E037EEFE}"/>
                </a:ext>
              </a:extLst>
            </p:cNvPr>
            <p:cNvSpPr>
              <a:spLocks noEditPoints="1"/>
            </p:cNvSpPr>
            <p:nvPr/>
          </p:nvSpPr>
          <p:spPr bwMode="auto">
            <a:xfrm>
              <a:off x="309394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16">
              <a:extLst>
                <a:ext uri="{FF2B5EF4-FFF2-40B4-BE49-F238E27FC236}">
                  <a16:creationId xmlns:a16="http://schemas.microsoft.com/office/drawing/2014/main" id="{F253EC72-B338-4BBF-9042-C191E60067EF}"/>
                </a:ext>
              </a:extLst>
            </p:cNvPr>
            <p:cNvSpPr>
              <a:spLocks noEditPoints="1"/>
            </p:cNvSpPr>
            <p:nvPr/>
          </p:nvSpPr>
          <p:spPr bwMode="auto">
            <a:xfrm>
              <a:off x="344784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16">
              <a:extLst>
                <a:ext uri="{FF2B5EF4-FFF2-40B4-BE49-F238E27FC236}">
                  <a16:creationId xmlns:a16="http://schemas.microsoft.com/office/drawing/2014/main" id="{7B28B5DF-2DA6-4E8F-817A-C1902DCD4552}"/>
                </a:ext>
              </a:extLst>
            </p:cNvPr>
            <p:cNvSpPr>
              <a:spLocks noEditPoints="1"/>
            </p:cNvSpPr>
            <p:nvPr/>
          </p:nvSpPr>
          <p:spPr bwMode="auto">
            <a:xfrm>
              <a:off x="380175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16">
              <a:extLst>
                <a:ext uri="{FF2B5EF4-FFF2-40B4-BE49-F238E27FC236}">
                  <a16:creationId xmlns:a16="http://schemas.microsoft.com/office/drawing/2014/main" id="{09D7394F-F75D-4FED-8923-575F140FA2B8}"/>
                </a:ext>
              </a:extLst>
            </p:cNvPr>
            <p:cNvSpPr>
              <a:spLocks noEditPoints="1"/>
            </p:cNvSpPr>
            <p:nvPr/>
          </p:nvSpPr>
          <p:spPr bwMode="auto">
            <a:xfrm>
              <a:off x="415566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16">
              <a:extLst>
                <a:ext uri="{FF2B5EF4-FFF2-40B4-BE49-F238E27FC236}">
                  <a16:creationId xmlns:a16="http://schemas.microsoft.com/office/drawing/2014/main" id="{F172134A-6C32-4752-97D8-E661E6A26310}"/>
                </a:ext>
              </a:extLst>
            </p:cNvPr>
            <p:cNvSpPr>
              <a:spLocks noEditPoints="1"/>
            </p:cNvSpPr>
            <p:nvPr/>
          </p:nvSpPr>
          <p:spPr bwMode="auto">
            <a:xfrm>
              <a:off x="450956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16">
              <a:extLst>
                <a:ext uri="{FF2B5EF4-FFF2-40B4-BE49-F238E27FC236}">
                  <a16:creationId xmlns:a16="http://schemas.microsoft.com/office/drawing/2014/main" id="{6CAB8EBC-D1A2-4B27-9297-ADFA1B5C1AF7}"/>
                </a:ext>
              </a:extLst>
            </p:cNvPr>
            <p:cNvSpPr>
              <a:spLocks noEditPoints="1"/>
            </p:cNvSpPr>
            <p:nvPr/>
          </p:nvSpPr>
          <p:spPr bwMode="auto">
            <a:xfrm>
              <a:off x="486347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6" name="Freeform 16">
              <a:extLst>
                <a:ext uri="{FF2B5EF4-FFF2-40B4-BE49-F238E27FC236}">
                  <a16:creationId xmlns:a16="http://schemas.microsoft.com/office/drawing/2014/main" id="{6E5A44D5-4DED-4075-8C18-C4EE1E61AB39}"/>
                </a:ext>
              </a:extLst>
            </p:cNvPr>
            <p:cNvSpPr>
              <a:spLocks noEditPoints="1"/>
            </p:cNvSpPr>
            <p:nvPr/>
          </p:nvSpPr>
          <p:spPr bwMode="auto">
            <a:xfrm>
              <a:off x="521737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7" name="Freeform 16">
              <a:extLst>
                <a:ext uri="{FF2B5EF4-FFF2-40B4-BE49-F238E27FC236}">
                  <a16:creationId xmlns:a16="http://schemas.microsoft.com/office/drawing/2014/main" id="{47E67357-8F43-4716-AF36-C4D3FAD5776D}"/>
                </a:ext>
              </a:extLst>
            </p:cNvPr>
            <p:cNvSpPr>
              <a:spLocks noEditPoints="1"/>
            </p:cNvSpPr>
            <p:nvPr/>
          </p:nvSpPr>
          <p:spPr bwMode="auto">
            <a:xfrm>
              <a:off x="557128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16">
              <a:extLst>
                <a:ext uri="{FF2B5EF4-FFF2-40B4-BE49-F238E27FC236}">
                  <a16:creationId xmlns:a16="http://schemas.microsoft.com/office/drawing/2014/main" id="{CDB9D3D1-A9FF-4CC6-B6AD-51D73FCAE1D4}"/>
                </a:ext>
              </a:extLst>
            </p:cNvPr>
            <p:cNvSpPr>
              <a:spLocks noEditPoints="1"/>
            </p:cNvSpPr>
            <p:nvPr/>
          </p:nvSpPr>
          <p:spPr bwMode="auto">
            <a:xfrm>
              <a:off x="592519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16">
              <a:extLst>
                <a:ext uri="{FF2B5EF4-FFF2-40B4-BE49-F238E27FC236}">
                  <a16:creationId xmlns:a16="http://schemas.microsoft.com/office/drawing/2014/main" id="{B1C55A0F-DE6D-4BE9-B90E-685770171078}"/>
                </a:ext>
              </a:extLst>
            </p:cNvPr>
            <p:cNvSpPr>
              <a:spLocks noEditPoints="1"/>
            </p:cNvSpPr>
            <p:nvPr/>
          </p:nvSpPr>
          <p:spPr bwMode="auto">
            <a:xfrm>
              <a:off x="627909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16">
              <a:extLst>
                <a:ext uri="{FF2B5EF4-FFF2-40B4-BE49-F238E27FC236}">
                  <a16:creationId xmlns:a16="http://schemas.microsoft.com/office/drawing/2014/main" id="{6627EE65-8BCE-41D8-BE30-34A95B942473}"/>
                </a:ext>
              </a:extLst>
            </p:cNvPr>
            <p:cNvSpPr>
              <a:spLocks noEditPoints="1"/>
            </p:cNvSpPr>
            <p:nvPr/>
          </p:nvSpPr>
          <p:spPr bwMode="auto">
            <a:xfrm>
              <a:off x="663300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16">
              <a:extLst>
                <a:ext uri="{FF2B5EF4-FFF2-40B4-BE49-F238E27FC236}">
                  <a16:creationId xmlns:a16="http://schemas.microsoft.com/office/drawing/2014/main" id="{FA999AE1-300A-4580-A684-3752E1FB0EF1}"/>
                </a:ext>
              </a:extLst>
            </p:cNvPr>
            <p:cNvSpPr>
              <a:spLocks noEditPoints="1"/>
            </p:cNvSpPr>
            <p:nvPr/>
          </p:nvSpPr>
          <p:spPr bwMode="auto">
            <a:xfrm>
              <a:off x="698690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16">
              <a:extLst>
                <a:ext uri="{FF2B5EF4-FFF2-40B4-BE49-F238E27FC236}">
                  <a16:creationId xmlns:a16="http://schemas.microsoft.com/office/drawing/2014/main" id="{9BB492A4-E274-4551-A97A-AD8A2538EB6E}"/>
                </a:ext>
              </a:extLst>
            </p:cNvPr>
            <p:cNvSpPr>
              <a:spLocks noEditPoints="1"/>
            </p:cNvSpPr>
            <p:nvPr/>
          </p:nvSpPr>
          <p:spPr bwMode="auto">
            <a:xfrm>
              <a:off x="734081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16">
              <a:extLst>
                <a:ext uri="{FF2B5EF4-FFF2-40B4-BE49-F238E27FC236}">
                  <a16:creationId xmlns:a16="http://schemas.microsoft.com/office/drawing/2014/main" id="{CBF53111-DF01-47C3-8596-B57862E0C31E}"/>
                </a:ext>
              </a:extLst>
            </p:cNvPr>
            <p:cNvSpPr>
              <a:spLocks noEditPoints="1"/>
            </p:cNvSpPr>
            <p:nvPr/>
          </p:nvSpPr>
          <p:spPr bwMode="auto">
            <a:xfrm>
              <a:off x="769472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16">
              <a:extLst>
                <a:ext uri="{FF2B5EF4-FFF2-40B4-BE49-F238E27FC236}">
                  <a16:creationId xmlns:a16="http://schemas.microsoft.com/office/drawing/2014/main" id="{C53F7DDB-439E-47C6-90BD-B22EA9B7CDF3}"/>
                </a:ext>
              </a:extLst>
            </p:cNvPr>
            <p:cNvSpPr>
              <a:spLocks noEditPoints="1"/>
            </p:cNvSpPr>
            <p:nvPr/>
          </p:nvSpPr>
          <p:spPr bwMode="auto">
            <a:xfrm>
              <a:off x="804862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16">
              <a:extLst>
                <a:ext uri="{FF2B5EF4-FFF2-40B4-BE49-F238E27FC236}">
                  <a16:creationId xmlns:a16="http://schemas.microsoft.com/office/drawing/2014/main" id="{81E7F6E6-2542-47E1-AE43-9B182D375826}"/>
                </a:ext>
              </a:extLst>
            </p:cNvPr>
            <p:cNvSpPr>
              <a:spLocks noEditPoints="1"/>
            </p:cNvSpPr>
            <p:nvPr/>
          </p:nvSpPr>
          <p:spPr bwMode="auto">
            <a:xfrm>
              <a:off x="840253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16">
              <a:extLst>
                <a:ext uri="{FF2B5EF4-FFF2-40B4-BE49-F238E27FC236}">
                  <a16:creationId xmlns:a16="http://schemas.microsoft.com/office/drawing/2014/main" id="{E777532A-71A5-494B-820C-48C05EC74CA0}"/>
                </a:ext>
              </a:extLst>
            </p:cNvPr>
            <p:cNvSpPr>
              <a:spLocks noEditPoints="1"/>
            </p:cNvSpPr>
            <p:nvPr/>
          </p:nvSpPr>
          <p:spPr bwMode="auto">
            <a:xfrm>
              <a:off x="875643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16">
              <a:extLst>
                <a:ext uri="{FF2B5EF4-FFF2-40B4-BE49-F238E27FC236}">
                  <a16:creationId xmlns:a16="http://schemas.microsoft.com/office/drawing/2014/main" id="{70329985-9DF6-417E-8BE0-92923294554F}"/>
                </a:ext>
              </a:extLst>
            </p:cNvPr>
            <p:cNvSpPr>
              <a:spLocks noEditPoints="1"/>
            </p:cNvSpPr>
            <p:nvPr/>
          </p:nvSpPr>
          <p:spPr bwMode="auto">
            <a:xfrm>
              <a:off x="911034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16">
              <a:extLst>
                <a:ext uri="{FF2B5EF4-FFF2-40B4-BE49-F238E27FC236}">
                  <a16:creationId xmlns:a16="http://schemas.microsoft.com/office/drawing/2014/main" id="{00252936-908A-4F1A-B1D6-E291EDBA6E00}"/>
                </a:ext>
              </a:extLst>
            </p:cNvPr>
            <p:cNvSpPr>
              <a:spLocks noEditPoints="1"/>
            </p:cNvSpPr>
            <p:nvPr/>
          </p:nvSpPr>
          <p:spPr bwMode="auto">
            <a:xfrm>
              <a:off x="946425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16">
              <a:extLst>
                <a:ext uri="{FF2B5EF4-FFF2-40B4-BE49-F238E27FC236}">
                  <a16:creationId xmlns:a16="http://schemas.microsoft.com/office/drawing/2014/main" id="{1614E059-CFCA-409A-8521-5A7B0CD0E428}"/>
                </a:ext>
              </a:extLst>
            </p:cNvPr>
            <p:cNvSpPr>
              <a:spLocks noEditPoints="1"/>
            </p:cNvSpPr>
            <p:nvPr/>
          </p:nvSpPr>
          <p:spPr bwMode="auto">
            <a:xfrm>
              <a:off x="981815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16">
              <a:extLst>
                <a:ext uri="{FF2B5EF4-FFF2-40B4-BE49-F238E27FC236}">
                  <a16:creationId xmlns:a16="http://schemas.microsoft.com/office/drawing/2014/main" id="{D67A4711-AC1A-4F94-B614-DDA70F4AB3ED}"/>
                </a:ext>
              </a:extLst>
            </p:cNvPr>
            <p:cNvSpPr>
              <a:spLocks noEditPoints="1"/>
            </p:cNvSpPr>
            <p:nvPr/>
          </p:nvSpPr>
          <p:spPr bwMode="auto">
            <a:xfrm>
              <a:off x="1017206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16">
              <a:extLst>
                <a:ext uri="{FF2B5EF4-FFF2-40B4-BE49-F238E27FC236}">
                  <a16:creationId xmlns:a16="http://schemas.microsoft.com/office/drawing/2014/main" id="{7AC93D6D-B965-4CFB-82B3-C2F8189DD772}"/>
                </a:ext>
              </a:extLst>
            </p:cNvPr>
            <p:cNvSpPr>
              <a:spLocks noEditPoints="1"/>
            </p:cNvSpPr>
            <p:nvPr/>
          </p:nvSpPr>
          <p:spPr bwMode="auto">
            <a:xfrm>
              <a:off x="1052596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16">
              <a:extLst>
                <a:ext uri="{FF2B5EF4-FFF2-40B4-BE49-F238E27FC236}">
                  <a16:creationId xmlns:a16="http://schemas.microsoft.com/office/drawing/2014/main" id="{00CA144B-A572-487C-B67D-E0784F6971CB}"/>
                </a:ext>
              </a:extLst>
            </p:cNvPr>
            <p:cNvSpPr>
              <a:spLocks noEditPoints="1"/>
            </p:cNvSpPr>
            <p:nvPr/>
          </p:nvSpPr>
          <p:spPr bwMode="auto">
            <a:xfrm>
              <a:off x="10879862"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16">
              <a:extLst>
                <a:ext uri="{FF2B5EF4-FFF2-40B4-BE49-F238E27FC236}">
                  <a16:creationId xmlns:a16="http://schemas.microsoft.com/office/drawing/2014/main" id="{E1487B58-3826-42D4-A325-3E4E04785B12}"/>
                </a:ext>
              </a:extLst>
            </p:cNvPr>
            <p:cNvSpPr>
              <a:spLocks noEditPoints="1"/>
            </p:cNvSpPr>
            <p:nvPr/>
          </p:nvSpPr>
          <p:spPr bwMode="auto">
            <a:xfrm>
              <a:off x="-9121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16">
              <a:extLst>
                <a:ext uri="{FF2B5EF4-FFF2-40B4-BE49-F238E27FC236}">
                  <a16:creationId xmlns:a16="http://schemas.microsoft.com/office/drawing/2014/main" id="{3C65D50D-4B63-4F19-93C9-926E0DA6253B}"/>
                </a:ext>
              </a:extLst>
            </p:cNvPr>
            <p:cNvSpPr>
              <a:spLocks noEditPoints="1"/>
            </p:cNvSpPr>
            <p:nvPr/>
          </p:nvSpPr>
          <p:spPr bwMode="auto">
            <a:xfrm>
              <a:off x="26269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16">
              <a:extLst>
                <a:ext uri="{FF2B5EF4-FFF2-40B4-BE49-F238E27FC236}">
                  <a16:creationId xmlns:a16="http://schemas.microsoft.com/office/drawing/2014/main" id="{91A9FD33-BBFB-4EB4-B633-06A023CB6087}"/>
                </a:ext>
              </a:extLst>
            </p:cNvPr>
            <p:cNvSpPr>
              <a:spLocks noEditPoints="1"/>
            </p:cNvSpPr>
            <p:nvPr/>
          </p:nvSpPr>
          <p:spPr bwMode="auto">
            <a:xfrm>
              <a:off x="61660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16">
              <a:extLst>
                <a:ext uri="{FF2B5EF4-FFF2-40B4-BE49-F238E27FC236}">
                  <a16:creationId xmlns:a16="http://schemas.microsoft.com/office/drawing/2014/main" id="{8A25449F-C96E-43A9-BE7E-8415CB8CA956}"/>
                </a:ext>
              </a:extLst>
            </p:cNvPr>
            <p:cNvSpPr>
              <a:spLocks noEditPoints="1"/>
            </p:cNvSpPr>
            <p:nvPr/>
          </p:nvSpPr>
          <p:spPr bwMode="auto">
            <a:xfrm>
              <a:off x="97050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16">
              <a:extLst>
                <a:ext uri="{FF2B5EF4-FFF2-40B4-BE49-F238E27FC236}">
                  <a16:creationId xmlns:a16="http://schemas.microsoft.com/office/drawing/2014/main" id="{E852D294-5AE3-4C12-AE2F-1361C06DF29D}"/>
                </a:ext>
              </a:extLst>
            </p:cNvPr>
            <p:cNvSpPr>
              <a:spLocks noEditPoints="1"/>
            </p:cNvSpPr>
            <p:nvPr/>
          </p:nvSpPr>
          <p:spPr bwMode="auto">
            <a:xfrm>
              <a:off x="132441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8" name="Freeform 16">
              <a:extLst>
                <a:ext uri="{FF2B5EF4-FFF2-40B4-BE49-F238E27FC236}">
                  <a16:creationId xmlns:a16="http://schemas.microsoft.com/office/drawing/2014/main" id="{D75B22CF-07E7-4A6F-B17D-758BBE553840}"/>
                </a:ext>
              </a:extLst>
            </p:cNvPr>
            <p:cNvSpPr>
              <a:spLocks noEditPoints="1"/>
            </p:cNvSpPr>
            <p:nvPr/>
          </p:nvSpPr>
          <p:spPr bwMode="auto">
            <a:xfrm>
              <a:off x="167831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9" name="Freeform 16">
              <a:extLst>
                <a:ext uri="{FF2B5EF4-FFF2-40B4-BE49-F238E27FC236}">
                  <a16:creationId xmlns:a16="http://schemas.microsoft.com/office/drawing/2014/main" id="{45BB4DE2-44BF-43BF-9C16-259FA3450315}"/>
                </a:ext>
              </a:extLst>
            </p:cNvPr>
            <p:cNvSpPr>
              <a:spLocks noEditPoints="1"/>
            </p:cNvSpPr>
            <p:nvPr/>
          </p:nvSpPr>
          <p:spPr bwMode="auto">
            <a:xfrm>
              <a:off x="203222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0" name="Freeform 16">
              <a:extLst>
                <a:ext uri="{FF2B5EF4-FFF2-40B4-BE49-F238E27FC236}">
                  <a16:creationId xmlns:a16="http://schemas.microsoft.com/office/drawing/2014/main" id="{9082519B-328F-4D85-9648-AA99F35AF427}"/>
                </a:ext>
              </a:extLst>
            </p:cNvPr>
            <p:cNvSpPr>
              <a:spLocks noEditPoints="1"/>
            </p:cNvSpPr>
            <p:nvPr/>
          </p:nvSpPr>
          <p:spPr bwMode="auto">
            <a:xfrm>
              <a:off x="238613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16">
              <a:extLst>
                <a:ext uri="{FF2B5EF4-FFF2-40B4-BE49-F238E27FC236}">
                  <a16:creationId xmlns:a16="http://schemas.microsoft.com/office/drawing/2014/main" id="{D9C1B58C-398E-452F-88B1-1E2D056BC39E}"/>
                </a:ext>
              </a:extLst>
            </p:cNvPr>
            <p:cNvSpPr>
              <a:spLocks noEditPoints="1"/>
            </p:cNvSpPr>
            <p:nvPr/>
          </p:nvSpPr>
          <p:spPr bwMode="auto">
            <a:xfrm>
              <a:off x="274003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16">
              <a:extLst>
                <a:ext uri="{FF2B5EF4-FFF2-40B4-BE49-F238E27FC236}">
                  <a16:creationId xmlns:a16="http://schemas.microsoft.com/office/drawing/2014/main" id="{1215C438-62B6-48E8-93BD-2400CE7DCBC7}"/>
                </a:ext>
              </a:extLst>
            </p:cNvPr>
            <p:cNvSpPr>
              <a:spLocks noEditPoints="1"/>
            </p:cNvSpPr>
            <p:nvPr/>
          </p:nvSpPr>
          <p:spPr bwMode="auto">
            <a:xfrm>
              <a:off x="309394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16">
              <a:extLst>
                <a:ext uri="{FF2B5EF4-FFF2-40B4-BE49-F238E27FC236}">
                  <a16:creationId xmlns:a16="http://schemas.microsoft.com/office/drawing/2014/main" id="{74287A1C-61DC-4764-AD91-0D8AE5D32FD9}"/>
                </a:ext>
              </a:extLst>
            </p:cNvPr>
            <p:cNvSpPr>
              <a:spLocks noEditPoints="1"/>
            </p:cNvSpPr>
            <p:nvPr/>
          </p:nvSpPr>
          <p:spPr bwMode="auto">
            <a:xfrm>
              <a:off x="344784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16">
              <a:extLst>
                <a:ext uri="{FF2B5EF4-FFF2-40B4-BE49-F238E27FC236}">
                  <a16:creationId xmlns:a16="http://schemas.microsoft.com/office/drawing/2014/main" id="{935F5F69-3B06-47EE-8A58-9EFC1B83EC69}"/>
                </a:ext>
              </a:extLst>
            </p:cNvPr>
            <p:cNvSpPr>
              <a:spLocks noEditPoints="1"/>
            </p:cNvSpPr>
            <p:nvPr/>
          </p:nvSpPr>
          <p:spPr bwMode="auto">
            <a:xfrm>
              <a:off x="380175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16">
              <a:extLst>
                <a:ext uri="{FF2B5EF4-FFF2-40B4-BE49-F238E27FC236}">
                  <a16:creationId xmlns:a16="http://schemas.microsoft.com/office/drawing/2014/main" id="{1101FFF9-CF37-4721-8186-544775DE501D}"/>
                </a:ext>
              </a:extLst>
            </p:cNvPr>
            <p:cNvSpPr>
              <a:spLocks noEditPoints="1"/>
            </p:cNvSpPr>
            <p:nvPr/>
          </p:nvSpPr>
          <p:spPr bwMode="auto">
            <a:xfrm>
              <a:off x="415566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6" name="Freeform 16">
              <a:extLst>
                <a:ext uri="{FF2B5EF4-FFF2-40B4-BE49-F238E27FC236}">
                  <a16:creationId xmlns:a16="http://schemas.microsoft.com/office/drawing/2014/main" id="{DA07B02B-AB92-4E6D-BE68-38C0C55A704F}"/>
                </a:ext>
              </a:extLst>
            </p:cNvPr>
            <p:cNvSpPr>
              <a:spLocks noEditPoints="1"/>
            </p:cNvSpPr>
            <p:nvPr/>
          </p:nvSpPr>
          <p:spPr bwMode="auto">
            <a:xfrm>
              <a:off x="450956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7" name="Freeform 16">
              <a:extLst>
                <a:ext uri="{FF2B5EF4-FFF2-40B4-BE49-F238E27FC236}">
                  <a16:creationId xmlns:a16="http://schemas.microsoft.com/office/drawing/2014/main" id="{5C7F6697-9CF8-4C52-8134-856F37E69B55}"/>
                </a:ext>
              </a:extLst>
            </p:cNvPr>
            <p:cNvSpPr>
              <a:spLocks noEditPoints="1"/>
            </p:cNvSpPr>
            <p:nvPr/>
          </p:nvSpPr>
          <p:spPr bwMode="auto">
            <a:xfrm>
              <a:off x="486347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8" name="Freeform 16">
              <a:extLst>
                <a:ext uri="{FF2B5EF4-FFF2-40B4-BE49-F238E27FC236}">
                  <a16:creationId xmlns:a16="http://schemas.microsoft.com/office/drawing/2014/main" id="{71AE8640-CA8D-45ED-B293-E41C04107BB9}"/>
                </a:ext>
              </a:extLst>
            </p:cNvPr>
            <p:cNvSpPr>
              <a:spLocks noEditPoints="1"/>
            </p:cNvSpPr>
            <p:nvPr/>
          </p:nvSpPr>
          <p:spPr bwMode="auto">
            <a:xfrm>
              <a:off x="521737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Freeform 16">
              <a:extLst>
                <a:ext uri="{FF2B5EF4-FFF2-40B4-BE49-F238E27FC236}">
                  <a16:creationId xmlns:a16="http://schemas.microsoft.com/office/drawing/2014/main" id="{63C196AF-4D4C-4362-BDBF-EC89D3AF7E17}"/>
                </a:ext>
              </a:extLst>
            </p:cNvPr>
            <p:cNvSpPr>
              <a:spLocks noEditPoints="1"/>
            </p:cNvSpPr>
            <p:nvPr/>
          </p:nvSpPr>
          <p:spPr bwMode="auto">
            <a:xfrm>
              <a:off x="557128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16">
              <a:extLst>
                <a:ext uri="{FF2B5EF4-FFF2-40B4-BE49-F238E27FC236}">
                  <a16:creationId xmlns:a16="http://schemas.microsoft.com/office/drawing/2014/main" id="{ACA5D87D-1923-4B8B-9B95-C833F20B3FCA}"/>
                </a:ext>
              </a:extLst>
            </p:cNvPr>
            <p:cNvSpPr>
              <a:spLocks noEditPoints="1"/>
            </p:cNvSpPr>
            <p:nvPr/>
          </p:nvSpPr>
          <p:spPr bwMode="auto">
            <a:xfrm>
              <a:off x="592519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1" name="Freeform 16">
              <a:extLst>
                <a:ext uri="{FF2B5EF4-FFF2-40B4-BE49-F238E27FC236}">
                  <a16:creationId xmlns:a16="http://schemas.microsoft.com/office/drawing/2014/main" id="{5168EF6E-C030-46F7-940B-B2259B19D5DB}"/>
                </a:ext>
              </a:extLst>
            </p:cNvPr>
            <p:cNvSpPr>
              <a:spLocks noEditPoints="1"/>
            </p:cNvSpPr>
            <p:nvPr/>
          </p:nvSpPr>
          <p:spPr bwMode="auto">
            <a:xfrm>
              <a:off x="627909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16">
              <a:extLst>
                <a:ext uri="{FF2B5EF4-FFF2-40B4-BE49-F238E27FC236}">
                  <a16:creationId xmlns:a16="http://schemas.microsoft.com/office/drawing/2014/main" id="{A141EFDE-9FF6-4BED-B3E7-F887DDD96035}"/>
                </a:ext>
              </a:extLst>
            </p:cNvPr>
            <p:cNvSpPr>
              <a:spLocks noEditPoints="1"/>
            </p:cNvSpPr>
            <p:nvPr/>
          </p:nvSpPr>
          <p:spPr bwMode="auto">
            <a:xfrm>
              <a:off x="663300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3" name="Freeform 16">
              <a:extLst>
                <a:ext uri="{FF2B5EF4-FFF2-40B4-BE49-F238E27FC236}">
                  <a16:creationId xmlns:a16="http://schemas.microsoft.com/office/drawing/2014/main" id="{F1BD7350-6598-41F6-9255-7CC3E3138875}"/>
                </a:ext>
              </a:extLst>
            </p:cNvPr>
            <p:cNvSpPr>
              <a:spLocks noEditPoints="1"/>
            </p:cNvSpPr>
            <p:nvPr/>
          </p:nvSpPr>
          <p:spPr bwMode="auto">
            <a:xfrm>
              <a:off x="698690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4" name="Freeform 16">
              <a:extLst>
                <a:ext uri="{FF2B5EF4-FFF2-40B4-BE49-F238E27FC236}">
                  <a16:creationId xmlns:a16="http://schemas.microsoft.com/office/drawing/2014/main" id="{22AC9D57-87D8-4EB4-9431-D6A909D9B344}"/>
                </a:ext>
              </a:extLst>
            </p:cNvPr>
            <p:cNvSpPr>
              <a:spLocks noEditPoints="1"/>
            </p:cNvSpPr>
            <p:nvPr/>
          </p:nvSpPr>
          <p:spPr bwMode="auto">
            <a:xfrm>
              <a:off x="734081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16">
              <a:extLst>
                <a:ext uri="{FF2B5EF4-FFF2-40B4-BE49-F238E27FC236}">
                  <a16:creationId xmlns:a16="http://schemas.microsoft.com/office/drawing/2014/main" id="{5E5F28C9-581C-4582-AFD5-64DAF5C058C8}"/>
                </a:ext>
              </a:extLst>
            </p:cNvPr>
            <p:cNvSpPr>
              <a:spLocks noEditPoints="1"/>
            </p:cNvSpPr>
            <p:nvPr/>
          </p:nvSpPr>
          <p:spPr bwMode="auto">
            <a:xfrm>
              <a:off x="769472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16">
              <a:extLst>
                <a:ext uri="{FF2B5EF4-FFF2-40B4-BE49-F238E27FC236}">
                  <a16:creationId xmlns:a16="http://schemas.microsoft.com/office/drawing/2014/main" id="{A3946BBE-EEEB-45AB-8953-28E740687DEF}"/>
                </a:ext>
              </a:extLst>
            </p:cNvPr>
            <p:cNvSpPr>
              <a:spLocks noEditPoints="1"/>
            </p:cNvSpPr>
            <p:nvPr/>
          </p:nvSpPr>
          <p:spPr bwMode="auto">
            <a:xfrm>
              <a:off x="804862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16">
              <a:extLst>
                <a:ext uri="{FF2B5EF4-FFF2-40B4-BE49-F238E27FC236}">
                  <a16:creationId xmlns:a16="http://schemas.microsoft.com/office/drawing/2014/main" id="{6CBC4E02-AAC1-4F30-A6A1-640557D976C5}"/>
                </a:ext>
              </a:extLst>
            </p:cNvPr>
            <p:cNvSpPr>
              <a:spLocks noEditPoints="1"/>
            </p:cNvSpPr>
            <p:nvPr/>
          </p:nvSpPr>
          <p:spPr bwMode="auto">
            <a:xfrm>
              <a:off x="840253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8" name="Freeform 16">
              <a:extLst>
                <a:ext uri="{FF2B5EF4-FFF2-40B4-BE49-F238E27FC236}">
                  <a16:creationId xmlns:a16="http://schemas.microsoft.com/office/drawing/2014/main" id="{B048D2CD-AC09-4285-A6D5-6EA03B390362}"/>
                </a:ext>
              </a:extLst>
            </p:cNvPr>
            <p:cNvSpPr>
              <a:spLocks noEditPoints="1"/>
            </p:cNvSpPr>
            <p:nvPr/>
          </p:nvSpPr>
          <p:spPr bwMode="auto">
            <a:xfrm>
              <a:off x="875643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9" name="Freeform 16">
              <a:extLst>
                <a:ext uri="{FF2B5EF4-FFF2-40B4-BE49-F238E27FC236}">
                  <a16:creationId xmlns:a16="http://schemas.microsoft.com/office/drawing/2014/main" id="{15EF59CC-EAE4-472E-9711-C258CA656229}"/>
                </a:ext>
              </a:extLst>
            </p:cNvPr>
            <p:cNvSpPr>
              <a:spLocks noEditPoints="1"/>
            </p:cNvSpPr>
            <p:nvPr/>
          </p:nvSpPr>
          <p:spPr bwMode="auto">
            <a:xfrm>
              <a:off x="911034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16">
              <a:extLst>
                <a:ext uri="{FF2B5EF4-FFF2-40B4-BE49-F238E27FC236}">
                  <a16:creationId xmlns:a16="http://schemas.microsoft.com/office/drawing/2014/main" id="{0C37583E-F9BD-44A9-BE2D-5885FBF11A0D}"/>
                </a:ext>
              </a:extLst>
            </p:cNvPr>
            <p:cNvSpPr>
              <a:spLocks noEditPoints="1"/>
            </p:cNvSpPr>
            <p:nvPr/>
          </p:nvSpPr>
          <p:spPr bwMode="auto">
            <a:xfrm>
              <a:off x="946425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1" name="Freeform 16">
              <a:extLst>
                <a:ext uri="{FF2B5EF4-FFF2-40B4-BE49-F238E27FC236}">
                  <a16:creationId xmlns:a16="http://schemas.microsoft.com/office/drawing/2014/main" id="{C8F816AA-7759-4D40-8B9F-93CE389699BC}"/>
                </a:ext>
              </a:extLst>
            </p:cNvPr>
            <p:cNvSpPr>
              <a:spLocks noEditPoints="1"/>
            </p:cNvSpPr>
            <p:nvPr/>
          </p:nvSpPr>
          <p:spPr bwMode="auto">
            <a:xfrm>
              <a:off x="981815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2" name="Freeform 16">
              <a:extLst>
                <a:ext uri="{FF2B5EF4-FFF2-40B4-BE49-F238E27FC236}">
                  <a16:creationId xmlns:a16="http://schemas.microsoft.com/office/drawing/2014/main" id="{B65B9489-7839-490A-B77D-E0E3DFA52E40}"/>
                </a:ext>
              </a:extLst>
            </p:cNvPr>
            <p:cNvSpPr>
              <a:spLocks noEditPoints="1"/>
            </p:cNvSpPr>
            <p:nvPr/>
          </p:nvSpPr>
          <p:spPr bwMode="auto">
            <a:xfrm>
              <a:off x="1017206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3" name="Freeform 16">
              <a:extLst>
                <a:ext uri="{FF2B5EF4-FFF2-40B4-BE49-F238E27FC236}">
                  <a16:creationId xmlns:a16="http://schemas.microsoft.com/office/drawing/2014/main" id="{BECB7B9E-23EE-46B4-90EA-B68B9533FE1F}"/>
                </a:ext>
              </a:extLst>
            </p:cNvPr>
            <p:cNvSpPr>
              <a:spLocks noEditPoints="1"/>
            </p:cNvSpPr>
            <p:nvPr/>
          </p:nvSpPr>
          <p:spPr bwMode="auto">
            <a:xfrm>
              <a:off x="1052596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16">
              <a:extLst>
                <a:ext uri="{FF2B5EF4-FFF2-40B4-BE49-F238E27FC236}">
                  <a16:creationId xmlns:a16="http://schemas.microsoft.com/office/drawing/2014/main" id="{37F81689-425B-4586-BA28-A52EA6461BD3}"/>
                </a:ext>
              </a:extLst>
            </p:cNvPr>
            <p:cNvSpPr>
              <a:spLocks noEditPoints="1"/>
            </p:cNvSpPr>
            <p:nvPr/>
          </p:nvSpPr>
          <p:spPr bwMode="auto">
            <a:xfrm>
              <a:off x="10879862"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5" name="Freeform 16">
              <a:extLst>
                <a:ext uri="{FF2B5EF4-FFF2-40B4-BE49-F238E27FC236}">
                  <a16:creationId xmlns:a16="http://schemas.microsoft.com/office/drawing/2014/main" id="{F4E46C55-E55C-4DB9-84CB-12BA4E8360B2}"/>
                </a:ext>
              </a:extLst>
            </p:cNvPr>
            <p:cNvSpPr>
              <a:spLocks noEditPoints="1"/>
            </p:cNvSpPr>
            <p:nvPr/>
          </p:nvSpPr>
          <p:spPr bwMode="auto">
            <a:xfrm>
              <a:off x="-9121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6" name="AutoShape 3">
              <a:extLst>
                <a:ext uri="{FF2B5EF4-FFF2-40B4-BE49-F238E27FC236}">
                  <a16:creationId xmlns:a16="http://schemas.microsoft.com/office/drawing/2014/main" id="{9F7F7C91-FA75-4191-AB66-8DE3A6C2C917}"/>
                </a:ext>
              </a:extLst>
            </p:cNvPr>
            <p:cNvSpPr>
              <a:spLocks noChangeAspect="1" noChangeArrowheads="1" noTextEdit="1"/>
            </p:cNvSpPr>
            <p:nvPr/>
          </p:nvSpPr>
          <p:spPr bwMode="auto">
            <a:xfrm>
              <a:off x="9912350" y="127000"/>
              <a:ext cx="40005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267" name="Group 266">
              <a:extLst>
                <a:ext uri="{FF2B5EF4-FFF2-40B4-BE49-F238E27FC236}">
                  <a16:creationId xmlns:a16="http://schemas.microsoft.com/office/drawing/2014/main" id="{B79D6001-5C23-4D4D-89FC-00A862D67E58}"/>
                </a:ext>
              </a:extLst>
            </p:cNvPr>
            <p:cNvGrpSpPr/>
            <p:nvPr/>
          </p:nvGrpSpPr>
          <p:grpSpPr>
            <a:xfrm>
              <a:off x="-664463" y="1060450"/>
              <a:ext cx="2884436" cy="4051302"/>
              <a:chOff x="-831850" y="581026"/>
              <a:chExt cx="3567113" cy="5010150"/>
            </a:xfrm>
          </p:grpSpPr>
          <p:sp>
            <p:nvSpPr>
              <p:cNvPr id="272" name="Freeform 10">
                <a:extLst>
                  <a:ext uri="{FF2B5EF4-FFF2-40B4-BE49-F238E27FC236}">
                    <a16:creationId xmlns:a16="http://schemas.microsoft.com/office/drawing/2014/main" id="{93E9F37A-6F37-4C9E-8DC1-2BE2587463EB}"/>
                  </a:ext>
                </a:extLst>
              </p:cNvPr>
              <p:cNvSpPr>
                <a:spLocks/>
              </p:cNvSpPr>
              <p:nvPr/>
            </p:nvSpPr>
            <p:spPr bwMode="auto">
              <a:xfrm>
                <a:off x="-831850" y="2471738"/>
                <a:ext cx="3567113" cy="3119438"/>
              </a:xfrm>
              <a:custGeom>
                <a:avLst/>
                <a:gdLst>
                  <a:gd name="T0" fmla="*/ 434 w 464"/>
                  <a:gd name="T1" fmla="*/ 406 h 406"/>
                  <a:gd name="T2" fmla="*/ 30 w 464"/>
                  <a:gd name="T3" fmla="*/ 406 h 406"/>
                  <a:gd name="T4" fmla="*/ 0 w 464"/>
                  <a:gd name="T5" fmla="*/ 376 h 406"/>
                  <a:gd name="T6" fmla="*/ 0 w 464"/>
                  <a:gd name="T7" fmla="*/ 30 h 406"/>
                  <a:gd name="T8" fmla="*/ 30 w 464"/>
                  <a:gd name="T9" fmla="*/ 0 h 406"/>
                  <a:gd name="T10" fmla="*/ 434 w 464"/>
                  <a:gd name="T11" fmla="*/ 0 h 406"/>
                  <a:gd name="T12" fmla="*/ 464 w 464"/>
                  <a:gd name="T13" fmla="*/ 30 h 406"/>
                  <a:gd name="T14" fmla="*/ 464 w 464"/>
                  <a:gd name="T15" fmla="*/ 376 h 406"/>
                  <a:gd name="T16" fmla="*/ 434 w 464"/>
                  <a:gd name="T17"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4" h="406">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3" name="Freeform 11">
                <a:extLst>
                  <a:ext uri="{FF2B5EF4-FFF2-40B4-BE49-F238E27FC236}">
                    <a16:creationId xmlns:a16="http://schemas.microsoft.com/office/drawing/2014/main" id="{9622CA32-E887-4015-BE52-CE59C58A50BC}"/>
                  </a:ext>
                </a:extLst>
              </p:cNvPr>
              <p:cNvSpPr>
                <a:spLocks/>
              </p:cNvSpPr>
              <p:nvPr/>
            </p:nvSpPr>
            <p:spPr bwMode="auto">
              <a:xfrm>
                <a:off x="490538" y="3262313"/>
                <a:ext cx="914400" cy="1590675"/>
              </a:xfrm>
              <a:custGeom>
                <a:avLst/>
                <a:gdLst>
                  <a:gd name="T0" fmla="*/ 119 w 119"/>
                  <a:gd name="T1" fmla="*/ 60 h 207"/>
                  <a:gd name="T2" fmla="*/ 60 w 119"/>
                  <a:gd name="T3" fmla="*/ 0 h 207"/>
                  <a:gd name="T4" fmla="*/ 0 w 119"/>
                  <a:gd name="T5" fmla="*/ 60 h 207"/>
                  <a:gd name="T6" fmla="*/ 30 w 119"/>
                  <a:gd name="T7" fmla="*/ 112 h 207"/>
                  <a:gd name="T8" fmla="*/ 11 w 119"/>
                  <a:gd name="T9" fmla="*/ 207 h 207"/>
                  <a:gd name="T10" fmla="*/ 108 w 119"/>
                  <a:gd name="T11" fmla="*/ 207 h 207"/>
                  <a:gd name="T12" fmla="*/ 89 w 119"/>
                  <a:gd name="T13" fmla="*/ 112 h 207"/>
                  <a:gd name="T14" fmla="*/ 119 w 119"/>
                  <a:gd name="T15" fmla="*/ 60 h 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07">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a:solidFill>
                  <a:srgbClr val="C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12">
                <a:extLst>
                  <a:ext uri="{FF2B5EF4-FFF2-40B4-BE49-F238E27FC236}">
                    <a16:creationId xmlns:a16="http://schemas.microsoft.com/office/drawing/2014/main" id="{15857072-129D-4B83-AEDA-E98AD3A5AEF2}"/>
                  </a:ext>
                </a:extLst>
              </p:cNvPr>
              <p:cNvSpPr>
                <a:spLocks/>
              </p:cNvSpPr>
              <p:nvPr/>
            </p:nvSpPr>
            <p:spPr bwMode="auto">
              <a:xfrm>
                <a:off x="-239713" y="581026"/>
                <a:ext cx="2382838" cy="1958975"/>
              </a:xfrm>
              <a:custGeom>
                <a:avLst/>
                <a:gdLst>
                  <a:gd name="T0" fmla="*/ 0 w 310"/>
                  <a:gd name="T1" fmla="*/ 253 h 255"/>
                  <a:gd name="T2" fmla="*/ 0 w 310"/>
                  <a:gd name="T3" fmla="*/ 155 h 255"/>
                  <a:gd name="T4" fmla="*/ 155 w 310"/>
                  <a:gd name="T5" fmla="*/ 0 h 255"/>
                  <a:gd name="T6" fmla="*/ 310 w 310"/>
                  <a:gd name="T7" fmla="*/ 155 h 255"/>
                  <a:gd name="T8" fmla="*/ 310 w 310"/>
                  <a:gd name="T9" fmla="*/ 255 h 255"/>
                </a:gdLst>
                <a:ahLst/>
                <a:cxnLst>
                  <a:cxn ang="0">
                    <a:pos x="T0" y="T1"/>
                  </a:cxn>
                  <a:cxn ang="0">
                    <a:pos x="T2" y="T3"/>
                  </a:cxn>
                  <a:cxn ang="0">
                    <a:pos x="T4" y="T5"/>
                  </a:cxn>
                  <a:cxn ang="0">
                    <a:pos x="T6" y="T7"/>
                  </a:cxn>
                  <a:cxn ang="0">
                    <a:pos x="T8" y="T9"/>
                  </a:cxn>
                </a:cxnLst>
                <a:rect l="0" t="0" r="r" b="b"/>
                <a:pathLst>
                  <a:path w="310" h="255">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68" name="Rectangle 267">
              <a:extLst>
                <a:ext uri="{FF2B5EF4-FFF2-40B4-BE49-F238E27FC236}">
                  <a16:creationId xmlns:a16="http://schemas.microsoft.com/office/drawing/2014/main" id="{395FD607-A9EB-4369-8C8B-71A1A9564207}"/>
                </a:ext>
              </a:extLst>
            </p:cNvPr>
            <p:cNvSpPr/>
            <p:nvPr/>
          </p:nvSpPr>
          <p:spPr>
            <a:xfrm>
              <a:off x="-1327308"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5CCAC69A-2B74-4981-825D-C3244AD95072}"/>
                </a:ext>
              </a:extLst>
            </p:cNvPr>
            <p:cNvSpPr/>
            <p:nvPr/>
          </p:nvSpPr>
          <p:spPr>
            <a:xfrm>
              <a:off x="10973671"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660DB5A1-D3C7-4B82-A883-81AAAD318502}"/>
                </a:ext>
              </a:extLst>
            </p:cNvPr>
            <p:cNvSpPr/>
            <p:nvPr/>
          </p:nvSpPr>
          <p:spPr>
            <a:xfrm rot="16200000">
              <a:off x="5129275" y="-5934192"/>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02F05F0F-A34E-4FE9-AFF6-B23AF6C59A1F}"/>
                </a:ext>
              </a:extLst>
            </p:cNvPr>
            <p:cNvSpPr/>
            <p:nvPr/>
          </p:nvSpPr>
          <p:spPr>
            <a:xfrm rot="16200000">
              <a:off x="5129270" y="643723"/>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2862072" y="3767328"/>
            <a:ext cx="7461504" cy="590931"/>
          </a:xfrm>
        </p:spPr>
        <p:txBody>
          <a:bodyPr/>
          <a:lstStyle>
            <a:lvl1pPr algn="l">
              <a:defRPr sz="2800">
                <a:solidFill>
                  <a:schemeClr val="tx1"/>
                </a:solidFill>
              </a:defRPr>
            </a:lvl1pPr>
          </a:lstStyle>
          <a:p>
            <a:r>
              <a:rPr lang="en-US"/>
              <a:t>Click to edit Master title style</a:t>
            </a:r>
            <a:endParaRPr lang="en-US" dirty="0"/>
          </a:p>
        </p:txBody>
      </p:sp>
      <p:sp>
        <p:nvSpPr>
          <p:cNvPr id="5" name="Text Placeholder 4"/>
          <p:cNvSpPr>
            <a:spLocks noGrp="1"/>
          </p:cNvSpPr>
          <p:nvPr>
            <p:ph type="body" sz="quarter" idx="10"/>
          </p:nvPr>
        </p:nvSpPr>
        <p:spPr>
          <a:xfrm>
            <a:off x="2862072" y="4361688"/>
            <a:ext cx="7461504" cy="525463"/>
          </a:xfrm>
        </p:spPr>
        <p:txBody>
          <a:bodyPr/>
          <a:lstStyle>
            <a:lvl1pPr marL="0" indent="0" algn="l">
              <a:buFontTx/>
              <a:buNone/>
              <a:defRPr sz="2400" b="0">
                <a:solidFill>
                  <a:schemeClr val="tx1"/>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0345538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54198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Rectangle 2"/>
          <p:cNvSpPr/>
          <p:nvPr/>
        </p:nvSpPr>
        <p:spPr>
          <a:xfrm>
            <a:off x="0" y="0"/>
            <a:ext cx="10972800" cy="55979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7241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p:nvSpPr>
        <p:spPr>
          <a:xfrm>
            <a:off x="0" y="0"/>
            <a:ext cx="10972800" cy="57050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169473"/>
            <a:ext cx="9976104" cy="535531"/>
          </a:xfrm>
        </p:spPr>
        <p:txBody>
          <a:bodyPr anchor="ctr"/>
          <a:lstStyle>
            <a:lvl1pPr algn="ctr">
              <a:defRPr sz="28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0351289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Picture 2" descr="A close up of an object  Description automatically generated">
            <a:extLst>
              <a:ext uri="{FF2B5EF4-FFF2-40B4-BE49-F238E27FC236}">
                <a16:creationId xmlns:a16="http://schemas.microsoft.com/office/drawing/2014/main" id="{DB5BC97F-BE1C-4CC1-A0F8-EF37ABD2FDB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spTree>
    <p:extLst>
      <p:ext uri="{BB962C8B-B14F-4D97-AF65-F5344CB8AC3E}">
        <p14:creationId xmlns:p14="http://schemas.microsoft.com/office/powerpoint/2010/main" val="8938239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matchingName="Title, Subtitle, and Content" preserve="1">
  <p:cSld name="1_Title, Subtitle, and Conten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498348" y="661226"/>
            <a:ext cx="9976104" cy="590931"/>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30" name="Google Shape;30;p4"/>
          <p:cNvSpPr txBox="1">
            <a:spLocks noGrp="1"/>
          </p:cNvSpPr>
          <p:nvPr>
            <p:ph type="body" idx="1"/>
          </p:nvPr>
        </p:nvSpPr>
        <p:spPr>
          <a:xfrm>
            <a:off x="516750" y="2103036"/>
            <a:ext cx="9976104" cy="3596786"/>
          </a:xfrm>
          <a:prstGeom prst="rect">
            <a:avLst/>
          </a:prstGeom>
          <a:noFill/>
          <a:ln>
            <a:noFill/>
          </a:ln>
        </p:spPr>
        <p:txBody>
          <a:bodyPr spcFirstLastPara="1" wrap="square" lIns="91425" tIns="91425" rIns="91425" bIns="91425" anchor="t" anchorCtr="0"/>
          <a:lstStyle>
            <a:lvl1pPr marL="457200" marR="0" lvl="0" indent="-355600" algn="l" rtl="0">
              <a:lnSpc>
                <a:spcPct val="90000"/>
              </a:lnSpc>
              <a:spcBef>
                <a:spcPts val="900"/>
              </a:spcBef>
              <a:spcAft>
                <a:spcPts val="0"/>
              </a:spcAft>
              <a:buClr>
                <a:schemeClr val="dk1"/>
              </a:buClr>
              <a:buSzPts val="2000"/>
              <a:buFont typeface="Trebuchet MS"/>
              <a:buChar char="—"/>
              <a:defRPr sz="2000" b="0" i="0" u="none" strike="noStrike" cap="none">
                <a:solidFill>
                  <a:schemeClr val="dk2"/>
                </a:solidFill>
                <a:latin typeface="Trebuchet MS"/>
                <a:ea typeface="Trebuchet MS"/>
                <a:cs typeface="Trebuchet MS"/>
                <a:sym typeface="Trebuchet MS"/>
              </a:defRPr>
            </a:lvl1pPr>
            <a:lvl2pPr marL="914400" marR="0" lvl="1" indent="-342900" algn="l" rtl="0">
              <a:lnSpc>
                <a:spcPct val="90000"/>
              </a:lnSpc>
              <a:spcBef>
                <a:spcPts val="900"/>
              </a:spcBef>
              <a:spcAft>
                <a:spcPts val="0"/>
              </a:spcAft>
              <a:buClr>
                <a:schemeClr val="dk1"/>
              </a:buClr>
              <a:buSzPts val="1800"/>
              <a:buFont typeface="Trebuchet MS"/>
              <a:buChar char="—"/>
              <a:defRPr sz="1800" b="0" i="0" u="none" strike="noStrike" cap="none">
                <a:solidFill>
                  <a:schemeClr val="dk2"/>
                </a:solidFill>
                <a:latin typeface="Trebuchet MS"/>
                <a:ea typeface="Trebuchet MS"/>
                <a:cs typeface="Trebuchet MS"/>
                <a:sym typeface="Trebuchet MS"/>
              </a:defRPr>
            </a:lvl2pPr>
            <a:lvl3pPr marL="1371600" marR="0" lvl="2" indent="-330200" algn="l" rtl="0">
              <a:lnSpc>
                <a:spcPct val="90000"/>
              </a:lnSpc>
              <a:spcBef>
                <a:spcPts val="900"/>
              </a:spcBef>
              <a:spcAft>
                <a:spcPts val="0"/>
              </a:spcAft>
              <a:buClr>
                <a:schemeClr val="dk1"/>
              </a:buClr>
              <a:buSzPts val="1600"/>
              <a:buFont typeface="Trebuchet MS"/>
              <a:buChar char="—"/>
              <a:defRPr sz="16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31" name="Google Shape;31;p4"/>
          <p:cNvSpPr txBox="1">
            <a:spLocks noGrp="1"/>
          </p:cNvSpPr>
          <p:nvPr>
            <p:ph type="body" idx="2"/>
          </p:nvPr>
        </p:nvSpPr>
        <p:spPr>
          <a:xfrm>
            <a:off x="498348" y="1183333"/>
            <a:ext cx="9976104" cy="525463"/>
          </a:xfrm>
          <a:prstGeom prst="rect">
            <a:avLst/>
          </a:prstGeom>
          <a:noFill/>
          <a:ln>
            <a:noFill/>
          </a:ln>
        </p:spPr>
        <p:txBody>
          <a:bodyPr spcFirstLastPara="1" wrap="square" lIns="91425" tIns="91425" rIns="91425" bIns="91425" anchor="t" anchorCtr="0"/>
          <a:lstStyle>
            <a:lvl1pPr marL="457200" marR="0" lvl="0" indent="-228600" algn="ctr" rtl="0">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56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32" name="Google Shape;32;p4"/>
          <p:cNvSpPr txBox="1">
            <a:spLocks noGrp="1"/>
          </p:cNvSpPr>
          <p:nvPr>
            <p:ph type="sldNum" idx="12"/>
          </p:nvPr>
        </p:nvSpPr>
        <p:spPr>
          <a:xfrm>
            <a:off x="10268141" y="5699821"/>
            <a:ext cx="658500" cy="472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4155655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A28B2A9-89D6-4CF3-BBAF-1CA0E88E14C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pic>
        <p:nvPicPr>
          <p:cNvPr id="10" name="Picture 9" descr="A picture containing text  Description automatically generated">
            <a:extLst>
              <a:ext uri="{FF2B5EF4-FFF2-40B4-BE49-F238E27FC236}">
                <a16:creationId xmlns:a16="http://schemas.microsoft.com/office/drawing/2014/main" id="{9E96A302-1F38-4275-8241-37FF3CB49A0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7449" y="1896465"/>
            <a:ext cx="1601595" cy="1298628"/>
          </a:xfrm>
          <a:prstGeom prst="rect">
            <a:avLst/>
          </a:prstGeom>
        </p:spPr>
      </p:pic>
      <p:sp>
        <p:nvSpPr>
          <p:cNvPr id="11" name="Rectangle 4"/>
          <p:cNvSpPr>
            <a:spLocks noGrp="1" noChangeArrowheads="1"/>
          </p:cNvSpPr>
          <p:nvPr>
            <p:ph type="subTitle" idx="1"/>
          </p:nvPr>
        </p:nvSpPr>
        <p:spPr>
          <a:xfrm>
            <a:off x="685800" y="4974336"/>
            <a:ext cx="5815584" cy="286232"/>
          </a:xfrm>
        </p:spPr>
        <p:txBody>
          <a:bodyPr wrap="square" anchor="t">
            <a:noAutofit/>
          </a:bodyPr>
          <a:lstStyle>
            <a:lvl1pPr marL="0" indent="0" algn="l">
              <a:lnSpc>
                <a:spcPct val="90000"/>
              </a:lnSpc>
              <a:spcBef>
                <a:spcPts val="600"/>
              </a:spcBef>
              <a:spcAft>
                <a:spcPts val="300"/>
              </a:spcAft>
              <a:buFontTx/>
              <a:buNone/>
              <a:defRPr sz="1400" b="0">
                <a:solidFill>
                  <a:schemeClr val="tx2"/>
                </a:solidFill>
                <a:latin typeface="Trebuchet MS" pitchFamily="34" charset="0"/>
              </a:defRPr>
            </a:lvl1pPr>
          </a:lstStyle>
          <a:p>
            <a:r>
              <a:rPr lang="en-US"/>
              <a:t>Click to edit Master subtitle style</a:t>
            </a:r>
            <a:endParaRPr lang="en-US" dirty="0"/>
          </a:p>
        </p:txBody>
      </p:sp>
      <p:sp>
        <p:nvSpPr>
          <p:cNvPr id="305" name="Title 304"/>
          <p:cNvSpPr>
            <a:spLocks noGrp="1"/>
          </p:cNvSpPr>
          <p:nvPr>
            <p:ph type="title" hasCustomPrompt="1"/>
          </p:nvPr>
        </p:nvSpPr>
        <p:spPr>
          <a:xfrm>
            <a:off x="685800" y="4023360"/>
            <a:ext cx="5815584" cy="982855"/>
          </a:xfrm>
        </p:spPr>
        <p:txBody>
          <a:bodyPr anchor="b">
            <a:noAutofit/>
          </a:bodyPr>
          <a:lstStyle>
            <a:lvl1pPr algn="l">
              <a:lnSpc>
                <a:spcPct val="90000"/>
              </a:lnSpc>
              <a:spcBef>
                <a:spcPts val="0"/>
              </a:spcBef>
              <a:defRPr sz="3600" b="1" cap="all" baseline="0">
                <a:solidFill>
                  <a:schemeClr val="tx1"/>
                </a:solidFill>
                <a:effectLst>
                  <a:outerShdw blurRad="38100" dist="38100" dir="2700000" algn="tl">
                    <a:srgbClr val="000000">
                      <a:alpha val="43137"/>
                    </a:srgbClr>
                  </a:outerShdw>
                </a:effectLst>
                <a:latin typeface="Trebuchet MS" panose="020B0603020202020204" pitchFamily="34" charset="0"/>
              </a:defRPr>
            </a:lvl1pPr>
          </a:lstStyle>
          <a:p>
            <a:r>
              <a:rPr lang="en-US" dirty="0"/>
              <a:t>CLICK TO EDIT MASTER TITLE STYLE</a:t>
            </a:r>
          </a:p>
        </p:txBody>
      </p:sp>
      <p:pic>
        <p:nvPicPr>
          <p:cNvPr id="6" name="Graphic 5">
            <a:extLst>
              <a:ext uri="{FF2B5EF4-FFF2-40B4-BE49-F238E27FC236}">
                <a16:creationId xmlns:a16="http://schemas.microsoft.com/office/drawing/2014/main" id="{887DABAD-3709-40C3-9EFD-BF1A6B6A2044}"/>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1996931" y="1981572"/>
            <a:ext cx="2011680" cy="1104528"/>
          </a:xfrm>
          <a:prstGeom prst="rect">
            <a:avLst/>
          </a:prstGeom>
        </p:spPr>
      </p:pic>
    </p:spTree>
    <p:extLst>
      <p:ext uri="{BB962C8B-B14F-4D97-AF65-F5344CB8AC3E}">
        <p14:creationId xmlns:p14="http://schemas.microsoft.com/office/powerpoint/2010/main" val="28264315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pic>
        <p:nvPicPr>
          <p:cNvPr id="9" name="Picture 8" descr="A close up of a spider  Description automatically generated">
            <a:extLst>
              <a:ext uri="{FF2B5EF4-FFF2-40B4-BE49-F238E27FC236}">
                <a16:creationId xmlns:a16="http://schemas.microsoft.com/office/drawing/2014/main" id="{312387AB-4080-4B69-BFCF-F134EF12C77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pic>
        <p:nvPicPr>
          <p:cNvPr id="10" name="Picture 9" descr="A picture containing text  Description automatically generated">
            <a:extLst>
              <a:ext uri="{FF2B5EF4-FFF2-40B4-BE49-F238E27FC236}">
                <a16:creationId xmlns:a16="http://schemas.microsoft.com/office/drawing/2014/main" id="{B8805453-93BD-4B24-A658-29DCC011299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59525" y="4416800"/>
            <a:ext cx="1601595" cy="1298628"/>
          </a:xfrm>
          <a:prstGeom prst="rect">
            <a:avLst/>
          </a:prstGeom>
        </p:spPr>
      </p:pic>
      <p:pic>
        <p:nvPicPr>
          <p:cNvPr id="4" name="Graphic 3">
            <a:extLst>
              <a:ext uri="{FF2B5EF4-FFF2-40B4-BE49-F238E27FC236}">
                <a16:creationId xmlns:a16="http://schemas.microsoft.com/office/drawing/2014/main" id="{1FDA9BB0-5ECC-460A-9E7D-23BD2DACDBB2}"/>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8732027" y="4513850"/>
            <a:ext cx="2011680" cy="1104528"/>
          </a:xfrm>
          <a:prstGeom prst="rect">
            <a:avLst/>
          </a:prstGeom>
        </p:spPr>
      </p:pic>
      <p:pic>
        <p:nvPicPr>
          <p:cNvPr id="5" name="Picture 4">
            <a:extLst>
              <a:ext uri="{FF2B5EF4-FFF2-40B4-BE49-F238E27FC236}">
                <a16:creationId xmlns:a16="http://schemas.microsoft.com/office/drawing/2014/main" id="{D38A022B-BB17-4452-BDDD-9B6BA53BDBAD}"/>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6" name="Rectangle 5">
            <a:extLst>
              <a:ext uri="{FF2B5EF4-FFF2-40B4-BE49-F238E27FC236}">
                <a16:creationId xmlns:a16="http://schemas.microsoft.com/office/drawing/2014/main" id="{824E0528-DCD7-4B2E-A636-6BF24BCD3923}"/>
              </a:ext>
            </a:extLst>
          </p:cNvPr>
          <p:cNvSpPr/>
          <p:nvPr userDrawn="1"/>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27F6E47-98C4-4D41-926E-8980EAFBB1F9}"/>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583337" y="3902417"/>
            <a:ext cx="3232858" cy="1132744"/>
          </a:xfrm>
          <a:prstGeom prst="rect">
            <a:avLst/>
          </a:prstGeom>
        </p:spPr>
      </p:pic>
      <p:sp>
        <p:nvSpPr>
          <p:cNvPr id="8" name="TextBox 7">
            <a:extLst>
              <a:ext uri="{FF2B5EF4-FFF2-40B4-BE49-F238E27FC236}">
                <a16:creationId xmlns:a16="http://schemas.microsoft.com/office/drawing/2014/main" id="{B4C3DACD-F577-4C2C-BDC0-FBB5B5BD3CD9}"/>
              </a:ext>
            </a:extLst>
          </p:cNvPr>
          <p:cNvSpPr txBox="1"/>
          <p:nvPr userDrawn="1"/>
        </p:nvSpPr>
        <p:spPr>
          <a:xfrm>
            <a:off x="481641" y="5310989"/>
            <a:ext cx="2512291"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2000">
                <a:solidFill>
                  <a:schemeClr val="tx2"/>
                </a:solidFill>
                <a:latin typeface="Trebuchet MS" panose="020B0603020202020204" pitchFamily="34" charset="0"/>
              </a:rPr>
              <a:t>www.nvidia.com/dli</a:t>
            </a:r>
          </a:p>
        </p:txBody>
      </p:sp>
    </p:spTree>
    <p:extLst>
      <p:ext uri="{BB962C8B-B14F-4D97-AF65-F5344CB8AC3E}">
        <p14:creationId xmlns:p14="http://schemas.microsoft.com/office/powerpoint/2010/main" val="30705592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baseline="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1400">
                <a:solidFill>
                  <a:schemeClr val="accent4"/>
                </a:solidFill>
              </a:defRPr>
            </a:lvl1pPr>
            <a:lvl2pPr marL="571500" indent="0">
              <a:buClr>
                <a:schemeClr val="bg2"/>
              </a:buClr>
              <a:buSzPct val="100000"/>
              <a:buFontTx/>
              <a:buNone/>
              <a:defRPr sz="1200">
                <a:solidFill>
                  <a:schemeClr val="accent4"/>
                </a:solidFill>
              </a:defRPr>
            </a:lvl2pPr>
            <a:lvl3pPr marL="1089025" indent="0">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6515071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BULLET_ICON_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baseline="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6750" y="2103035"/>
            <a:ext cx="9948672" cy="3718925"/>
          </a:xfrm>
        </p:spPr>
        <p:txBody>
          <a:bodyPr/>
          <a:lstStyle>
            <a:lvl1pPr marL="230188" indent="-230188">
              <a:buClr>
                <a:schemeClr val="bg2"/>
              </a:buClr>
              <a:buSzPct val="75000"/>
              <a:buFontTx/>
              <a:buBlip>
                <a:blip r:embed="rId2"/>
              </a:buBlip>
              <a:defRPr sz="1400">
                <a:solidFill>
                  <a:schemeClr val="accent4"/>
                </a:solidFill>
              </a:defRPr>
            </a:lvl1pPr>
            <a:lvl2pPr marL="800100" indent="-228600">
              <a:buClr>
                <a:schemeClr val="bg2"/>
              </a:buClr>
              <a:buSzPct val="75000"/>
              <a:buFontTx/>
              <a:buBlip>
                <a:blip r:embed="rId2"/>
              </a:buBlip>
              <a:defRPr sz="1200">
                <a:solidFill>
                  <a:schemeClr val="accent4"/>
                </a:solidFill>
              </a:defRPr>
            </a:lvl2pPr>
            <a:lvl3pPr marL="1258888" indent="-169863">
              <a:buClr>
                <a:schemeClr val="bg2"/>
              </a:buClr>
              <a:buSzPct val="75000"/>
              <a:buFontTx/>
              <a:buBlip>
                <a:blip r:embed="rId2"/>
              </a:buBlip>
              <a:defRPr sz="1100">
                <a:solidFill>
                  <a:schemeClr val="accent4"/>
                </a:solidFill>
              </a:defRPr>
            </a:lvl3pPr>
            <a:lvl4pPr marL="1774825" indent="-228600">
              <a:buClr>
                <a:schemeClr val="bg2"/>
              </a:buClr>
              <a:buSzPct val="75000"/>
              <a:buFontTx/>
              <a:buBlip>
                <a:blip r:embed="rId2"/>
              </a:buBlip>
              <a:defRPr sz="1000">
                <a:solidFill>
                  <a:schemeClr val="accent4"/>
                </a:solidFill>
                <a:latin typeface="Trebuchet MS" panose="020B0603020202020204" pitchFamily="34" charset="0"/>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5955193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1400">
                <a:solidFill>
                  <a:schemeClr val="accent4"/>
                </a:solidFill>
              </a:defRPr>
            </a:lvl1pPr>
            <a:lvl2pPr marL="571500" indent="0">
              <a:buClr>
                <a:schemeClr val="bg2"/>
              </a:buClr>
              <a:buSzPct val="100000"/>
              <a:buFontTx/>
              <a:buNone/>
              <a:defRPr sz="1200">
                <a:solidFill>
                  <a:schemeClr val="accent4"/>
                </a:solidFill>
              </a:defRPr>
            </a:lvl2pPr>
            <a:lvl3pPr marL="1089025" indent="0">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7" name="Rectangle 6"/>
          <p:cNvSpPr/>
          <p:nvPr/>
        </p:nvSpPr>
        <p:spPr>
          <a:xfrm>
            <a:off x="168283" y="5775855"/>
            <a:ext cx="2762866" cy="248142"/>
          </a:xfrm>
          <a:prstGeom prst="rect">
            <a:avLst/>
          </a:prstGeom>
          <a:noFill/>
          <a:ln w="25400" cap="flat" cmpd="sng" algn="ctr">
            <a:noFill/>
            <a:prstDash val="solid"/>
          </a:ln>
          <a:effectLst/>
        </p:spPr>
        <p:txBody>
          <a:bodyPr rtlCol="0" anchor="b"/>
          <a:lstStyle/>
          <a:p>
            <a:pPr marL="0" marR="0" lvl="0" indent="0" algn="l" defTabSz="457200" eaLnBrk="1" fontAlgn="auto" latinLnBrk="0" hangingPunct="1">
              <a:lnSpc>
                <a:spcPct val="90000"/>
              </a:lnSpc>
              <a:spcBef>
                <a:spcPts val="0"/>
              </a:spcBef>
              <a:spcAft>
                <a:spcPts val="0"/>
              </a:spcAft>
              <a:buClrTx/>
              <a:buSzTx/>
              <a:buFontTx/>
              <a:buNone/>
              <a:tabLst/>
              <a:defRPr/>
            </a:pPr>
            <a:r>
              <a:rPr lang="en-US" sz="700" b="1" i="0" kern="0" dirty="0">
                <a:solidFill>
                  <a:schemeClr val="bg1"/>
                </a:solidFill>
                <a:latin typeface="Trebuchet MS"/>
              </a:rPr>
              <a:t>NVIDIA CONFIDENTIAL. DO NOT DISTRIBUTE.</a:t>
            </a:r>
          </a:p>
        </p:txBody>
      </p:sp>
    </p:spTree>
    <p:extLst>
      <p:ext uri="{BB962C8B-B14F-4D97-AF65-F5344CB8AC3E}">
        <p14:creationId xmlns:p14="http://schemas.microsoft.com/office/powerpoint/2010/main" val="27426091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Title, Subtitle, Content - NO LOGO &amp; PAGE NUMBER">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2064" y="2103035"/>
            <a:ext cx="9962388" cy="3547957"/>
          </a:xfrm>
        </p:spPr>
        <p:txBody>
          <a:bodyPr/>
          <a:lstStyle>
            <a:lvl1pPr marL="0" indent="0">
              <a:buClr>
                <a:schemeClr val="bg2"/>
              </a:buClr>
              <a:buSzPct val="100000"/>
              <a:buFontTx/>
              <a:buNone/>
              <a:defRPr sz="1400">
                <a:solidFill>
                  <a:schemeClr val="accent4"/>
                </a:solidFill>
              </a:defRPr>
            </a:lvl1pPr>
            <a:lvl2pPr marL="571500" indent="0">
              <a:buClr>
                <a:schemeClr val="bg2"/>
              </a:buClr>
              <a:buSzPct val="100000"/>
              <a:buFontTx/>
              <a:buNone/>
              <a:defRPr sz="1200">
                <a:solidFill>
                  <a:schemeClr val="accent4"/>
                </a:solidFill>
              </a:defRPr>
            </a:lvl2pPr>
            <a:lvl3pPr marL="1089025" indent="0">
              <a:buClr>
                <a:schemeClr val="bg2"/>
              </a:buClr>
              <a:buSzPct val="100000"/>
              <a:buFontTx/>
              <a:buNone/>
              <a:defRPr sz="12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8580518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Content with Photograph">
    <p:spTree>
      <p:nvGrpSpPr>
        <p:cNvPr id="1" name=""/>
        <p:cNvGrpSpPr/>
        <p:nvPr/>
      </p:nvGrpSpPr>
      <p:grpSpPr>
        <a:xfrm>
          <a:off x="0" y="0"/>
          <a:ext cx="0" cy="0"/>
          <a:chOff x="0" y="0"/>
          <a:chExt cx="0" cy="0"/>
        </a:xfrm>
      </p:grpSpPr>
      <p:sp>
        <p:nvSpPr>
          <p:cNvPr id="2" name="Title 1"/>
          <p:cNvSpPr>
            <a:spLocks noGrp="1"/>
          </p:cNvSpPr>
          <p:nvPr>
            <p:ph type="title"/>
          </p:nvPr>
        </p:nvSpPr>
        <p:spPr>
          <a:xfrm>
            <a:off x="519232" y="1798590"/>
            <a:ext cx="4204402" cy="618631"/>
          </a:xfrm>
        </p:spPr>
        <p:txBody>
          <a:bodyPr/>
          <a:lstStyle>
            <a:lvl1pPr algn="l">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9231" y="3071579"/>
            <a:ext cx="4192841" cy="2517089"/>
          </a:xfrm>
        </p:spPr>
        <p:txBody>
          <a:bodyPr/>
          <a:lstStyle>
            <a:lvl1pPr marL="0" indent="0">
              <a:spcBef>
                <a:spcPts val="500"/>
              </a:spcBef>
              <a:spcAft>
                <a:spcPts val="500"/>
              </a:spcAft>
              <a:buClr>
                <a:schemeClr val="bg2"/>
              </a:buClr>
              <a:buSzPct val="100000"/>
              <a:buFontTx/>
              <a:buNone/>
              <a:defRPr sz="1200">
                <a:solidFill>
                  <a:schemeClr val="accent4"/>
                </a:solidFill>
              </a:defRPr>
            </a:lvl1pPr>
            <a:lvl2pPr marL="571500" indent="0">
              <a:spcBef>
                <a:spcPts val="500"/>
              </a:spcBef>
              <a:spcAft>
                <a:spcPts val="500"/>
              </a:spcAft>
              <a:buClr>
                <a:schemeClr val="bg2"/>
              </a:buClr>
              <a:buSzPct val="100000"/>
              <a:buFontTx/>
              <a:buNone/>
              <a:defRPr sz="1100">
                <a:solidFill>
                  <a:schemeClr val="accent4"/>
                </a:solidFill>
              </a:defRPr>
            </a:lvl2pPr>
            <a:lvl3pPr marL="1089025" indent="0">
              <a:spcBef>
                <a:spcPts val="500"/>
              </a:spcBef>
              <a:spcAft>
                <a:spcPts val="500"/>
              </a:spcAft>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519232" y="2348397"/>
            <a:ext cx="4204402" cy="525463"/>
          </a:xfrm>
        </p:spPr>
        <p:txBody>
          <a:bodyPr/>
          <a:lstStyle>
            <a:lvl1pPr marL="0" indent="0" algn="l">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6" name="Rectangle 5">
            <a:extLst>
              <a:ext uri="{FF2B5EF4-FFF2-40B4-BE49-F238E27FC236}">
                <a16:creationId xmlns:a16="http://schemas.microsoft.com/office/drawing/2014/main" id="{BB22A098-59B3-4FBA-BAE8-B2CF136176CB}"/>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29804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Alternate Layout">
    <p:spTree>
      <p:nvGrpSpPr>
        <p:cNvPr id="1" name=""/>
        <p:cNvGrpSpPr/>
        <p:nvPr/>
      </p:nvGrpSpPr>
      <p:grpSpPr>
        <a:xfrm>
          <a:off x="0" y="0"/>
          <a:ext cx="0" cy="0"/>
          <a:chOff x="0" y="0"/>
          <a:chExt cx="0" cy="0"/>
        </a:xfrm>
      </p:grpSpPr>
      <p:sp>
        <p:nvSpPr>
          <p:cNvPr id="2" name="Title 1"/>
          <p:cNvSpPr>
            <a:spLocks noGrp="1"/>
          </p:cNvSpPr>
          <p:nvPr>
            <p:ph type="title"/>
          </p:nvPr>
        </p:nvSpPr>
        <p:spPr>
          <a:xfrm>
            <a:off x="4983480" y="1798590"/>
            <a:ext cx="5440680" cy="618631"/>
          </a:xfrm>
        </p:spPr>
        <p:txBody>
          <a:bodyPr/>
          <a:lstStyle>
            <a:lvl1pPr algn="l">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4983480" y="2916936"/>
            <a:ext cx="5431536" cy="2517089"/>
          </a:xfrm>
        </p:spPr>
        <p:txBody>
          <a:bodyPr/>
          <a:lstStyle>
            <a:lvl1pPr marL="0" indent="0">
              <a:spcBef>
                <a:spcPts val="500"/>
              </a:spcBef>
              <a:spcAft>
                <a:spcPts val="500"/>
              </a:spcAft>
              <a:buClr>
                <a:schemeClr val="bg2"/>
              </a:buClr>
              <a:buSzPct val="100000"/>
              <a:buFontTx/>
              <a:buNone/>
              <a:defRPr sz="1200">
                <a:solidFill>
                  <a:schemeClr val="accent4"/>
                </a:solidFill>
              </a:defRPr>
            </a:lvl1pPr>
            <a:lvl2pPr marL="571500" indent="0">
              <a:spcBef>
                <a:spcPts val="500"/>
              </a:spcBef>
              <a:spcAft>
                <a:spcPts val="500"/>
              </a:spcAft>
              <a:buClr>
                <a:schemeClr val="bg2"/>
              </a:buClr>
              <a:buSzPct val="100000"/>
              <a:buFontTx/>
              <a:buNone/>
              <a:defRPr sz="1100">
                <a:solidFill>
                  <a:schemeClr val="accent4"/>
                </a:solidFill>
              </a:defRPr>
            </a:lvl2pPr>
            <a:lvl3pPr marL="1089025" indent="0">
              <a:spcBef>
                <a:spcPts val="500"/>
              </a:spcBef>
              <a:spcAft>
                <a:spcPts val="500"/>
              </a:spcAft>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0" y="2368296"/>
            <a:ext cx="5440680" cy="525463"/>
          </a:xfrm>
        </p:spPr>
        <p:txBody>
          <a:bodyPr/>
          <a:lstStyle>
            <a:lvl1pPr marL="0" indent="0" algn="l">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8986549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4" name="Picture 3" descr="A close up of a logo  Description automatically generated">
            <a:extLst>
              <a:ext uri="{FF2B5EF4-FFF2-40B4-BE49-F238E27FC236}">
                <a16:creationId xmlns:a16="http://schemas.microsoft.com/office/drawing/2014/main" id="{6302B7CA-37AE-4D42-BAAD-C239CA228AB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sp>
        <p:nvSpPr>
          <p:cNvPr id="3" name="Rectangle 2">
            <a:extLst>
              <a:ext uri="{FF2B5EF4-FFF2-40B4-BE49-F238E27FC236}">
                <a16:creationId xmlns:a16="http://schemas.microsoft.com/office/drawing/2014/main" id="{819C3478-F3FC-43D3-8979-A640004C8BB5}"/>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5720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C9D3D8-33FC-4EE7-AE65-7535FEAB06AA}"/>
              </a:ext>
            </a:extLst>
          </p:cNvPr>
          <p:cNvSpPr/>
          <p:nvPr/>
        </p:nvSpPr>
        <p:spPr>
          <a:xfrm>
            <a:off x="0" y="0"/>
            <a:ext cx="10727473" cy="565099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21208"/>
            <a:ext cx="9976104" cy="590931"/>
          </a:xfrm>
        </p:spPr>
        <p:txBody>
          <a:bodyPr/>
          <a:lstStyle>
            <a:lvl1pPr algn="ctr">
              <a:defRPr sz="2800">
                <a:solidFill>
                  <a:schemeClr val="bg1"/>
                </a:solidFill>
              </a:defRPr>
            </a:lvl1pPr>
          </a:lstStyle>
          <a:p>
            <a:r>
              <a:rPr lang="en-US"/>
              <a:t>Click to edit Master title style</a:t>
            </a:r>
            <a:endParaRPr lang="en-US" dirty="0"/>
          </a:p>
        </p:txBody>
      </p:sp>
      <p:sp>
        <p:nvSpPr>
          <p:cNvPr id="5" name="Rectangle 4">
            <a:extLst>
              <a:ext uri="{FF2B5EF4-FFF2-40B4-BE49-F238E27FC236}">
                <a16:creationId xmlns:a16="http://schemas.microsoft.com/office/drawing/2014/main" id="{C19A86DC-ECC5-45C7-BC2A-59676DA882AA}"/>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3020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Transition / Segu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3AE616-A526-467A-9354-356237D56F8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sp>
        <p:nvSpPr>
          <p:cNvPr id="2" name="Title 1"/>
          <p:cNvSpPr>
            <a:spLocks noGrp="1"/>
          </p:cNvSpPr>
          <p:nvPr>
            <p:ph type="title"/>
          </p:nvPr>
        </p:nvSpPr>
        <p:spPr>
          <a:xfrm>
            <a:off x="4974336" y="4224528"/>
            <a:ext cx="5376672" cy="1373939"/>
          </a:xfrm>
        </p:spPr>
        <p:txBody>
          <a:bodyPr anchor="b"/>
          <a:lstStyle>
            <a:lvl1pPr algn="ctr">
              <a:defRPr sz="34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8019748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Embargo Layou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5E518B9-8953-4D61-86EB-BF726D7CE198}"/>
              </a:ext>
            </a:extLst>
          </p:cNvPr>
          <p:cNvGrpSpPr/>
          <p:nvPr/>
        </p:nvGrpSpPr>
        <p:grpSpPr>
          <a:xfrm>
            <a:off x="-1327308" y="-404866"/>
            <a:ext cx="13626669" cy="6983326"/>
            <a:chOff x="-1327308" y="-404866"/>
            <a:chExt cx="13626669" cy="6983326"/>
          </a:xfrm>
        </p:grpSpPr>
        <p:sp>
          <p:nvSpPr>
            <p:cNvPr id="9" name="Rectangle 8">
              <a:extLst>
                <a:ext uri="{FF2B5EF4-FFF2-40B4-BE49-F238E27FC236}">
                  <a16:creationId xmlns:a16="http://schemas.microsoft.com/office/drawing/2014/main" id="{0486AA18-85AA-4ECF-BC7C-6CDDDFA8AED1}"/>
                </a:ext>
              </a:extLst>
            </p:cNvPr>
            <p:cNvSpPr/>
            <p:nvPr/>
          </p:nvSpPr>
          <p:spPr>
            <a:xfrm>
              <a:off x="0" y="0"/>
              <a:ext cx="10972800" cy="6172200"/>
            </a:xfrm>
            <a:prstGeom prst="rect">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16">
              <a:extLst>
                <a:ext uri="{FF2B5EF4-FFF2-40B4-BE49-F238E27FC236}">
                  <a16:creationId xmlns:a16="http://schemas.microsoft.com/office/drawing/2014/main" id="{779DBA0E-78FD-499D-B7C5-9610ED16A58F}"/>
                </a:ext>
              </a:extLst>
            </p:cNvPr>
            <p:cNvSpPr>
              <a:spLocks noEditPoints="1"/>
            </p:cNvSpPr>
            <p:nvPr/>
          </p:nvSpPr>
          <p:spPr bwMode="auto">
            <a:xfrm>
              <a:off x="26269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16">
              <a:extLst>
                <a:ext uri="{FF2B5EF4-FFF2-40B4-BE49-F238E27FC236}">
                  <a16:creationId xmlns:a16="http://schemas.microsoft.com/office/drawing/2014/main" id="{4856087B-5738-47BA-B257-0AE16578FE0D}"/>
                </a:ext>
              </a:extLst>
            </p:cNvPr>
            <p:cNvSpPr>
              <a:spLocks noEditPoints="1"/>
            </p:cNvSpPr>
            <p:nvPr/>
          </p:nvSpPr>
          <p:spPr bwMode="auto">
            <a:xfrm>
              <a:off x="61660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16">
              <a:extLst>
                <a:ext uri="{FF2B5EF4-FFF2-40B4-BE49-F238E27FC236}">
                  <a16:creationId xmlns:a16="http://schemas.microsoft.com/office/drawing/2014/main" id="{30EA3BC0-CA75-4A9F-844C-9DF7651395F9}"/>
                </a:ext>
              </a:extLst>
            </p:cNvPr>
            <p:cNvSpPr>
              <a:spLocks noEditPoints="1"/>
            </p:cNvSpPr>
            <p:nvPr/>
          </p:nvSpPr>
          <p:spPr bwMode="auto">
            <a:xfrm>
              <a:off x="97050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16">
              <a:extLst>
                <a:ext uri="{FF2B5EF4-FFF2-40B4-BE49-F238E27FC236}">
                  <a16:creationId xmlns:a16="http://schemas.microsoft.com/office/drawing/2014/main" id="{09D9D0DC-416F-4D02-AE51-DC94179FE30F}"/>
                </a:ext>
              </a:extLst>
            </p:cNvPr>
            <p:cNvSpPr>
              <a:spLocks noEditPoints="1"/>
            </p:cNvSpPr>
            <p:nvPr/>
          </p:nvSpPr>
          <p:spPr bwMode="auto">
            <a:xfrm>
              <a:off x="132441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16">
              <a:extLst>
                <a:ext uri="{FF2B5EF4-FFF2-40B4-BE49-F238E27FC236}">
                  <a16:creationId xmlns:a16="http://schemas.microsoft.com/office/drawing/2014/main" id="{B3F11494-DD54-4DA3-999D-60884617ABD4}"/>
                </a:ext>
              </a:extLst>
            </p:cNvPr>
            <p:cNvSpPr>
              <a:spLocks noEditPoints="1"/>
            </p:cNvSpPr>
            <p:nvPr/>
          </p:nvSpPr>
          <p:spPr bwMode="auto">
            <a:xfrm>
              <a:off x="167831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16">
              <a:extLst>
                <a:ext uri="{FF2B5EF4-FFF2-40B4-BE49-F238E27FC236}">
                  <a16:creationId xmlns:a16="http://schemas.microsoft.com/office/drawing/2014/main" id="{B8DA5A4A-C129-4A6A-8590-D776A55A56C4}"/>
                </a:ext>
              </a:extLst>
            </p:cNvPr>
            <p:cNvSpPr>
              <a:spLocks noEditPoints="1"/>
            </p:cNvSpPr>
            <p:nvPr/>
          </p:nvSpPr>
          <p:spPr bwMode="auto">
            <a:xfrm>
              <a:off x="203222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6">
              <a:extLst>
                <a:ext uri="{FF2B5EF4-FFF2-40B4-BE49-F238E27FC236}">
                  <a16:creationId xmlns:a16="http://schemas.microsoft.com/office/drawing/2014/main" id="{AA72853C-EBAC-4426-B8F7-4D7FF7CE7610}"/>
                </a:ext>
              </a:extLst>
            </p:cNvPr>
            <p:cNvSpPr>
              <a:spLocks noEditPoints="1"/>
            </p:cNvSpPr>
            <p:nvPr/>
          </p:nvSpPr>
          <p:spPr bwMode="auto">
            <a:xfrm>
              <a:off x="238613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16">
              <a:extLst>
                <a:ext uri="{FF2B5EF4-FFF2-40B4-BE49-F238E27FC236}">
                  <a16:creationId xmlns:a16="http://schemas.microsoft.com/office/drawing/2014/main" id="{0AA148D7-A843-4289-9E59-D4B56EBE964F}"/>
                </a:ext>
              </a:extLst>
            </p:cNvPr>
            <p:cNvSpPr>
              <a:spLocks noEditPoints="1"/>
            </p:cNvSpPr>
            <p:nvPr/>
          </p:nvSpPr>
          <p:spPr bwMode="auto">
            <a:xfrm>
              <a:off x="274003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16">
              <a:extLst>
                <a:ext uri="{FF2B5EF4-FFF2-40B4-BE49-F238E27FC236}">
                  <a16:creationId xmlns:a16="http://schemas.microsoft.com/office/drawing/2014/main" id="{3DFDAB2E-4FBE-4EA1-9068-98D2A1969CAD}"/>
                </a:ext>
              </a:extLst>
            </p:cNvPr>
            <p:cNvSpPr>
              <a:spLocks noEditPoints="1"/>
            </p:cNvSpPr>
            <p:nvPr/>
          </p:nvSpPr>
          <p:spPr bwMode="auto">
            <a:xfrm>
              <a:off x="309394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6">
              <a:extLst>
                <a:ext uri="{FF2B5EF4-FFF2-40B4-BE49-F238E27FC236}">
                  <a16:creationId xmlns:a16="http://schemas.microsoft.com/office/drawing/2014/main" id="{1CB7337C-1F1B-4024-8C1B-114529041011}"/>
                </a:ext>
              </a:extLst>
            </p:cNvPr>
            <p:cNvSpPr>
              <a:spLocks noEditPoints="1"/>
            </p:cNvSpPr>
            <p:nvPr/>
          </p:nvSpPr>
          <p:spPr bwMode="auto">
            <a:xfrm>
              <a:off x="344784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6">
              <a:extLst>
                <a:ext uri="{FF2B5EF4-FFF2-40B4-BE49-F238E27FC236}">
                  <a16:creationId xmlns:a16="http://schemas.microsoft.com/office/drawing/2014/main" id="{3AC71E65-025E-4CD8-9C62-5C672876AB2A}"/>
                </a:ext>
              </a:extLst>
            </p:cNvPr>
            <p:cNvSpPr>
              <a:spLocks noEditPoints="1"/>
            </p:cNvSpPr>
            <p:nvPr/>
          </p:nvSpPr>
          <p:spPr bwMode="auto">
            <a:xfrm>
              <a:off x="380175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16">
              <a:extLst>
                <a:ext uri="{FF2B5EF4-FFF2-40B4-BE49-F238E27FC236}">
                  <a16:creationId xmlns:a16="http://schemas.microsoft.com/office/drawing/2014/main" id="{CC69994B-2A96-4E6B-90E0-7C6012E4388B}"/>
                </a:ext>
              </a:extLst>
            </p:cNvPr>
            <p:cNvSpPr>
              <a:spLocks noEditPoints="1"/>
            </p:cNvSpPr>
            <p:nvPr/>
          </p:nvSpPr>
          <p:spPr bwMode="auto">
            <a:xfrm>
              <a:off x="415566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16">
              <a:extLst>
                <a:ext uri="{FF2B5EF4-FFF2-40B4-BE49-F238E27FC236}">
                  <a16:creationId xmlns:a16="http://schemas.microsoft.com/office/drawing/2014/main" id="{95DA46AF-2C01-438F-ABE1-131B508F707C}"/>
                </a:ext>
              </a:extLst>
            </p:cNvPr>
            <p:cNvSpPr>
              <a:spLocks noEditPoints="1"/>
            </p:cNvSpPr>
            <p:nvPr/>
          </p:nvSpPr>
          <p:spPr bwMode="auto">
            <a:xfrm>
              <a:off x="450956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16">
              <a:extLst>
                <a:ext uri="{FF2B5EF4-FFF2-40B4-BE49-F238E27FC236}">
                  <a16:creationId xmlns:a16="http://schemas.microsoft.com/office/drawing/2014/main" id="{AD1F7F7D-46C6-41FC-9A05-60CDDDABC9B8}"/>
                </a:ext>
              </a:extLst>
            </p:cNvPr>
            <p:cNvSpPr>
              <a:spLocks noEditPoints="1"/>
            </p:cNvSpPr>
            <p:nvPr/>
          </p:nvSpPr>
          <p:spPr bwMode="auto">
            <a:xfrm>
              <a:off x="486347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16">
              <a:extLst>
                <a:ext uri="{FF2B5EF4-FFF2-40B4-BE49-F238E27FC236}">
                  <a16:creationId xmlns:a16="http://schemas.microsoft.com/office/drawing/2014/main" id="{E6044945-DD35-4A1F-B666-67B79DB3B9E2}"/>
                </a:ext>
              </a:extLst>
            </p:cNvPr>
            <p:cNvSpPr>
              <a:spLocks noEditPoints="1"/>
            </p:cNvSpPr>
            <p:nvPr/>
          </p:nvSpPr>
          <p:spPr bwMode="auto">
            <a:xfrm>
              <a:off x="521737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16">
              <a:extLst>
                <a:ext uri="{FF2B5EF4-FFF2-40B4-BE49-F238E27FC236}">
                  <a16:creationId xmlns:a16="http://schemas.microsoft.com/office/drawing/2014/main" id="{B6707B12-7E15-44BA-A75C-D231A0BD9DDF}"/>
                </a:ext>
              </a:extLst>
            </p:cNvPr>
            <p:cNvSpPr>
              <a:spLocks noEditPoints="1"/>
            </p:cNvSpPr>
            <p:nvPr/>
          </p:nvSpPr>
          <p:spPr bwMode="auto">
            <a:xfrm>
              <a:off x="557128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16">
              <a:extLst>
                <a:ext uri="{FF2B5EF4-FFF2-40B4-BE49-F238E27FC236}">
                  <a16:creationId xmlns:a16="http://schemas.microsoft.com/office/drawing/2014/main" id="{C9CA6F74-E612-4E07-826D-3714EA654BEB}"/>
                </a:ext>
              </a:extLst>
            </p:cNvPr>
            <p:cNvSpPr>
              <a:spLocks noEditPoints="1"/>
            </p:cNvSpPr>
            <p:nvPr/>
          </p:nvSpPr>
          <p:spPr bwMode="auto">
            <a:xfrm>
              <a:off x="592519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16">
              <a:extLst>
                <a:ext uri="{FF2B5EF4-FFF2-40B4-BE49-F238E27FC236}">
                  <a16:creationId xmlns:a16="http://schemas.microsoft.com/office/drawing/2014/main" id="{9C232950-AF88-4D8C-98A2-58E2906C02B8}"/>
                </a:ext>
              </a:extLst>
            </p:cNvPr>
            <p:cNvSpPr>
              <a:spLocks noEditPoints="1"/>
            </p:cNvSpPr>
            <p:nvPr/>
          </p:nvSpPr>
          <p:spPr bwMode="auto">
            <a:xfrm>
              <a:off x="627909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16">
              <a:extLst>
                <a:ext uri="{FF2B5EF4-FFF2-40B4-BE49-F238E27FC236}">
                  <a16:creationId xmlns:a16="http://schemas.microsoft.com/office/drawing/2014/main" id="{577A18B0-195A-44F8-8045-DEE9F4805CFE}"/>
                </a:ext>
              </a:extLst>
            </p:cNvPr>
            <p:cNvSpPr>
              <a:spLocks noEditPoints="1"/>
            </p:cNvSpPr>
            <p:nvPr/>
          </p:nvSpPr>
          <p:spPr bwMode="auto">
            <a:xfrm>
              <a:off x="663300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16">
              <a:extLst>
                <a:ext uri="{FF2B5EF4-FFF2-40B4-BE49-F238E27FC236}">
                  <a16:creationId xmlns:a16="http://schemas.microsoft.com/office/drawing/2014/main" id="{C57DA582-5E40-4087-915C-A8AFB763CE7F}"/>
                </a:ext>
              </a:extLst>
            </p:cNvPr>
            <p:cNvSpPr>
              <a:spLocks noEditPoints="1"/>
            </p:cNvSpPr>
            <p:nvPr/>
          </p:nvSpPr>
          <p:spPr bwMode="auto">
            <a:xfrm>
              <a:off x="698690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16">
              <a:extLst>
                <a:ext uri="{FF2B5EF4-FFF2-40B4-BE49-F238E27FC236}">
                  <a16:creationId xmlns:a16="http://schemas.microsoft.com/office/drawing/2014/main" id="{6B9446B2-AA95-41F1-8CE9-9C293FF2FFB9}"/>
                </a:ext>
              </a:extLst>
            </p:cNvPr>
            <p:cNvSpPr>
              <a:spLocks noEditPoints="1"/>
            </p:cNvSpPr>
            <p:nvPr/>
          </p:nvSpPr>
          <p:spPr bwMode="auto">
            <a:xfrm>
              <a:off x="734081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16">
              <a:extLst>
                <a:ext uri="{FF2B5EF4-FFF2-40B4-BE49-F238E27FC236}">
                  <a16:creationId xmlns:a16="http://schemas.microsoft.com/office/drawing/2014/main" id="{09C2F6DB-63BE-4BEF-BD50-8E85A06AF348}"/>
                </a:ext>
              </a:extLst>
            </p:cNvPr>
            <p:cNvSpPr>
              <a:spLocks noEditPoints="1"/>
            </p:cNvSpPr>
            <p:nvPr/>
          </p:nvSpPr>
          <p:spPr bwMode="auto">
            <a:xfrm>
              <a:off x="769472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6">
              <a:extLst>
                <a:ext uri="{FF2B5EF4-FFF2-40B4-BE49-F238E27FC236}">
                  <a16:creationId xmlns:a16="http://schemas.microsoft.com/office/drawing/2014/main" id="{AB269B44-FFE3-44F5-9547-2D6656916371}"/>
                </a:ext>
              </a:extLst>
            </p:cNvPr>
            <p:cNvSpPr>
              <a:spLocks noEditPoints="1"/>
            </p:cNvSpPr>
            <p:nvPr/>
          </p:nvSpPr>
          <p:spPr bwMode="auto">
            <a:xfrm>
              <a:off x="804862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D7B33E0B-D54D-4AD0-93EB-2D85D95AA705}"/>
                </a:ext>
              </a:extLst>
            </p:cNvPr>
            <p:cNvSpPr>
              <a:spLocks noEditPoints="1"/>
            </p:cNvSpPr>
            <p:nvPr/>
          </p:nvSpPr>
          <p:spPr bwMode="auto">
            <a:xfrm>
              <a:off x="840253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6">
              <a:extLst>
                <a:ext uri="{FF2B5EF4-FFF2-40B4-BE49-F238E27FC236}">
                  <a16:creationId xmlns:a16="http://schemas.microsoft.com/office/drawing/2014/main" id="{C82CDED5-DC3C-4291-8FB5-4FBECACC0932}"/>
                </a:ext>
              </a:extLst>
            </p:cNvPr>
            <p:cNvSpPr>
              <a:spLocks noEditPoints="1"/>
            </p:cNvSpPr>
            <p:nvPr/>
          </p:nvSpPr>
          <p:spPr bwMode="auto">
            <a:xfrm>
              <a:off x="875643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16">
              <a:extLst>
                <a:ext uri="{FF2B5EF4-FFF2-40B4-BE49-F238E27FC236}">
                  <a16:creationId xmlns:a16="http://schemas.microsoft.com/office/drawing/2014/main" id="{38B0CFAC-4CC8-4BD7-9602-D3F62B41114E}"/>
                </a:ext>
              </a:extLst>
            </p:cNvPr>
            <p:cNvSpPr>
              <a:spLocks noEditPoints="1"/>
            </p:cNvSpPr>
            <p:nvPr/>
          </p:nvSpPr>
          <p:spPr bwMode="auto">
            <a:xfrm>
              <a:off x="911034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16">
              <a:extLst>
                <a:ext uri="{FF2B5EF4-FFF2-40B4-BE49-F238E27FC236}">
                  <a16:creationId xmlns:a16="http://schemas.microsoft.com/office/drawing/2014/main" id="{9D7BB7E2-49CE-405B-BBC3-0D3235E735E9}"/>
                </a:ext>
              </a:extLst>
            </p:cNvPr>
            <p:cNvSpPr>
              <a:spLocks noEditPoints="1"/>
            </p:cNvSpPr>
            <p:nvPr/>
          </p:nvSpPr>
          <p:spPr bwMode="auto">
            <a:xfrm>
              <a:off x="946425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16">
              <a:extLst>
                <a:ext uri="{FF2B5EF4-FFF2-40B4-BE49-F238E27FC236}">
                  <a16:creationId xmlns:a16="http://schemas.microsoft.com/office/drawing/2014/main" id="{D724979D-D321-46A4-8BFB-4BE56A78EDC3}"/>
                </a:ext>
              </a:extLst>
            </p:cNvPr>
            <p:cNvSpPr>
              <a:spLocks noEditPoints="1"/>
            </p:cNvSpPr>
            <p:nvPr/>
          </p:nvSpPr>
          <p:spPr bwMode="auto">
            <a:xfrm>
              <a:off x="981815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16">
              <a:extLst>
                <a:ext uri="{FF2B5EF4-FFF2-40B4-BE49-F238E27FC236}">
                  <a16:creationId xmlns:a16="http://schemas.microsoft.com/office/drawing/2014/main" id="{A90ECEE1-1C0E-48A4-8212-4FDF80E34007}"/>
                </a:ext>
              </a:extLst>
            </p:cNvPr>
            <p:cNvSpPr>
              <a:spLocks noEditPoints="1"/>
            </p:cNvSpPr>
            <p:nvPr/>
          </p:nvSpPr>
          <p:spPr bwMode="auto">
            <a:xfrm>
              <a:off x="1017206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16">
              <a:extLst>
                <a:ext uri="{FF2B5EF4-FFF2-40B4-BE49-F238E27FC236}">
                  <a16:creationId xmlns:a16="http://schemas.microsoft.com/office/drawing/2014/main" id="{6A4F312E-AC0E-438F-85DE-734894B59F55}"/>
                </a:ext>
              </a:extLst>
            </p:cNvPr>
            <p:cNvSpPr>
              <a:spLocks noEditPoints="1"/>
            </p:cNvSpPr>
            <p:nvPr/>
          </p:nvSpPr>
          <p:spPr bwMode="auto">
            <a:xfrm>
              <a:off x="1052596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16">
              <a:extLst>
                <a:ext uri="{FF2B5EF4-FFF2-40B4-BE49-F238E27FC236}">
                  <a16:creationId xmlns:a16="http://schemas.microsoft.com/office/drawing/2014/main" id="{1143C46B-BB0E-42E1-91DB-CF7866DEF0A7}"/>
                </a:ext>
              </a:extLst>
            </p:cNvPr>
            <p:cNvSpPr>
              <a:spLocks noEditPoints="1"/>
            </p:cNvSpPr>
            <p:nvPr/>
          </p:nvSpPr>
          <p:spPr bwMode="auto">
            <a:xfrm>
              <a:off x="10879862"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16">
              <a:extLst>
                <a:ext uri="{FF2B5EF4-FFF2-40B4-BE49-F238E27FC236}">
                  <a16:creationId xmlns:a16="http://schemas.microsoft.com/office/drawing/2014/main" id="{8789D5ED-08F4-45B7-96D5-9DB37E826F7A}"/>
                </a:ext>
              </a:extLst>
            </p:cNvPr>
            <p:cNvSpPr>
              <a:spLocks noEditPoints="1"/>
            </p:cNvSpPr>
            <p:nvPr/>
          </p:nvSpPr>
          <p:spPr bwMode="auto">
            <a:xfrm>
              <a:off x="-9121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16">
              <a:extLst>
                <a:ext uri="{FF2B5EF4-FFF2-40B4-BE49-F238E27FC236}">
                  <a16:creationId xmlns:a16="http://schemas.microsoft.com/office/drawing/2014/main" id="{C71D4383-262D-49BE-8F2A-35EABE4CA514}"/>
                </a:ext>
              </a:extLst>
            </p:cNvPr>
            <p:cNvSpPr>
              <a:spLocks noEditPoints="1"/>
            </p:cNvSpPr>
            <p:nvPr/>
          </p:nvSpPr>
          <p:spPr bwMode="auto">
            <a:xfrm>
              <a:off x="26269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6">
              <a:extLst>
                <a:ext uri="{FF2B5EF4-FFF2-40B4-BE49-F238E27FC236}">
                  <a16:creationId xmlns:a16="http://schemas.microsoft.com/office/drawing/2014/main" id="{B2D051A4-B41D-49C5-BCBA-B200CE92746B}"/>
                </a:ext>
              </a:extLst>
            </p:cNvPr>
            <p:cNvSpPr>
              <a:spLocks noEditPoints="1"/>
            </p:cNvSpPr>
            <p:nvPr/>
          </p:nvSpPr>
          <p:spPr bwMode="auto">
            <a:xfrm>
              <a:off x="61660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16">
              <a:extLst>
                <a:ext uri="{FF2B5EF4-FFF2-40B4-BE49-F238E27FC236}">
                  <a16:creationId xmlns:a16="http://schemas.microsoft.com/office/drawing/2014/main" id="{EA204CAE-8CAD-4182-AFDF-6D71A5318AFE}"/>
                </a:ext>
              </a:extLst>
            </p:cNvPr>
            <p:cNvSpPr>
              <a:spLocks noEditPoints="1"/>
            </p:cNvSpPr>
            <p:nvPr/>
          </p:nvSpPr>
          <p:spPr bwMode="auto">
            <a:xfrm>
              <a:off x="97050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16">
              <a:extLst>
                <a:ext uri="{FF2B5EF4-FFF2-40B4-BE49-F238E27FC236}">
                  <a16:creationId xmlns:a16="http://schemas.microsoft.com/office/drawing/2014/main" id="{F2D419D0-1198-497F-8FCB-0E4E01ABEB55}"/>
                </a:ext>
              </a:extLst>
            </p:cNvPr>
            <p:cNvSpPr>
              <a:spLocks noEditPoints="1"/>
            </p:cNvSpPr>
            <p:nvPr/>
          </p:nvSpPr>
          <p:spPr bwMode="auto">
            <a:xfrm>
              <a:off x="132441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6">
              <a:extLst>
                <a:ext uri="{FF2B5EF4-FFF2-40B4-BE49-F238E27FC236}">
                  <a16:creationId xmlns:a16="http://schemas.microsoft.com/office/drawing/2014/main" id="{42DA3B58-E508-46A3-B351-BFD7A44A3407}"/>
                </a:ext>
              </a:extLst>
            </p:cNvPr>
            <p:cNvSpPr>
              <a:spLocks noEditPoints="1"/>
            </p:cNvSpPr>
            <p:nvPr/>
          </p:nvSpPr>
          <p:spPr bwMode="auto">
            <a:xfrm>
              <a:off x="167831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16">
              <a:extLst>
                <a:ext uri="{FF2B5EF4-FFF2-40B4-BE49-F238E27FC236}">
                  <a16:creationId xmlns:a16="http://schemas.microsoft.com/office/drawing/2014/main" id="{E56F4597-4576-4F1D-9E8B-57D61B7AF97B}"/>
                </a:ext>
              </a:extLst>
            </p:cNvPr>
            <p:cNvSpPr>
              <a:spLocks noEditPoints="1"/>
            </p:cNvSpPr>
            <p:nvPr/>
          </p:nvSpPr>
          <p:spPr bwMode="auto">
            <a:xfrm>
              <a:off x="203222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16">
              <a:extLst>
                <a:ext uri="{FF2B5EF4-FFF2-40B4-BE49-F238E27FC236}">
                  <a16:creationId xmlns:a16="http://schemas.microsoft.com/office/drawing/2014/main" id="{C16A7CB5-E8F5-43EC-B4DA-8367563CBA22}"/>
                </a:ext>
              </a:extLst>
            </p:cNvPr>
            <p:cNvSpPr>
              <a:spLocks noEditPoints="1"/>
            </p:cNvSpPr>
            <p:nvPr/>
          </p:nvSpPr>
          <p:spPr bwMode="auto">
            <a:xfrm>
              <a:off x="238613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16">
              <a:extLst>
                <a:ext uri="{FF2B5EF4-FFF2-40B4-BE49-F238E27FC236}">
                  <a16:creationId xmlns:a16="http://schemas.microsoft.com/office/drawing/2014/main" id="{B63EEF7E-F8C7-40A7-9EC5-7A2377B3E9AD}"/>
                </a:ext>
              </a:extLst>
            </p:cNvPr>
            <p:cNvSpPr>
              <a:spLocks noEditPoints="1"/>
            </p:cNvSpPr>
            <p:nvPr/>
          </p:nvSpPr>
          <p:spPr bwMode="auto">
            <a:xfrm>
              <a:off x="274003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6">
              <a:extLst>
                <a:ext uri="{FF2B5EF4-FFF2-40B4-BE49-F238E27FC236}">
                  <a16:creationId xmlns:a16="http://schemas.microsoft.com/office/drawing/2014/main" id="{18561612-6FBC-464D-9063-754B5DF158DD}"/>
                </a:ext>
              </a:extLst>
            </p:cNvPr>
            <p:cNvSpPr>
              <a:spLocks noEditPoints="1"/>
            </p:cNvSpPr>
            <p:nvPr/>
          </p:nvSpPr>
          <p:spPr bwMode="auto">
            <a:xfrm>
              <a:off x="309394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6">
              <a:extLst>
                <a:ext uri="{FF2B5EF4-FFF2-40B4-BE49-F238E27FC236}">
                  <a16:creationId xmlns:a16="http://schemas.microsoft.com/office/drawing/2014/main" id="{9FB80B49-CDD0-491F-B397-AF746CB74515}"/>
                </a:ext>
              </a:extLst>
            </p:cNvPr>
            <p:cNvSpPr>
              <a:spLocks noEditPoints="1"/>
            </p:cNvSpPr>
            <p:nvPr/>
          </p:nvSpPr>
          <p:spPr bwMode="auto">
            <a:xfrm>
              <a:off x="344784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6">
              <a:extLst>
                <a:ext uri="{FF2B5EF4-FFF2-40B4-BE49-F238E27FC236}">
                  <a16:creationId xmlns:a16="http://schemas.microsoft.com/office/drawing/2014/main" id="{F04631F3-C493-4A64-AAFD-4686A560F6A4}"/>
                </a:ext>
              </a:extLst>
            </p:cNvPr>
            <p:cNvSpPr>
              <a:spLocks noEditPoints="1"/>
            </p:cNvSpPr>
            <p:nvPr/>
          </p:nvSpPr>
          <p:spPr bwMode="auto">
            <a:xfrm>
              <a:off x="380175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16">
              <a:extLst>
                <a:ext uri="{FF2B5EF4-FFF2-40B4-BE49-F238E27FC236}">
                  <a16:creationId xmlns:a16="http://schemas.microsoft.com/office/drawing/2014/main" id="{A457E3A0-7D3B-4D8D-909F-FA0F06B944BC}"/>
                </a:ext>
              </a:extLst>
            </p:cNvPr>
            <p:cNvSpPr>
              <a:spLocks noEditPoints="1"/>
            </p:cNvSpPr>
            <p:nvPr/>
          </p:nvSpPr>
          <p:spPr bwMode="auto">
            <a:xfrm>
              <a:off x="415566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16">
              <a:extLst>
                <a:ext uri="{FF2B5EF4-FFF2-40B4-BE49-F238E27FC236}">
                  <a16:creationId xmlns:a16="http://schemas.microsoft.com/office/drawing/2014/main" id="{D8E8EADD-8531-47CC-A9F2-A5B20F7DA151}"/>
                </a:ext>
              </a:extLst>
            </p:cNvPr>
            <p:cNvSpPr>
              <a:spLocks noEditPoints="1"/>
            </p:cNvSpPr>
            <p:nvPr/>
          </p:nvSpPr>
          <p:spPr bwMode="auto">
            <a:xfrm>
              <a:off x="450956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16">
              <a:extLst>
                <a:ext uri="{FF2B5EF4-FFF2-40B4-BE49-F238E27FC236}">
                  <a16:creationId xmlns:a16="http://schemas.microsoft.com/office/drawing/2014/main" id="{24D2EADF-B7B9-4986-AEDB-A2D41F636C1C}"/>
                </a:ext>
              </a:extLst>
            </p:cNvPr>
            <p:cNvSpPr>
              <a:spLocks noEditPoints="1"/>
            </p:cNvSpPr>
            <p:nvPr/>
          </p:nvSpPr>
          <p:spPr bwMode="auto">
            <a:xfrm>
              <a:off x="486347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16">
              <a:extLst>
                <a:ext uri="{FF2B5EF4-FFF2-40B4-BE49-F238E27FC236}">
                  <a16:creationId xmlns:a16="http://schemas.microsoft.com/office/drawing/2014/main" id="{0683D26A-EB07-4380-8914-B6AECFE4BF3D}"/>
                </a:ext>
              </a:extLst>
            </p:cNvPr>
            <p:cNvSpPr>
              <a:spLocks noEditPoints="1"/>
            </p:cNvSpPr>
            <p:nvPr/>
          </p:nvSpPr>
          <p:spPr bwMode="auto">
            <a:xfrm>
              <a:off x="521737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16">
              <a:extLst>
                <a:ext uri="{FF2B5EF4-FFF2-40B4-BE49-F238E27FC236}">
                  <a16:creationId xmlns:a16="http://schemas.microsoft.com/office/drawing/2014/main" id="{78C3AD2F-A184-4332-ADCE-E7FEDE7BA62B}"/>
                </a:ext>
              </a:extLst>
            </p:cNvPr>
            <p:cNvSpPr>
              <a:spLocks noEditPoints="1"/>
            </p:cNvSpPr>
            <p:nvPr/>
          </p:nvSpPr>
          <p:spPr bwMode="auto">
            <a:xfrm>
              <a:off x="557128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16">
              <a:extLst>
                <a:ext uri="{FF2B5EF4-FFF2-40B4-BE49-F238E27FC236}">
                  <a16:creationId xmlns:a16="http://schemas.microsoft.com/office/drawing/2014/main" id="{01ACBB54-13C8-4052-B203-3996848511D8}"/>
                </a:ext>
              </a:extLst>
            </p:cNvPr>
            <p:cNvSpPr>
              <a:spLocks noEditPoints="1"/>
            </p:cNvSpPr>
            <p:nvPr/>
          </p:nvSpPr>
          <p:spPr bwMode="auto">
            <a:xfrm>
              <a:off x="592519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6">
              <a:extLst>
                <a:ext uri="{FF2B5EF4-FFF2-40B4-BE49-F238E27FC236}">
                  <a16:creationId xmlns:a16="http://schemas.microsoft.com/office/drawing/2014/main" id="{892B4C18-A783-475D-8EEF-F11FBA1A3271}"/>
                </a:ext>
              </a:extLst>
            </p:cNvPr>
            <p:cNvSpPr>
              <a:spLocks noEditPoints="1"/>
            </p:cNvSpPr>
            <p:nvPr/>
          </p:nvSpPr>
          <p:spPr bwMode="auto">
            <a:xfrm>
              <a:off x="627909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6">
              <a:extLst>
                <a:ext uri="{FF2B5EF4-FFF2-40B4-BE49-F238E27FC236}">
                  <a16:creationId xmlns:a16="http://schemas.microsoft.com/office/drawing/2014/main" id="{A62353FE-8604-486E-9560-78C474AC8F4C}"/>
                </a:ext>
              </a:extLst>
            </p:cNvPr>
            <p:cNvSpPr>
              <a:spLocks noEditPoints="1"/>
            </p:cNvSpPr>
            <p:nvPr/>
          </p:nvSpPr>
          <p:spPr bwMode="auto">
            <a:xfrm>
              <a:off x="663300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16">
              <a:extLst>
                <a:ext uri="{FF2B5EF4-FFF2-40B4-BE49-F238E27FC236}">
                  <a16:creationId xmlns:a16="http://schemas.microsoft.com/office/drawing/2014/main" id="{4A5FC7DA-BB86-43EB-AC23-48D1752A6A68}"/>
                </a:ext>
              </a:extLst>
            </p:cNvPr>
            <p:cNvSpPr>
              <a:spLocks noEditPoints="1"/>
            </p:cNvSpPr>
            <p:nvPr/>
          </p:nvSpPr>
          <p:spPr bwMode="auto">
            <a:xfrm>
              <a:off x="698690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16">
              <a:extLst>
                <a:ext uri="{FF2B5EF4-FFF2-40B4-BE49-F238E27FC236}">
                  <a16:creationId xmlns:a16="http://schemas.microsoft.com/office/drawing/2014/main" id="{57B12D9F-3BBD-4FAF-A8AB-5C3268032924}"/>
                </a:ext>
              </a:extLst>
            </p:cNvPr>
            <p:cNvSpPr>
              <a:spLocks noEditPoints="1"/>
            </p:cNvSpPr>
            <p:nvPr/>
          </p:nvSpPr>
          <p:spPr bwMode="auto">
            <a:xfrm>
              <a:off x="734081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16">
              <a:extLst>
                <a:ext uri="{FF2B5EF4-FFF2-40B4-BE49-F238E27FC236}">
                  <a16:creationId xmlns:a16="http://schemas.microsoft.com/office/drawing/2014/main" id="{B7B50CA6-941B-4F77-891D-BA2C28D0CABB}"/>
                </a:ext>
              </a:extLst>
            </p:cNvPr>
            <p:cNvSpPr>
              <a:spLocks noEditPoints="1"/>
            </p:cNvSpPr>
            <p:nvPr/>
          </p:nvSpPr>
          <p:spPr bwMode="auto">
            <a:xfrm>
              <a:off x="769472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16">
              <a:extLst>
                <a:ext uri="{FF2B5EF4-FFF2-40B4-BE49-F238E27FC236}">
                  <a16:creationId xmlns:a16="http://schemas.microsoft.com/office/drawing/2014/main" id="{0194FC04-B2A1-4C52-B275-3D32DD41DDB9}"/>
                </a:ext>
              </a:extLst>
            </p:cNvPr>
            <p:cNvSpPr>
              <a:spLocks noEditPoints="1"/>
            </p:cNvSpPr>
            <p:nvPr/>
          </p:nvSpPr>
          <p:spPr bwMode="auto">
            <a:xfrm>
              <a:off x="804862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16">
              <a:extLst>
                <a:ext uri="{FF2B5EF4-FFF2-40B4-BE49-F238E27FC236}">
                  <a16:creationId xmlns:a16="http://schemas.microsoft.com/office/drawing/2014/main" id="{3055B924-F529-4C4C-A7F1-F0D1B50A73A8}"/>
                </a:ext>
              </a:extLst>
            </p:cNvPr>
            <p:cNvSpPr>
              <a:spLocks noEditPoints="1"/>
            </p:cNvSpPr>
            <p:nvPr/>
          </p:nvSpPr>
          <p:spPr bwMode="auto">
            <a:xfrm>
              <a:off x="840253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16">
              <a:extLst>
                <a:ext uri="{FF2B5EF4-FFF2-40B4-BE49-F238E27FC236}">
                  <a16:creationId xmlns:a16="http://schemas.microsoft.com/office/drawing/2014/main" id="{1DCBE022-831C-4DEF-8567-F73AB476C6EB}"/>
                </a:ext>
              </a:extLst>
            </p:cNvPr>
            <p:cNvSpPr>
              <a:spLocks noEditPoints="1"/>
            </p:cNvSpPr>
            <p:nvPr/>
          </p:nvSpPr>
          <p:spPr bwMode="auto">
            <a:xfrm>
              <a:off x="875643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16">
              <a:extLst>
                <a:ext uri="{FF2B5EF4-FFF2-40B4-BE49-F238E27FC236}">
                  <a16:creationId xmlns:a16="http://schemas.microsoft.com/office/drawing/2014/main" id="{4677A0E0-1BE9-4AD9-8081-3970B6DE7614}"/>
                </a:ext>
              </a:extLst>
            </p:cNvPr>
            <p:cNvSpPr>
              <a:spLocks noEditPoints="1"/>
            </p:cNvSpPr>
            <p:nvPr/>
          </p:nvSpPr>
          <p:spPr bwMode="auto">
            <a:xfrm>
              <a:off x="911034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16">
              <a:extLst>
                <a:ext uri="{FF2B5EF4-FFF2-40B4-BE49-F238E27FC236}">
                  <a16:creationId xmlns:a16="http://schemas.microsoft.com/office/drawing/2014/main" id="{5056D7AA-7E9E-4019-92DE-9258C7BADCAC}"/>
                </a:ext>
              </a:extLst>
            </p:cNvPr>
            <p:cNvSpPr>
              <a:spLocks noEditPoints="1"/>
            </p:cNvSpPr>
            <p:nvPr/>
          </p:nvSpPr>
          <p:spPr bwMode="auto">
            <a:xfrm>
              <a:off x="946425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16">
              <a:extLst>
                <a:ext uri="{FF2B5EF4-FFF2-40B4-BE49-F238E27FC236}">
                  <a16:creationId xmlns:a16="http://schemas.microsoft.com/office/drawing/2014/main" id="{B52F2FF3-8B1D-4A44-8280-D43163EC0C72}"/>
                </a:ext>
              </a:extLst>
            </p:cNvPr>
            <p:cNvSpPr>
              <a:spLocks noEditPoints="1"/>
            </p:cNvSpPr>
            <p:nvPr/>
          </p:nvSpPr>
          <p:spPr bwMode="auto">
            <a:xfrm>
              <a:off x="981815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16">
              <a:extLst>
                <a:ext uri="{FF2B5EF4-FFF2-40B4-BE49-F238E27FC236}">
                  <a16:creationId xmlns:a16="http://schemas.microsoft.com/office/drawing/2014/main" id="{8B2B15A4-341E-44E2-AA50-1BF44E938792}"/>
                </a:ext>
              </a:extLst>
            </p:cNvPr>
            <p:cNvSpPr>
              <a:spLocks noEditPoints="1"/>
            </p:cNvSpPr>
            <p:nvPr/>
          </p:nvSpPr>
          <p:spPr bwMode="auto">
            <a:xfrm>
              <a:off x="1017206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16">
              <a:extLst>
                <a:ext uri="{FF2B5EF4-FFF2-40B4-BE49-F238E27FC236}">
                  <a16:creationId xmlns:a16="http://schemas.microsoft.com/office/drawing/2014/main" id="{ACC84E38-6617-4E04-B995-881604F99C4A}"/>
                </a:ext>
              </a:extLst>
            </p:cNvPr>
            <p:cNvSpPr>
              <a:spLocks noEditPoints="1"/>
            </p:cNvSpPr>
            <p:nvPr/>
          </p:nvSpPr>
          <p:spPr bwMode="auto">
            <a:xfrm>
              <a:off x="1052596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16">
              <a:extLst>
                <a:ext uri="{FF2B5EF4-FFF2-40B4-BE49-F238E27FC236}">
                  <a16:creationId xmlns:a16="http://schemas.microsoft.com/office/drawing/2014/main" id="{C6B285A5-12A2-48AF-893D-59830166139E}"/>
                </a:ext>
              </a:extLst>
            </p:cNvPr>
            <p:cNvSpPr>
              <a:spLocks noEditPoints="1"/>
            </p:cNvSpPr>
            <p:nvPr/>
          </p:nvSpPr>
          <p:spPr bwMode="auto">
            <a:xfrm>
              <a:off x="10879862"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16">
              <a:extLst>
                <a:ext uri="{FF2B5EF4-FFF2-40B4-BE49-F238E27FC236}">
                  <a16:creationId xmlns:a16="http://schemas.microsoft.com/office/drawing/2014/main" id="{47084835-C1A6-434A-A2AB-3E7DA4267BA8}"/>
                </a:ext>
              </a:extLst>
            </p:cNvPr>
            <p:cNvSpPr>
              <a:spLocks noEditPoints="1"/>
            </p:cNvSpPr>
            <p:nvPr/>
          </p:nvSpPr>
          <p:spPr bwMode="auto">
            <a:xfrm>
              <a:off x="-9121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16">
              <a:extLst>
                <a:ext uri="{FF2B5EF4-FFF2-40B4-BE49-F238E27FC236}">
                  <a16:creationId xmlns:a16="http://schemas.microsoft.com/office/drawing/2014/main" id="{82D26294-EE4F-4381-8B0F-4CE7F3A1A32F}"/>
                </a:ext>
              </a:extLst>
            </p:cNvPr>
            <p:cNvSpPr>
              <a:spLocks noEditPoints="1"/>
            </p:cNvSpPr>
            <p:nvPr/>
          </p:nvSpPr>
          <p:spPr bwMode="auto">
            <a:xfrm>
              <a:off x="26269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16">
              <a:extLst>
                <a:ext uri="{FF2B5EF4-FFF2-40B4-BE49-F238E27FC236}">
                  <a16:creationId xmlns:a16="http://schemas.microsoft.com/office/drawing/2014/main" id="{B1EE9A53-A80E-4B20-9E04-100060C781A7}"/>
                </a:ext>
              </a:extLst>
            </p:cNvPr>
            <p:cNvSpPr>
              <a:spLocks noEditPoints="1"/>
            </p:cNvSpPr>
            <p:nvPr/>
          </p:nvSpPr>
          <p:spPr bwMode="auto">
            <a:xfrm>
              <a:off x="61660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16">
              <a:extLst>
                <a:ext uri="{FF2B5EF4-FFF2-40B4-BE49-F238E27FC236}">
                  <a16:creationId xmlns:a16="http://schemas.microsoft.com/office/drawing/2014/main" id="{C3C136FE-F981-49F6-8875-8AD586CA8527}"/>
                </a:ext>
              </a:extLst>
            </p:cNvPr>
            <p:cNvSpPr>
              <a:spLocks noEditPoints="1"/>
            </p:cNvSpPr>
            <p:nvPr/>
          </p:nvSpPr>
          <p:spPr bwMode="auto">
            <a:xfrm>
              <a:off x="97050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16">
              <a:extLst>
                <a:ext uri="{FF2B5EF4-FFF2-40B4-BE49-F238E27FC236}">
                  <a16:creationId xmlns:a16="http://schemas.microsoft.com/office/drawing/2014/main" id="{FC84C1D9-DA95-4BF6-A71F-86DC6A2FA963}"/>
                </a:ext>
              </a:extLst>
            </p:cNvPr>
            <p:cNvSpPr>
              <a:spLocks noEditPoints="1"/>
            </p:cNvSpPr>
            <p:nvPr/>
          </p:nvSpPr>
          <p:spPr bwMode="auto">
            <a:xfrm>
              <a:off x="132441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16">
              <a:extLst>
                <a:ext uri="{FF2B5EF4-FFF2-40B4-BE49-F238E27FC236}">
                  <a16:creationId xmlns:a16="http://schemas.microsoft.com/office/drawing/2014/main" id="{EC336BD7-D0E5-4907-BEDB-AA01C56DDA7F}"/>
                </a:ext>
              </a:extLst>
            </p:cNvPr>
            <p:cNvSpPr>
              <a:spLocks noEditPoints="1"/>
            </p:cNvSpPr>
            <p:nvPr/>
          </p:nvSpPr>
          <p:spPr bwMode="auto">
            <a:xfrm>
              <a:off x="167831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BAAF41C9-7EAA-475D-83F2-1253B7055B29}"/>
                </a:ext>
              </a:extLst>
            </p:cNvPr>
            <p:cNvSpPr>
              <a:spLocks noEditPoints="1"/>
            </p:cNvSpPr>
            <p:nvPr/>
          </p:nvSpPr>
          <p:spPr bwMode="auto">
            <a:xfrm>
              <a:off x="203222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16">
              <a:extLst>
                <a:ext uri="{FF2B5EF4-FFF2-40B4-BE49-F238E27FC236}">
                  <a16:creationId xmlns:a16="http://schemas.microsoft.com/office/drawing/2014/main" id="{C4C84E12-C6BC-4AF0-9151-76A20D031CF8}"/>
                </a:ext>
              </a:extLst>
            </p:cNvPr>
            <p:cNvSpPr>
              <a:spLocks noEditPoints="1"/>
            </p:cNvSpPr>
            <p:nvPr/>
          </p:nvSpPr>
          <p:spPr bwMode="auto">
            <a:xfrm>
              <a:off x="238613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16">
              <a:extLst>
                <a:ext uri="{FF2B5EF4-FFF2-40B4-BE49-F238E27FC236}">
                  <a16:creationId xmlns:a16="http://schemas.microsoft.com/office/drawing/2014/main" id="{98FB1073-101D-401C-B499-E80B2DCCDB48}"/>
                </a:ext>
              </a:extLst>
            </p:cNvPr>
            <p:cNvSpPr>
              <a:spLocks noEditPoints="1"/>
            </p:cNvSpPr>
            <p:nvPr/>
          </p:nvSpPr>
          <p:spPr bwMode="auto">
            <a:xfrm>
              <a:off x="274003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16">
              <a:extLst>
                <a:ext uri="{FF2B5EF4-FFF2-40B4-BE49-F238E27FC236}">
                  <a16:creationId xmlns:a16="http://schemas.microsoft.com/office/drawing/2014/main" id="{3E52FE15-A88E-4B8E-B23B-7E8107531242}"/>
                </a:ext>
              </a:extLst>
            </p:cNvPr>
            <p:cNvSpPr>
              <a:spLocks noEditPoints="1"/>
            </p:cNvSpPr>
            <p:nvPr/>
          </p:nvSpPr>
          <p:spPr bwMode="auto">
            <a:xfrm>
              <a:off x="309394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16">
              <a:extLst>
                <a:ext uri="{FF2B5EF4-FFF2-40B4-BE49-F238E27FC236}">
                  <a16:creationId xmlns:a16="http://schemas.microsoft.com/office/drawing/2014/main" id="{E83FECA9-6276-4B79-96AD-84BED6F80D9C}"/>
                </a:ext>
              </a:extLst>
            </p:cNvPr>
            <p:cNvSpPr>
              <a:spLocks noEditPoints="1"/>
            </p:cNvSpPr>
            <p:nvPr/>
          </p:nvSpPr>
          <p:spPr bwMode="auto">
            <a:xfrm>
              <a:off x="344784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Freeform 16">
              <a:extLst>
                <a:ext uri="{FF2B5EF4-FFF2-40B4-BE49-F238E27FC236}">
                  <a16:creationId xmlns:a16="http://schemas.microsoft.com/office/drawing/2014/main" id="{B18137A3-C9B0-4C35-8A20-53EC5864E5B3}"/>
                </a:ext>
              </a:extLst>
            </p:cNvPr>
            <p:cNvSpPr>
              <a:spLocks noEditPoints="1"/>
            </p:cNvSpPr>
            <p:nvPr/>
          </p:nvSpPr>
          <p:spPr bwMode="auto">
            <a:xfrm>
              <a:off x="380175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16">
              <a:extLst>
                <a:ext uri="{FF2B5EF4-FFF2-40B4-BE49-F238E27FC236}">
                  <a16:creationId xmlns:a16="http://schemas.microsoft.com/office/drawing/2014/main" id="{52DE848A-E413-47C4-8173-DB2CA8EEA35D}"/>
                </a:ext>
              </a:extLst>
            </p:cNvPr>
            <p:cNvSpPr>
              <a:spLocks noEditPoints="1"/>
            </p:cNvSpPr>
            <p:nvPr/>
          </p:nvSpPr>
          <p:spPr bwMode="auto">
            <a:xfrm>
              <a:off x="415566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16">
              <a:extLst>
                <a:ext uri="{FF2B5EF4-FFF2-40B4-BE49-F238E27FC236}">
                  <a16:creationId xmlns:a16="http://schemas.microsoft.com/office/drawing/2014/main" id="{14D3DEFF-25FB-44EA-876C-8BD7E213C17B}"/>
                </a:ext>
              </a:extLst>
            </p:cNvPr>
            <p:cNvSpPr>
              <a:spLocks noEditPoints="1"/>
            </p:cNvSpPr>
            <p:nvPr/>
          </p:nvSpPr>
          <p:spPr bwMode="auto">
            <a:xfrm>
              <a:off x="450956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16">
              <a:extLst>
                <a:ext uri="{FF2B5EF4-FFF2-40B4-BE49-F238E27FC236}">
                  <a16:creationId xmlns:a16="http://schemas.microsoft.com/office/drawing/2014/main" id="{F8DD5E7B-8D6A-46DF-B7B8-0A96095CA77F}"/>
                </a:ext>
              </a:extLst>
            </p:cNvPr>
            <p:cNvSpPr>
              <a:spLocks noEditPoints="1"/>
            </p:cNvSpPr>
            <p:nvPr/>
          </p:nvSpPr>
          <p:spPr bwMode="auto">
            <a:xfrm>
              <a:off x="486347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16">
              <a:extLst>
                <a:ext uri="{FF2B5EF4-FFF2-40B4-BE49-F238E27FC236}">
                  <a16:creationId xmlns:a16="http://schemas.microsoft.com/office/drawing/2014/main" id="{140EA7A3-E20E-49A8-B7DF-746F09BE226C}"/>
                </a:ext>
              </a:extLst>
            </p:cNvPr>
            <p:cNvSpPr>
              <a:spLocks noEditPoints="1"/>
            </p:cNvSpPr>
            <p:nvPr/>
          </p:nvSpPr>
          <p:spPr bwMode="auto">
            <a:xfrm>
              <a:off x="521737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16">
              <a:extLst>
                <a:ext uri="{FF2B5EF4-FFF2-40B4-BE49-F238E27FC236}">
                  <a16:creationId xmlns:a16="http://schemas.microsoft.com/office/drawing/2014/main" id="{A30FB1C7-E929-4CCD-BEC9-3D5F967B88FD}"/>
                </a:ext>
              </a:extLst>
            </p:cNvPr>
            <p:cNvSpPr>
              <a:spLocks noEditPoints="1"/>
            </p:cNvSpPr>
            <p:nvPr/>
          </p:nvSpPr>
          <p:spPr bwMode="auto">
            <a:xfrm>
              <a:off x="557128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16">
              <a:extLst>
                <a:ext uri="{FF2B5EF4-FFF2-40B4-BE49-F238E27FC236}">
                  <a16:creationId xmlns:a16="http://schemas.microsoft.com/office/drawing/2014/main" id="{106589F0-5AFE-476A-B71B-0A4F47482894}"/>
                </a:ext>
              </a:extLst>
            </p:cNvPr>
            <p:cNvSpPr>
              <a:spLocks noEditPoints="1"/>
            </p:cNvSpPr>
            <p:nvPr/>
          </p:nvSpPr>
          <p:spPr bwMode="auto">
            <a:xfrm>
              <a:off x="592519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16">
              <a:extLst>
                <a:ext uri="{FF2B5EF4-FFF2-40B4-BE49-F238E27FC236}">
                  <a16:creationId xmlns:a16="http://schemas.microsoft.com/office/drawing/2014/main" id="{852272BE-007F-4591-87D4-4C058623A4E7}"/>
                </a:ext>
              </a:extLst>
            </p:cNvPr>
            <p:cNvSpPr>
              <a:spLocks noEditPoints="1"/>
            </p:cNvSpPr>
            <p:nvPr/>
          </p:nvSpPr>
          <p:spPr bwMode="auto">
            <a:xfrm>
              <a:off x="627909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16">
              <a:extLst>
                <a:ext uri="{FF2B5EF4-FFF2-40B4-BE49-F238E27FC236}">
                  <a16:creationId xmlns:a16="http://schemas.microsoft.com/office/drawing/2014/main" id="{2D5A05AC-D4E7-4583-9D07-33F99E8EE145}"/>
                </a:ext>
              </a:extLst>
            </p:cNvPr>
            <p:cNvSpPr>
              <a:spLocks noEditPoints="1"/>
            </p:cNvSpPr>
            <p:nvPr/>
          </p:nvSpPr>
          <p:spPr bwMode="auto">
            <a:xfrm>
              <a:off x="663300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16">
              <a:extLst>
                <a:ext uri="{FF2B5EF4-FFF2-40B4-BE49-F238E27FC236}">
                  <a16:creationId xmlns:a16="http://schemas.microsoft.com/office/drawing/2014/main" id="{FA87D9B9-82A6-4511-B55E-096518071AEC}"/>
                </a:ext>
              </a:extLst>
            </p:cNvPr>
            <p:cNvSpPr>
              <a:spLocks noEditPoints="1"/>
            </p:cNvSpPr>
            <p:nvPr/>
          </p:nvSpPr>
          <p:spPr bwMode="auto">
            <a:xfrm>
              <a:off x="698690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16">
              <a:extLst>
                <a:ext uri="{FF2B5EF4-FFF2-40B4-BE49-F238E27FC236}">
                  <a16:creationId xmlns:a16="http://schemas.microsoft.com/office/drawing/2014/main" id="{82686F07-3802-48D8-BD5E-CF63B4EBB3CC}"/>
                </a:ext>
              </a:extLst>
            </p:cNvPr>
            <p:cNvSpPr>
              <a:spLocks noEditPoints="1"/>
            </p:cNvSpPr>
            <p:nvPr/>
          </p:nvSpPr>
          <p:spPr bwMode="auto">
            <a:xfrm>
              <a:off x="734081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16">
              <a:extLst>
                <a:ext uri="{FF2B5EF4-FFF2-40B4-BE49-F238E27FC236}">
                  <a16:creationId xmlns:a16="http://schemas.microsoft.com/office/drawing/2014/main" id="{F1444EAF-3866-48AD-95F7-91B593B79534}"/>
                </a:ext>
              </a:extLst>
            </p:cNvPr>
            <p:cNvSpPr>
              <a:spLocks noEditPoints="1"/>
            </p:cNvSpPr>
            <p:nvPr/>
          </p:nvSpPr>
          <p:spPr bwMode="auto">
            <a:xfrm>
              <a:off x="769472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6" name="Freeform 16">
              <a:extLst>
                <a:ext uri="{FF2B5EF4-FFF2-40B4-BE49-F238E27FC236}">
                  <a16:creationId xmlns:a16="http://schemas.microsoft.com/office/drawing/2014/main" id="{938A681C-25A3-449B-A881-F76613FC964B}"/>
                </a:ext>
              </a:extLst>
            </p:cNvPr>
            <p:cNvSpPr>
              <a:spLocks noEditPoints="1"/>
            </p:cNvSpPr>
            <p:nvPr/>
          </p:nvSpPr>
          <p:spPr bwMode="auto">
            <a:xfrm>
              <a:off x="804862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16">
              <a:extLst>
                <a:ext uri="{FF2B5EF4-FFF2-40B4-BE49-F238E27FC236}">
                  <a16:creationId xmlns:a16="http://schemas.microsoft.com/office/drawing/2014/main" id="{98089678-D463-4C4A-9D1A-1FC1390E4B1C}"/>
                </a:ext>
              </a:extLst>
            </p:cNvPr>
            <p:cNvSpPr>
              <a:spLocks noEditPoints="1"/>
            </p:cNvSpPr>
            <p:nvPr/>
          </p:nvSpPr>
          <p:spPr bwMode="auto">
            <a:xfrm>
              <a:off x="840253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16">
              <a:extLst>
                <a:ext uri="{FF2B5EF4-FFF2-40B4-BE49-F238E27FC236}">
                  <a16:creationId xmlns:a16="http://schemas.microsoft.com/office/drawing/2014/main" id="{045CD8C6-72C7-424E-8145-FCCA8DA12450}"/>
                </a:ext>
              </a:extLst>
            </p:cNvPr>
            <p:cNvSpPr>
              <a:spLocks noEditPoints="1"/>
            </p:cNvSpPr>
            <p:nvPr/>
          </p:nvSpPr>
          <p:spPr bwMode="auto">
            <a:xfrm>
              <a:off x="875643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16">
              <a:extLst>
                <a:ext uri="{FF2B5EF4-FFF2-40B4-BE49-F238E27FC236}">
                  <a16:creationId xmlns:a16="http://schemas.microsoft.com/office/drawing/2014/main" id="{BCBD54C4-E64F-46E5-B0A1-0FBF34779AA3}"/>
                </a:ext>
              </a:extLst>
            </p:cNvPr>
            <p:cNvSpPr>
              <a:spLocks noEditPoints="1"/>
            </p:cNvSpPr>
            <p:nvPr/>
          </p:nvSpPr>
          <p:spPr bwMode="auto">
            <a:xfrm>
              <a:off x="911034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16">
              <a:extLst>
                <a:ext uri="{FF2B5EF4-FFF2-40B4-BE49-F238E27FC236}">
                  <a16:creationId xmlns:a16="http://schemas.microsoft.com/office/drawing/2014/main" id="{B158F302-8B95-435F-8FB0-83556B22F47D}"/>
                </a:ext>
              </a:extLst>
            </p:cNvPr>
            <p:cNvSpPr>
              <a:spLocks noEditPoints="1"/>
            </p:cNvSpPr>
            <p:nvPr/>
          </p:nvSpPr>
          <p:spPr bwMode="auto">
            <a:xfrm>
              <a:off x="946425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1" name="Freeform 16">
              <a:extLst>
                <a:ext uri="{FF2B5EF4-FFF2-40B4-BE49-F238E27FC236}">
                  <a16:creationId xmlns:a16="http://schemas.microsoft.com/office/drawing/2014/main" id="{169E18F6-73D6-442E-8CB4-23C90D727B13}"/>
                </a:ext>
              </a:extLst>
            </p:cNvPr>
            <p:cNvSpPr>
              <a:spLocks noEditPoints="1"/>
            </p:cNvSpPr>
            <p:nvPr/>
          </p:nvSpPr>
          <p:spPr bwMode="auto">
            <a:xfrm>
              <a:off x="981815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16">
              <a:extLst>
                <a:ext uri="{FF2B5EF4-FFF2-40B4-BE49-F238E27FC236}">
                  <a16:creationId xmlns:a16="http://schemas.microsoft.com/office/drawing/2014/main" id="{ABAC07F3-4764-4532-A67C-B8DDA82C539E}"/>
                </a:ext>
              </a:extLst>
            </p:cNvPr>
            <p:cNvSpPr>
              <a:spLocks noEditPoints="1"/>
            </p:cNvSpPr>
            <p:nvPr/>
          </p:nvSpPr>
          <p:spPr bwMode="auto">
            <a:xfrm>
              <a:off x="1017206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16">
              <a:extLst>
                <a:ext uri="{FF2B5EF4-FFF2-40B4-BE49-F238E27FC236}">
                  <a16:creationId xmlns:a16="http://schemas.microsoft.com/office/drawing/2014/main" id="{3EE3A1D8-3AAF-4FAE-91BD-EE716E1E52EC}"/>
                </a:ext>
              </a:extLst>
            </p:cNvPr>
            <p:cNvSpPr>
              <a:spLocks noEditPoints="1"/>
            </p:cNvSpPr>
            <p:nvPr/>
          </p:nvSpPr>
          <p:spPr bwMode="auto">
            <a:xfrm>
              <a:off x="1052596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4" name="Freeform 16">
              <a:extLst>
                <a:ext uri="{FF2B5EF4-FFF2-40B4-BE49-F238E27FC236}">
                  <a16:creationId xmlns:a16="http://schemas.microsoft.com/office/drawing/2014/main" id="{78F80FF2-18C9-4DE9-8D2D-648C6F957059}"/>
                </a:ext>
              </a:extLst>
            </p:cNvPr>
            <p:cNvSpPr>
              <a:spLocks noEditPoints="1"/>
            </p:cNvSpPr>
            <p:nvPr/>
          </p:nvSpPr>
          <p:spPr bwMode="auto">
            <a:xfrm>
              <a:off x="10879862"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5" name="Freeform 16">
              <a:extLst>
                <a:ext uri="{FF2B5EF4-FFF2-40B4-BE49-F238E27FC236}">
                  <a16:creationId xmlns:a16="http://schemas.microsoft.com/office/drawing/2014/main" id="{E9B1FC89-6E1D-463F-B7E4-4F62397C5092}"/>
                </a:ext>
              </a:extLst>
            </p:cNvPr>
            <p:cNvSpPr>
              <a:spLocks noEditPoints="1"/>
            </p:cNvSpPr>
            <p:nvPr/>
          </p:nvSpPr>
          <p:spPr bwMode="auto">
            <a:xfrm>
              <a:off x="-9121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16">
              <a:extLst>
                <a:ext uri="{FF2B5EF4-FFF2-40B4-BE49-F238E27FC236}">
                  <a16:creationId xmlns:a16="http://schemas.microsoft.com/office/drawing/2014/main" id="{1504CF42-A3AD-43AF-BC77-F4293F782154}"/>
                </a:ext>
              </a:extLst>
            </p:cNvPr>
            <p:cNvSpPr>
              <a:spLocks noEditPoints="1"/>
            </p:cNvSpPr>
            <p:nvPr/>
          </p:nvSpPr>
          <p:spPr bwMode="auto">
            <a:xfrm>
              <a:off x="26269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16">
              <a:extLst>
                <a:ext uri="{FF2B5EF4-FFF2-40B4-BE49-F238E27FC236}">
                  <a16:creationId xmlns:a16="http://schemas.microsoft.com/office/drawing/2014/main" id="{F0742A4B-B722-474E-833A-AF064D3CD9E5}"/>
                </a:ext>
              </a:extLst>
            </p:cNvPr>
            <p:cNvSpPr>
              <a:spLocks noEditPoints="1"/>
            </p:cNvSpPr>
            <p:nvPr/>
          </p:nvSpPr>
          <p:spPr bwMode="auto">
            <a:xfrm>
              <a:off x="61660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8" name="Freeform 16">
              <a:extLst>
                <a:ext uri="{FF2B5EF4-FFF2-40B4-BE49-F238E27FC236}">
                  <a16:creationId xmlns:a16="http://schemas.microsoft.com/office/drawing/2014/main" id="{56AB6434-0B69-41B7-841E-1A9ECDA5F2EF}"/>
                </a:ext>
              </a:extLst>
            </p:cNvPr>
            <p:cNvSpPr>
              <a:spLocks noEditPoints="1"/>
            </p:cNvSpPr>
            <p:nvPr/>
          </p:nvSpPr>
          <p:spPr bwMode="auto">
            <a:xfrm>
              <a:off x="97050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9" name="Freeform 16">
              <a:extLst>
                <a:ext uri="{FF2B5EF4-FFF2-40B4-BE49-F238E27FC236}">
                  <a16:creationId xmlns:a16="http://schemas.microsoft.com/office/drawing/2014/main" id="{409BE632-16FF-4B4D-93DE-08E52DEE5ACA}"/>
                </a:ext>
              </a:extLst>
            </p:cNvPr>
            <p:cNvSpPr>
              <a:spLocks noEditPoints="1"/>
            </p:cNvSpPr>
            <p:nvPr/>
          </p:nvSpPr>
          <p:spPr bwMode="auto">
            <a:xfrm>
              <a:off x="132441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0" name="Freeform 16">
              <a:extLst>
                <a:ext uri="{FF2B5EF4-FFF2-40B4-BE49-F238E27FC236}">
                  <a16:creationId xmlns:a16="http://schemas.microsoft.com/office/drawing/2014/main" id="{F6D1D24A-DEFB-4B95-9E28-5334F985B979}"/>
                </a:ext>
              </a:extLst>
            </p:cNvPr>
            <p:cNvSpPr>
              <a:spLocks noEditPoints="1"/>
            </p:cNvSpPr>
            <p:nvPr/>
          </p:nvSpPr>
          <p:spPr bwMode="auto">
            <a:xfrm>
              <a:off x="167831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16">
              <a:extLst>
                <a:ext uri="{FF2B5EF4-FFF2-40B4-BE49-F238E27FC236}">
                  <a16:creationId xmlns:a16="http://schemas.microsoft.com/office/drawing/2014/main" id="{4D490E6F-B375-40F3-B24C-E712E32AFAF5}"/>
                </a:ext>
              </a:extLst>
            </p:cNvPr>
            <p:cNvSpPr>
              <a:spLocks noEditPoints="1"/>
            </p:cNvSpPr>
            <p:nvPr/>
          </p:nvSpPr>
          <p:spPr bwMode="auto">
            <a:xfrm>
              <a:off x="203222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16">
              <a:extLst>
                <a:ext uri="{FF2B5EF4-FFF2-40B4-BE49-F238E27FC236}">
                  <a16:creationId xmlns:a16="http://schemas.microsoft.com/office/drawing/2014/main" id="{B1156AD0-A975-4D2C-B96A-5C2D1D5006E1}"/>
                </a:ext>
              </a:extLst>
            </p:cNvPr>
            <p:cNvSpPr>
              <a:spLocks noEditPoints="1"/>
            </p:cNvSpPr>
            <p:nvPr/>
          </p:nvSpPr>
          <p:spPr bwMode="auto">
            <a:xfrm>
              <a:off x="238613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16">
              <a:extLst>
                <a:ext uri="{FF2B5EF4-FFF2-40B4-BE49-F238E27FC236}">
                  <a16:creationId xmlns:a16="http://schemas.microsoft.com/office/drawing/2014/main" id="{8C5C7092-27B9-46A8-A5CB-88DDD889D6D9}"/>
                </a:ext>
              </a:extLst>
            </p:cNvPr>
            <p:cNvSpPr>
              <a:spLocks noEditPoints="1"/>
            </p:cNvSpPr>
            <p:nvPr/>
          </p:nvSpPr>
          <p:spPr bwMode="auto">
            <a:xfrm>
              <a:off x="274003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16">
              <a:extLst>
                <a:ext uri="{FF2B5EF4-FFF2-40B4-BE49-F238E27FC236}">
                  <a16:creationId xmlns:a16="http://schemas.microsoft.com/office/drawing/2014/main" id="{BF4DD3C7-5444-4AE1-8656-CFEA1F9643A2}"/>
                </a:ext>
              </a:extLst>
            </p:cNvPr>
            <p:cNvSpPr>
              <a:spLocks noEditPoints="1"/>
            </p:cNvSpPr>
            <p:nvPr/>
          </p:nvSpPr>
          <p:spPr bwMode="auto">
            <a:xfrm>
              <a:off x="309394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5" name="Freeform 16">
              <a:extLst>
                <a:ext uri="{FF2B5EF4-FFF2-40B4-BE49-F238E27FC236}">
                  <a16:creationId xmlns:a16="http://schemas.microsoft.com/office/drawing/2014/main" id="{D467BF95-5ED3-4FD4-83F5-8070D7EE77D9}"/>
                </a:ext>
              </a:extLst>
            </p:cNvPr>
            <p:cNvSpPr>
              <a:spLocks noEditPoints="1"/>
            </p:cNvSpPr>
            <p:nvPr/>
          </p:nvSpPr>
          <p:spPr bwMode="auto">
            <a:xfrm>
              <a:off x="344784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16">
              <a:extLst>
                <a:ext uri="{FF2B5EF4-FFF2-40B4-BE49-F238E27FC236}">
                  <a16:creationId xmlns:a16="http://schemas.microsoft.com/office/drawing/2014/main" id="{CDB313B9-C607-49FC-BC0F-4BDDB157AFF6}"/>
                </a:ext>
              </a:extLst>
            </p:cNvPr>
            <p:cNvSpPr>
              <a:spLocks noEditPoints="1"/>
            </p:cNvSpPr>
            <p:nvPr/>
          </p:nvSpPr>
          <p:spPr bwMode="auto">
            <a:xfrm>
              <a:off x="380175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7" name="Freeform 16">
              <a:extLst>
                <a:ext uri="{FF2B5EF4-FFF2-40B4-BE49-F238E27FC236}">
                  <a16:creationId xmlns:a16="http://schemas.microsoft.com/office/drawing/2014/main" id="{23871273-FB35-489A-824B-B8913F9CC456}"/>
                </a:ext>
              </a:extLst>
            </p:cNvPr>
            <p:cNvSpPr>
              <a:spLocks noEditPoints="1"/>
            </p:cNvSpPr>
            <p:nvPr/>
          </p:nvSpPr>
          <p:spPr bwMode="auto">
            <a:xfrm>
              <a:off x="415566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8" name="Freeform 16">
              <a:extLst>
                <a:ext uri="{FF2B5EF4-FFF2-40B4-BE49-F238E27FC236}">
                  <a16:creationId xmlns:a16="http://schemas.microsoft.com/office/drawing/2014/main" id="{6C17C940-E405-42C7-95FF-4654386A8961}"/>
                </a:ext>
              </a:extLst>
            </p:cNvPr>
            <p:cNvSpPr>
              <a:spLocks noEditPoints="1"/>
            </p:cNvSpPr>
            <p:nvPr/>
          </p:nvSpPr>
          <p:spPr bwMode="auto">
            <a:xfrm>
              <a:off x="450956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16">
              <a:extLst>
                <a:ext uri="{FF2B5EF4-FFF2-40B4-BE49-F238E27FC236}">
                  <a16:creationId xmlns:a16="http://schemas.microsoft.com/office/drawing/2014/main" id="{F26C33C6-2F43-40B4-BB2D-1DD906A22803}"/>
                </a:ext>
              </a:extLst>
            </p:cNvPr>
            <p:cNvSpPr>
              <a:spLocks noEditPoints="1"/>
            </p:cNvSpPr>
            <p:nvPr/>
          </p:nvSpPr>
          <p:spPr bwMode="auto">
            <a:xfrm>
              <a:off x="486347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16">
              <a:extLst>
                <a:ext uri="{FF2B5EF4-FFF2-40B4-BE49-F238E27FC236}">
                  <a16:creationId xmlns:a16="http://schemas.microsoft.com/office/drawing/2014/main" id="{4AF169A6-6482-40AF-85D0-0743C46622D2}"/>
                </a:ext>
              </a:extLst>
            </p:cNvPr>
            <p:cNvSpPr>
              <a:spLocks noEditPoints="1"/>
            </p:cNvSpPr>
            <p:nvPr/>
          </p:nvSpPr>
          <p:spPr bwMode="auto">
            <a:xfrm>
              <a:off x="521737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16">
              <a:extLst>
                <a:ext uri="{FF2B5EF4-FFF2-40B4-BE49-F238E27FC236}">
                  <a16:creationId xmlns:a16="http://schemas.microsoft.com/office/drawing/2014/main" id="{E0513C84-01AF-4A9C-9822-98303318D0FD}"/>
                </a:ext>
              </a:extLst>
            </p:cNvPr>
            <p:cNvSpPr>
              <a:spLocks noEditPoints="1"/>
            </p:cNvSpPr>
            <p:nvPr/>
          </p:nvSpPr>
          <p:spPr bwMode="auto">
            <a:xfrm>
              <a:off x="557128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2" name="Freeform 16">
              <a:extLst>
                <a:ext uri="{FF2B5EF4-FFF2-40B4-BE49-F238E27FC236}">
                  <a16:creationId xmlns:a16="http://schemas.microsoft.com/office/drawing/2014/main" id="{BC2CD672-1D59-47B2-8BA3-8F1F5D7E660C}"/>
                </a:ext>
              </a:extLst>
            </p:cNvPr>
            <p:cNvSpPr>
              <a:spLocks noEditPoints="1"/>
            </p:cNvSpPr>
            <p:nvPr/>
          </p:nvSpPr>
          <p:spPr bwMode="auto">
            <a:xfrm>
              <a:off x="592519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3" name="Freeform 16">
              <a:extLst>
                <a:ext uri="{FF2B5EF4-FFF2-40B4-BE49-F238E27FC236}">
                  <a16:creationId xmlns:a16="http://schemas.microsoft.com/office/drawing/2014/main" id="{5CF49A84-7902-40A6-A48F-B657DB995EB9}"/>
                </a:ext>
              </a:extLst>
            </p:cNvPr>
            <p:cNvSpPr>
              <a:spLocks noEditPoints="1"/>
            </p:cNvSpPr>
            <p:nvPr/>
          </p:nvSpPr>
          <p:spPr bwMode="auto">
            <a:xfrm>
              <a:off x="627909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4" name="Freeform 16">
              <a:extLst>
                <a:ext uri="{FF2B5EF4-FFF2-40B4-BE49-F238E27FC236}">
                  <a16:creationId xmlns:a16="http://schemas.microsoft.com/office/drawing/2014/main" id="{0413E21A-6735-49F7-84A0-262341ED4348}"/>
                </a:ext>
              </a:extLst>
            </p:cNvPr>
            <p:cNvSpPr>
              <a:spLocks noEditPoints="1"/>
            </p:cNvSpPr>
            <p:nvPr/>
          </p:nvSpPr>
          <p:spPr bwMode="auto">
            <a:xfrm>
              <a:off x="663300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5" name="Freeform 16">
              <a:extLst>
                <a:ext uri="{FF2B5EF4-FFF2-40B4-BE49-F238E27FC236}">
                  <a16:creationId xmlns:a16="http://schemas.microsoft.com/office/drawing/2014/main" id="{B3515FD2-D67D-4964-A1C7-366A2381E295}"/>
                </a:ext>
              </a:extLst>
            </p:cNvPr>
            <p:cNvSpPr>
              <a:spLocks noEditPoints="1"/>
            </p:cNvSpPr>
            <p:nvPr/>
          </p:nvSpPr>
          <p:spPr bwMode="auto">
            <a:xfrm>
              <a:off x="698690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6" name="Freeform 16">
              <a:extLst>
                <a:ext uri="{FF2B5EF4-FFF2-40B4-BE49-F238E27FC236}">
                  <a16:creationId xmlns:a16="http://schemas.microsoft.com/office/drawing/2014/main" id="{988F666F-A0C2-4684-BAAE-BF79FEBCB153}"/>
                </a:ext>
              </a:extLst>
            </p:cNvPr>
            <p:cNvSpPr>
              <a:spLocks noEditPoints="1"/>
            </p:cNvSpPr>
            <p:nvPr/>
          </p:nvSpPr>
          <p:spPr bwMode="auto">
            <a:xfrm>
              <a:off x="734081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7" name="Freeform 16">
              <a:extLst>
                <a:ext uri="{FF2B5EF4-FFF2-40B4-BE49-F238E27FC236}">
                  <a16:creationId xmlns:a16="http://schemas.microsoft.com/office/drawing/2014/main" id="{D64D2D99-CFE5-40EB-81E4-E29105359993}"/>
                </a:ext>
              </a:extLst>
            </p:cNvPr>
            <p:cNvSpPr>
              <a:spLocks noEditPoints="1"/>
            </p:cNvSpPr>
            <p:nvPr/>
          </p:nvSpPr>
          <p:spPr bwMode="auto">
            <a:xfrm>
              <a:off x="769472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8" name="Freeform 16">
              <a:extLst>
                <a:ext uri="{FF2B5EF4-FFF2-40B4-BE49-F238E27FC236}">
                  <a16:creationId xmlns:a16="http://schemas.microsoft.com/office/drawing/2014/main" id="{6F1D8EC0-2F8B-4B55-829F-5D11897D2E63}"/>
                </a:ext>
              </a:extLst>
            </p:cNvPr>
            <p:cNvSpPr>
              <a:spLocks noEditPoints="1"/>
            </p:cNvSpPr>
            <p:nvPr/>
          </p:nvSpPr>
          <p:spPr bwMode="auto">
            <a:xfrm>
              <a:off x="804862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16">
              <a:extLst>
                <a:ext uri="{FF2B5EF4-FFF2-40B4-BE49-F238E27FC236}">
                  <a16:creationId xmlns:a16="http://schemas.microsoft.com/office/drawing/2014/main" id="{7612A0CC-BF09-49BF-BA72-D8A716237830}"/>
                </a:ext>
              </a:extLst>
            </p:cNvPr>
            <p:cNvSpPr>
              <a:spLocks noEditPoints="1"/>
            </p:cNvSpPr>
            <p:nvPr/>
          </p:nvSpPr>
          <p:spPr bwMode="auto">
            <a:xfrm>
              <a:off x="840253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0" name="Freeform 16">
              <a:extLst>
                <a:ext uri="{FF2B5EF4-FFF2-40B4-BE49-F238E27FC236}">
                  <a16:creationId xmlns:a16="http://schemas.microsoft.com/office/drawing/2014/main" id="{5834C3D7-D7F3-46F0-95B2-22E7990457B3}"/>
                </a:ext>
              </a:extLst>
            </p:cNvPr>
            <p:cNvSpPr>
              <a:spLocks noEditPoints="1"/>
            </p:cNvSpPr>
            <p:nvPr/>
          </p:nvSpPr>
          <p:spPr bwMode="auto">
            <a:xfrm>
              <a:off x="875643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1" name="Freeform 16">
              <a:extLst>
                <a:ext uri="{FF2B5EF4-FFF2-40B4-BE49-F238E27FC236}">
                  <a16:creationId xmlns:a16="http://schemas.microsoft.com/office/drawing/2014/main" id="{FD9ABA39-4B6C-4C7A-BFF6-C9192C33F513}"/>
                </a:ext>
              </a:extLst>
            </p:cNvPr>
            <p:cNvSpPr>
              <a:spLocks noEditPoints="1"/>
            </p:cNvSpPr>
            <p:nvPr/>
          </p:nvSpPr>
          <p:spPr bwMode="auto">
            <a:xfrm>
              <a:off x="911034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16">
              <a:extLst>
                <a:ext uri="{FF2B5EF4-FFF2-40B4-BE49-F238E27FC236}">
                  <a16:creationId xmlns:a16="http://schemas.microsoft.com/office/drawing/2014/main" id="{7A304270-705C-435B-A170-7613148DB7AE}"/>
                </a:ext>
              </a:extLst>
            </p:cNvPr>
            <p:cNvSpPr>
              <a:spLocks noEditPoints="1"/>
            </p:cNvSpPr>
            <p:nvPr/>
          </p:nvSpPr>
          <p:spPr bwMode="auto">
            <a:xfrm>
              <a:off x="946425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16">
              <a:extLst>
                <a:ext uri="{FF2B5EF4-FFF2-40B4-BE49-F238E27FC236}">
                  <a16:creationId xmlns:a16="http://schemas.microsoft.com/office/drawing/2014/main" id="{78BD2E8E-0F2A-497D-A0F8-D0D05765BA64}"/>
                </a:ext>
              </a:extLst>
            </p:cNvPr>
            <p:cNvSpPr>
              <a:spLocks noEditPoints="1"/>
            </p:cNvSpPr>
            <p:nvPr/>
          </p:nvSpPr>
          <p:spPr bwMode="auto">
            <a:xfrm>
              <a:off x="981815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4" name="Freeform 16">
              <a:extLst>
                <a:ext uri="{FF2B5EF4-FFF2-40B4-BE49-F238E27FC236}">
                  <a16:creationId xmlns:a16="http://schemas.microsoft.com/office/drawing/2014/main" id="{F8691056-2A9C-4EAE-898B-E8C145A3A09E}"/>
                </a:ext>
              </a:extLst>
            </p:cNvPr>
            <p:cNvSpPr>
              <a:spLocks noEditPoints="1"/>
            </p:cNvSpPr>
            <p:nvPr/>
          </p:nvSpPr>
          <p:spPr bwMode="auto">
            <a:xfrm>
              <a:off x="1017206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16">
              <a:extLst>
                <a:ext uri="{FF2B5EF4-FFF2-40B4-BE49-F238E27FC236}">
                  <a16:creationId xmlns:a16="http://schemas.microsoft.com/office/drawing/2014/main" id="{7644BFA6-53D3-4200-97D5-A0826C91221C}"/>
                </a:ext>
              </a:extLst>
            </p:cNvPr>
            <p:cNvSpPr>
              <a:spLocks noEditPoints="1"/>
            </p:cNvSpPr>
            <p:nvPr/>
          </p:nvSpPr>
          <p:spPr bwMode="auto">
            <a:xfrm>
              <a:off x="1052596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16">
              <a:extLst>
                <a:ext uri="{FF2B5EF4-FFF2-40B4-BE49-F238E27FC236}">
                  <a16:creationId xmlns:a16="http://schemas.microsoft.com/office/drawing/2014/main" id="{31DD1366-4AF2-4675-8C09-B16FF18F4AFB}"/>
                </a:ext>
              </a:extLst>
            </p:cNvPr>
            <p:cNvSpPr>
              <a:spLocks noEditPoints="1"/>
            </p:cNvSpPr>
            <p:nvPr/>
          </p:nvSpPr>
          <p:spPr bwMode="auto">
            <a:xfrm>
              <a:off x="10879862"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16">
              <a:extLst>
                <a:ext uri="{FF2B5EF4-FFF2-40B4-BE49-F238E27FC236}">
                  <a16:creationId xmlns:a16="http://schemas.microsoft.com/office/drawing/2014/main" id="{05FAFC32-B238-4EC6-9F94-250901C580A0}"/>
                </a:ext>
              </a:extLst>
            </p:cNvPr>
            <p:cNvSpPr>
              <a:spLocks noEditPoints="1"/>
            </p:cNvSpPr>
            <p:nvPr/>
          </p:nvSpPr>
          <p:spPr bwMode="auto">
            <a:xfrm>
              <a:off x="-9121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16">
              <a:extLst>
                <a:ext uri="{FF2B5EF4-FFF2-40B4-BE49-F238E27FC236}">
                  <a16:creationId xmlns:a16="http://schemas.microsoft.com/office/drawing/2014/main" id="{94EDFDD1-CC0F-4CE9-A5E1-6F34763C59D7}"/>
                </a:ext>
              </a:extLst>
            </p:cNvPr>
            <p:cNvSpPr>
              <a:spLocks noEditPoints="1"/>
            </p:cNvSpPr>
            <p:nvPr/>
          </p:nvSpPr>
          <p:spPr bwMode="auto">
            <a:xfrm>
              <a:off x="26269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16">
              <a:extLst>
                <a:ext uri="{FF2B5EF4-FFF2-40B4-BE49-F238E27FC236}">
                  <a16:creationId xmlns:a16="http://schemas.microsoft.com/office/drawing/2014/main" id="{89391791-3406-405C-A52A-325E0ACEF0EF}"/>
                </a:ext>
              </a:extLst>
            </p:cNvPr>
            <p:cNvSpPr>
              <a:spLocks noEditPoints="1"/>
            </p:cNvSpPr>
            <p:nvPr/>
          </p:nvSpPr>
          <p:spPr bwMode="auto">
            <a:xfrm>
              <a:off x="61660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16">
              <a:extLst>
                <a:ext uri="{FF2B5EF4-FFF2-40B4-BE49-F238E27FC236}">
                  <a16:creationId xmlns:a16="http://schemas.microsoft.com/office/drawing/2014/main" id="{C45408BD-5A4C-4B71-9A10-180FFAA3CF67}"/>
                </a:ext>
              </a:extLst>
            </p:cNvPr>
            <p:cNvSpPr>
              <a:spLocks noEditPoints="1"/>
            </p:cNvSpPr>
            <p:nvPr/>
          </p:nvSpPr>
          <p:spPr bwMode="auto">
            <a:xfrm>
              <a:off x="97050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16">
              <a:extLst>
                <a:ext uri="{FF2B5EF4-FFF2-40B4-BE49-F238E27FC236}">
                  <a16:creationId xmlns:a16="http://schemas.microsoft.com/office/drawing/2014/main" id="{262DA3C5-1F52-431A-AA77-2EBDF5CD4D0B}"/>
                </a:ext>
              </a:extLst>
            </p:cNvPr>
            <p:cNvSpPr>
              <a:spLocks noEditPoints="1"/>
            </p:cNvSpPr>
            <p:nvPr/>
          </p:nvSpPr>
          <p:spPr bwMode="auto">
            <a:xfrm>
              <a:off x="132441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16">
              <a:extLst>
                <a:ext uri="{FF2B5EF4-FFF2-40B4-BE49-F238E27FC236}">
                  <a16:creationId xmlns:a16="http://schemas.microsoft.com/office/drawing/2014/main" id="{158567EE-7ECE-4308-AF7E-DEA507E8E4A9}"/>
                </a:ext>
              </a:extLst>
            </p:cNvPr>
            <p:cNvSpPr>
              <a:spLocks noEditPoints="1"/>
            </p:cNvSpPr>
            <p:nvPr/>
          </p:nvSpPr>
          <p:spPr bwMode="auto">
            <a:xfrm>
              <a:off x="167831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16">
              <a:extLst>
                <a:ext uri="{FF2B5EF4-FFF2-40B4-BE49-F238E27FC236}">
                  <a16:creationId xmlns:a16="http://schemas.microsoft.com/office/drawing/2014/main" id="{D2894DDF-45DE-4178-BFC7-4F0B8D8EF9D5}"/>
                </a:ext>
              </a:extLst>
            </p:cNvPr>
            <p:cNvSpPr>
              <a:spLocks noEditPoints="1"/>
            </p:cNvSpPr>
            <p:nvPr/>
          </p:nvSpPr>
          <p:spPr bwMode="auto">
            <a:xfrm>
              <a:off x="203222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16">
              <a:extLst>
                <a:ext uri="{FF2B5EF4-FFF2-40B4-BE49-F238E27FC236}">
                  <a16:creationId xmlns:a16="http://schemas.microsoft.com/office/drawing/2014/main" id="{36B1E453-1287-45A9-9339-730E3914F14B}"/>
                </a:ext>
              </a:extLst>
            </p:cNvPr>
            <p:cNvSpPr>
              <a:spLocks noEditPoints="1"/>
            </p:cNvSpPr>
            <p:nvPr/>
          </p:nvSpPr>
          <p:spPr bwMode="auto">
            <a:xfrm>
              <a:off x="238613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16">
              <a:extLst>
                <a:ext uri="{FF2B5EF4-FFF2-40B4-BE49-F238E27FC236}">
                  <a16:creationId xmlns:a16="http://schemas.microsoft.com/office/drawing/2014/main" id="{4D1CFF21-2793-4E1D-A631-989F34A2CB26}"/>
                </a:ext>
              </a:extLst>
            </p:cNvPr>
            <p:cNvSpPr>
              <a:spLocks noEditPoints="1"/>
            </p:cNvSpPr>
            <p:nvPr/>
          </p:nvSpPr>
          <p:spPr bwMode="auto">
            <a:xfrm>
              <a:off x="274003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16">
              <a:extLst>
                <a:ext uri="{FF2B5EF4-FFF2-40B4-BE49-F238E27FC236}">
                  <a16:creationId xmlns:a16="http://schemas.microsoft.com/office/drawing/2014/main" id="{FFFFE495-6317-4046-8780-509B3F7DE408}"/>
                </a:ext>
              </a:extLst>
            </p:cNvPr>
            <p:cNvSpPr>
              <a:spLocks noEditPoints="1"/>
            </p:cNvSpPr>
            <p:nvPr/>
          </p:nvSpPr>
          <p:spPr bwMode="auto">
            <a:xfrm>
              <a:off x="309394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16">
              <a:extLst>
                <a:ext uri="{FF2B5EF4-FFF2-40B4-BE49-F238E27FC236}">
                  <a16:creationId xmlns:a16="http://schemas.microsoft.com/office/drawing/2014/main" id="{07F2B335-6843-4188-BE58-F99705AE7348}"/>
                </a:ext>
              </a:extLst>
            </p:cNvPr>
            <p:cNvSpPr>
              <a:spLocks noEditPoints="1"/>
            </p:cNvSpPr>
            <p:nvPr/>
          </p:nvSpPr>
          <p:spPr bwMode="auto">
            <a:xfrm>
              <a:off x="344784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8" name="Freeform 16">
              <a:extLst>
                <a:ext uri="{FF2B5EF4-FFF2-40B4-BE49-F238E27FC236}">
                  <a16:creationId xmlns:a16="http://schemas.microsoft.com/office/drawing/2014/main" id="{6A1AA564-0530-4B23-B215-595CC54E23C4}"/>
                </a:ext>
              </a:extLst>
            </p:cNvPr>
            <p:cNvSpPr>
              <a:spLocks noEditPoints="1"/>
            </p:cNvSpPr>
            <p:nvPr/>
          </p:nvSpPr>
          <p:spPr bwMode="auto">
            <a:xfrm>
              <a:off x="380175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16">
              <a:extLst>
                <a:ext uri="{FF2B5EF4-FFF2-40B4-BE49-F238E27FC236}">
                  <a16:creationId xmlns:a16="http://schemas.microsoft.com/office/drawing/2014/main" id="{4876FBCA-0D51-4B33-9375-D3F71918F7FC}"/>
                </a:ext>
              </a:extLst>
            </p:cNvPr>
            <p:cNvSpPr>
              <a:spLocks noEditPoints="1"/>
            </p:cNvSpPr>
            <p:nvPr/>
          </p:nvSpPr>
          <p:spPr bwMode="auto">
            <a:xfrm>
              <a:off x="415566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16">
              <a:extLst>
                <a:ext uri="{FF2B5EF4-FFF2-40B4-BE49-F238E27FC236}">
                  <a16:creationId xmlns:a16="http://schemas.microsoft.com/office/drawing/2014/main" id="{B025D520-F3BC-4D3B-BF86-05B537F2482B}"/>
                </a:ext>
              </a:extLst>
            </p:cNvPr>
            <p:cNvSpPr>
              <a:spLocks noEditPoints="1"/>
            </p:cNvSpPr>
            <p:nvPr/>
          </p:nvSpPr>
          <p:spPr bwMode="auto">
            <a:xfrm>
              <a:off x="450956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16">
              <a:extLst>
                <a:ext uri="{FF2B5EF4-FFF2-40B4-BE49-F238E27FC236}">
                  <a16:creationId xmlns:a16="http://schemas.microsoft.com/office/drawing/2014/main" id="{24765AAF-1343-40B6-9F77-11BC4F9E47DC}"/>
                </a:ext>
              </a:extLst>
            </p:cNvPr>
            <p:cNvSpPr>
              <a:spLocks noEditPoints="1"/>
            </p:cNvSpPr>
            <p:nvPr/>
          </p:nvSpPr>
          <p:spPr bwMode="auto">
            <a:xfrm>
              <a:off x="486347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16">
              <a:extLst>
                <a:ext uri="{FF2B5EF4-FFF2-40B4-BE49-F238E27FC236}">
                  <a16:creationId xmlns:a16="http://schemas.microsoft.com/office/drawing/2014/main" id="{CAE5A3F7-0924-495D-8844-A0BFFEA3F5A6}"/>
                </a:ext>
              </a:extLst>
            </p:cNvPr>
            <p:cNvSpPr>
              <a:spLocks noEditPoints="1"/>
            </p:cNvSpPr>
            <p:nvPr/>
          </p:nvSpPr>
          <p:spPr bwMode="auto">
            <a:xfrm>
              <a:off x="521737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16">
              <a:extLst>
                <a:ext uri="{FF2B5EF4-FFF2-40B4-BE49-F238E27FC236}">
                  <a16:creationId xmlns:a16="http://schemas.microsoft.com/office/drawing/2014/main" id="{CFDA1116-035D-4E54-AFBB-4D27A956C253}"/>
                </a:ext>
              </a:extLst>
            </p:cNvPr>
            <p:cNvSpPr>
              <a:spLocks noEditPoints="1"/>
            </p:cNvSpPr>
            <p:nvPr/>
          </p:nvSpPr>
          <p:spPr bwMode="auto">
            <a:xfrm>
              <a:off x="557128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4" name="Freeform 16">
              <a:extLst>
                <a:ext uri="{FF2B5EF4-FFF2-40B4-BE49-F238E27FC236}">
                  <a16:creationId xmlns:a16="http://schemas.microsoft.com/office/drawing/2014/main" id="{5F363A19-6283-48F8-85FA-6B7CCCB51846}"/>
                </a:ext>
              </a:extLst>
            </p:cNvPr>
            <p:cNvSpPr>
              <a:spLocks noEditPoints="1"/>
            </p:cNvSpPr>
            <p:nvPr/>
          </p:nvSpPr>
          <p:spPr bwMode="auto">
            <a:xfrm>
              <a:off x="592519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5" name="Freeform 16">
              <a:extLst>
                <a:ext uri="{FF2B5EF4-FFF2-40B4-BE49-F238E27FC236}">
                  <a16:creationId xmlns:a16="http://schemas.microsoft.com/office/drawing/2014/main" id="{2A698C8C-4D32-4D3F-9F80-BEC6A13B8458}"/>
                </a:ext>
              </a:extLst>
            </p:cNvPr>
            <p:cNvSpPr>
              <a:spLocks noEditPoints="1"/>
            </p:cNvSpPr>
            <p:nvPr/>
          </p:nvSpPr>
          <p:spPr bwMode="auto">
            <a:xfrm>
              <a:off x="627909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6" name="Freeform 16">
              <a:extLst>
                <a:ext uri="{FF2B5EF4-FFF2-40B4-BE49-F238E27FC236}">
                  <a16:creationId xmlns:a16="http://schemas.microsoft.com/office/drawing/2014/main" id="{4570646F-A2EF-470F-BE69-65F48D8F63F9}"/>
                </a:ext>
              </a:extLst>
            </p:cNvPr>
            <p:cNvSpPr>
              <a:spLocks noEditPoints="1"/>
            </p:cNvSpPr>
            <p:nvPr/>
          </p:nvSpPr>
          <p:spPr bwMode="auto">
            <a:xfrm>
              <a:off x="663300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7" name="Freeform 16">
              <a:extLst>
                <a:ext uri="{FF2B5EF4-FFF2-40B4-BE49-F238E27FC236}">
                  <a16:creationId xmlns:a16="http://schemas.microsoft.com/office/drawing/2014/main" id="{6076E36D-73D2-4127-BE4A-21CD4864C9DA}"/>
                </a:ext>
              </a:extLst>
            </p:cNvPr>
            <p:cNvSpPr>
              <a:spLocks noEditPoints="1"/>
            </p:cNvSpPr>
            <p:nvPr/>
          </p:nvSpPr>
          <p:spPr bwMode="auto">
            <a:xfrm>
              <a:off x="698690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16">
              <a:extLst>
                <a:ext uri="{FF2B5EF4-FFF2-40B4-BE49-F238E27FC236}">
                  <a16:creationId xmlns:a16="http://schemas.microsoft.com/office/drawing/2014/main" id="{7C8BE7DC-9C93-4AE4-849A-1438EF43DADA}"/>
                </a:ext>
              </a:extLst>
            </p:cNvPr>
            <p:cNvSpPr>
              <a:spLocks noEditPoints="1"/>
            </p:cNvSpPr>
            <p:nvPr/>
          </p:nvSpPr>
          <p:spPr bwMode="auto">
            <a:xfrm>
              <a:off x="734081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16">
              <a:extLst>
                <a:ext uri="{FF2B5EF4-FFF2-40B4-BE49-F238E27FC236}">
                  <a16:creationId xmlns:a16="http://schemas.microsoft.com/office/drawing/2014/main" id="{7A7E7F5E-396F-402D-87C2-4ECEE23A833E}"/>
                </a:ext>
              </a:extLst>
            </p:cNvPr>
            <p:cNvSpPr>
              <a:spLocks noEditPoints="1"/>
            </p:cNvSpPr>
            <p:nvPr/>
          </p:nvSpPr>
          <p:spPr bwMode="auto">
            <a:xfrm>
              <a:off x="769472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16">
              <a:extLst>
                <a:ext uri="{FF2B5EF4-FFF2-40B4-BE49-F238E27FC236}">
                  <a16:creationId xmlns:a16="http://schemas.microsoft.com/office/drawing/2014/main" id="{97EC6D43-68CC-4F32-BFB8-1B15CFBD5927}"/>
                </a:ext>
              </a:extLst>
            </p:cNvPr>
            <p:cNvSpPr>
              <a:spLocks noEditPoints="1"/>
            </p:cNvSpPr>
            <p:nvPr/>
          </p:nvSpPr>
          <p:spPr bwMode="auto">
            <a:xfrm>
              <a:off x="804862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1" name="Freeform 16">
              <a:extLst>
                <a:ext uri="{FF2B5EF4-FFF2-40B4-BE49-F238E27FC236}">
                  <a16:creationId xmlns:a16="http://schemas.microsoft.com/office/drawing/2014/main" id="{AA1D0C14-2069-4DE9-A088-6C76A61F20B1}"/>
                </a:ext>
              </a:extLst>
            </p:cNvPr>
            <p:cNvSpPr>
              <a:spLocks noEditPoints="1"/>
            </p:cNvSpPr>
            <p:nvPr/>
          </p:nvSpPr>
          <p:spPr bwMode="auto">
            <a:xfrm>
              <a:off x="840253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2" name="Freeform 16">
              <a:extLst>
                <a:ext uri="{FF2B5EF4-FFF2-40B4-BE49-F238E27FC236}">
                  <a16:creationId xmlns:a16="http://schemas.microsoft.com/office/drawing/2014/main" id="{72C3829D-1796-4F37-B8F1-5C9A26E28C99}"/>
                </a:ext>
              </a:extLst>
            </p:cNvPr>
            <p:cNvSpPr>
              <a:spLocks noEditPoints="1"/>
            </p:cNvSpPr>
            <p:nvPr/>
          </p:nvSpPr>
          <p:spPr bwMode="auto">
            <a:xfrm>
              <a:off x="875643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16">
              <a:extLst>
                <a:ext uri="{FF2B5EF4-FFF2-40B4-BE49-F238E27FC236}">
                  <a16:creationId xmlns:a16="http://schemas.microsoft.com/office/drawing/2014/main" id="{F74CEB28-F72C-46BF-955A-1DFBE9110A11}"/>
                </a:ext>
              </a:extLst>
            </p:cNvPr>
            <p:cNvSpPr>
              <a:spLocks noEditPoints="1"/>
            </p:cNvSpPr>
            <p:nvPr/>
          </p:nvSpPr>
          <p:spPr bwMode="auto">
            <a:xfrm>
              <a:off x="911034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16">
              <a:extLst>
                <a:ext uri="{FF2B5EF4-FFF2-40B4-BE49-F238E27FC236}">
                  <a16:creationId xmlns:a16="http://schemas.microsoft.com/office/drawing/2014/main" id="{7052B90E-88FE-46F1-B64B-F574689D491B}"/>
                </a:ext>
              </a:extLst>
            </p:cNvPr>
            <p:cNvSpPr>
              <a:spLocks noEditPoints="1"/>
            </p:cNvSpPr>
            <p:nvPr/>
          </p:nvSpPr>
          <p:spPr bwMode="auto">
            <a:xfrm>
              <a:off x="946425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5" name="Freeform 16">
              <a:extLst>
                <a:ext uri="{FF2B5EF4-FFF2-40B4-BE49-F238E27FC236}">
                  <a16:creationId xmlns:a16="http://schemas.microsoft.com/office/drawing/2014/main" id="{F8F128E0-3AD1-4260-A7E5-19E8751009D9}"/>
                </a:ext>
              </a:extLst>
            </p:cNvPr>
            <p:cNvSpPr>
              <a:spLocks noEditPoints="1"/>
            </p:cNvSpPr>
            <p:nvPr/>
          </p:nvSpPr>
          <p:spPr bwMode="auto">
            <a:xfrm>
              <a:off x="981815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16">
              <a:extLst>
                <a:ext uri="{FF2B5EF4-FFF2-40B4-BE49-F238E27FC236}">
                  <a16:creationId xmlns:a16="http://schemas.microsoft.com/office/drawing/2014/main" id="{969B39FA-8605-4E46-98D4-7C699D24F4C4}"/>
                </a:ext>
              </a:extLst>
            </p:cNvPr>
            <p:cNvSpPr>
              <a:spLocks noEditPoints="1"/>
            </p:cNvSpPr>
            <p:nvPr/>
          </p:nvSpPr>
          <p:spPr bwMode="auto">
            <a:xfrm>
              <a:off x="1017206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16">
              <a:extLst>
                <a:ext uri="{FF2B5EF4-FFF2-40B4-BE49-F238E27FC236}">
                  <a16:creationId xmlns:a16="http://schemas.microsoft.com/office/drawing/2014/main" id="{DD141AA4-FDDD-4DF1-A51F-34017775CB16}"/>
                </a:ext>
              </a:extLst>
            </p:cNvPr>
            <p:cNvSpPr>
              <a:spLocks noEditPoints="1"/>
            </p:cNvSpPr>
            <p:nvPr/>
          </p:nvSpPr>
          <p:spPr bwMode="auto">
            <a:xfrm>
              <a:off x="1052596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16">
              <a:extLst>
                <a:ext uri="{FF2B5EF4-FFF2-40B4-BE49-F238E27FC236}">
                  <a16:creationId xmlns:a16="http://schemas.microsoft.com/office/drawing/2014/main" id="{855CBA53-E52B-4687-96C6-EBA404B23D4F}"/>
                </a:ext>
              </a:extLst>
            </p:cNvPr>
            <p:cNvSpPr>
              <a:spLocks noEditPoints="1"/>
            </p:cNvSpPr>
            <p:nvPr/>
          </p:nvSpPr>
          <p:spPr bwMode="auto">
            <a:xfrm>
              <a:off x="10879862"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16">
              <a:extLst>
                <a:ext uri="{FF2B5EF4-FFF2-40B4-BE49-F238E27FC236}">
                  <a16:creationId xmlns:a16="http://schemas.microsoft.com/office/drawing/2014/main" id="{BA45AD96-F5AF-4075-86DE-27366EF2792C}"/>
                </a:ext>
              </a:extLst>
            </p:cNvPr>
            <p:cNvSpPr>
              <a:spLocks noEditPoints="1"/>
            </p:cNvSpPr>
            <p:nvPr/>
          </p:nvSpPr>
          <p:spPr bwMode="auto">
            <a:xfrm>
              <a:off x="-9121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0" name="Freeform 16">
              <a:extLst>
                <a:ext uri="{FF2B5EF4-FFF2-40B4-BE49-F238E27FC236}">
                  <a16:creationId xmlns:a16="http://schemas.microsoft.com/office/drawing/2014/main" id="{BB34F054-D296-4BA7-A495-E174D9BE84D6}"/>
                </a:ext>
              </a:extLst>
            </p:cNvPr>
            <p:cNvSpPr>
              <a:spLocks noEditPoints="1"/>
            </p:cNvSpPr>
            <p:nvPr/>
          </p:nvSpPr>
          <p:spPr bwMode="auto">
            <a:xfrm>
              <a:off x="26269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16">
              <a:extLst>
                <a:ext uri="{FF2B5EF4-FFF2-40B4-BE49-F238E27FC236}">
                  <a16:creationId xmlns:a16="http://schemas.microsoft.com/office/drawing/2014/main" id="{F429DE27-C226-4AA5-9816-E6376A4E2A9C}"/>
                </a:ext>
              </a:extLst>
            </p:cNvPr>
            <p:cNvSpPr>
              <a:spLocks noEditPoints="1"/>
            </p:cNvSpPr>
            <p:nvPr/>
          </p:nvSpPr>
          <p:spPr bwMode="auto">
            <a:xfrm>
              <a:off x="61660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16">
              <a:extLst>
                <a:ext uri="{FF2B5EF4-FFF2-40B4-BE49-F238E27FC236}">
                  <a16:creationId xmlns:a16="http://schemas.microsoft.com/office/drawing/2014/main" id="{EE6506CD-9CC1-4BC6-BC32-DFD6FB136AF1}"/>
                </a:ext>
              </a:extLst>
            </p:cNvPr>
            <p:cNvSpPr>
              <a:spLocks noEditPoints="1"/>
            </p:cNvSpPr>
            <p:nvPr/>
          </p:nvSpPr>
          <p:spPr bwMode="auto">
            <a:xfrm>
              <a:off x="97050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3" name="Freeform 16">
              <a:extLst>
                <a:ext uri="{FF2B5EF4-FFF2-40B4-BE49-F238E27FC236}">
                  <a16:creationId xmlns:a16="http://schemas.microsoft.com/office/drawing/2014/main" id="{B3A7E91D-34EB-4744-A1A0-13EC637748C3}"/>
                </a:ext>
              </a:extLst>
            </p:cNvPr>
            <p:cNvSpPr>
              <a:spLocks noEditPoints="1"/>
            </p:cNvSpPr>
            <p:nvPr/>
          </p:nvSpPr>
          <p:spPr bwMode="auto">
            <a:xfrm>
              <a:off x="132441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4" name="Freeform 16">
              <a:extLst>
                <a:ext uri="{FF2B5EF4-FFF2-40B4-BE49-F238E27FC236}">
                  <a16:creationId xmlns:a16="http://schemas.microsoft.com/office/drawing/2014/main" id="{65A23728-E731-4707-AC6B-35FB937AE7A4}"/>
                </a:ext>
              </a:extLst>
            </p:cNvPr>
            <p:cNvSpPr>
              <a:spLocks noEditPoints="1"/>
            </p:cNvSpPr>
            <p:nvPr/>
          </p:nvSpPr>
          <p:spPr bwMode="auto">
            <a:xfrm>
              <a:off x="167831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5" name="Freeform 16">
              <a:extLst>
                <a:ext uri="{FF2B5EF4-FFF2-40B4-BE49-F238E27FC236}">
                  <a16:creationId xmlns:a16="http://schemas.microsoft.com/office/drawing/2014/main" id="{D8983A2E-8721-4A78-B55C-FD0940B28E97}"/>
                </a:ext>
              </a:extLst>
            </p:cNvPr>
            <p:cNvSpPr>
              <a:spLocks noEditPoints="1"/>
            </p:cNvSpPr>
            <p:nvPr/>
          </p:nvSpPr>
          <p:spPr bwMode="auto">
            <a:xfrm>
              <a:off x="203222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6" name="Freeform 16">
              <a:extLst>
                <a:ext uri="{FF2B5EF4-FFF2-40B4-BE49-F238E27FC236}">
                  <a16:creationId xmlns:a16="http://schemas.microsoft.com/office/drawing/2014/main" id="{FD4BBBB1-537D-4BF3-9BCC-DB166F1B91EF}"/>
                </a:ext>
              </a:extLst>
            </p:cNvPr>
            <p:cNvSpPr>
              <a:spLocks noEditPoints="1"/>
            </p:cNvSpPr>
            <p:nvPr/>
          </p:nvSpPr>
          <p:spPr bwMode="auto">
            <a:xfrm>
              <a:off x="238613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16">
              <a:extLst>
                <a:ext uri="{FF2B5EF4-FFF2-40B4-BE49-F238E27FC236}">
                  <a16:creationId xmlns:a16="http://schemas.microsoft.com/office/drawing/2014/main" id="{AB55ADFF-1418-463B-9F69-0448C6BC5598}"/>
                </a:ext>
              </a:extLst>
            </p:cNvPr>
            <p:cNvSpPr>
              <a:spLocks noEditPoints="1"/>
            </p:cNvSpPr>
            <p:nvPr/>
          </p:nvSpPr>
          <p:spPr bwMode="auto">
            <a:xfrm>
              <a:off x="274003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16">
              <a:extLst>
                <a:ext uri="{FF2B5EF4-FFF2-40B4-BE49-F238E27FC236}">
                  <a16:creationId xmlns:a16="http://schemas.microsoft.com/office/drawing/2014/main" id="{7DB31205-26C8-4B40-84B2-A21E042869C4}"/>
                </a:ext>
              </a:extLst>
            </p:cNvPr>
            <p:cNvSpPr>
              <a:spLocks noEditPoints="1"/>
            </p:cNvSpPr>
            <p:nvPr/>
          </p:nvSpPr>
          <p:spPr bwMode="auto">
            <a:xfrm>
              <a:off x="309394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16">
              <a:extLst>
                <a:ext uri="{FF2B5EF4-FFF2-40B4-BE49-F238E27FC236}">
                  <a16:creationId xmlns:a16="http://schemas.microsoft.com/office/drawing/2014/main" id="{A55615A4-EA9A-41B6-9F9B-5608693927A9}"/>
                </a:ext>
              </a:extLst>
            </p:cNvPr>
            <p:cNvSpPr>
              <a:spLocks noEditPoints="1"/>
            </p:cNvSpPr>
            <p:nvPr/>
          </p:nvSpPr>
          <p:spPr bwMode="auto">
            <a:xfrm>
              <a:off x="344784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0" name="Freeform 16">
              <a:extLst>
                <a:ext uri="{FF2B5EF4-FFF2-40B4-BE49-F238E27FC236}">
                  <a16:creationId xmlns:a16="http://schemas.microsoft.com/office/drawing/2014/main" id="{A66AFF9B-47A8-431E-A764-E6AFD677715E}"/>
                </a:ext>
              </a:extLst>
            </p:cNvPr>
            <p:cNvSpPr>
              <a:spLocks noEditPoints="1"/>
            </p:cNvSpPr>
            <p:nvPr/>
          </p:nvSpPr>
          <p:spPr bwMode="auto">
            <a:xfrm>
              <a:off x="380175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16">
              <a:extLst>
                <a:ext uri="{FF2B5EF4-FFF2-40B4-BE49-F238E27FC236}">
                  <a16:creationId xmlns:a16="http://schemas.microsoft.com/office/drawing/2014/main" id="{BB50F388-4C4F-4B03-AD18-01111D1C59A1}"/>
                </a:ext>
              </a:extLst>
            </p:cNvPr>
            <p:cNvSpPr>
              <a:spLocks noEditPoints="1"/>
            </p:cNvSpPr>
            <p:nvPr/>
          </p:nvSpPr>
          <p:spPr bwMode="auto">
            <a:xfrm>
              <a:off x="415566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16">
              <a:extLst>
                <a:ext uri="{FF2B5EF4-FFF2-40B4-BE49-F238E27FC236}">
                  <a16:creationId xmlns:a16="http://schemas.microsoft.com/office/drawing/2014/main" id="{CF3FB584-0B0E-423F-925C-1180324EBD34}"/>
                </a:ext>
              </a:extLst>
            </p:cNvPr>
            <p:cNvSpPr>
              <a:spLocks noEditPoints="1"/>
            </p:cNvSpPr>
            <p:nvPr/>
          </p:nvSpPr>
          <p:spPr bwMode="auto">
            <a:xfrm>
              <a:off x="450956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16">
              <a:extLst>
                <a:ext uri="{FF2B5EF4-FFF2-40B4-BE49-F238E27FC236}">
                  <a16:creationId xmlns:a16="http://schemas.microsoft.com/office/drawing/2014/main" id="{ED4EC88C-3F33-4DC1-85B0-07C4415BBD45}"/>
                </a:ext>
              </a:extLst>
            </p:cNvPr>
            <p:cNvSpPr>
              <a:spLocks noEditPoints="1"/>
            </p:cNvSpPr>
            <p:nvPr/>
          </p:nvSpPr>
          <p:spPr bwMode="auto">
            <a:xfrm>
              <a:off x="486347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16">
              <a:extLst>
                <a:ext uri="{FF2B5EF4-FFF2-40B4-BE49-F238E27FC236}">
                  <a16:creationId xmlns:a16="http://schemas.microsoft.com/office/drawing/2014/main" id="{1C4B329A-FB4F-44FB-B230-B1047E59B394}"/>
                </a:ext>
              </a:extLst>
            </p:cNvPr>
            <p:cNvSpPr>
              <a:spLocks noEditPoints="1"/>
            </p:cNvSpPr>
            <p:nvPr/>
          </p:nvSpPr>
          <p:spPr bwMode="auto">
            <a:xfrm>
              <a:off x="521737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16">
              <a:extLst>
                <a:ext uri="{FF2B5EF4-FFF2-40B4-BE49-F238E27FC236}">
                  <a16:creationId xmlns:a16="http://schemas.microsoft.com/office/drawing/2014/main" id="{BE396084-F429-410A-AF78-35CDD96AF6BE}"/>
                </a:ext>
              </a:extLst>
            </p:cNvPr>
            <p:cNvSpPr>
              <a:spLocks noEditPoints="1"/>
            </p:cNvSpPr>
            <p:nvPr/>
          </p:nvSpPr>
          <p:spPr bwMode="auto">
            <a:xfrm>
              <a:off x="557128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16">
              <a:extLst>
                <a:ext uri="{FF2B5EF4-FFF2-40B4-BE49-F238E27FC236}">
                  <a16:creationId xmlns:a16="http://schemas.microsoft.com/office/drawing/2014/main" id="{6F0A9973-4361-4CB5-876A-37B001931E15}"/>
                </a:ext>
              </a:extLst>
            </p:cNvPr>
            <p:cNvSpPr>
              <a:spLocks noEditPoints="1"/>
            </p:cNvSpPr>
            <p:nvPr/>
          </p:nvSpPr>
          <p:spPr bwMode="auto">
            <a:xfrm>
              <a:off x="592519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7" name="Freeform 16">
              <a:extLst>
                <a:ext uri="{FF2B5EF4-FFF2-40B4-BE49-F238E27FC236}">
                  <a16:creationId xmlns:a16="http://schemas.microsoft.com/office/drawing/2014/main" id="{1F716BE4-ED9D-4AFC-8882-00791784384A}"/>
                </a:ext>
              </a:extLst>
            </p:cNvPr>
            <p:cNvSpPr>
              <a:spLocks noEditPoints="1"/>
            </p:cNvSpPr>
            <p:nvPr/>
          </p:nvSpPr>
          <p:spPr bwMode="auto">
            <a:xfrm>
              <a:off x="627909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8" name="Freeform 16">
              <a:extLst>
                <a:ext uri="{FF2B5EF4-FFF2-40B4-BE49-F238E27FC236}">
                  <a16:creationId xmlns:a16="http://schemas.microsoft.com/office/drawing/2014/main" id="{A3188B9A-07AD-4D67-9017-92061B138A3F}"/>
                </a:ext>
              </a:extLst>
            </p:cNvPr>
            <p:cNvSpPr>
              <a:spLocks noEditPoints="1"/>
            </p:cNvSpPr>
            <p:nvPr/>
          </p:nvSpPr>
          <p:spPr bwMode="auto">
            <a:xfrm>
              <a:off x="663300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16">
              <a:extLst>
                <a:ext uri="{FF2B5EF4-FFF2-40B4-BE49-F238E27FC236}">
                  <a16:creationId xmlns:a16="http://schemas.microsoft.com/office/drawing/2014/main" id="{DE8AD78A-ABB9-4B8E-A0F9-F7CCA2E2EF8F}"/>
                </a:ext>
              </a:extLst>
            </p:cNvPr>
            <p:cNvSpPr>
              <a:spLocks noEditPoints="1"/>
            </p:cNvSpPr>
            <p:nvPr/>
          </p:nvSpPr>
          <p:spPr bwMode="auto">
            <a:xfrm>
              <a:off x="698690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0" name="Freeform 16">
              <a:extLst>
                <a:ext uri="{FF2B5EF4-FFF2-40B4-BE49-F238E27FC236}">
                  <a16:creationId xmlns:a16="http://schemas.microsoft.com/office/drawing/2014/main" id="{02865DC5-04F0-4328-8C93-50994C40E460}"/>
                </a:ext>
              </a:extLst>
            </p:cNvPr>
            <p:cNvSpPr>
              <a:spLocks noEditPoints="1"/>
            </p:cNvSpPr>
            <p:nvPr/>
          </p:nvSpPr>
          <p:spPr bwMode="auto">
            <a:xfrm>
              <a:off x="734081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16">
              <a:extLst>
                <a:ext uri="{FF2B5EF4-FFF2-40B4-BE49-F238E27FC236}">
                  <a16:creationId xmlns:a16="http://schemas.microsoft.com/office/drawing/2014/main" id="{541DB8F0-C031-42C1-A57D-729DA2CFF352}"/>
                </a:ext>
              </a:extLst>
            </p:cNvPr>
            <p:cNvSpPr>
              <a:spLocks noEditPoints="1"/>
            </p:cNvSpPr>
            <p:nvPr/>
          </p:nvSpPr>
          <p:spPr bwMode="auto">
            <a:xfrm>
              <a:off x="769472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16">
              <a:extLst>
                <a:ext uri="{FF2B5EF4-FFF2-40B4-BE49-F238E27FC236}">
                  <a16:creationId xmlns:a16="http://schemas.microsoft.com/office/drawing/2014/main" id="{E74F6813-CEDF-4C90-9515-18F2D2808D82}"/>
                </a:ext>
              </a:extLst>
            </p:cNvPr>
            <p:cNvSpPr>
              <a:spLocks noEditPoints="1"/>
            </p:cNvSpPr>
            <p:nvPr/>
          </p:nvSpPr>
          <p:spPr bwMode="auto">
            <a:xfrm>
              <a:off x="804862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16">
              <a:extLst>
                <a:ext uri="{FF2B5EF4-FFF2-40B4-BE49-F238E27FC236}">
                  <a16:creationId xmlns:a16="http://schemas.microsoft.com/office/drawing/2014/main" id="{178439D5-98F9-4547-AA18-8F0D15FA5033}"/>
                </a:ext>
              </a:extLst>
            </p:cNvPr>
            <p:cNvSpPr>
              <a:spLocks noEditPoints="1"/>
            </p:cNvSpPr>
            <p:nvPr/>
          </p:nvSpPr>
          <p:spPr bwMode="auto">
            <a:xfrm>
              <a:off x="840253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4" name="Freeform 16">
              <a:extLst>
                <a:ext uri="{FF2B5EF4-FFF2-40B4-BE49-F238E27FC236}">
                  <a16:creationId xmlns:a16="http://schemas.microsoft.com/office/drawing/2014/main" id="{FF65ACCA-B29A-4B23-99DF-9E8988FE7762}"/>
                </a:ext>
              </a:extLst>
            </p:cNvPr>
            <p:cNvSpPr>
              <a:spLocks noEditPoints="1"/>
            </p:cNvSpPr>
            <p:nvPr/>
          </p:nvSpPr>
          <p:spPr bwMode="auto">
            <a:xfrm>
              <a:off x="875643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5" name="Freeform 16">
              <a:extLst>
                <a:ext uri="{FF2B5EF4-FFF2-40B4-BE49-F238E27FC236}">
                  <a16:creationId xmlns:a16="http://schemas.microsoft.com/office/drawing/2014/main" id="{08202144-2699-405E-B70E-10ACB625045A}"/>
                </a:ext>
              </a:extLst>
            </p:cNvPr>
            <p:cNvSpPr>
              <a:spLocks noEditPoints="1"/>
            </p:cNvSpPr>
            <p:nvPr/>
          </p:nvSpPr>
          <p:spPr bwMode="auto">
            <a:xfrm>
              <a:off x="911034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6" name="Freeform 16">
              <a:extLst>
                <a:ext uri="{FF2B5EF4-FFF2-40B4-BE49-F238E27FC236}">
                  <a16:creationId xmlns:a16="http://schemas.microsoft.com/office/drawing/2014/main" id="{8F59B94B-2422-4834-BD86-CFE3D8A53F90}"/>
                </a:ext>
              </a:extLst>
            </p:cNvPr>
            <p:cNvSpPr>
              <a:spLocks noEditPoints="1"/>
            </p:cNvSpPr>
            <p:nvPr/>
          </p:nvSpPr>
          <p:spPr bwMode="auto">
            <a:xfrm>
              <a:off x="946425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Freeform 16">
              <a:extLst>
                <a:ext uri="{FF2B5EF4-FFF2-40B4-BE49-F238E27FC236}">
                  <a16:creationId xmlns:a16="http://schemas.microsoft.com/office/drawing/2014/main" id="{C5893D12-2CAA-4072-80FB-D3E997100566}"/>
                </a:ext>
              </a:extLst>
            </p:cNvPr>
            <p:cNvSpPr>
              <a:spLocks noEditPoints="1"/>
            </p:cNvSpPr>
            <p:nvPr/>
          </p:nvSpPr>
          <p:spPr bwMode="auto">
            <a:xfrm>
              <a:off x="981815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8" name="Freeform 16">
              <a:extLst>
                <a:ext uri="{FF2B5EF4-FFF2-40B4-BE49-F238E27FC236}">
                  <a16:creationId xmlns:a16="http://schemas.microsoft.com/office/drawing/2014/main" id="{C5D33650-F7DF-4640-8624-E4A406586BE1}"/>
                </a:ext>
              </a:extLst>
            </p:cNvPr>
            <p:cNvSpPr>
              <a:spLocks noEditPoints="1"/>
            </p:cNvSpPr>
            <p:nvPr/>
          </p:nvSpPr>
          <p:spPr bwMode="auto">
            <a:xfrm>
              <a:off x="1017206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16">
              <a:extLst>
                <a:ext uri="{FF2B5EF4-FFF2-40B4-BE49-F238E27FC236}">
                  <a16:creationId xmlns:a16="http://schemas.microsoft.com/office/drawing/2014/main" id="{D8E569D6-7F89-4731-A6B8-6AFEB4544E17}"/>
                </a:ext>
              </a:extLst>
            </p:cNvPr>
            <p:cNvSpPr>
              <a:spLocks noEditPoints="1"/>
            </p:cNvSpPr>
            <p:nvPr/>
          </p:nvSpPr>
          <p:spPr bwMode="auto">
            <a:xfrm>
              <a:off x="1052596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16">
              <a:extLst>
                <a:ext uri="{FF2B5EF4-FFF2-40B4-BE49-F238E27FC236}">
                  <a16:creationId xmlns:a16="http://schemas.microsoft.com/office/drawing/2014/main" id="{80CEE136-CAF7-4993-84B3-67A0917C53FB}"/>
                </a:ext>
              </a:extLst>
            </p:cNvPr>
            <p:cNvSpPr>
              <a:spLocks noEditPoints="1"/>
            </p:cNvSpPr>
            <p:nvPr/>
          </p:nvSpPr>
          <p:spPr bwMode="auto">
            <a:xfrm>
              <a:off x="10879862"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16">
              <a:extLst>
                <a:ext uri="{FF2B5EF4-FFF2-40B4-BE49-F238E27FC236}">
                  <a16:creationId xmlns:a16="http://schemas.microsoft.com/office/drawing/2014/main" id="{FFDB2B08-42EF-46F1-9397-9A855C1A24CA}"/>
                </a:ext>
              </a:extLst>
            </p:cNvPr>
            <p:cNvSpPr>
              <a:spLocks noEditPoints="1"/>
            </p:cNvSpPr>
            <p:nvPr/>
          </p:nvSpPr>
          <p:spPr bwMode="auto">
            <a:xfrm>
              <a:off x="-9121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16">
              <a:extLst>
                <a:ext uri="{FF2B5EF4-FFF2-40B4-BE49-F238E27FC236}">
                  <a16:creationId xmlns:a16="http://schemas.microsoft.com/office/drawing/2014/main" id="{AB77A349-A09C-4B90-9A2C-EA856A8D86D5}"/>
                </a:ext>
              </a:extLst>
            </p:cNvPr>
            <p:cNvSpPr>
              <a:spLocks noEditPoints="1"/>
            </p:cNvSpPr>
            <p:nvPr/>
          </p:nvSpPr>
          <p:spPr bwMode="auto">
            <a:xfrm>
              <a:off x="26269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16">
              <a:extLst>
                <a:ext uri="{FF2B5EF4-FFF2-40B4-BE49-F238E27FC236}">
                  <a16:creationId xmlns:a16="http://schemas.microsoft.com/office/drawing/2014/main" id="{48608721-EE4A-426A-91C2-C463004F9706}"/>
                </a:ext>
              </a:extLst>
            </p:cNvPr>
            <p:cNvSpPr>
              <a:spLocks noEditPoints="1"/>
            </p:cNvSpPr>
            <p:nvPr/>
          </p:nvSpPr>
          <p:spPr bwMode="auto">
            <a:xfrm>
              <a:off x="61660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16">
              <a:extLst>
                <a:ext uri="{FF2B5EF4-FFF2-40B4-BE49-F238E27FC236}">
                  <a16:creationId xmlns:a16="http://schemas.microsoft.com/office/drawing/2014/main" id="{B927CE31-5623-45C2-9E5E-6EF014536534}"/>
                </a:ext>
              </a:extLst>
            </p:cNvPr>
            <p:cNvSpPr>
              <a:spLocks noEditPoints="1"/>
            </p:cNvSpPr>
            <p:nvPr/>
          </p:nvSpPr>
          <p:spPr bwMode="auto">
            <a:xfrm>
              <a:off x="97050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Freeform 16">
              <a:extLst>
                <a:ext uri="{FF2B5EF4-FFF2-40B4-BE49-F238E27FC236}">
                  <a16:creationId xmlns:a16="http://schemas.microsoft.com/office/drawing/2014/main" id="{664A9588-E7C2-4376-869E-12661D073ADF}"/>
                </a:ext>
              </a:extLst>
            </p:cNvPr>
            <p:cNvSpPr>
              <a:spLocks noEditPoints="1"/>
            </p:cNvSpPr>
            <p:nvPr/>
          </p:nvSpPr>
          <p:spPr bwMode="auto">
            <a:xfrm>
              <a:off x="132441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16">
              <a:extLst>
                <a:ext uri="{FF2B5EF4-FFF2-40B4-BE49-F238E27FC236}">
                  <a16:creationId xmlns:a16="http://schemas.microsoft.com/office/drawing/2014/main" id="{C07EBDA9-99B9-4FEA-8E61-CF7766C803D2}"/>
                </a:ext>
              </a:extLst>
            </p:cNvPr>
            <p:cNvSpPr>
              <a:spLocks noEditPoints="1"/>
            </p:cNvSpPr>
            <p:nvPr/>
          </p:nvSpPr>
          <p:spPr bwMode="auto">
            <a:xfrm>
              <a:off x="167831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7" name="Freeform 16">
              <a:extLst>
                <a:ext uri="{FF2B5EF4-FFF2-40B4-BE49-F238E27FC236}">
                  <a16:creationId xmlns:a16="http://schemas.microsoft.com/office/drawing/2014/main" id="{E44A3FF9-F9CA-4868-B495-9C7AAE9DDF96}"/>
                </a:ext>
              </a:extLst>
            </p:cNvPr>
            <p:cNvSpPr>
              <a:spLocks noEditPoints="1"/>
            </p:cNvSpPr>
            <p:nvPr/>
          </p:nvSpPr>
          <p:spPr bwMode="auto">
            <a:xfrm>
              <a:off x="203222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8" name="Freeform 16">
              <a:extLst>
                <a:ext uri="{FF2B5EF4-FFF2-40B4-BE49-F238E27FC236}">
                  <a16:creationId xmlns:a16="http://schemas.microsoft.com/office/drawing/2014/main" id="{CCF5D671-0529-4209-8A7C-1149C280118B}"/>
                </a:ext>
              </a:extLst>
            </p:cNvPr>
            <p:cNvSpPr>
              <a:spLocks noEditPoints="1"/>
            </p:cNvSpPr>
            <p:nvPr/>
          </p:nvSpPr>
          <p:spPr bwMode="auto">
            <a:xfrm>
              <a:off x="238613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16">
              <a:extLst>
                <a:ext uri="{FF2B5EF4-FFF2-40B4-BE49-F238E27FC236}">
                  <a16:creationId xmlns:a16="http://schemas.microsoft.com/office/drawing/2014/main" id="{DCA290DC-6B1F-40EB-A9F0-F96F5851B398}"/>
                </a:ext>
              </a:extLst>
            </p:cNvPr>
            <p:cNvSpPr>
              <a:spLocks noEditPoints="1"/>
            </p:cNvSpPr>
            <p:nvPr/>
          </p:nvSpPr>
          <p:spPr bwMode="auto">
            <a:xfrm>
              <a:off x="274003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0" name="Freeform 16">
              <a:extLst>
                <a:ext uri="{FF2B5EF4-FFF2-40B4-BE49-F238E27FC236}">
                  <a16:creationId xmlns:a16="http://schemas.microsoft.com/office/drawing/2014/main" id="{36C813C9-8C14-4372-801A-DBB3E037EEFE}"/>
                </a:ext>
              </a:extLst>
            </p:cNvPr>
            <p:cNvSpPr>
              <a:spLocks noEditPoints="1"/>
            </p:cNvSpPr>
            <p:nvPr/>
          </p:nvSpPr>
          <p:spPr bwMode="auto">
            <a:xfrm>
              <a:off x="309394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16">
              <a:extLst>
                <a:ext uri="{FF2B5EF4-FFF2-40B4-BE49-F238E27FC236}">
                  <a16:creationId xmlns:a16="http://schemas.microsoft.com/office/drawing/2014/main" id="{F253EC72-B338-4BBF-9042-C191E60067EF}"/>
                </a:ext>
              </a:extLst>
            </p:cNvPr>
            <p:cNvSpPr>
              <a:spLocks noEditPoints="1"/>
            </p:cNvSpPr>
            <p:nvPr/>
          </p:nvSpPr>
          <p:spPr bwMode="auto">
            <a:xfrm>
              <a:off x="344784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16">
              <a:extLst>
                <a:ext uri="{FF2B5EF4-FFF2-40B4-BE49-F238E27FC236}">
                  <a16:creationId xmlns:a16="http://schemas.microsoft.com/office/drawing/2014/main" id="{7B28B5DF-2DA6-4E8F-817A-C1902DCD4552}"/>
                </a:ext>
              </a:extLst>
            </p:cNvPr>
            <p:cNvSpPr>
              <a:spLocks noEditPoints="1"/>
            </p:cNvSpPr>
            <p:nvPr/>
          </p:nvSpPr>
          <p:spPr bwMode="auto">
            <a:xfrm>
              <a:off x="380175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16">
              <a:extLst>
                <a:ext uri="{FF2B5EF4-FFF2-40B4-BE49-F238E27FC236}">
                  <a16:creationId xmlns:a16="http://schemas.microsoft.com/office/drawing/2014/main" id="{09D7394F-F75D-4FED-8923-575F140FA2B8}"/>
                </a:ext>
              </a:extLst>
            </p:cNvPr>
            <p:cNvSpPr>
              <a:spLocks noEditPoints="1"/>
            </p:cNvSpPr>
            <p:nvPr/>
          </p:nvSpPr>
          <p:spPr bwMode="auto">
            <a:xfrm>
              <a:off x="415566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16">
              <a:extLst>
                <a:ext uri="{FF2B5EF4-FFF2-40B4-BE49-F238E27FC236}">
                  <a16:creationId xmlns:a16="http://schemas.microsoft.com/office/drawing/2014/main" id="{F172134A-6C32-4752-97D8-E661E6A26310}"/>
                </a:ext>
              </a:extLst>
            </p:cNvPr>
            <p:cNvSpPr>
              <a:spLocks noEditPoints="1"/>
            </p:cNvSpPr>
            <p:nvPr/>
          </p:nvSpPr>
          <p:spPr bwMode="auto">
            <a:xfrm>
              <a:off x="450956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16">
              <a:extLst>
                <a:ext uri="{FF2B5EF4-FFF2-40B4-BE49-F238E27FC236}">
                  <a16:creationId xmlns:a16="http://schemas.microsoft.com/office/drawing/2014/main" id="{6CAB8EBC-D1A2-4B27-9297-ADFA1B5C1AF7}"/>
                </a:ext>
              </a:extLst>
            </p:cNvPr>
            <p:cNvSpPr>
              <a:spLocks noEditPoints="1"/>
            </p:cNvSpPr>
            <p:nvPr/>
          </p:nvSpPr>
          <p:spPr bwMode="auto">
            <a:xfrm>
              <a:off x="486347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6" name="Freeform 16">
              <a:extLst>
                <a:ext uri="{FF2B5EF4-FFF2-40B4-BE49-F238E27FC236}">
                  <a16:creationId xmlns:a16="http://schemas.microsoft.com/office/drawing/2014/main" id="{6E5A44D5-4DED-4075-8C18-C4EE1E61AB39}"/>
                </a:ext>
              </a:extLst>
            </p:cNvPr>
            <p:cNvSpPr>
              <a:spLocks noEditPoints="1"/>
            </p:cNvSpPr>
            <p:nvPr/>
          </p:nvSpPr>
          <p:spPr bwMode="auto">
            <a:xfrm>
              <a:off x="521737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7" name="Freeform 16">
              <a:extLst>
                <a:ext uri="{FF2B5EF4-FFF2-40B4-BE49-F238E27FC236}">
                  <a16:creationId xmlns:a16="http://schemas.microsoft.com/office/drawing/2014/main" id="{47E67357-8F43-4716-AF36-C4D3FAD5776D}"/>
                </a:ext>
              </a:extLst>
            </p:cNvPr>
            <p:cNvSpPr>
              <a:spLocks noEditPoints="1"/>
            </p:cNvSpPr>
            <p:nvPr/>
          </p:nvSpPr>
          <p:spPr bwMode="auto">
            <a:xfrm>
              <a:off x="557128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16">
              <a:extLst>
                <a:ext uri="{FF2B5EF4-FFF2-40B4-BE49-F238E27FC236}">
                  <a16:creationId xmlns:a16="http://schemas.microsoft.com/office/drawing/2014/main" id="{CDB9D3D1-A9FF-4CC6-B6AD-51D73FCAE1D4}"/>
                </a:ext>
              </a:extLst>
            </p:cNvPr>
            <p:cNvSpPr>
              <a:spLocks noEditPoints="1"/>
            </p:cNvSpPr>
            <p:nvPr/>
          </p:nvSpPr>
          <p:spPr bwMode="auto">
            <a:xfrm>
              <a:off x="592519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16">
              <a:extLst>
                <a:ext uri="{FF2B5EF4-FFF2-40B4-BE49-F238E27FC236}">
                  <a16:creationId xmlns:a16="http://schemas.microsoft.com/office/drawing/2014/main" id="{B1C55A0F-DE6D-4BE9-B90E-685770171078}"/>
                </a:ext>
              </a:extLst>
            </p:cNvPr>
            <p:cNvSpPr>
              <a:spLocks noEditPoints="1"/>
            </p:cNvSpPr>
            <p:nvPr/>
          </p:nvSpPr>
          <p:spPr bwMode="auto">
            <a:xfrm>
              <a:off x="627909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16">
              <a:extLst>
                <a:ext uri="{FF2B5EF4-FFF2-40B4-BE49-F238E27FC236}">
                  <a16:creationId xmlns:a16="http://schemas.microsoft.com/office/drawing/2014/main" id="{6627EE65-8BCE-41D8-BE30-34A95B942473}"/>
                </a:ext>
              </a:extLst>
            </p:cNvPr>
            <p:cNvSpPr>
              <a:spLocks noEditPoints="1"/>
            </p:cNvSpPr>
            <p:nvPr/>
          </p:nvSpPr>
          <p:spPr bwMode="auto">
            <a:xfrm>
              <a:off x="663300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16">
              <a:extLst>
                <a:ext uri="{FF2B5EF4-FFF2-40B4-BE49-F238E27FC236}">
                  <a16:creationId xmlns:a16="http://schemas.microsoft.com/office/drawing/2014/main" id="{FA999AE1-300A-4580-A684-3752E1FB0EF1}"/>
                </a:ext>
              </a:extLst>
            </p:cNvPr>
            <p:cNvSpPr>
              <a:spLocks noEditPoints="1"/>
            </p:cNvSpPr>
            <p:nvPr/>
          </p:nvSpPr>
          <p:spPr bwMode="auto">
            <a:xfrm>
              <a:off x="698690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16">
              <a:extLst>
                <a:ext uri="{FF2B5EF4-FFF2-40B4-BE49-F238E27FC236}">
                  <a16:creationId xmlns:a16="http://schemas.microsoft.com/office/drawing/2014/main" id="{9BB492A4-E274-4551-A97A-AD8A2538EB6E}"/>
                </a:ext>
              </a:extLst>
            </p:cNvPr>
            <p:cNvSpPr>
              <a:spLocks noEditPoints="1"/>
            </p:cNvSpPr>
            <p:nvPr/>
          </p:nvSpPr>
          <p:spPr bwMode="auto">
            <a:xfrm>
              <a:off x="734081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16">
              <a:extLst>
                <a:ext uri="{FF2B5EF4-FFF2-40B4-BE49-F238E27FC236}">
                  <a16:creationId xmlns:a16="http://schemas.microsoft.com/office/drawing/2014/main" id="{CBF53111-DF01-47C3-8596-B57862E0C31E}"/>
                </a:ext>
              </a:extLst>
            </p:cNvPr>
            <p:cNvSpPr>
              <a:spLocks noEditPoints="1"/>
            </p:cNvSpPr>
            <p:nvPr/>
          </p:nvSpPr>
          <p:spPr bwMode="auto">
            <a:xfrm>
              <a:off x="769472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16">
              <a:extLst>
                <a:ext uri="{FF2B5EF4-FFF2-40B4-BE49-F238E27FC236}">
                  <a16:creationId xmlns:a16="http://schemas.microsoft.com/office/drawing/2014/main" id="{C53F7DDB-439E-47C6-90BD-B22EA9B7CDF3}"/>
                </a:ext>
              </a:extLst>
            </p:cNvPr>
            <p:cNvSpPr>
              <a:spLocks noEditPoints="1"/>
            </p:cNvSpPr>
            <p:nvPr/>
          </p:nvSpPr>
          <p:spPr bwMode="auto">
            <a:xfrm>
              <a:off x="804862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16">
              <a:extLst>
                <a:ext uri="{FF2B5EF4-FFF2-40B4-BE49-F238E27FC236}">
                  <a16:creationId xmlns:a16="http://schemas.microsoft.com/office/drawing/2014/main" id="{81E7F6E6-2542-47E1-AE43-9B182D375826}"/>
                </a:ext>
              </a:extLst>
            </p:cNvPr>
            <p:cNvSpPr>
              <a:spLocks noEditPoints="1"/>
            </p:cNvSpPr>
            <p:nvPr/>
          </p:nvSpPr>
          <p:spPr bwMode="auto">
            <a:xfrm>
              <a:off x="840253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16">
              <a:extLst>
                <a:ext uri="{FF2B5EF4-FFF2-40B4-BE49-F238E27FC236}">
                  <a16:creationId xmlns:a16="http://schemas.microsoft.com/office/drawing/2014/main" id="{E777532A-71A5-494B-820C-48C05EC74CA0}"/>
                </a:ext>
              </a:extLst>
            </p:cNvPr>
            <p:cNvSpPr>
              <a:spLocks noEditPoints="1"/>
            </p:cNvSpPr>
            <p:nvPr/>
          </p:nvSpPr>
          <p:spPr bwMode="auto">
            <a:xfrm>
              <a:off x="875643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16">
              <a:extLst>
                <a:ext uri="{FF2B5EF4-FFF2-40B4-BE49-F238E27FC236}">
                  <a16:creationId xmlns:a16="http://schemas.microsoft.com/office/drawing/2014/main" id="{70329985-9DF6-417E-8BE0-92923294554F}"/>
                </a:ext>
              </a:extLst>
            </p:cNvPr>
            <p:cNvSpPr>
              <a:spLocks noEditPoints="1"/>
            </p:cNvSpPr>
            <p:nvPr/>
          </p:nvSpPr>
          <p:spPr bwMode="auto">
            <a:xfrm>
              <a:off x="911034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16">
              <a:extLst>
                <a:ext uri="{FF2B5EF4-FFF2-40B4-BE49-F238E27FC236}">
                  <a16:creationId xmlns:a16="http://schemas.microsoft.com/office/drawing/2014/main" id="{00252936-908A-4F1A-B1D6-E291EDBA6E00}"/>
                </a:ext>
              </a:extLst>
            </p:cNvPr>
            <p:cNvSpPr>
              <a:spLocks noEditPoints="1"/>
            </p:cNvSpPr>
            <p:nvPr/>
          </p:nvSpPr>
          <p:spPr bwMode="auto">
            <a:xfrm>
              <a:off x="946425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16">
              <a:extLst>
                <a:ext uri="{FF2B5EF4-FFF2-40B4-BE49-F238E27FC236}">
                  <a16:creationId xmlns:a16="http://schemas.microsoft.com/office/drawing/2014/main" id="{1614E059-CFCA-409A-8521-5A7B0CD0E428}"/>
                </a:ext>
              </a:extLst>
            </p:cNvPr>
            <p:cNvSpPr>
              <a:spLocks noEditPoints="1"/>
            </p:cNvSpPr>
            <p:nvPr/>
          </p:nvSpPr>
          <p:spPr bwMode="auto">
            <a:xfrm>
              <a:off x="981815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16">
              <a:extLst>
                <a:ext uri="{FF2B5EF4-FFF2-40B4-BE49-F238E27FC236}">
                  <a16:creationId xmlns:a16="http://schemas.microsoft.com/office/drawing/2014/main" id="{D67A4711-AC1A-4F94-B614-DDA70F4AB3ED}"/>
                </a:ext>
              </a:extLst>
            </p:cNvPr>
            <p:cNvSpPr>
              <a:spLocks noEditPoints="1"/>
            </p:cNvSpPr>
            <p:nvPr/>
          </p:nvSpPr>
          <p:spPr bwMode="auto">
            <a:xfrm>
              <a:off x="1017206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16">
              <a:extLst>
                <a:ext uri="{FF2B5EF4-FFF2-40B4-BE49-F238E27FC236}">
                  <a16:creationId xmlns:a16="http://schemas.microsoft.com/office/drawing/2014/main" id="{7AC93D6D-B965-4CFB-82B3-C2F8189DD772}"/>
                </a:ext>
              </a:extLst>
            </p:cNvPr>
            <p:cNvSpPr>
              <a:spLocks noEditPoints="1"/>
            </p:cNvSpPr>
            <p:nvPr/>
          </p:nvSpPr>
          <p:spPr bwMode="auto">
            <a:xfrm>
              <a:off x="1052596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16">
              <a:extLst>
                <a:ext uri="{FF2B5EF4-FFF2-40B4-BE49-F238E27FC236}">
                  <a16:creationId xmlns:a16="http://schemas.microsoft.com/office/drawing/2014/main" id="{00CA144B-A572-487C-B67D-E0784F6971CB}"/>
                </a:ext>
              </a:extLst>
            </p:cNvPr>
            <p:cNvSpPr>
              <a:spLocks noEditPoints="1"/>
            </p:cNvSpPr>
            <p:nvPr/>
          </p:nvSpPr>
          <p:spPr bwMode="auto">
            <a:xfrm>
              <a:off x="10879862"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16">
              <a:extLst>
                <a:ext uri="{FF2B5EF4-FFF2-40B4-BE49-F238E27FC236}">
                  <a16:creationId xmlns:a16="http://schemas.microsoft.com/office/drawing/2014/main" id="{E1487B58-3826-42D4-A325-3E4E04785B12}"/>
                </a:ext>
              </a:extLst>
            </p:cNvPr>
            <p:cNvSpPr>
              <a:spLocks noEditPoints="1"/>
            </p:cNvSpPr>
            <p:nvPr/>
          </p:nvSpPr>
          <p:spPr bwMode="auto">
            <a:xfrm>
              <a:off x="-9121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16">
              <a:extLst>
                <a:ext uri="{FF2B5EF4-FFF2-40B4-BE49-F238E27FC236}">
                  <a16:creationId xmlns:a16="http://schemas.microsoft.com/office/drawing/2014/main" id="{3C65D50D-4B63-4F19-93C9-926E0DA6253B}"/>
                </a:ext>
              </a:extLst>
            </p:cNvPr>
            <p:cNvSpPr>
              <a:spLocks noEditPoints="1"/>
            </p:cNvSpPr>
            <p:nvPr/>
          </p:nvSpPr>
          <p:spPr bwMode="auto">
            <a:xfrm>
              <a:off x="26269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16">
              <a:extLst>
                <a:ext uri="{FF2B5EF4-FFF2-40B4-BE49-F238E27FC236}">
                  <a16:creationId xmlns:a16="http://schemas.microsoft.com/office/drawing/2014/main" id="{91A9FD33-BBFB-4EB4-B633-06A023CB6087}"/>
                </a:ext>
              </a:extLst>
            </p:cNvPr>
            <p:cNvSpPr>
              <a:spLocks noEditPoints="1"/>
            </p:cNvSpPr>
            <p:nvPr/>
          </p:nvSpPr>
          <p:spPr bwMode="auto">
            <a:xfrm>
              <a:off x="61660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16">
              <a:extLst>
                <a:ext uri="{FF2B5EF4-FFF2-40B4-BE49-F238E27FC236}">
                  <a16:creationId xmlns:a16="http://schemas.microsoft.com/office/drawing/2014/main" id="{8A25449F-C96E-43A9-BE7E-8415CB8CA956}"/>
                </a:ext>
              </a:extLst>
            </p:cNvPr>
            <p:cNvSpPr>
              <a:spLocks noEditPoints="1"/>
            </p:cNvSpPr>
            <p:nvPr/>
          </p:nvSpPr>
          <p:spPr bwMode="auto">
            <a:xfrm>
              <a:off x="97050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16">
              <a:extLst>
                <a:ext uri="{FF2B5EF4-FFF2-40B4-BE49-F238E27FC236}">
                  <a16:creationId xmlns:a16="http://schemas.microsoft.com/office/drawing/2014/main" id="{E852D294-5AE3-4C12-AE2F-1361C06DF29D}"/>
                </a:ext>
              </a:extLst>
            </p:cNvPr>
            <p:cNvSpPr>
              <a:spLocks noEditPoints="1"/>
            </p:cNvSpPr>
            <p:nvPr/>
          </p:nvSpPr>
          <p:spPr bwMode="auto">
            <a:xfrm>
              <a:off x="132441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8" name="Freeform 16">
              <a:extLst>
                <a:ext uri="{FF2B5EF4-FFF2-40B4-BE49-F238E27FC236}">
                  <a16:creationId xmlns:a16="http://schemas.microsoft.com/office/drawing/2014/main" id="{D75B22CF-07E7-4A6F-B17D-758BBE553840}"/>
                </a:ext>
              </a:extLst>
            </p:cNvPr>
            <p:cNvSpPr>
              <a:spLocks noEditPoints="1"/>
            </p:cNvSpPr>
            <p:nvPr/>
          </p:nvSpPr>
          <p:spPr bwMode="auto">
            <a:xfrm>
              <a:off x="167831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9" name="Freeform 16">
              <a:extLst>
                <a:ext uri="{FF2B5EF4-FFF2-40B4-BE49-F238E27FC236}">
                  <a16:creationId xmlns:a16="http://schemas.microsoft.com/office/drawing/2014/main" id="{45BB4DE2-44BF-43BF-9C16-259FA3450315}"/>
                </a:ext>
              </a:extLst>
            </p:cNvPr>
            <p:cNvSpPr>
              <a:spLocks noEditPoints="1"/>
            </p:cNvSpPr>
            <p:nvPr/>
          </p:nvSpPr>
          <p:spPr bwMode="auto">
            <a:xfrm>
              <a:off x="203222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0" name="Freeform 16">
              <a:extLst>
                <a:ext uri="{FF2B5EF4-FFF2-40B4-BE49-F238E27FC236}">
                  <a16:creationId xmlns:a16="http://schemas.microsoft.com/office/drawing/2014/main" id="{9082519B-328F-4D85-9648-AA99F35AF427}"/>
                </a:ext>
              </a:extLst>
            </p:cNvPr>
            <p:cNvSpPr>
              <a:spLocks noEditPoints="1"/>
            </p:cNvSpPr>
            <p:nvPr/>
          </p:nvSpPr>
          <p:spPr bwMode="auto">
            <a:xfrm>
              <a:off x="238613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16">
              <a:extLst>
                <a:ext uri="{FF2B5EF4-FFF2-40B4-BE49-F238E27FC236}">
                  <a16:creationId xmlns:a16="http://schemas.microsoft.com/office/drawing/2014/main" id="{D9C1B58C-398E-452F-88B1-1E2D056BC39E}"/>
                </a:ext>
              </a:extLst>
            </p:cNvPr>
            <p:cNvSpPr>
              <a:spLocks noEditPoints="1"/>
            </p:cNvSpPr>
            <p:nvPr/>
          </p:nvSpPr>
          <p:spPr bwMode="auto">
            <a:xfrm>
              <a:off x="274003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16">
              <a:extLst>
                <a:ext uri="{FF2B5EF4-FFF2-40B4-BE49-F238E27FC236}">
                  <a16:creationId xmlns:a16="http://schemas.microsoft.com/office/drawing/2014/main" id="{1215C438-62B6-48E8-93BD-2400CE7DCBC7}"/>
                </a:ext>
              </a:extLst>
            </p:cNvPr>
            <p:cNvSpPr>
              <a:spLocks noEditPoints="1"/>
            </p:cNvSpPr>
            <p:nvPr/>
          </p:nvSpPr>
          <p:spPr bwMode="auto">
            <a:xfrm>
              <a:off x="309394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16">
              <a:extLst>
                <a:ext uri="{FF2B5EF4-FFF2-40B4-BE49-F238E27FC236}">
                  <a16:creationId xmlns:a16="http://schemas.microsoft.com/office/drawing/2014/main" id="{74287A1C-61DC-4764-AD91-0D8AE5D32FD9}"/>
                </a:ext>
              </a:extLst>
            </p:cNvPr>
            <p:cNvSpPr>
              <a:spLocks noEditPoints="1"/>
            </p:cNvSpPr>
            <p:nvPr/>
          </p:nvSpPr>
          <p:spPr bwMode="auto">
            <a:xfrm>
              <a:off x="344784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16">
              <a:extLst>
                <a:ext uri="{FF2B5EF4-FFF2-40B4-BE49-F238E27FC236}">
                  <a16:creationId xmlns:a16="http://schemas.microsoft.com/office/drawing/2014/main" id="{935F5F69-3B06-47EE-8A58-9EFC1B83EC69}"/>
                </a:ext>
              </a:extLst>
            </p:cNvPr>
            <p:cNvSpPr>
              <a:spLocks noEditPoints="1"/>
            </p:cNvSpPr>
            <p:nvPr/>
          </p:nvSpPr>
          <p:spPr bwMode="auto">
            <a:xfrm>
              <a:off x="380175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16">
              <a:extLst>
                <a:ext uri="{FF2B5EF4-FFF2-40B4-BE49-F238E27FC236}">
                  <a16:creationId xmlns:a16="http://schemas.microsoft.com/office/drawing/2014/main" id="{1101FFF9-CF37-4721-8186-544775DE501D}"/>
                </a:ext>
              </a:extLst>
            </p:cNvPr>
            <p:cNvSpPr>
              <a:spLocks noEditPoints="1"/>
            </p:cNvSpPr>
            <p:nvPr/>
          </p:nvSpPr>
          <p:spPr bwMode="auto">
            <a:xfrm>
              <a:off x="415566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6" name="Freeform 16">
              <a:extLst>
                <a:ext uri="{FF2B5EF4-FFF2-40B4-BE49-F238E27FC236}">
                  <a16:creationId xmlns:a16="http://schemas.microsoft.com/office/drawing/2014/main" id="{DA07B02B-AB92-4E6D-BE68-38C0C55A704F}"/>
                </a:ext>
              </a:extLst>
            </p:cNvPr>
            <p:cNvSpPr>
              <a:spLocks noEditPoints="1"/>
            </p:cNvSpPr>
            <p:nvPr/>
          </p:nvSpPr>
          <p:spPr bwMode="auto">
            <a:xfrm>
              <a:off x="450956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7" name="Freeform 16">
              <a:extLst>
                <a:ext uri="{FF2B5EF4-FFF2-40B4-BE49-F238E27FC236}">
                  <a16:creationId xmlns:a16="http://schemas.microsoft.com/office/drawing/2014/main" id="{5C7F6697-9CF8-4C52-8134-856F37E69B55}"/>
                </a:ext>
              </a:extLst>
            </p:cNvPr>
            <p:cNvSpPr>
              <a:spLocks noEditPoints="1"/>
            </p:cNvSpPr>
            <p:nvPr/>
          </p:nvSpPr>
          <p:spPr bwMode="auto">
            <a:xfrm>
              <a:off x="486347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8" name="Freeform 16">
              <a:extLst>
                <a:ext uri="{FF2B5EF4-FFF2-40B4-BE49-F238E27FC236}">
                  <a16:creationId xmlns:a16="http://schemas.microsoft.com/office/drawing/2014/main" id="{71AE8640-CA8D-45ED-B293-E41C04107BB9}"/>
                </a:ext>
              </a:extLst>
            </p:cNvPr>
            <p:cNvSpPr>
              <a:spLocks noEditPoints="1"/>
            </p:cNvSpPr>
            <p:nvPr/>
          </p:nvSpPr>
          <p:spPr bwMode="auto">
            <a:xfrm>
              <a:off x="521737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Freeform 16">
              <a:extLst>
                <a:ext uri="{FF2B5EF4-FFF2-40B4-BE49-F238E27FC236}">
                  <a16:creationId xmlns:a16="http://schemas.microsoft.com/office/drawing/2014/main" id="{63C196AF-4D4C-4362-BDBF-EC89D3AF7E17}"/>
                </a:ext>
              </a:extLst>
            </p:cNvPr>
            <p:cNvSpPr>
              <a:spLocks noEditPoints="1"/>
            </p:cNvSpPr>
            <p:nvPr/>
          </p:nvSpPr>
          <p:spPr bwMode="auto">
            <a:xfrm>
              <a:off x="557128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16">
              <a:extLst>
                <a:ext uri="{FF2B5EF4-FFF2-40B4-BE49-F238E27FC236}">
                  <a16:creationId xmlns:a16="http://schemas.microsoft.com/office/drawing/2014/main" id="{ACA5D87D-1923-4B8B-9B95-C833F20B3FCA}"/>
                </a:ext>
              </a:extLst>
            </p:cNvPr>
            <p:cNvSpPr>
              <a:spLocks noEditPoints="1"/>
            </p:cNvSpPr>
            <p:nvPr/>
          </p:nvSpPr>
          <p:spPr bwMode="auto">
            <a:xfrm>
              <a:off x="592519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1" name="Freeform 16">
              <a:extLst>
                <a:ext uri="{FF2B5EF4-FFF2-40B4-BE49-F238E27FC236}">
                  <a16:creationId xmlns:a16="http://schemas.microsoft.com/office/drawing/2014/main" id="{5168EF6E-C030-46F7-940B-B2259B19D5DB}"/>
                </a:ext>
              </a:extLst>
            </p:cNvPr>
            <p:cNvSpPr>
              <a:spLocks noEditPoints="1"/>
            </p:cNvSpPr>
            <p:nvPr/>
          </p:nvSpPr>
          <p:spPr bwMode="auto">
            <a:xfrm>
              <a:off x="627909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16">
              <a:extLst>
                <a:ext uri="{FF2B5EF4-FFF2-40B4-BE49-F238E27FC236}">
                  <a16:creationId xmlns:a16="http://schemas.microsoft.com/office/drawing/2014/main" id="{A141EFDE-9FF6-4BED-B3E7-F887DDD96035}"/>
                </a:ext>
              </a:extLst>
            </p:cNvPr>
            <p:cNvSpPr>
              <a:spLocks noEditPoints="1"/>
            </p:cNvSpPr>
            <p:nvPr/>
          </p:nvSpPr>
          <p:spPr bwMode="auto">
            <a:xfrm>
              <a:off x="663300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3" name="Freeform 16">
              <a:extLst>
                <a:ext uri="{FF2B5EF4-FFF2-40B4-BE49-F238E27FC236}">
                  <a16:creationId xmlns:a16="http://schemas.microsoft.com/office/drawing/2014/main" id="{F1BD7350-6598-41F6-9255-7CC3E3138875}"/>
                </a:ext>
              </a:extLst>
            </p:cNvPr>
            <p:cNvSpPr>
              <a:spLocks noEditPoints="1"/>
            </p:cNvSpPr>
            <p:nvPr/>
          </p:nvSpPr>
          <p:spPr bwMode="auto">
            <a:xfrm>
              <a:off x="698690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4" name="Freeform 16">
              <a:extLst>
                <a:ext uri="{FF2B5EF4-FFF2-40B4-BE49-F238E27FC236}">
                  <a16:creationId xmlns:a16="http://schemas.microsoft.com/office/drawing/2014/main" id="{22AC9D57-87D8-4EB4-9431-D6A909D9B344}"/>
                </a:ext>
              </a:extLst>
            </p:cNvPr>
            <p:cNvSpPr>
              <a:spLocks noEditPoints="1"/>
            </p:cNvSpPr>
            <p:nvPr/>
          </p:nvSpPr>
          <p:spPr bwMode="auto">
            <a:xfrm>
              <a:off x="734081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16">
              <a:extLst>
                <a:ext uri="{FF2B5EF4-FFF2-40B4-BE49-F238E27FC236}">
                  <a16:creationId xmlns:a16="http://schemas.microsoft.com/office/drawing/2014/main" id="{5E5F28C9-581C-4582-AFD5-64DAF5C058C8}"/>
                </a:ext>
              </a:extLst>
            </p:cNvPr>
            <p:cNvSpPr>
              <a:spLocks noEditPoints="1"/>
            </p:cNvSpPr>
            <p:nvPr/>
          </p:nvSpPr>
          <p:spPr bwMode="auto">
            <a:xfrm>
              <a:off x="769472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16">
              <a:extLst>
                <a:ext uri="{FF2B5EF4-FFF2-40B4-BE49-F238E27FC236}">
                  <a16:creationId xmlns:a16="http://schemas.microsoft.com/office/drawing/2014/main" id="{A3946BBE-EEEB-45AB-8953-28E740687DEF}"/>
                </a:ext>
              </a:extLst>
            </p:cNvPr>
            <p:cNvSpPr>
              <a:spLocks noEditPoints="1"/>
            </p:cNvSpPr>
            <p:nvPr/>
          </p:nvSpPr>
          <p:spPr bwMode="auto">
            <a:xfrm>
              <a:off x="804862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16">
              <a:extLst>
                <a:ext uri="{FF2B5EF4-FFF2-40B4-BE49-F238E27FC236}">
                  <a16:creationId xmlns:a16="http://schemas.microsoft.com/office/drawing/2014/main" id="{6CBC4E02-AAC1-4F30-A6A1-640557D976C5}"/>
                </a:ext>
              </a:extLst>
            </p:cNvPr>
            <p:cNvSpPr>
              <a:spLocks noEditPoints="1"/>
            </p:cNvSpPr>
            <p:nvPr/>
          </p:nvSpPr>
          <p:spPr bwMode="auto">
            <a:xfrm>
              <a:off x="840253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8" name="Freeform 16">
              <a:extLst>
                <a:ext uri="{FF2B5EF4-FFF2-40B4-BE49-F238E27FC236}">
                  <a16:creationId xmlns:a16="http://schemas.microsoft.com/office/drawing/2014/main" id="{B048D2CD-AC09-4285-A6D5-6EA03B390362}"/>
                </a:ext>
              </a:extLst>
            </p:cNvPr>
            <p:cNvSpPr>
              <a:spLocks noEditPoints="1"/>
            </p:cNvSpPr>
            <p:nvPr/>
          </p:nvSpPr>
          <p:spPr bwMode="auto">
            <a:xfrm>
              <a:off x="875643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9" name="Freeform 16">
              <a:extLst>
                <a:ext uri="{FF2B5EF4-FFF2-40B4-BE49-F238E27FC236}">
                  <a16:creationId xmlns:a16="http://schemas.microsoft.com/office/drawing/2014/main" id="{15EF59CC-EAE4-472E-9711-C258CA656229}"/>
                </a:ext>
              </a:extLst>
            </p:cNvPr>
            <p:cNvSpPr>
              <a:spLocks noEditPoints="1"/>
            </p:cNvSpPr>
            <p:nvPr/>
          </p:nvSpPr>
          <p:spPr bwMode="auto">
            <a:xfrm>
              <a:off x="911034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16">
              <a:extLst>
                <a:ext uri="{FF2B5EF4-FFF2-40B4-BE49-F238E27FC236}">
                  <a16:creationId xmlns:a16="http://schemas.microsoft.com/office/drawing/2014/main" id="{0C37583E-F9BD-44A9-BE2D-5885FBF11A0D}"/>
                </a:ext>
              </a:extLst>
            </p:cNvPr>
            <p:cNvSpPr>
              <a:spLocks noEditPoints="1"/>
            </p:cNvSpPr>
            <p:nvPr/>
          </p:nvSpPr>
          <p:spPr bwMode="auto">
            <a:xfrm>
              <a:off x="946425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1" name="Freeform 16">
              <a:extLst>
                <a:ext uri="{FF2B5EF4-FFF2-40B4-BE49-F238E27FC236}">
                  <a16:creationId xmlns:a16="http://schemas.microsoft.com/office/drawing/2014/main" id="{C8F816AA-7759-4D40-8B9F-93CE389699BC}"/>
                </a:ext>
              </a:extLst>
            </p:cNvPr>
            <p:cNvSpPr>
              <a:spLocks noEditPoints="1"/>
            </p:cNvSpPr>
            <p:nvPr/>
          </p:nvSpPr>
          <p:spPr bwMode="auto">
            <a:xfrm>
              <a:off x="981815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2" name="Freeform 16">
              <a:extLst>
                <a:ext uri="{FF2B5EF4-FFF2-40B4-BE49-F238E27FC236}">
                  <a16:creationId xmlns:a16="http://schemas.microsoft.com/office/drawing/2014/main" id="{B65B9489-7839-490A-B77D-E0E3DFA52E40}"/>
                </a:ext>
              </a:extLst>
            </p:cNvPr>
            <p:cNvSpPr>
              <a:spLocks noEditPoints="1"/>
            </p:cNvSpPr>
            <p:nvPr/>
          </p:nvSpPr>
          <p:spPr bwMode="auto">
            <a:xfrm>
              <a:off x="1017206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3" name="Freeform 16">
              <a:extLst>
                <a:ext uri="{FF2B5EF4-FFF2-40B4-BE49-F238E27FC236}">
                  <a16:creationId xmlns:a16="http://schemas.microsoft.com/office/drawing/2014/main" id="{BECB7B9E-23EE-46B4-90EA-B68B9533FE1F}"/>
                </a:ext>
              </a:extLst>
            </p:cNvPr>
            <p:cNvSpPr>
              <a:spLocks noEditPoints="1"/>
            </p:cNvSpPr>
            <p:nvPr/>
          </p:nvSpPr>
          <p:spPr bwMode="auto">
            <a:xfrm>
              <a:off x="1052596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16">
              <a:extLst>
                <a:ext uri="{FF2B5EF4-FFF2-40B4-BE49-F238E27FC236}">
                  <a16:creationId xmlns:a16="http://schemas.microsoft.com/office/drawing/2014/main" id="{37F81689-425B-4586-BA28-A52EA6461BD3}"/>
                </a:ext>
              </a:extLst>
            </p:cNvPr>
            <p:cNvSpPr>
              <a:spLocks noEditPoints="1"/>
            </p:cNvSpPr>
            <p:nvPr/>
          </p:nvSpPr>
          <p:spPr bwMode="auto">
            <a:xfrm>
              <a:off x="10879862"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5" name="Freeform 16">
              <a:extLst>
                <a:ext uri="{FF2B5EF4-FFF2-40B4-BE49-F238E27FC236}">
                  <a16:creationId xmlns:a16="http://schemas.microsoft.com/office/drawing/2014/main" id="{F4E46C55-E55C-4DB9-84CB-12BA4E8360B2}"/>
                </a:ext>
              </a:extLst>
            </p:cNvPr>
            <p:cNvSpPr>
              <a:spLocks noEditPoints="1"/>
            </p:cNvSpPr>
            <p:nvPr/>
          </p:nvSpPr>
          <p:spPr bwMode="auto">
            <a:xfrm>
              <a:off x="-9121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6" name="AutoShape 3">
              <a:extLst>
                <a:ext uri="{FF2B5EF4-FFF2-40B4-BE49-F238E27FC236}">
                  <a16:creationId xmlns:a16="http://schemas.microsoft.com/office/drawing/2014/main" id="{9F7F7C91-FA75-4191-AB66-8DE3A6C2C917}"/>
                </a:ext>
              </a:extLst>
            </p:cNvPr>
            <p:cNvSpPr>
              <a:spLocks noChangeAspect="1" noChangeArrowheads="1" noTextEdit="1"/>
            </p:cNvSpPr>
            <p:nvPr/>
          </p:nvSpPr>
          <p:spPr bwMode="auto">
            <a:xfrm>
              <a:off x="9912350" y="127000"/>
              <a:ext cx="40005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267" name="Group 266">
              <a:extLst>
                <a:ext uri="{FF2B5EF4-FFF2-40B4-BE49-F238E27FC236}">
                  <a16:creationId xmlns:a16="http://schemas.microsoft.com/office/drawing/2014/main" id="{B79D6001-5C23-4D4D-89FC-00A862D67E58}"/>
                </a:ext>
              </a:extLst>
            </p:cNvPr>
            <p:cNvGrpSpPr/>
            <p:nvPr/>
          </p:nvGrpSpPr>
          <p:grpSpPr>
            <a:xfrm>
              <a:off x="-664463" y="1060450"/>
              <a:ext cx="2884436" cy="4051302"/>
              <a:chOff x="-831850" y="581026"/>
              <a:chExt cx="3567113" cy="5010150"/>
            </a:xfrm>
          </p:grpSpPr>
          <p:sp>
            <p:nvSpPr>
              <p:cNvPr id="272" name="Freeform 10">
                <a:extLst>
                  <a:ext uri="{FF2B5EF4-FFF2-40B4-BE49-F238E27FC236}">
                    <a16:creationId xmlns:a16="http://schemas.microsoft.com/office/drawing/2014/main" id="{93E9F37A-6F37-4C9E-8DC1-2BE2587463EB}"/>
                  </a:ext>
                </a:extLst>
              </p:cNvPr>
              <p:cNvSpPr>
                <a:spLocks/>
              </p:cNvSpPr>
              <p:nvPr/>
            </p:nvSpPr>
            <p:spPr bwMode="auto">
              <a:xfrm>
                <a:off x="-831850" y="2471738"/>
                <a:ext cx="3567113" cy="3119438"/>
              </a:xfrm>
              <a:custGeom>
                <a:avLst/>
                <a:gdLst>
                  <a:gd name="T0" fmla="*/ 434 w 464"/>
                  <a:gd name="T1" fmla="*/ 406 h 406"/>
                  <a:gd name="T2" fmla="*/ 30 w 464"/>
                  <a:gd name="T3" fmla="*/ 406 h 406"/>
                  <a:gd name="T4" fmla="*/ 0 w 464"/>
                  <a:gd name="T5" fmla="*/ 376 h 406"/>
                  <a:gd name="T6" fmla="*/ 0 w 464"/>
                  <a:gd name="T7" fmla="*/ 30 h 406"/>
                  <a:gd name="T8" fmla="*/ 30 w 464"/>
                  <a:gd name="T9" fmla="*/ 0 h 406"/>
                  <a:gd name="T10" fmla="*/ 434 w 464"/>
                  <a:gd name="T11" fmla="*/ 0 h 406"/>
                  <a:gd name="T12" fmla="*/ 464 w 464"/>
                  <a:gd name="T13" fmla="*/ 30 h 406"/>
                  <a:gd name="T14" fmla="*/ 464 w 464"/>
                  <a:gd name="T15" fmla="*/ 376 h 406"/>
                  <a:gd name="T16" fmla="*/ 434 w 464"/>
                  <a:gd name="T17"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4" h="406">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3" name="Freeform 11">
                <a:extLst>
                  <a:ext uri="{FF2B5EF4-FFF2-40B4-BE49-F238E27FC236}">
                    <a16:creationId xmlns:a16="http://schemas.microsoft.com/office/drawing/2014/main" id="{9622CA32-E887-4015-BE52-CE59C58A50BC}"/>
                  </a:ext>
                </a:extLst>
              </p:cNvPr>
              <p:cNvSpPr>
                <a:spLocks/>
              </p:cNvSpPr>
              <p:nvPr/>
            </p:nvSpPr>
            <p:spPr bwMode="auto">
              <a:xfrm>
                <a:off x="490538" y="3262313"/>
                <a:ext cx="914400" cy="1590675"/>
              </a:xfrm>
              <a:custGeom>
                <a:avLst/>
                <a:gdLst>
                  <a:gd name="T0" fmla="*/ 119 w 119"/>
                  <a:gd name="T1" fmla="*/ 60 h 207"/>
                  <a:gd name="T2" fmla="*/ 60 w 119"/>
                  <a:gd name="T3" fmla="*/ 0 h 207"/>
                  <a:gd name="T4" fmla="*/ 0 w 119"/>
                  <a:gd name="T5" fmla="*/ 60 h 207"/>
                  <a:gd name="T6" fmla="*/ 30 w 119"/>
                  <a:gd name="T7" fmla="*/ 112 h 207"/>
                  <a:gd name="T8" fmla="*/ 11 w 119"/>
                  <a:gd name="T9" fmla="*/ 207 h 207"/>
                  <a:gd name="T10" fmla="*/ 108 w 119"/>
                  <a:gd name="T11" fmla="*/ 207 h 207"/>
                  <a:gd name="T12" fmla="*/ 89 w 119"/>
                  <a:gd name="T13" fmla="*/ 112 h 207"/>
                  <a:gd name="T14" fmla="*/ 119 w 119"/>
                  <a:gd name="T15" fmla="*/ 60 h 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07">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a:solidFill>
                  <a:srgbClr val="C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12">
                <a:extLst>
                  <a:ext uri="{FF2B5EF4-FFF2-40B4-BE49-F238E27FC236}">
                    <a16:creationId xmlns:a16="http://schemas.microsoft.com/office/drawing/2014/main" id="{15857072-129D-4B83-AEDA-E98AD3A5AEF2}"/>
                  </a:ext>
                </a:extLst>
              </p:cNvPr>
              <p:cNvSpPr>
                <a:spLocks/>
              </p:cNvSpPr>
              <p:nvPr/>
            </p:nvSpPr>
            <p:spPr bwMode="auto">
              <a:xfrm>
                <a:off x="-239713" y="581026"/>
                <a:ext cx="2382838" cy="1958975"/>
              </a:xfrm>
              <a:custGeom>
                <a:avLst/>
                <a:gdLst>
                  <a:gd name="T0" fmla="*/ 0 w 310"/>
                  <a:gd name="T1" fmla="*/ 253 h 255"/>
                  <a:gd name="T2" fmla="*/ 0 w 310"/>
                  <a:gd name="T3" fmla="*/ 155 h 255"/>
                  <a:gd name="T4" fmla="*/ 155 w 310"/>
                  <a:gd name="T5" fmla="*/ 0 h 255"/>
                  <a:gd name="T6" fmla="*/ 310 w 310"/>
                  <a:gd name="T7" fmla="*/ 155 h 255"/>
                  <a:gd name="T8" fmla="*/ 310 w 310"/>
                  <a:gd name="T9" fmla="*/ 255 h 255"/>
                </a:gdLst>
                <a:ahLst/>
                <a:cxnLst>
                  <a:cxn ang="0">
                    <a:pos x="T0" y="T1"/>
                  </a:cxn>
                  <a:cxn ang="0">
                    <a:pos x="T2" y="T3"/>
                  </a:cxn>
                  <a:cxn ang="0">
                    <a:pos x="T4" y="T5"/>
                  </a:cxn>
                  <a:cxn ang="0">
                    <a:pos x="T6" y="T7"/>
                  </a:cxn>
                  <a:cxn ang="0">
                    <a:pos x="T8" y="T9"/>
                  </a:cxn>
                </a:cxnLst>
                <a:rect l="0" t="0" r="r" b="b"/>
                <a:pathLst>
                  <a:path w="310" h="255">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68" name="Rectangle 267">
              <a:extLst>
                <a:ext uri="{FF2B5EF4-FFF2-40B4-BE49-F238E27FC236}">
                  <a16:creationId xmlns:a16="http://schemas.microsoft.com/office/drawing/2014/main" id="{395FD607-A9EB-4369-8C8B-71A1A9564207}"/>
                </a:ext>
              </a:extLst>
            </p:cNvPr>
            <p:cNvSpPr/>
            <p:nvPr/>
          </p:nvSpPr>
          <p:spPr>
            <a:xfrm>
              <a:off x="-1327308"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5CCAC69A-2B74-4981-825D-C3244AD95072}"/>
                </a:ext>
              </a:extLst>
            </p:cNvPr>
            <p:cNvSpPr/>
            <p:nvPr/>
          </p:nvSpPr>
          <p:spPr>
            <a:xfrm>
              <a:off x="10973671"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660DB5A1-D3C7-4B82-A883-81AAAD318502}"/>
                </a:ext>
              </a:extLst>
            </p:cNvPr>
            <p:cNvSpPr/>
            <p:nvPr/>
          </p:nvSpPr>
          <p:spPr>
            <a:xfrm rot="16200000">
              <a:off x="5129275" y="-5934192"/>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02F05F0F-A34E-4FE9-AFF6-B23AF6C59A1F}"/>
                </a:ext>
              </a:extLst>
            </p:cNvPr>
            <p:cNvSpPr/>
            <p:nvPr/>
          </p:nvSpPr>
          <p:spPr>
            <a:xfrm rot="16200000">
              <a:off x="5129270" y="643723"/>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2862072" y="3767328"/>
            <a:ext cx="7461504" cy="590931"/>
          </a:xfrm>
        </p:spPr>
        <p:txBody>
          <a:bodyPr/>
          <a:lstStyle>
            <a:lvl1pPr algn="l">
              <a:defRPr sz="2800">
                <a:solidFill>
                  <a:schemeClr val="tx1"/>
                </a:solidFill>
              </a:defRPr>
            </a:lvl1pPr>
          </a:lstStyle>
          <a:p>
            <a:r>
              <a:rPr lang="en-US"/>
              <a:t>Click to edit Master title style</a:t>
            </a:r>
            <a:endParaRPr lang="en-US" dirty="0"/>
          </a:p>
        </p:txBody>
      </p:sp>
      <p:sp>
        <p:nvSpPr>
          <p:cNvPr id="5" name="Text Placeholder 4"/>
          <p:cNvSpPr>
            <a:spLocks noGrp="1"/>
          </p:cNvSpPr>
          <p:nvPr>
            <p:ph type="body" sz="quarter" idx="10"/>
          </p:nvPr>
        </p:nvSpPr>
        <p:spPr>
          <a:xfrm>
            <a:off x="2862072" y="4361688"/>
            <a:ext cx="7461504" cy="525463"/>
          </a:xfrm>
        </p:spPr>
        <p:txBody>
          <a:bodyPr/>
          <a:lstStyle>
            <a:lvl1pPr marL="0" indent="0" algn="l">
              <a:buFontTx/>
              <a:buNone/>
              <a:defRPr sz="2400" b="0">
                <a:solidFill>
                  <a:schemeClr val="tx1"/>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4382032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67405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Rectangle 2"/>
          <p:cNvSpPr/>
          <p:nvPr/>
        </p:nvSpPr>
        <p:spPr>
          <a:xfrm>
            <a:off x="0" y="0"/>
            <a:ext cx="10972800" cy="55979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25213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p:nvSpPr>
        <p:spPr>
          <a:xfrm>
            <a:off x="0" y="0"/>
            <a:ext cx="10972800" cy="57050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169473"/>
            <a:ext cx="9976104" cy="535531"/>
          </a:xfrm>
        </p:spPr>
        <p:txBody>
          <a:bodyPr anchor="ctr"/>
          <a:lstStyle>
            <a:lvl1pPr algn="ctr">
              <a:defRPr sz="2800">
                <a:solidFill>
                  <a:schemeClr val="bg1"/>
                </a:solidFill>
              </a:defRPr>
            </a:lvl1pPr>
          </a:lstStyle>
          <a:p>
            <a:r>
              <a:rPr lang="en-US"/>
              <a:t>Click to edit Master title style</a:t>
            </a:r>
            <a:endParaRPr lang="en-US" dirty="0"/>
          </a:p>
        </p:txBody>
      </p:sp>
      <p:sp>
        <p:nvSpPr>
          <p:cNvPr id="5" name="Rectangle 4">
            <a:extLst>
              <a:ext uri="{FF2B5EF4-FFF2-40B4-BE49-F238E27FC236}">
                <a16:creationId xmlns:a16="http://schemas.microsoft.com/office/drawing/2014/main" id="{C2FA215A-D71C-409E-A39F-BF60373FEF97}"/>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3228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Picture 2" descr="A close up of an object  Description automatically generated">
            <a:extLst>
              <a:ext uri="{FF2B5EF4-FFF2-40B4-BE49-F238E27FC236}">
                <a16:creationId xmlns:a16="http://schemas.microsoft.com/office/drawing/2014/main" id="{DB5BC97F-BE1C-4CC1-A0F8-EF37ABD2FDB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spTree>
    <p:extLst>
      <p:ext uri="{BB962C8B-B14F-4D97-AF65-F5344CB8AC3E}">
        <p14:creationId xmlns:p14="http://schemas.microsoft.com/office/powerpoint/2010/main" val="38421613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73.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498348" y="661226"/>
            <a:ext cx="9976104" cy="590931"/>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30" name="Google Shape;30;p4"/>
          <p:cNvSpPr txBox="1">
            <a:spLocks noGrp="1"/>
          </p:cNvSpPr>
          <p:nvPr>
            <p:ph type="body" idx="1"/>
          </p:nvPr>
        </p:nvSpPr>
        <p:spPr>
          <a:xfrm>
            <a:off x="516750" y="2103036"/>
            <a:ext cx="9976104" cy="3596786"/>
          </a:xfrm>
          <a:prstGeom prst="rect">
            <a:avLst/>
          </a:prstGeom>
          <a:noFill/>
          <a:ln>
            <a:noFill/>
          </a:ln>
        </p:spPr>
        <p:txBody>
          <a:bodyPr spcFirstLastPara="1" wrap="square" lIns="91425" tIns="91425" rIns="91425" bIns="91425" anchor="t" anchorCtr="0"/>
          <a:lstStyle>
            <a:lvl1pPr marL="457200" marR="0" lvl="0" indent="-355600" algn="l" rtl="0">
              <a:lnSpc>
                <a:spcPct val="90000"/>
              </a:lnSpc>
              <a:spcBef>
                <a:spcPts val="900"/>
              </a:spcBef>
              <a:spcAft>
                <a:spcPts val="0"/>
              </a:spcAft>
              <a:buClr>
                <a:schemeClr val="dk1"/>
              </a:buClr>
              <a:buSzPts val="2000"/>
              <a:buFont typeface="Trebuchet MS"/>
              <a:buChar char="—"/>
              <a:defRPr sz="2000" b="0" i="0" u="none" strike="noStrike" cap="none">
                <a:solidFill>
                  <a:schemeClr val="dk2"/>
                </a:solidFill>
                <a:latin typeface="Trebuchet MS"/>
                <a:ea typeface="Trebuchet MS"/>
                <a:cs typeface="Trebuchet MS"/>
                <a:sym typeface="Trebuchet MS"/>
              </a:defRPr>
            </a:lvl1pPr>
            <a:lvl2pPr marL="914400" marR="0" lvl="1" indent="-342900" algn="l" rtl="0">
              <a:lnSpc>
                <a:spcPct val="90000"/>
              </a:lnSpc>
              <a:spcBef>
                <a:spcPts val="900"/>
              </a:spcBef>
              <a:spcAft>
                <a:spcPts val="0"/>
              </a:spcAft>
              <a:buClr>
                <a:schemeClr val="dk1"/>
              </a:buClr>
              <a:buSzPts val="1800"/>
              <a:buFont typeface="Trebuchet MS"/>
              <a:buChar char="—"/>
              <a:defRPr sz="1800" b="0" i="0" u="none" strike="noStrike" cap="none">
                <a:solidFill>
                  <a:schemeClr val="dk2"/>
                </a:solidFill>
                <a:latin typeface="Trebuchet MS"/>
                <a:ea typeface="Trebuchet MS"/>
                <a:cs typeface="Trebuchet MS"/>
                <a:sym typeface="Trebuchet MS"/>
              </a:defRPr>
            </a:lvl2pPr>
            <a:lvl3pPr marL="1371600" marR="0" lvl="2" indent="-330200" algn="l" rtl="0">
              <a:lnSpc>
                <a:spcPct val="90000"/>
              </a:lnSpc>
              <a:spcBef>
                <a:spcPts val="900"/>
              </a:spcBef>
              <a:spcAft>
                <a:spcPts val="0"/>
              </a:spcAft>
              <a:buClr>
                <a:schemeClr val="dk1"/>
              </a:buClr>
              <a:buSzPts val="1600"/>
              <a:buFont typeface="Trebuchet MS"/>
              <a:buChar char="—"/>
              <a:defRPr sz="16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31" name="Google Shape;31;p4"/>
          <p:cNvSpPr txBox="1">
            <a:spLocks noGrp="1"/>
          </p:cNvSpPr>
          <p:nvPr>
            <p:ph type="body" idx="2"/>
          </p:nvPr>
        </p:nvSpPr>
        <p:spPr>
          <a:xfrm>
            <a:off x="498348" y="1183333"/>
            <a:ext cx="9976104" cy="525463"/>
          </a:xfrm>
          <a:prstGeom prst="rect">
            <a:avLst/>
          </a:prstGeom>
          <a:noFill/>
          <a:ln>
            <a:noFill/>
          </a:ln>
        </p:spPr>
        <p:txBody>
          <a:bodyPr spcFirstLastPara="1" wrap="square" lIns="91425" tIns="91425" rIns="91425" bIns="91425" anchor="t" anchorCtr="0"/>
          <a:lstStyle>
            <a:lvl1pPr marL="457200" marR="0" lvl="0" indent="-228600" algn="ctr" rtl="0">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56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32" name="Google Shape;32;p4"/>
          <p:cNvSpPr txBox="1">
            <a:spLocks noGrp="1"/>
          </p:cNvSpPr>
          <p:nvPr>
            <p:ph type="sldNum" idx="12"/>
          </p:nvPr>
        </p:nvSpPr>
        <p:spPr>
          <a:xfrm>
            <a:off x="10268141" y="5699821"/>
            <a:ext cx="658500" cy="472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322000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userDrawn="1">
  <p:cSld name="11_Title Slide - Images">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9" name="Rectangle 8">
            <a:extLst>
              <a:ext uri="{FF2B5EF4-FFF2-40B4-BE49-F238E27FC236}">
                <a16:creationId xmlns:a16="http://schemas.microsoft.com/office/drawing/2014/main" id="{DA649158-47CE-48EE-8573-A982767AD701}"/>
              </a:ext>
            </a:extLst>
          </p:cNvPr>
          <p:cNvSpPr/>
          <p:nvPr userDrawn="1"/>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A9FFCD0-CFA5-4BC7-BCE6-3E925540985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8740" y="2648250"/>
            <a:ext cx="2015928" cy="706351"/>
          </a:xfrm>
          <a:prstGeom prst="rect">
            <a:avLst/>
          </a:prstGeom>
        </p:spPr>
      </p:pic>
      <p:sp>
        <p:nvSpPr>
          <p:cNvPr id="11" name="Rectangle 4"/>
          <p:cNvSpPr>
            <a:spLocks noGrp="1" noChangeArrowheads="1"/>
          </p:cNvSpPr>
          <p:nvPr userDrawn="1">
            <p:ph type="subTitle" idx="1"/>
          </p:nvPr>
        </p:nvSpPr>
        <p:spPr>
          <a:xfrm>
            <a:off x="520850" y="1787097"/>
            <a:ext cx="8700706" cy="341632"/>
          </a:xfrm>
        </p:spPr>
        <p:txBody>
          <a:bodyPr wrap="square" anchor="t">
            <a:spAutoFit/>
          </a:bodyPr>
          <a:lstStyle>
            <a:lvl1pPr marL="0" indent="0" algn="l">
              <a:lnSpc>
                <a:spcPct val="90000"/>
              </a:lnSpc>
              <a:spcBef>
                <a:spcPts val="600"/>
              </a:spcBef>
              <a:spcAft>
                <a:spcPts val="300"/>
              </a:spcAft>
              <a:buFontTx/>
              <a:buNone/>
              <a:defRPr sz="1800" b="0">
                <a:solidFill>
                  <a:schemeClr val="bg2">
                    <a:lumMod val="50000"/>
                  </a:schemeClr>
                </a:solidFill>
                <a:latin typeface="Trebuchet MS" pitchFamily="34" charset="0"/>
              </a:defRPr>
            </a:lvl1pPr>
          </a:lstStyle>
          <a:p>
            <a:r>
              <a:rPr lang="en-US"/>
              <a:t>Click to edit Master subtitle style</a:t>
            </a:r>
          </a:p>
        </p:txBody>
      </p:sp>
      <p:sp>
        <p:nvSpPr>
          <p:cNvPr id="305" name="Title 304"/>
          <p:cNvSpPr>
            <a:spLocks noGrp="1"/>
          </p:cNvSpPr>
          <p:nvPr userDrawn="1">
            <p:ph type="title" hasCustomPrompt="1"/>
          </p:nvPr>
        </p:nvSpPr>
        <p:spPr>
          <a:xfrm>
            <a:off x="481662" y="839286"/>
            <a:ext cx="8739340" cy="982855"/>
          </a:xfrm>
        </p:spPr>
        <p:txBody>
          <a:bodyPr anchor="b">
            <a:noAutofit/>
          </a:bodyPr>
          <a:lstStyle>
            <a:lvl1pPr algn="l">
              <a:lnSpc>
                <a:spcPct val="90000"/>
              </a:lnSpc>
              <a:spcBef>
                <a:spcPts val="0"/>
              </a:spcBef>
              <a:defRPr sz="4600" b="1" cap="all" baseline="0">
                <a:solidFill>
                  <a:schemeClr val="tx2"/>
                </a:solidFill>
                <a:latin typeface="Trebuchet MS" panose="020B0603020202020204" pitchFamily="34" charset="0"/>
              </a:defRPr>
            </a:lvl1pPr>
          </a:lstStyle>
          <a:p>
            <a:r>
              <a:rPr lang="en-US"/>
              <a:t>CLICK TO EDIT MASTER TITLE STYLE</a:t>
            </a:r>
          </a:p>
        </p:txBody>
      </p:sp>
    </p:spTree>
    <p:extLst>
      <p:ext uri="{BB962C8B-B14F-4D97-AF65-F5344CB8AC3E}">
        <p14:creationId xmlns:p14="http://schemas.microsoft.com/office/powerpoint/2010/main" val="10304854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p:cSld name="Transition - Green">
    <p:spTree>
      <p:nvGrpSpPr>
        <p:cNvPr id="1" name=""/>
        <p:cNvGrpSpPr/>
        <p:nvPr/>
      </p:nvGrpSpPr>
      <p:grpSpPr>
        <a:xfrm>
          <a:off x="0" y="0"/>
          <a:ext cx="0" cy="0"/>
          <a:chOff x="0" y="0"/>
          <a:chExt cx="0" cy="0"/>
        </a:xfrm>
      </p:grpSpPr>
      <p:sp>
        <p:nvSpPr>
          <p:cNvPr id="2" name="Title 1"/>
          <p:cNvSpPr>
            <a:spLocks noGrp="1"/>
          </p:cNvSpPr>
          <p:nvPr>
            <p:ph type="title"/>
          </p:nvPr>
        </p:nvSpPr>
        <p:spPr>
          <a:xfrm>
            <a:off x="498348" y="2790635"/>
            <a:ext cx="9976104" cy="590931"/>
          </a:xfrm>
        </p:spPr>
        <p:txBody>
          <a:bodyPr anchor="ctr"/>
          <a:lstStyle>
            <a:lvl1pPr algn="ctr">
              <a:defRPr>
                <a:solidFill>
                  <a:schemeClr val="tx1"/>
                </a:solidFill>
              </a:defRPr>
            </a:lvl1pPr>
          </a:lstStyle>
          <a:p>
            <a:r>
              <a:rPr lang="en-US"/>
              <a:t>Click to edit Master title style</a:t>
            </a:r>
          </a:p>
        </p:txBody>
      </p:sp>
      <p:sp>
        <p:nvSpPr>
          <p:cNvPr id="8" name="Rectangle 7">
            <a:extLst>
              <a:ext uri="{FF2B5EF4-FFF2-40B4-BE49-F238E27FC236}">
                <a16:creationId xmlns:a16="http://schemas.microsoft.com/office/drawing/2014/main" id="{244D8C58-013B-494E-A5E5-DD66235A1EFC}"/>
              </a:ext>
            </a:extLst>
          </p:cNvPr>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2B940CE-7999-4F80-AB23-7EFF8F928D0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10972800" cy="6172200"/>
          </a:xfrm>
          <a:prstGeom prst="rect">
            <a:avLst/>
          </a:prstGeom>
        </p:spPr>
      </p:pic>
      <p:sp>
        <p:nvSpPr>
          <p:cNvPr id="10" name="Rectangle 9">
            <a:extLst>
              <a:ext uri="{FF2B5EF4-FFF2-40B4-BE49-F238E27FC236}">
                <a16:creationId xmlns:a16="http://schemas.microsoft.com/office/drawing/2014/main" id="{9313BE1B-4304-4789-838E-9F83247BF8DF}"/>
              </a:ext>
            </a:extLst>
          </p:cNvPr>
          <p:cNvSpPr/>
          <p:nvPr userDrawn="1"/>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6541548-9A9A-4BC2-8EEF-6EB2AF4FB1DC}"/>
              </a:ext>
            </a:extLst>
          </p:cNvPr>
          <p:cNvSpPr/>
          <p:nvPr userDrawn="1"/>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03560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cSld name="10_Title Slide - Images">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9" name="Rectangle 8">
            <a:extLst>
              <a:ext uri="{FF2B5EF4-FFF2-40B4-BE49-F238E27FC236}">
                <a16:creationId xmlns:a16="http://schemas.microsoft.com/office/drawing/2014/main" id="{DA649158-47CE-48EE-8573-A982767AD701}"/>
              </a:ext>
            </a:extLst>
          </p:cNvPr>
          <p:cNvSpPr/>
          <p:nvPr/>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A9FFCD0-CFA5-4BC7-BCE6-3E925540985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8740" y="2648250"/>
            <a:ext cx="2015928" cy="706351"/>
          </a:xfrm>
          <a:prstGeom prst="rect">
            <a:avLst/>
          </a:prstGeom>
        </p:spPr>
      </p:pic>
      <p:sp>
        <p:nvSpPr>
          <p:cNvPr id="11" name="Rectangle 4"/>
          <p:cNvSpPr>
            <a:spLocks noGrp="1" noChangeArrowheads="1"/>
          </p:cNvSpPr>
          <p:nvPr>
            <p:ph type="subTitle" idx="1"/>
          </p:nvPr>
        </p:nvSpPr>
        <p:spPr>
          <a:xfrm>
            <a:off x="520850" y="1787097"/>
            <a:ext cx="8700706" cy="341632"/>
          </a:xfrm>
        </p:spPr>
        <p:txBody>
          <a:bodyPr wrap="square" anchor="t">
            <a:spAutoFit/>
          </a:bodyPr>
          <a:lstStyle>
            <a:lvl1pPr marL="0" indent="0" algn="l">
              <a:lnSpc>
                <a:spcPct val="90000"/>
              </a:lnSpc>
              <a:spcBef>
                <a:spcPts val="600"/>
              </a:spcBef>
              <a:spcAft>
                <a:spcPts val="300"/>
              </a:spcAft>
              <a:buFontTx/>
              <a:buNone/>
              <a:defRPr sz="1800" b="0">
                <a:solidFill>
                  <a:schemeClr val="bg2">
                    <a:lumMod val="50000"/>
                  </a:schemeClr>
                </a:solidFill>
                <a:latin typeface="Trebuchet MS" pitchFamily="34" charset="0"/>
              </a:defRPr>
            </a:lvl1pPr>
          </a:lstStyle>
          <a:p>
            <a:r>
              <a:rPr lang="en-US"/>
              <a:t>Click to edit Master subtitle style</a:t>
            </a:r>
          </a:p>
        </p:txBody>
      </p:sp>
      <p:sp>
        <p:nvSpPr>
          <p:cNvPr id="305" name="Title 304"/>
          <p:cNvSpPr>
            <a:spLocks noGrp="1"/>
          </p:cNvSpPr>
          <p:nvPr>
            <p:ph type="title" hasCustomPrompt="1"/>
          </p:nvPr>
        </p:nvSpPr>
        <p:spPr>
          <a:xfrm>
            <a:off x="481662" y="839286"/>
            <a:ext cx="8739340" cy="982855"/>
          </a:xfrm>
        </p:spPr>
        <p:txBody>
          <a:bodyPr anchor="b">
            <a:noAutofit/>
          </a:bodyPr>
          <a:lstStyle>
            <a:lvl1pPr algn="l">
              <a:lnSpc>
                <a:spcPct val="90000"/>
              </a:lnSpc>
              <a:spcBef>
                <a:spcPts val="0"/>
              </a:spcBef>
              <a:defRPr sz="4600" b="1" cap="all" baseline="0">
                <a:solidFill>
                  <a:schemeClr val="tx2"/>
                </a:solidFill>
                <a:latin typeface="Trebuchet MS" panose="020B0603020202020204" pitchFamily="34" charset="0"/>
              </a:defRPr>
            </a:lvl1pPr>
          </a:lstStyle>
          <a:p>
            <a:r>
              <a:rPr lang="en-US"/>
              <a:t>CLICK TO EDIT MASTER TITLE STYLE</a:t>
            </a:r>
          </a:p>
        </p:txBody>
      </p:sp>
    </p:spTree>
    <p:extLst>
      <p:ext uri="{BB962C8B-B14F-4D97-AF65-F5344CB8AC3E}">
        <p14:creationId xmlns:p14="http://schemas.microsoft.com/office/powerpoint/2010/main" val="41963976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9" name="Rectangle 8">
            <a:extLst>
              <a:ext uri="{FF2B5EF4-FFF2-40B4-BE49-F238E27FC236}">
                <a16:creationId xmlns:a16="http://schemas.microsoft.com/office/drawing/2014/main" id="{DA649158-47CE-48EE-8573-A982767AD701}"/>
              </a:ext>
            </a:extLst>
          </p:cNvPr>
          <p:cNvSpPr/>
          <p:nvPr/>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F85E20E-9E0B-4DBA-ADE0-F4952632A5A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83337" y="3902417"/>
            <a:ext cx="3232858" cy="1132744"/>
          </a:xfrm>
          <a:prstGeom prst="rect">
            <a:avLst/>
          </a:prstGeom>
        </p:spPr>
      </p:pic>
      <p:sp>
        <p:nvSpPr>
          <p:cNvPr id="12" name="TextBox 11">
            <a:extLst>
              <a:ext uri="{FF2B5EF4-FFF2-40B4-BE49-F238E27FC236}">
                <a16:creationId xmlns:a16="http://schemas.microsoft.com/office/drawing/2014/main" id="{6BA3ACD0-451D-4ABB-8870-656D424348FF}"/>
              </a:ext>
            </a:extLst>
          </p:cNvPr>
          <p:cNvSpPr txBox="1"/>
          <p:nvPr/>
        </p:nvSpPr>
        <p:spPr>
          <a:xfrm>
            <a:off x="481641" y="5310989"/>
            <a:ext cx="2512291"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2000">
                <a:solidFill>
                  <a:schemeClr val="tx2"/>
                </a:solidFill>
                <a:latin typeface="Trebuchet MS" panose="020B0603020202020204" pitchFamily="34" charset="0"/>
              </a:rPr>
              <a:t>www.nvidia.com/dli</a:t>
            </a:r>
          </a:p>
        </p:txBody>
      </p:sp>
      <p:pic>
        <p:nvPicPr>
          <p:cNvPr id="6" name="Picture 5">
            <a:extLst>
              <a:ext uri="{FF2B5EF4-FFF2-40B4-BE49-F238E27FC236}">
                <a16:creationId xmlns:a16="http://schemas.microsoft.com/office/drawing/2014/main" id="{040532B0-18B4-4512-831A-3B1275731FA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10" name="Rectangle 9">
            <a:extLst>
              <a:ext uri="{FF2B5EF4-FFF2-40B4-BE49-F238E27FC236}">
                <a16:creationId xmlns:a16="http://schemas.microsoft.com/office/drawing/2014/main" id="{60181B24-4720-4E02-A4E7-C9E0197563B5}"/>
              </a:ext>
            </a:extLst>
          </p:cNvPr>
          <p:cNvSpPr/>
          <p:nvPr userDrawn="1"/>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F2999F0F-60F3-454B-A069-A885DDC208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83337" y="3902417"/>
            <a:ext cx="3232858" cy="1132744"/>
          </a:xfrm>
          <a:prstGeom prst="rect">
            <a:avLst/>
          </a:prstGeom>
        </p:spPr>
      </p:pic>
      <p:sp>
        <p:nvSpPr>
          <p:cNvPr id="13" name="TextBox 12">
            <a:extLst>
              <a:ext uri="{FF2B5EF4-FFF2-40B4-BE49-F238E27FC236}">
                <a16:creationId xmlns:a16="http://schemas.microsoft.com/office/drawing/2014/main" id="{0ADF7F68-394A-4E75-BF98-902550272410}"/>
              </a:ext>
            </a:extLst>
          </p:cNvPr>
          <p:cNvSpPr txBox="1"/>
          <p:nvPr userDrawn="1"/>
        </p:nvSpPr>
        <p:spPr>
          <a:xfrm>
            <a:off x="481641" y="5310989"/>
            <a:ext cx="2512291"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2000">
                <a:solidFill>
                  <a:schemeClr val="tx2"/>
                </a:solidFill>
                <a:latin typeface="Trebuchet MS" panose="020B0603020202020204" pitchFamily="34" charset="0"/>
              </a:rPr>
              <a:t>www.nvidia.com/dli</a:t>
            </a:r>
          </a:p>
        </p:txBody>
      </p:sp>
    </p:spTree>
    <p:extLst>
      <p:ext uri="{BB962C8B-B14F-4D97-AF65-F5344CB8AC3E}">
        <p14:creationId xmlns:p14="http://schemas.microsoft.com/office/powerpoint/2010/main" val="29969984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14770909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Title, Subtitle, and Content with 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7" name="Rectangle 6"/>
          <p:cNvSpPr/>
          <p:nvPr/>
        </p:nvSpPr>
        <p:spPr>
          <a:xfrm>
            <a:off x="7049729" y="5781717"/>
            <a:ext cx="2762866" cy="248142"/>
          </a:xfrm>
          <a:prstGeom prst="rect">
            <a:avLst/>
          </a:prstGeom>
          <a:noFill/>
          <a:ln w="25400" cap="flat" cmpd="sng" algn="ctr">
            <a:noFill/>
            <a:prstDash val="solid"/>
          </a:ln>
          <a:effectLst/>
        </p:spPr>
        <p:txBody>
          <a:bodyPr rtlCol="0" anchor="b"/>
          <a:lstStyle/>
          <a:p>
            <a:pPr marL="0" marR="0" lvl="0" indent="0" algn="r" defTabSz="457200" eaLnBrk="1" fontAlgn="auto" latinLnBrk="0" hangingPunct="1">
              <a:lnSpc>
                <a:spcPct val="90000"/>
              </a:lnSpc>
              <a:spcBef>
                <a:spcPts val="0"/>
              </a:spcBef>
              <a:spcAft>
                <a:spcPts val="0"/>
              </a:spcAft>
              <a:buClrTx/>
              <a:buSzTx/>
              <a:buFontTx/>
              <a:buNone/>
              <a:tabLst/>
              <a:defRPr/>
            </a:pPr>
            <a:r>
              <a:rPr lang="en-US" sz="800" b="1" i="0" kern="0">
                <a:solidFill>
                  <a:schemeClr val="bg1"/>
                </a:solidFill>
                <a:latin typeface="Trebuchet MS"/>
              </a:rPr>
              <a:t>NVIDIA CONFIDENTIAL. DO NOT DISTRIBUTE.</a:t>
            </a:r>
          </a:p>
        </p:txBody>
      </p:sp>
    </p:spTree>
    <p:extLst>
      <p:ext uri="{BB962C8B-B14F-4D97-AF65-F5344CB8AC3E}">
        <p14:creationId xmlns:p14="http://schemas.microsoft.com/office/powerpoint/2010/main" val="2053018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Title, Subtitle, and Content - NO LOGO &amp; PAGE NUMBER">
    <p:spTree>
      <p:nvGrpSpPr>
        <p:cNvPr id="1" name=""/>
        <p:cNvGrpSpPr/>
        <p:nvPr/>
      </p:nvGrpSpPr>
      <p:grpSpPr>
        <a:xfrm>
          <a:off x="0" y="0"/>
          <a:ext cx="0" cy="0"/>
          <a:chOff x="0" y="0"/>
          <a:chExt cx="0" cy="0"/>
        </a:xfrm>
      </p:grpSpPr>
      <p:sp>
        <p:nvSpPr>
          <p:cNvPr id="4" name="Rectangle 3"/>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9948672"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2459726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Content with Photograph">
    <p:spTree>
      <p:nvGrpSpPr>
        <p:cNvPr id="1" name=""/>
        <p:cNvGrpSpPr/>
        <p:nvPr/>
      </p:nvGrpSpPr>
      <p:grpSpPr>
        <a:xfrm>
          <a:off x="0" y="0"/>
          <a:ext cx="0" cy="0"/>
          <a:chOff x="0" y="0"/>
          <a:chExt cx="0" cy="0"/>
        </a:xfrm>
      </p:grpSpPr>
      <p:sp>
        <p:nvSpPr>
          <p:cNvPr id="4" name="Rectangle 3"/>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33526"/>
            <a:ext cx="5922117" cy="618631"/>
          </a:xfr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5905833"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5922117" cy="525463"/>
          </a:xfrm>
        </p:spPr>
        <p:txBody>
          <a:bodyPr/>
          <a:lstStyle>
            <a:lvl1pPr marL="0" indent="0" algn="l">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6" name="Rectangle 5">
            <a:extLst>
              <a:ext uri="{FF2B5EF4-FFF2-40B4-BE49-F238E27FC236}">
                <a16:creationId xmlns:a16="http://schemas.microsoft.com/office/drawing/2014/main" id="{86D783A8-D0B7-45E8-AC6F-F898F1D7B9D3}"/>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15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Rectangle 2"/>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4" name="Rectangle 3">
            <a:extLst>
              <a:ext uri="{FF2B5EF4-FFF2-40B4-BE49-F238E27FC236}">
                <a16:creationId xmlns:a16="http://schemas.microsoft.com/office/drawing/2014/main" id="{9163EDB0-BC45-497B-A193-1642CC745459}"/>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46390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Transition - Gree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764AE4-97B7-4C45-A0D0-BEE3BA17B70F}"/>
              </a:ext>
            </a:extLst>
          </p:cNvPr>
          <p:cNvSpPr/>
          <p:nvPr/>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F046E4A-4011-49A2-955F-F689C05DCBCA}"/>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10972800" cy="6172200"/>
          </a:xfrm>
          <a:prstGeom prst="rect">
            <a:avLst/>
          </a:prstGeom>
        </p:spPr>
      </p:pic>
      <p:sp>
        <p:nvSpPr>
          <p:cNvPr id="6" name="Rectangle 5">
            <a:extLst>
              <a:ext uri="{FF2B5EF4-FFF2-40B4-BE49-F238E27FC236}">
                <a16:creationId xmlns:a16="http://schemas.microsoft.com/office/drawing/2014/main" id="{03DE1DF3-9BB4-4DC8-8A61-394EC1805CCA}"/>
              </a:ext>
            </a:extLst>
          </p:cNvPr>
          <p:cNvSpPr/>
          <p:nvPr/>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E187F1F-4ACA-4D48-ACDC-152646CBD130}"/>
              </a:ext>
            </a:extLst>
          </p:cNvPr>
          <p:cNvSpPr/>
          <p:nvPr/>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2790635"/>
            <a:ext cx="9976104" cy="590931"/>
          </a:xfrm>
        </p:spPr>
        <p:txBody>
          <a:bodyPr anchor="ctr"/>
          <a:lstStyle>
            <a:lvl1pPr algn="ctr">
              <a:defRPr>
                <a:solidFill>
                  <a:schemeClr val="tx1"/>
                </a:solidFill>
              </a:defRPr>
            </a:lvl1pPr>
          </a:lstStyle>
          <a:p>
            <a:r>
              <a:rPr lang="en-US"/>
              <a:t>Click to edit Master title style</a:t>
            </a:r>
          </a:p>
        </p:txBody>
      </p:sp>
      <p:sp>
        <p:nvSpPr>
          <p:cNvPr id="8" name="Rectangle 7">
            <a:extLst>
              <a:ext uri="{FF2B5EF4-FFF2-40B4-BE49-F238E27FC236}">
                <a16:creationId xmlns:a16="http://schemas.microsoft.com/office/drawing/2014/main" id="{1C5E837F-32A3-4CD8-99FB-CF3E2F8177AD}"/>
              </a:ext>
            </a:extLst>
          </p:cNvPr>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C6F276-48F0-468A-93FF-C4E991D5AF72}"/>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10972800" cy="6172200"/>
          </a:xfrm>
          <a:prstGeom prst="rect">
            <a:avLst/>
          </a:prstGeom>
        </p:spPr>
      </p:pic>
      <p:sp>
        <p:nvSpPr>
          <p:cNvPr id="10" name="Rectangle 9">
            <a:extLst>
              <a:ext uri="{FF2B5EF4-FFF2-40B4-BE49-F238E27FC236}">
                <a16:creationId xmlns:a16="http://schemas.microsoft.com/office/drawing/2014/main" id="{1EA23C83-D051-41C4-AFED-FE64F5322528}"/>
              </a:ext>
            </a:extLst>
          </p:cNvPr>
          <p:cNvSpPr/>
          <p:nvPr userDrawn="1"/>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5CCD21-37B0-47AB-95CC-F27DB10F35F6}"/>
              </a:ext>
            </a:extLst>
          </p:cNvPr>
          <p:cNvSpPr/>
          <p:nvPr userDrawn="1"/>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37533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Title, Subtitle, and 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54352"/>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498348" y="2111661"/>
            <a:ext cx="4945063"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5529390" y="2111661"/>
            <a:ext cx="4945062"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0568"/>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11305360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85.xml><?xml version="1.0" encoding="utf-8"?>
<p:sldLayout xmlns:a="http://schemas.openxmlformats.org/drawingml/2006/main" xmlns:r="http://schemas.openxmlformats.org/officeDocument/2006/relationships" xmlns:p="http://schemas.openxmlformats.org/presentationml/2006/main" type="titleOnly" preserve="1">
  <p:cSld name="Video">
    <p:spTree>
      <p:nvGrpSpPr>
        <p:cNvPr id="1" name=""/>
        <p:cNvGrpSpPr/>
        <p:nvPr/>
      </p:nvGrpSpPr>
      <p:grpSpPr>
        <a:xfrm>
          <a:off x="0" y="0"/>
          <a:ext cx="0" cy="0"/>
          <a:chOff x="0" y="0"/>
          <a:chExt cx="0" cy="0"/>
        </a:xfrm>
      </p:grpSpPr>
      <p:sp>
        <p:nvSpPr>
          <p:cNvPr id="4" name="Rectangle 3"/>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53497" y="5352631"/>
            <a:ext cx="7865806" cy="369332"/>
          </a:xfrm>
        </p:spPr>
        <p:txBody>
          <a:bodyPr anchor="b"/>
          <a:lstStyle>
            <a:lvl1pPr algn="l">
              <a:defRPr sz="2000">
                <a:solidFill>
                  <a:schemeClr val="bg1"/>
                </a:solidFill>
              </a:defRPr>
            </a:lvl1pPr>
          </a:lstStyle>
          <a:p>
            <a:r>
              <a:rPr lang="en-US"/>
              <a:t>Click to edit Master title style</a:t>
            </a: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713271" y="5142126"/>
            <a:ext cx="7546258" cy="104086"/>
          </a:xfrm>
          <a:prstGeom prst="rect">
            <a:avLst/>
          </a:prstGeom>
        </p:spPr>
      </p:pic>
    </p:spTree>
    <p:extLst>
      <p:ext uri="{BB962C8B-B14F-4D97-AF65-F5344CB8AC3E}">
        <p14:creationId xmlns:p14="http://schemas.microsoft.com/office/powerpoint/2010/main" val="23080145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0F74E33-2953-4094-8C12-7BB7CE97A152}"/>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85635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169473"/>
            <a:ext cx="9976104" cy="535531"/>
          </a:xfrm>
        </p:spPr>
        <p:txBody>
          <a:bodyPr anchor="ctr"/>
          <a:lstStyle>
            <a:lvl1pPr algn="l">
              <a:defRPr sz="3200">
                <a:solidFill>
                  <a:schemeClr val="tx1"/>
                </a:solidFill>
              </a:defRPr>
            </a:lvl1pPr>
          </a:lstStyle>
          <a:p>
            <a:r>
              <a:rPr lang="en-US"/>
              <a:t>Click to edit Master title style</a:t>
            </a:r>
          </a:p>
        </p:txBody>
      </p:sp>
      <p:sp>
        <p:nvSpPr>
          <p:cNvPr id="5" name="Rectangle 4">
            <a:extLst>
              <a:ext uri="{FF2B5EF4-FFF2-40B4-BE49-F238E27FC236}">
                <a16:creationId xmlns:a16="http://schemas.microsoft.com/office/drawing/2014/main" id="{1265DF54-79FC-43A7-BD18-1F92EE3BBB32}"/>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01762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Quote and Seg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43CF5E6-4F92-46E0-8DC2-62095040401C}"/>
              </a:ext>
            </a:extLst>
          </p:cNvPr>
          <p:cNvSpPr/>
          <p:nvPr/>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3B9ABDF-4D75-49CA-83AC-B3309B79A63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10972800" cy="6172200"/>
          </a:xfrm>
          <a:prstGeom prst="rect">
            <a:avLst/>
          </a:prstGeom>
        </p:spPr>
      </p:pic>
      <p:sp>
        <p:nvSpPr>
          <p:cNvPr id="6" name="Rectangle 5">
            <a:extLst>
              <a:ext uri="{FF2B5EF4-FFF2-40B4-BE49-F238E27FC236}">
                <a16:creationId xmlns:a16="http://schemas.microsoft.com/office/drawing/2014/main" id="{A9E186C6-9892-4B49-86F3-D3AE54301309}"/>
              </a:ext>
            </a:extLst>
          </p:cNvPr>
          <p:cNvSpPr/>
          <p:nvPr/>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0D92F76-2157-4482-88C8-AE386F9B730D}"/>
              </a:ext>
            </a:extLst>
          </p:cNvPr>
          <p:cNvSpPr/>
          <p:nvPr/>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45285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89.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11" name="Rectangle 4"/>
          <p:cNvSpPr>
            <a:spLocks noGrp="1" noChangeArrowheads="1"/>
          </p:cNvSpPr>
          <p:nvPr>
            <p:ph type="subTitle" idx="1"/>
          </p:nvPr>
        </p:nvSpPr>
        <p:spPr>
          <a:xfrm>
            <a:off x="685800" y="4974336"/>
            <a:ext cx="5815584" cy="286232"/>
          </a:xfrm>
        </p:spPr>
        <p:txBody>
          <a:bodyPr wrap="square" anchor="t">
            <a:noAutofit/>
          </a:bodyPr>
          <a:lstStyle>
            <a:lvl1pPr marL="0" indent="0" algn="l">
              <a:lnSpc>
                <a:spcPct val="90000"/>
              </a:lnSpc>
              <a:spcBef>
                <a:spcPts val="600"/>
              </a:spcBef>
              <a:spcAft>
                <a:spcPts val="300"/>
              </a:spcAft>
              <a:buFontTx/>
              <a:buNone/>
              <a:defRPr sz="1400" b="0">
                <a:solidFill>
                  <a:schemeClr val="tx2"/>
                </a:solidFill>
                <a:latin typeface="Trebuchet MS" pitchFamily="34" charset="0"/>
              </a:defRPr>
            </a:lvl1pPr>
          </a:lstStyle>
          <a:p>
            <a:r>
              <a:rPr lang="en-US"/>
              <a:t>Click to edit Master subtitle style</a:t>
            </a:r>
            <a:endParaRPr lang="en-US" dirty="0"/>
          </a:p>
        </p:txBody>
      </p:sp>
      <p:sp>
        <p:nvSpPr>
          <p:cNvPr id="305" name="Title 304"/>
          <p:cNvSpPr>
            <a:spLocks noGrp="1"/>
          </p:cNvSpPr>
          <p:nvPr>
            <p:ph type="title" hasCustomPrompt="1"/>
          </p:nvPr>
        </p:nvSpPr>
        <p:spPr>
          <a:xfrm>
            <a:off x="685800" y="4023360"/>
            <a:ext cx="5815584" cy="982855"/>
          </a:xfrm>
        </p:spPr>
        <p:txBody>
          <a:bodyPr anchor="b">
            <a:noAutofit/>
          </a:bodyPr>
          <a:lstStyle>
            <a:lvl1pPr algn="l">
              <a:lnSpc>
                <a:spcPct val="90000"/>
              </a:lnSpc>
              <a:spcBef>
                <a:spcPts val="0"/>
              </a:spcBef>
              <a:defRPr sz="3600" b="1" cap="all" baseline="0">
                <a:solidFill>
                  <a:schemeClr val="tx1"/>
                </a:solidFill>
                <a:effectLst>
                  <a:outerShdw blurRad="38100" dist="38100" dir="2700000" algn="tl">
                    <a:srgbClr val="000000">
                      <a:alpha val="43137"/>
                    </a:srgbClr>
                  </a:outerShdw>
                </a:effectLst>
                <a:latin typeface="Trebuchet MS" panose="020B0603020202020204" pitchFamily="34" charset="0"/>
              </a:defRPr>
            </a:lvl1pPr>
          </a:lstStyle>
          <a:p>
            <a:r>
              <a:rPr lang="en-US" dirty="0"/>
              <a:t>CLICK TO EDIT MASTER TITLE STYLE</a:t>
            </a:r>
          </a:p>
        </p:txBody>
      </p:sp>
    </p:spTree>
    <p:extLst>
      <p:ext uri="{BB962C8B-B14F-4D97-AF65-F5344CB8AC3E}">
        <p14:creationId xmlns:p14="http://schemas.microsoft.com/office/powerpoint/2010/main" val="4988849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theme" Target="../theme/theme3.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image" Target="../media/image1.emf"/><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image" Target="../media/image10.jp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image" Target="../media/image1.emf"/><Relationship Id="rId2" Type="http://schemas.openxmlformats.org/officeDocument/2006/relationships/slideLayout" Target="../slideLayouts/slideLayout42.xml"/><Relationship Id="rId16" Type="http://schemas.openxmlformats.org/officeDocument/2006/relationships/theme" Target="../theme/theme4.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slideLayout" Target="../slideLayouts/slideLayout68.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slideLayout" Target="../slideLayouts/slideLayout81.xml"/><Relationship Id="rId18" Type="http://schemas.openxmlformats.org/officeDocument/2006/relationships/theme" Target="../theme/theme6.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slideLayout" Target="../slideLayouts/slideLayout80.xml"/><Relationship Id="rId17" Type="http://schemas.openxmlformats.org/officeDocument/2006/relationships/slideLayout" Target="../slideLayouts/slideLayout85.xml"/><Relationship Id="rId2" Type="http://schemas.openxmlformats.org/officeDocument/2006/relationships/slideLayout" Target="../slideLayouts/slideLayout70.xml"/><Relationship Id="rId16" Type="http://schemas.openxmlformats.org/officeDocument/2006/relationships/slideLayout" Target="../slideLayouts/slideLayout84.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5" Type="http://schemas.openxmlformats.org/officeDocument/2006/relationships/slideLayout" Target="../slideLayouts/slideLayout83.xml"/><Relationship Id="rId10" Type="http://schemas.openxmlformats.org/officeDocument/2006/relationships/slideLayout" Target="../slideLayouts/slideLayout78.xml"/><Relationship Id="rId19" Type="http://schemas.openxmlformats.org/officeDocument/2006/relationships/image" Target="../media/image1.emf"/><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slideLayout" Target="../slideLayouts/slideLayout8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3.xml"/><Relationship Id="rId13" Type="http://schemas.openxmlformats.org/officeDocument/2006/relationships/theme" Target="../theme/theme7.xml"/><Relationship Id="rId3" Type="http://schemas.openxmlformats.org/officeDocument/2006/relationships/slideLayout" Target="../slideLayouts/slideLayout88.xml"/><Relationship Id="rId7" Type="http://schemas.openxmlformats.org/officeDocument/2006/relationships/slideLayout" Target="../slideLayouts/slideLayout92.xml"/><Relationship Id="rId12" Type="http://schemas.openxmlformats.org/officeDocument/2006/relationships/slideLayout" Target="../slideLayouts/slideLayout97.xml"/><Relationship Id="rId2" Type="http://schemas.openxmlformats.org/officeDocument/2006/relationships/slideLayout" Target="../slideLayouts/slideLayout87.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slideLayout" Target="../slideLayouts/slideLayout96.xml"/><Relationship Id="rId5" Type="http://schemas.openxmlformats.org/officeDocument/2006/relationships/slideLayout" Target="../slideLayouts/slideLayout90.xml"/><Relationship Id="rId15" Type="http://schemas.openxmlformats.org/officeDocument/2006/relationships/image" Target="../media/image1.emf"/><Relationship Id="rId10" Type="http://schemas.openxmlformats.org/officeDocument/2006/relationships/slideLayout" Target="../slideLayouts/slideLayout95.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image" Target="../media/image10.jp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05.xml"/><Relationship Id="rId13" Type="http://schemas.openxmlformats.org/officeDocument/2006/relationships/slideLayout" Target="../slideLayouts/slideLayout110.xml"/><Relationship Id="rId18" Type="http://schemas.openxmlformats.org/officeDocument/2006/relationships/slideLayout" Target="../slideLayouts/slideLayout115.xml"/><Relationship Id="rId3" Type="http://schemas.openxmlformats.org/officeDocument/2006/relationships/slideLayout" Target="../slideLayouts/slideLayout100.xml"/><Relationship Id="rId21" Type="http://schemas.openxmlformats.org/officeDocument/2006/relationships/image" Target="../media/image11.png"/><Relationship Id="rId7" Type="http://schemas.openxmlformats.org/officeDocument/2006/relationships/slideLayout" Target="../slideLayouts/slideLayout104.xml"/><Relationship Id="rId12" Type="http://schemas.openxmlformats.org/officeDocument/2006/relationships/slideLayout" Target="../slideLayouts/slideLayout109.xml"/><Relationship Id="rId17" Type="http://schemas.openxmlformats.org/officeDocument/2006/relationships/slideLayout" Target="../slideLayouts/slideLayout114.xml"/><Relationship Id="rId2" Type="http://schemas.openxmlformats.org/officeDocument/2006/relationships/slideLayout" Target="../slideLayouts/slideLayout99.xml"/><Relationship Id="rId16" Type="http://schemas.openxmlformats.org/officeDocument/2006/relationships/slideLayout" Target="../slideLayouts/slideLayout113.xml"/><Relationship Id="rId20" Type="http://schemas.openxmlformats.org/officeDocument/2006/relationships/theme" Target="../theme/theme8.xml"/><Relationship Id="rId1" Type="http://schemas.openxmlformats.org/officeDocument/2006/relationships/slideLayout" Target="../slideLayouts/slideLayout98.xml"/><Relationship Id="rId6" Type="http://schemas.openxmlformats.org/officeDocument/2006/relationships/slideLayout" Target="../slideLayouts/slideLayout103.xml"/><Relationship Id="rId11" Type="http://schemas.openxmlformats.org/officeDocument/2006/relationships/slideLayout" Target="../slideLayouts/slideLayout108.xml"/><Relationship Id="rId5" Type="http://schemas.openxmlformats.org/officeDocument/2006/relationships/slideLayout" Target="../slideLayouts/slideLayout102.xml"/><Relationship Id="rId15" Type="http://schemas.openxmlformats.org/officeDocument/2006/relationships/slideLayout" Target="../slideLayouts/slideLayout112.xml"/><Relationship Id="rId10" Type="http://schemas.openxmlformats.org/officeDocument/2006/relationships/slideLayout" Target="../slideLayouts/slideLayout107.xml"/><Relationship Id="rId19" Type="http://schemas.openxmlformats.org/officeDocument/2006/relationships/slideLayout" Target="../slideLayouts/slideLayout116.xml"/><Relationship Id="rId4" Type="http://schemas.openxmlformats.org/officeDocument/2006/relationships/slideLayout" Target="../slideLayouts/slideLayout101.xml"/><Relationship Id="rId9" Type="http://schemas.openxmlformats.org/officeDocument/2006/relationships/slideLayout" Target="../slideLayouts/slideLayout106.xml"/><Relationship Id="rId14" Type="http://schemas.openxmlformats.org/officeDocument/2006/relationships/slideLayout" Target="../slideLayouts/slideLayout111.xml"/><Relationship Id="rId22" Type="http://schemas.openxmlformats.org/officeDocument/2006/relationships/image" Target="../media/image1.emf"/></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24.xml"/><Relationship Id="rId13" Type="http://schemas.openxmlformats.org/officeDocument/2006/relationships/image" Target="../media/image11.png"/><Relationship Id="rId3" Type="http://schemas.openxmlformats.org/officeDocument/2006/relationships/slideLayout" Target="../slideLayouts/slideLayout119.xml"/><Relationship Id="rId7" Type="http://schemas.openxmlformats.org/officeDocument/2006/relationships/slideLayout" Target="../slideLayouts/slideLayout123.xml"/><Relationship Id="rId12" Type="http://schemas.openxmlformats.org/officeDocument/2006/relationships/theme" Target="../theme/theme9.xml"/><Relationship Id="rId2" Type="http://schemas.openxmlformats.org/officeDocument/2006/relationships/slideLayout" Target="../slideLayouts/slideLayout118.xml"/><Relationship Id="rId1" Type="http://schemas.openxmlformats.org/officeDocument/2006/relationships/slideLayout" Target="../slideLayouts/slideLayout117.xml"/><Relationship Id="rId6" Type="http://schemas.openxmlformats.org/officeDocument/2006/relationships/slideLayout" Target="../slideLayouts/slideLayout122.xml"/><Relationship Id="rId11" Type="http://schemas.openxmlformats.org/officeDocument/2006/relationships/slideLayout" Target="../slideLayouts/slideLayout127.xml"/><Relationship Id="rId5" Type="http://schemas.openxmlformats.org/officeDocument/2006/relationships/slideLayout" Target="../slideLayouts/slideLayout121.xml"/><Relationship Id="rId10" Type="http://schemas.openxmlformats.org/officeDocument/2006/relationships/slideLayout" Target="../slideLayouts/slideLayout126.xml"/><Relationship Id="rId4" Type="http://schemas.openxmlformats.org/officeDocument/2006/relationships/slideLayout" Target="../slideLayouts/slideLayout120.xml"/><Relationship Id="rId9" Type="http://schemas.openxmlformats.org/officeDocument/2006/relationships/slideLayout" Target="../slideLayouts/slideLayout125.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35.xml"/><Relationship Id="rId13" Type="http://schemas.openxmlformats.org/officeDocument/2006/relationships/theme" Target="../theme/theme10.xml"/><Relationship Id="rId3" Type="http://schemas.openxmlformats.org/officeDocument/2006/relationships/slideLayout" Target="../slideLayouts/slideLayout130.xml"/><Relationship Id="rId7" Type="http://schemas.openxmlformats.org/officeDocument/2006/relationships/slideLayout" Target="../slideLayouts/slideLayout134.xml"/><Relationship Id="rId12" Type="http://schemas.openxmlformats.org/officeDocument/2006/relationships/slideLayout" Target="../slideLayouts/slideLayout139.xml"/><Relationship Id="rId2" Type="http://schemas.openxmlformats.org/officeDocument/2006/relationships/slideLayout" Target="../slideLayouts/slideLayout129.xml"/><Relationship Id="rId1" Type="http://schemas.openxmlformats.org/officeDocument/2006/relationships/slideLayout" Target="../slideLayouts/slideLayout128.xml"/><Relationship Id="rId6" Type="http://schemas.openxmlformats.org/officeDocument/2006/relationships/slideLayout" Target="../slideLayouts/slideLayout133.xml"/><Relationship Id="rId11" Type="http://schemas.openxmlformats.org/officeDocument/2006/relationships/slideLayout" Target="../slideLayouts/slideLayout138.xml"/><Relationship Id="rId5" Type="http://schemas.openxmlformats.org/officeDocument/2006/relationships/slideLayout" Target="../slideLayouts/slideLayout132.xml"/><Relationship Id="rId10" Type="http://schemas.openxmlformats.org/officeDocument/2006/relationships/slideLayout" Target="../slideLayouts/slideLayout137.xml"/><Relationship Id="rId4" Type="http://schemas.openxmlformats.org/officeDocument/2006/relationships/slideLayout" Target="../slideLayouts/slideLayout131.xml"/><Relationship Id="rId9" Type="http://schemas.openxmlformats.org/officeDocument/2006/relationships/slideLayout" Target="../slideLayouts/slideLayout136.xml"/><Relationship Id="rId14" Type="http://schemas.openxmlformats.org/officeDocument/2006/relationships/image" Target="../media/image11.png"/></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47.xml"/><Relationship Id="rId13" Type="http://schemas.openxmlformats.org/officeDocument/2006/relationships/slideLayout" Target="../slideLayouts/slideLayout152.xml"/><Relationship Id="rId18" Type="http://schemas.openxmlformats.org/officeDocument/2006/relationships/theme" Target="../theme/theme11.xml"/><Relationship Id="rId3" Type="http://schemas.openxmlformats.org/officeDocument/2006/relationships/slideLayout" Target="../slideLayouts/slideLayout142.xml"/><Relationship Id="rId7" Type="http://schemas.openxmlformats.org/officeDocument/2006/relationships/slideLayout" Target="../slideLayouts/slideLayout146.xml"/><Relationship Id="rId12" Type="http://schemas.openxmlformats.org/officeDocument/2006/relationships/slideLayout" Target="../slideLayouts/slideLayout151.xml"/><Relationship Id="rId17" Type="http://schemas.openxmlformats.org/officeDocument/2006/relationships/slideLayout" Target="../slideLayouts/slideLayout156.xml"/><Relationship Id="rId2" Type="http://schemas.openxmlformats.org/officeDocument/2006/relationships/slideLayout" Target="../slideLayouts/slideLayout141.xml"/><Relationship Id="rId16" Type="http://schemas.openxmlformats.org/officeDocument/2006/relationships/slideLayout" Target="../slideLayouts/slideLayout155.xml"/><Relationship Id="rId1" Type="http://schemas.openxmlformats.org/officeDocument/2006/relationships/slideLayout" Target="../slideLayouts/slideLayout140.xml"/><Relationship Id="rId6" Type="http://schemas.openxmlformats.org/officeDocument/2006/relationships/slideLayout" Target="../slideLayouts/slideLayout145.xml"/><Relationship Id="rId11" Type="http://schemas.openxmlformats.org/officeDocument/2006/relationships/slideLayout" Target="../slideLayouts/slideLayout150.xml"/><Relationship Id="rId5" Type="http://schemas.openxmlformats.org/officeDocument/2006/relationships/slideLayout" Target="../slideLayouts/slideLayout144.xml"/><Relationship Id="rId15" Type="http://schemas.openxmlformats.org/officeDocument/2006/relationships/slideLayout" Target="../slideLayouts/slideLayout154.xml"/><Relationship Id="rId10" Type="http://schemas.openxmlformats.org/officeDocument/2006/relationships/slideLayout" Target="../slideLayouts/slideLayout149.xml"/><Relationship Id="rId19" Type="http://schemas.openxmlformats.org/officeDocument/2006/relationships/image" Target="../media/image11.png"/><Relationship Id="rId4" Type="http://schemas.openxmlformats.org/officeDocument/2006/relationships/slideLayout" Target="../slideLayouts/slideLayout143.xml"/><Relationship Id="rId9" Type="http://schemas.openxmlformats.org/officeDocument/2006/relationships/slideLayout" Target="../slideLayouts/slideLayout148.xml"/><Relationship Id="rId14" Type="http://schemas.openxmlformats.org/officeDocument/2006/relationships/slideLayout" Target="../slideLayouts/slideLayout153.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64.xml"/><Relationship Id="rId13" Type="http://schemas.openxmlformats.org/officeDocument/2006/relationships/slideLayout" Target="../slideLayouts/slideLayout169.xml"/><Relationship Id="rId18" Type="http://schemas.openxmlformats.org/officeDocument/2006/relationships/slideLayout" Target="../slideLayouts/slideLayout174.xml"/><Relationship Id="rId3" Type="http://schemas.openxmlformats.org/officeDocument/2006/relationships/slideLayout" Target="../slideLayouts/slideLayout159.xml"/><Relationship Id="rId21" Type="http://schemas.openxmlformats.org/officeDocument/2006/relationships/image" Target="../media/image11.png"/><Relationship Id="rId7" Type="http://schemas.openxmlformats.org/officeDocument/2006/relationships/slideLayout" Target="../slideLayouts/slideLayout163.xml"/><Relationship Id="rId12" Type="http://schemas.openxmlformats.org/officeDocument/2006/relationships/slideLayout" Target="../slideLayouts/slideLayout168.xml"/><Relationship Id="rId17" Type="http://schemas.openxmlformats.org/officeDocument/2006/relationships/slideLayout" Target="../slideLayouts/slideLayout173.xml"/><Relationship Id="rId2" Type="http://schemas.openxmlformats.org/officeDocument/2006/relationships/slideLayout" Target="../slideLayouts/slideLayout158.xml"/><Relationship Id="rId16" Type="http://schemas.openxmlformats.org/officeDocument/2006/relationships/slideLayout" Target="../slideLayouts/slideLayout172.xml"/><Relationship Id="rId20" Type="http://schemas.openxmlformats.org/officeDocument/2006/relationships/theme" Target="../theme/theme12.xml"/><Relationship Id="rId1" Type="http://schemas.openxmlformats.org/officeDocument/2006/relationships/slideLayout" Target="../slideLayouts/slideLayout157.xml"/><Relationship Id="rId6" Type="http://schemas.openxmlformats.org/officeDocument/2006/relationships/slideLayout" Target="../slideLayouts/slideLayout162.xml"/><Relationship Id="rId11" Type="http://schemas.openxmlformats.org/officeDocument/2006/relationships/slideLayout" Target="../slideLayouts/slideLayout167.xml"/><Relationship Id="rId5" Type="http://schemas.openxmlformats.org/officeDocument/2006/relationships/slideLayout" Target="../slideLayouts/slideLayout161.xml"/><Relationship Id="rId15" Type="http://schemas.openxmlformats.org/officeDocument/2006/relationships/slideLayout" Target="../slideLayouts/slideLayout171.xml"/><Relationship Id="rId10" Type="http://schemas.openxmlformats.org/officeDocument/2006/relationships/slideLayout" Target="../slideLayouts/slideLayout166.xml"/><Relationship Id="rId19" Type="http://schemas.openxmlformats.org/officeDocument/2006/relationships/slideLayout" Target="../slideLayouts/slideLayout175.xml"/><Relationship Id="rId4" Type="http://schemas.openxmlformats.org/officeDocument/2006/relationships/slideLayout" Target="../slideLayouts/slideLayout160.xml"/><Relationship Id="rId9" Type="http://schemas.openxmlformats.org/officeDocument/2006/relationships/slideLayout" Target="../slideLayouts/slideLayout165.xml"/><Relationship Id="rId14" Type="http://schemas.openxmlformats.org/officeDocument/2006/relationships/slideLayout" Target="../slideLayouts/slideLayout170.xml"/><Relationship Id="rId22" Type="http://schemas.openxmlformats.org/officeDocument/2006/relationships/image" Target="../media/image1.emf"/></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83.xml"/><Relationship Id="rId13" Type="http://schemas.openxmlformats.org/officeDocument/2006/relationships/slideLayout" Target="../slideLayouts/slideLayout188.xml"/><Relationship Id="rId3" Type="http://schemas.openxmlformats.org/officeDocument/2006/relationships/slideLayout" Target="../slideLayouts/slideLayout178.xml"/><Relationship Id="rId7" Type="http://schemas.openxmlformats.org/officeDocument/2006/relationships/slideLayout" Target="../slideLayouts/slideLayout182.xml"/><Relationship Id="rId12" Type="http://schemas.openxmlformats.org/officeDocument/2006/relationships/slideLayout" Target="../slideLayouts/slideLayout187.xml"/><Relationship Id="rId2" Type="http://schemas.openxmlformats.org/officeDocument/2006/relationships/slideLayout" Target="../slideLayouts/slideLayout177.xml"/><Relationship Id="rId16" Type="http://schemas.openxmlformats.org/officeDocument/2006/relationships/image" Target="../media/image1.emf"/><Relationship Id="rId1" Type="http://schemas.openxmlformats.org/officeDocument/2006/relationships/slideLayout" Target="../slideLayouts/slideLayout176.xml"/><Relationship Id="rId6" Type="http://schemas.openxmlformats.org/officeDocument/2006/relationships/slideLayout" Target="../slideLayouts/slideLayout181.xml"/><Relationship Id="rId11" Type="http://schemas.openxmlformats.org/officeDocument/2006/relationships/slideLayout" Target="../slideLayouts/slideLayout186.xml"/><Relationship Id="rId5" Type="http://schemas.openxmlformats.org/officeDocument/2006/relationships/slideLayout" Target="../slideLayouts/slideLayout180.xml"/><Relationship Id="rId15" Type="http://schemas.openxmlformats.org/officeDocument/2006/relationships/theme" Target="../theme/theme13.xml"/><Relationship Id="rId10" Type="http://schemas.openxmlformats.org/officeDocument/2006/relationships/slideLayout" Target="../slideLayouts/slideLayout185.xml"/><Relationship Id="rId4" Type="http://schemas.openxmlformats.org/officeDocument/2006/relationships/slideLayout" Target="../slideLayouts/slideLayout179.xml"/><Relationship Id="rId9" Type="http://schemas.openxmlformats.org/officeDocument/2006/relationships/slideLayout" Target="../slideLayouts/slideLayout184.xml"/><Relationship Id="rId14" Type="http://schemas.openxmlformats.org/officeDocument/2006/relationships/slideLayout" Target="../slideLayouts/slideLayout18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9743" y="653532"/>
            <a:ext cx="9973315"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a:t>마스터 제목 스타일을 편집하려면 클릭</a:t>
            </a:r>
          </a:p>
        </p:txBody>
      </p:sp>
      <p:sp>
        <p:nvSpPr>
          <p:cNvPr id="1027" name="Rectangle 3"/>
          <p:cNvSpPr>
            <a:spLocks noGrp="1" noChangeArrowheads="1"/>
          </p:cNvSpPr>
          <p:nvPr>
            <p:ph type="body" idx="1"/>
          </p:nvPr>
        </p:nvSpPr>
        <p:spPr bwMode="auto">
          <a:xfrm>
            <a:off x="517402" y="2002367"/>
            <a:ext cx="9948931" cy="39080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마스터 텍스트 스타일을 편집하려면 클릭</a:t>
            </a:r>
          </a:p>
          <a:p>
            <a:pPr lvl="1"/>
            <a:r>
              <a:rPr lang="en-US"/>
              <a:t>레벨 2</a:t>
            </a:r>
          </a:p>
          <a:p>
            <a:pPr lvl="2"/>
            <a:r>
              <a:rPr lang="en-US"/>
              <a:t>레벨 3</a:t>
            </a:r>
          </a:p>
        </p:txBody>
      </p:sp>
      <p:pic>
        <p:nvPicPr>
          <p:cNvPr id="9" name="Picture 8">
            <a:extLst>
              <a:ext uri="{FF2B5EF4-FFF2-40B4-BE49-F238E27FC236}">
                <a16:creationId xmlns:a16="http://schemas.microsoft.com/office/drawing/2014/main" id="{1D69214B-99AB-46ED-9864-662329C3618F}"/>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10130818" y="5785419"/>
            <a:ext cx="580688" cy="206321"/>
          </a:xfrm>
          <a:prstGeom prst="rect">
            <a:avLst/>
          </a:prstGeom>
        </p:spPr>
      </p:pic>
    </p:spTree>
    <p:extLst>
      <p:ext uri="{BB962C8B-B14F-4D97-AF65-F5344CB8AC3E}">
        <p14:creationId xmlns:p14="http://schemas.microsoft.com/office/powerpoint/2010/main" val="1725690729"/>
      </p:ext>
    </p:extLst>
  </p:cSld>
  <p:clrMap bg1="dk2" tx1="lt1" bg2="dk1" tx2="lt2" accent1="accent1" accent2="accent2" accent3="accent3" accent4="accent4" accent5="accent5" accent6="accent6" hlink="hlink" folHlink="folHlink"/>
  <p:sldLayoutIdLst>
    <p:sldLayoutId id="2147483980" r:id="rId1"/>
    <p:sldLayoutId id="2147483981" r:id="rId2"/>
    <p:sldLayoutId id="2147483896" r:id="rId3"/>
    <p:sldLayoutId id="2147483971" r:id="rId4"/>
    <p:sldLayoutId id="2147483917" r:id="rId5"/>
    <p:sldLayoutId id="2147483969" r:id="rId6"/>
    <p:sldLayoutId id="2147483919" r:id="rId7"/>
    <p:sldLayoutId id="2147483954" r:id="rId8"/>
    <p:sldLayoutId id="2147483897" r:id="rId9"/>
    <p:sldLayoutId id="2147483898" r:id="rId10"/>
    <p:sldLayoutId id="2147483926" r:id="rId11"/>
    <p:sldLayoutId id="2147483899" r:id="rId12"/>
    <p:sldLayoutId id="2147483901" r:id="rId13"/>
    <p:sldLayoutId id="2147484168" r:id="rId14"/>
    <p:sldLayoutId id="2147484169" r:id="rId15"/>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rtl="0" fontAlgn="base">
        <a:lnSpc>
          <a:spcPct val="90000"/>
        </a:lnSpc>
        <a:spcBef>
          <a:spcPct val="0"/>
        </a:spcBef>
        <a:spcAft>
          <a:spcPct val="0"/>
        </a:spcAft>
        <a:defRPr sz="3600" b="1" cap="all" baseline="0">
          <a:solidFill>
            <a:schemeClr val="bg1"/>
          </a:solidFill>
          <a:latin typeface="Trebuchet MS" panose="020B0603020202020204" pitchFamily="34" charset="0"/>
          <a:ea typeface="+mj-ea"/>
          <a:cs typeface="+mj-cs"/>
        </a:defRPr>
      </a:lvl1pPr>
      <a:lvl2pPr algn="l" rtl="0" fontAlgn="base">
        <a:spcBef>
          <a:spcPct val="0"/>
        </a:spcBef>
        <a:spcAft>
          <a:spcPct val="0"/>
        </a:spcAft>
        <a:defRPr sz="3200" b="1">
          <a:solidFill>
            <a:srgbClr val="73B900"/>
          </a:solidFill>
          <a:latin typeface="Arial" charset="0"/>
        </a:defRPr>
      </a:lvl2pPr>
      <a:lvl3pPr algn="l" rtl="0" fontAlgn="base">
        <a:spcBef>
          <a:spcPct val="0"/>
        </a:spcBef>
        <a:spcAft>
          <a:spcPct val="0"/>
        </a:spcAft>
        <a:defRPr sz="3200" b="1">
          <a:solidFill>
            <a:srgbClr val="73B900"/>
          </a:solidFill>
          <a:latin typeface="Arial" charset="0"/>
        </a:defRPr>
      </a:lvl3pPr>
      <a:lvl4pPr algn="l" rtl="0" fontAlgn="base">
        <a:spcBef>
          <a:spcPct val="0"/>
        </a:spcBef>
        <a:spcAft>
          <a:spcPct val="0"/>
        </a:spcAft>
        <a:defRPr sz="3200" b="1">
          <a:solidFill>
            <a:srgbClr val="73B900"/>
          </a:solidFill>
          <a:latin typeface="Arial" charset="0"/>
        </a:defRPr>
      </a:lvl4pPr>
      <a:lvl5pPr algn="l" rtl="0" fontAlgn="base">
        <a:spcBef>
          <a:spcPct val="0"/>
        </a:spcBef>
        <a:spcAft>
          <a:spcPct val="0"/>
        </a:spcAft>
        <a:defRPr sz="3200" b="1">
          <a:solidFill>
            <a:srgbClr val="73B900"/>
          </a:solidFill>
          <a:latin typeface="Arial" charset="0"/>
        </a:defRPr>
      </a:lvl5pPr>
      <a:lvl6pPr marL="457200" algn="l" rtl="0" eaLnBrk="1" fontAlgn="base" hangingPunct="1">
        <a:spcBef>
          <a:spcPct val="0"/>
        </a:spcBef>
        <a:spcAft>
          <a:spcPct val="0"/>
        </a:spcAft>
        <a:defRPr sz="3200" b="1">
          <a:solidFill>
            <a:srgbClr val="73B900"/>
          </a:solidFill>
          <a:latin typeface="Arial" charset="0"/>
        </a:defRPr>
      </a:lvl6pPr>
      <a:lvl7pPr marL="914400" algn="l" rtl="0" eaLnBrk="1" fontAlgn="base" hangingPunct="1">
        <a:spcBef>
          <a:spcPct val="0"/>
        </a:spcBef>
        <a:spcAft>
          <a:spcPct val="0"/>
        </a:spcAft>
        <a:defRPr sz="3200" b="1">
          <a:solidFill>
            <a:srgbClr val="73B900"/>
          </a:solidFill>
          <a:latin typeface="Arial" charset="0"/>
        </a:defRPr>
      </a:lvl7pPr>
      <a:lvl8pPr marL="1371600" algn="l" rtl="0" eaLnBrk="1" fontAlgn="base" hangingPunct="1">
        <a:spcBef>
          <a:spcPct val="0"/>
        </a:spcBef>
        <a:spcAft>
          <a:spcPct val="0"/>
        </a:spcAft>
        <a:defRPr sz="3200" b="1">
          <a:solidFill>
            <a:srgbClr val="73B900"/>
          </a:solidFill>
          <a:latin typeface="Arial" charset="0"/>
        </a:defRPr>
      </a:lvl8pPr>
      <a:lvl9pPr marL="1828800" algn="l" rtl="0" eaLnBrk="1" fontAlgn="base" hangingPunct="1">
        <a:spcBef>
          <a:spcPct val="0"/>
        </a:spcBef>
        <a:spcAft>
          <a:spcPct val="0"/>
        </a:spcAft>
        <a:defRPr sz="3200" b="1">
          <a:solidFill>
            <a:srgbClr val="73B900"/>
          </a:solidFill>
          <a:latin typeface="Arial" charset="0"/>
        </a:defRPr>
      </a:lvl9pPr>
    </p:titleStyle>
    <p:bodyStyle>
      <a:lvl1pPr marL="0" indent="0" algn="l" rtl="0" fontAlgn="base">
        <a:lnSpc>
          <a:spcPct val="90000"/>
        </a:lnSpc>
        <a:spcBef>
          <a:spcPts val="900"/>
        </a:spcBef>
        <a:spcAft>
          <a:spcPts val="900"/>
        </a:spcAft>
        <a:buClr>
          <a:schemeClr val="bg2"/>
        </a:buClr>
        <a:buSzPct val="100000"/>
        <a:buFontTx/>
        <a:buNone/>
        <a:defRPr sz="2000" b="0">
          <a:solidFill>
            <a:schemeClr val="bg1"/>
          </a:solidFill>
          <a:latin typeface="Trebuchet MS" pitchFamily="34" charset="0"/>
          <a:ea typeface="+mn-ea"/>
          <a:cs typeface="+mn-cs"/>
        </a:defRPr>
      </a:lvl1pPr>
      <a:lvl2pPr marL="571500" indent="0" algn="l" rtl="0" fontAlgn="base">
        <a:lnSpc>
          <a:spcPct val="90000"/>
        </a:lnSpc>
        <a:spcBef>
          <a:spcPts val="900"/>
        </a:spcBef>
        <a:spcAft>
          <a:spcPts val="900"/>
        </a:spcAft>
        <a:buClr>
          <a:schemeClr val="bg2"/>
        </a:buClr>
        <a:buSzPct val="100000"/>
        <a:buFontTx/>
        <a:buNone/>
        <a:defRPr sz="1800" b="0">
          <a:solidFill>
            <a:schemeClr val="bg1"/>
          </a:solidFill>
          <a:latin typeface="Trebuchet MS" pitchFamily="34" charset="0"/>
        </a:defRPr>
      </a:lvl2pPr>
      <a:lvl3pPr marL="1089025" indent="0" algn="l" rtl="0" fontAlgn="base">
        <a:lnSpc>
          <a:spcPct val="90000"/>
        </a:lnSpc>
        <a:spcBef>
          <a:spcPts val="900"/>
        </a:spcBef>
        <a:spcAft>
          <a:spcPts val="900"/>
        </a:spcAft>
        <a:buClr>
          <a:schemeClr val="bg2"/>
        </a:buClr>
        <a:buSzPct val="100000"/>
        <a:buFontTx/>
        <a:buNone/>
        <a:defRPr sz="1600" b="0">
          <a:solidFill>
            <a:schemeClr val="bg1"/>
          </a:solidFill>
          <a:latin typeface="Trebuchet MS" pitchFamily="34" charset="0"/>
        </a:defRPr>
      </a:lvl3pPr>
      <a:lvl4pPr marL="1774825" indent="-228600" algn="l" rtl="0" fontAlgn="base">
        <a:spcBef>
          <a:spcPct val="20000"/>
        </a:spcBef>
        <a:spcAft>
          <a:spcPct val="0"/>
        </a:spcAft>
        <a:buChar char="–"/>
        <a:defRPr sz="2000">
          <a:solidFill>
            <a:schemeClr val="bg1"/>
          </a:solidFill>
          <a:latin typeface="+mn-lt"/>
        </a:defRPr>
      </a:lvl4pPr>
      <a:lvl5pPr marL="2117725" indent="-228600" algn="l" rtl="0" fontAlgn="base">
        <a:spcBef>
          <a:spcPct val="20000"/>
        </a:spcBef>
        <a:spcAft>
          <a:spcPct val="0"/>
        </a:spcAft>
        <a:buChar char="»"/>
        <a:defRPr sz="2000">
          <a:solidFill>
            <a:schemeClr val="bg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9743" y="653532"/>
            <a:ext cx="9973315"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a:t>마스터 제목 스타일을 편집하려면 클릭</a:t>
            </a:r>
          </a:p>
        </p:txBody>
      </p:sp>
      <p:sp>
        <p:nvSpPr>
          <p:cNvPr id="1027" name="Rectangle 3"/>
          <p:cNvSpPr>
            <a:spLocks noGrp="1" noChangeArrowheads="1"/>
          </p:cNvSpPr>
          <p:nvPr>
            <p:ph type="body" idx="1"/>
          </p:nvPr>
        </p:nvSpPr>
        <p:spPr bwMode="auto">
          <a:xfrm>
            <a:off x="517402" y="2002367"/>
            <a:ext cx="9948931" cy="39080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마스터 텍스트 스타일을 편집하려면 클릭</a:t>
            </a:r>
          </a:p>
          <a:p>
            <a:pPr lvl="1"/>
            <a:r>
              <a:rPr lang="en-US"/>
              <a:t>레벨 2</a:t>
            </a:r>
          </a:p>
          <a:p>
            <a:pPr lvl="2"/>
            <a:r>
              <a:rPr lang="en-US"/>
              <a:t>레벨 3</a:t>
            </a:r>
          </a:p>
        </p:txBody>
      </p:sp>
    </p:spTree>
    <p:extLst>
      <p:ext uri="{BB962C8B-B14F-4D97-AF65-F5344CB8AC3E}">
        <p14:creationId xmlns:p14="http://schemas.microsoft.com/office/powerpoint/2010/main" val="3723453847"/>
      </p:ext>
    </p:extLst>
  </p:cSld>
  <p:clrMap bg1="dk2" tx1="lt1" bg2="dk1" tx2="lt2" accent1="accent1" accent2="accent2" accent3="accent3" accent4="accent4" accent5="accent5" accent6="accent6" hlink="hlink" folHlink="folHlink"/>
  <p:sldLayoutIdLst>
    <p:sldLayoutId id="2147483983" r:id="rId1"/>
    <p:sldLayoutId id="2147483984" r:id="rId2"/>
    <p:sldLayoutId id="2147483985" r:id="rId3"/>
    <p:sldLayoutId id="2147483986" r:id="rId4"/>
    <p:sldLayoutId id="2147483987" r:id="rId5"/>
    <p:sldLayoutId id="2147483988" r:id="rId6"/>
    <p:sldLayoutId id="2147483989" r:id="rId7"/>
    <p:sldLayoutId id="2147483990" r:id="rId8"/>
    <p:sldLayoutId id="2147483991" r:id="rId9"/>
    <p:sldLayoutId id="2147483992" r:id="rId10"/>
    <p:sldLayoutId id="2147483993" r:id="rId11"/>
    <p:sldLayoutId id="2147483994" r:id="rId12"/>
    <p:sldLayoutId id="2147483995" r:id="rId13"/>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rtl="0" fontAlgn="base">
        <a:lnSpc>
          <a:spcPct val="90000"/>
        </a:lnSpc>
        <a:spcBef>
          <a:spcPct val="0"/>
        </a:spcBef>
        <a:spcAft>
          <a:spcPct val="0"/>
        </a:spcAft>
        <a:defRPr sz="3600" b="1" cap="all" baseline="0">
          <a:solidFill>
            <a:schemeClr val="bg1"/>
          </a:solidFill>
          <a:latin typeface="Trebuchet MS" panose="020B0603020202020204" pitchFamily="34" charset="0"/>
          <a:ea typeface="+mj-ea"/>
          <a:cs typeface="+mj-cs"/>
        </a:defRPr>
      </a:lvl1pPr>
      <a:lvl2pPr algn="l" rtl="0" fontAlgn="base">
        <a:spcBef>
          <a:spcPct val="0"/>
        </a:spcBef>
        <a:spcAft>
          <a:spcPct val="0"/>
        </a:spcAft>
        <a:defRPr sz="3200" b="1">
          <a:solidFill>
            <a:srgbClr val="73B900"/>
          </a:solidFill>
          <a:latin typeface="Arial" charset="0"/>
        </a:defRPr>
      </a:lvl2pPr>
      <a:lvl3pPr algn="l" rtl="0" fontAlgn="base">
        <a:spcBef>
          <a:spcPct val="0"/>
        </a:spcBef>
        <a:spcAft>
          <a:spcPct val="0"/>
        </a:spcAft>
        <a:defRPr sz="3200" b="1">
          <a:solidFill>
            <a:srgbClr val="73B900"/>
          </a:solidFill>
          <a:latin typeface="Arial" charset="0"/>
        </a:defRPr>
      </a:lvl3pPr>
      <a:lvl4pPr algn="l" rtl="0" fontAlgn="base">
        <a:spcBef>
          <a:spcPct val="0"/>
        </a:spcBef>
        <a:spcAft>
          <a:spcPct val="0"/>
        </a:spcAft>
        <a:defRPr sz="3200" b="1">
          <a:solidFill>
            <a:srgbClr val="73B900"/>
          </a:solidFill>
          <a:latin typeface="Arial" charset="0"/>
        </a:defRPr>
      </a:lvl4pPr>
      <a:lvl5pPr algn="l" rtl="0" fontAlgn="base">
        <a:spcBef>
          <a:spcPct val="0"/>
        </a:spcBef>
        <a:spcAft>
          <a:spcPct val="0"/>
        </a:spcAft>
        <a:defRPr sz="3200" b="1">
          <a:solidFill>
            <a:srgbClr val="73B900"/>
          </a:solidFill>
          <a:latin typeface="Arial" charset="0"/>
        </a:defRPr>
      </a:lvl5pPr>
      <a:lvl6pPr marL="457200" algn="l" rtl="0" eaLnBrk="1" fontAlgn="base" hangingPunct="1">
        <a:spcBef>
          <a:spcPct val="0"/>
        </a:spcBef>
        <a:spcAft>
          <a:spcPct val="0"/>
        </a:spcAft>
        <a:defRPr sz="3200" b="1">
          <a:solidFill>
            <a:srgbClr val="73B900"/>
          </a:solidFill>
          <a:latin typeface="Arial" charset="0"/>
        </a:defRPr>
      </a:lvl6pPr>
      <a:lvl7pPr marL="914400" algn="l" rtl="0" eaLnBrk="1" fontAlgn="base" hangingPunct="1">
        <a:spcBef>
          <a:spcPct val="0"/>
        </a:spcBef>
        <a:spcAft>
          <a:spcPct val="0"/>
        </a:spcAft>
        <a:defRPr sz="3200" b="1">
          <a:solidFill>
            <a:srgbClr val="73B900"/>
          </a:solidFill>
          <a:latin typeface="Arial" charset="0"/>
        </a:defRPr>
      </a:lvl7pPr>
      <a:lvl8pPr marL="1371600" algn="l" rtl="0" eaLnBrk="1" fontAlgn="base" hangingPunct="1">
        <a:spcBef>
          <a:spcPct val="0"/>
        </a:spcBef>
        <a:spcAft>
          <a:spcPct val="0"/>
        </a:spcAft>
        <a:defRPr sz="3200" b="1">
          <a:solidFill>
            <a:srgbClr val="73B900"/>
          </a:solidFill>
          <a:latin typeface="Arial" charset="0"/>
        </a:defRPr>
      </a:lvl8pPr>
      <a:lvl9pPr marL="1828800" algn="l" rtl="0" eaLnBrk="1" fontAlgn="base" hangingPunct="1">
        <a:spcBef>
          <a:spcPct val="0"/>
        </a:spcBef>
        <a:spcAft>
          <a:spcPct val="0"/>
        </a:spcAft>
        <a:defRPr sz="3200" b="1">
          <a:solidFill>
            <a:srgbClr val="73B900"/>
          </a:solidFill>
          <a:latin typeface="Arial" charset="0"/>
        </a:defRPr>
      </a:lvl9pPr>
    </p:titleStyle>
    <p:bodyStyle>
      <a:lvl1pPr marL="0" indent="0" algn="l" rtl="0" fontAlgn="base">
        <a:lnSpc>
          <a:spcPct val="90000"/>
        </a:lnSpc>
        <a:spcBef>
          <a:spcPts val="900"/>
        </a:spcBef>
        <a:spcAft>
          <a:spcPts val="900"/>
        </a:spcAft>
        <a:buClr>
          <a:schemeClr val="bg2"/>
        </a:buClr>
        <a:buSzPct val="100000"/>
        <a:buFontTx/>
        <a:buNone/>
        <a:defRPr sz="2000" b="0">
          <a:solidFill>
            <a:schemeClr val="bg1"/>
          </a:solidFill>
          <a:latin typeface="Trebuchet MS" pitchFamily="34" charset="0"/>
          <a:ea typeface="+mn-ea"/>
          <a:cs typeface="+mn-cs"/>
        </a:defRPr>
      </a:lvl1pPr>
      <a:lvl2pPr marL="571500" indent="0" algn="l" rtl="0" fontAlgn="base">
        <a:lnSpc>
          <a:spcPct val="90000"/>
        </a:lnSpc>
        <a:spcBef>
          <a:spcPts val="900"/>
        </a:spcBef>
        <a:spcAft>
          <a:spcPts val="900"/>
        </a:spcAft>
        <a:buClr>
          <a:schemeClr val="bg2"/>
        </a:buClr>
        <a:buSzPct val="100000"/>
        <a:buFontTx/>
        <a:buNone/>
        <a:defRPr sz="1800" b="0">
          <a:solidFill>
            <a:schemeClr val="bg1"/>
          </a:solidFill>
          <a:latin typeface="Trebuchet MS" pitchFamily="34" charset="0"/>
        </a:defRPr>
      </a:lvl2pPr>
      <a:lvl3pPr marL="1089025" indent="0" algn="l" rtl="0" fontAlgn="base">
        <a:lnSpc>
          <a:spcPct val="90000"/>
        </a:lnSpc>
        <a:spcBef>
          <a:spcPts val="900"/>
        </a:spcBef>
        <a:spcAft>
          <a:spcPts val="900"/>
        </a:spcAft>
        <a:buClr>
          <a:schemeClr val="bg2"/>
        </a:buClr>
        <a:buSzPct val="100000"/>
        <a:buFontTx/>
        <a:buNone/>
        <a:defRPr sz="1600" b="0">
          <a:solidFill>
            <a:schemeClr val="bg1"/>
          </a:solidFill>
          <a:latin typeface="Trebuchet MS" pitchFamily="34" charset="0"/>
        </a:defRPr>
      </a:lvl3pPr>
      <a:lvl4pPr marL="1774825" indent="-228600" algn="l" rtl="0" fontAlgn="base">
        <a:spcBef>
          <a:spcPct val="20000"/>
        </a:spcBef>
        <a:spcAft>
          <a:spcPct val="0"/>
        </a:spcAft>
        <a:buChar char="–"/>
        <a:defRPr sz="2000">
          <a:solidFill>
            <a:schemeClr val="bg1"/>
          </a:solidFill>
          <a:latin typeface="+mn-lt"/>
        </a:defRPr>
      </a:lvl4pPr>
      <a:lvl5pPr marL="2117725" indent="-228600" algn="l" rtl="0" fontAlgn="base">
        <a:spcBef>
          <a:spcPct val="20000"/>
        </a:spcBef>
        <a:spcAft>
          <a:spcPct val="0"/>
        </a:spcAft>
        <a:buChar char="»"/>
        <a:defRPr sz="2000">
          <a:solidFill>
            <a:schemeClr val="bg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817529"/>
            <a:ext cx="10972800" cy="3695347"/>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5513832"/>
            <a:ext cx="10972800" cy="668655"/>
          </a:xfrm>
          <a:prstGeom prst="rect">
            <a:avLst/>
          </a:prstGeom>
        </p:spPr>
      </p:pic>
      <p:sp>
        <p:nvSpPr>
          <p:cNvPr id="2" name="Title Placeholder 1"/>
          <p:cNvSpPr>
            <a:spLocks noGrp="1"/>
          </p:cNvSpPr>
          <p:nvPr>
            <p:ph type="title"/>
          </p:nvPr>
        </p:nvSpPr>
        <p:spPr>
          <a:xfrm>
            <a:off x="1306421" y="724067"/>
            <a:ext cx="8642948" cy="944312"/>
          </a:xfrm>
          <a:prstGeom prst="rect">
            <a:avLst/>
          </a:prstGeom>
        </p:spPr>
        <p:txBody>
          <a:bodyPr vert="horz" lIns="91440" tIns="45720" rIns="91440" bIns="45720" rtlCol="0" anchor="t">
            <a:normAutofit/>
          </a:bodyPr>
          <a:lstStyle/>
          <a:p>
            <a:r>
              <a:rPr lang="en-US"/>
              <a:t>마스터 제목 스타일을 편집하려면 클릭</a:t>
            </a:r>
            <a:endParaRPr lang="en-US" dirty="0"/>
          </a:p>
        </p:txBody>
      </p:sp>
      <p:sp>
        <p:nvSpPr>
          <p:cNvPr id="3" name="Text Placeholder 2"/>
          <p:cNvSpPr>
            <a:spLocks noGrp="1"/>
          </p:cNvSpPr>
          <p:nvPr>
            <p:ph type="body" idx="1"/>
          </p:nvPr>
        </p:nvSpPr>
        <p:spPr>
          <a:xfrm>
            <a:off x="1306421" y="1814159"/>
            <a:ext cx="8642948" cy="3105552"/>
          </a:xfrm>
          <a:prstGeom prst="rect">
            <a:avLst/>
          </a:prstGeom>
        </p:spPr>
        <p:txBody>
          <a:bodyPr vert="horz" lIns="91440" tIns="45720" rIns="91440" bIns="45720" rtlCol="0">
            <a:normAutofit/>
          </a:bodyPr>
          <a:lstStyle/>
          <a:p>
            <a:pPr lvl="0"/>
            <a:r>
              <a:rPr lang="en-US"/>
              <a:t>마스터 텍스트 스타일을 편집하려면 클릭</a:t>
            </a:r>
          </a:p>
          <a:p>
            <a:pPr lvl="1"/>
            <a:r>
              <a:rPr lang="en-US"/>
              <a:t>레벨 2</a:t>
            </a:r>
          </a:p>
          <a:p>
            <a:pPr lvl="2"/>
            <a:r>
              <a:rPr lang="en-US"/>
              <a:t>레벨 3</a:t>
            </a:r>
          </a:p>
          <a:p>
            <a:pPr lvl="3"/>
            <a:r>
              <a:rPr lang="en-US"/>
              <a:t>레벨 4</a:t>
            </a:r>
          </a:p>
          <a:p>
            <a:pPr lvl="4"/>
            <a:r>
              <a:rPr lang="en-US"/>
              <a:t>레벨 5</a:t>
            </a:r>
            <a:endParaRPr lang="en-US" dirty="0"/>
          </a:p>
        </p:txBody>
      </p:sp>
      <p:sp>
        <p:nvSpPr>
          <p:cNvPr id="4" name="Date Placeholder 3"/>
          <p:cNvSpPr>
            <a:spLocks noGrp="1"/>
          </p:cNvSpPr>
          <p:nvPr>
            <p:ph type="dt" sz="half" idx="2"/>
          </p:nvPr>
        </p:nvSpPr>
        <p:spPr>
          <a:xfrm>
            <a:off x="6798724" y="297333"/>
            <a:ext cx="3150644" cy="278281"/>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dirty="0"/>
              <a:pPr/>
              <a:t>4/10/2021</a:t>
            </a:fld>
            <a:endParaRPr lang="en-US" dirty="0"/>
          </a:p>
        </p:txBody>
      </p:sp>
      <p:sp>
        <p:nvSpPr>
          <p:cNvPr id="5" name="Footer Placeholder 4"/>
          <p:cNvSpPr>
            <a:spLocks noGrp="1"/>
          </p:cNvSpPr>
          <p:nvPr>
            <p:ph type="ftr" sz="quarter" idx="3"/>
          </p:nvPr>
        </p:nvSpPr>
        <p:spPr>
          <a:xfrm>
            <a:off x="1306421" y="296377"/>
            <a:ext cx="5344952" cy="278281"/>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32055" y="719076"/>
            <a:ext cx="729917" cy="453220"/>
          </a:xfrm>
          <a:prstGeom prst="rect">
            <a:avLst/>
          </a:prstGeom>
        </p:spPr>
        <p:txBody>
          <a:bodyPr vert="horz" lIns="91440" tIns="45720" rIns="91440" bIns="45720" rtlCol="0" anchor="t"/>
          <a:lstStyle>
            <a:lvl1pPr algn="r">
              <a:defRPr sz="252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5515572"/>
            <a:ext cx="109728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823A6700-3A26-40EC-BA5C-71EB32A31744}"/>
              </a:ext>
            </a:extLst>
          </p:cNvPr>
          <p:cNvPicPr>
            <a:picLocks noChangeAspect="1"/>
          </p:cNvPicPr>
          <p:nvPr userDrawn="1"/>
        </p:nvPicPr>
        <p:blipFill>
          <a:blip r:embed="rId15" cstate="email">
            <a:extLst>
              <a:ext uri="{28A0092B-C50C-407E-A947-70E740481C1C}">
                <a14:useLocalDpi xmlns:a14="http://schemas.microsoft.com/office/drawing/2010/main"/>
              </a:ext>
            </a:extLst>
          </a:blip>
          <a:stretch>
            <a:fillRect/>
          </a:stretch>
        </p:blipFill>
        <p:spPr>
          <a:xfrm>
            <a:off x="10130818" y="5785419"/>
            <a:ext cx="580688" cy="206321"/>
          </a:xfrm>
          <a:prstGeom prst="rect">
            <a:avLst/>
          </a:prstGeom>
        </p:spPr>
      </p:pic>
    </p:spTree>
    <p:extLst>
      <p:ext uri="{BB962C8B-B14F-4D97-AF65-F5344CB8AC3E}">
        <p14:creationId xmlns:p14="http://schemas.microsoft.com/office/powerpoint/2010/main" val="1480427836"/>
      </p:ext>
    </p:extLst>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 id="2147484008" r:id="rId12"/>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l" defTabSz="822960" rtl="0" eaLnBrk="1" latinLnBrk="0" hangingPunct="1">
        <a:lnSpc>
          <a:spcPct val="90000"/>
        </a:lnSpc>
        <a:spcBef>
          <a:spcPct val="0"/>
        </a:spcBef>
        <a:buNone/>
        <a:defRPr sz="2880" b="0" i="0" kern="1200" cap="all">
          <a:solidFill>
            <a:schemeClr val="tx1"/>
          </a:solidFill>
          <a:effectLst/>
          <a:latin typeface="+mj-lt"/>
          <a:ea typeface="+mj-ea"/>
          <a:cs typeface="+mj-cs"/>
        </a:defRPr>
      </a:lvl1pPr>
    </p:titleStyle>
    <p:bodyStyle>
      <a:lvl1pPr marL="205740" indent="-205740" algn="l" defTabSz="822960" rtl="0" eaLnBrk="1" latinLnBrk="0" hangingPunct="1">
        <a:lnSpc>
          <a:spcPct val="120000"/>
        </a:lnSpc>
        <a:spcBef>
          <a:spcPts val="90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1pPr>
      <a:lvl2pPr marL="61722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620" kern="1200" cap="none" baseline="0">
          <a:solidFill>
            <a:schemeClr val="tx1"/>
          </a:solidFill>
          <a:effectLst/>
          <a:latin typeface="+mn-lt"/>
          <a:ea typeface="+mn-ea"/>
          <a:cs typeface="+mn-cs"/>
        </a:defRPr>
      </a:lvl2pPr>
      <a:lvl3pPr marL="102870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3pPr>
      <a:lvl4pPr marL="144018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260" kern="1200" cap="none" baseline="0">
          <a:solidFill>
            <a:schemeClr val="tx1"/>
          </a:solidFill>
          <a:effectLst/>
          <a:latin typeface="+mn-lt"/>
          <a:ea typeface="+mn-ea"/>
          <a:cs typeface="+mn-cs"/>
        </a:defRPr>
      </a:lvl4pPr>
      <a:lvl5pPr marL="185166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080" kern="1200">
          <a:solidFill>
            <a:schemeClr val="tx1"/>
          </a:solidFill>
          <a:effectLst/>
          <a:latin typeface="+mn-lt"/>
          <a:ea typeface="+mn-ea"/>
          <a:cs typeface="+mn-cs"/>
        </a:defRPr>
      </a:lvl5pPr>
      <a:lvl6pPr marL="226314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080" kern="1200">
          <a:solidFill>
            <a:schemeClr val="tx1"/>
          </a:solidFill>
          <a:effectLst/>
          <a:latin typeface="+mn-lt"/>
          <a:ea typeface="+mn-ea"/>
          <a:cs typeface="+mn-cs"/>
        </a:defRPr>
      </a:lvl6pPr>
      <a:lvl7pPr marL="267462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080" kern="1200">
          <a:solidFill>
            <a:schemeClr val="tx1"/>
          </a:solidFill>
          <a:effectLst/>
          <a:latin typeface="+mn-lt"/>
          <a:ea typeface="+mn-ea"/>
          <a:cs typeface="+mn-cs"/>
        </a:defRPr>
      </a:lvl7pPr>
      <a:lvl8pPr marL="308610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080" kern="1200" baseline="0">
          <a:solidFill>
            <a:schemeClr val="tx1"/>
          </a:solidFill>
          <a:effectLst/>
          <a:latin typeface="+mn-lt"/>
          <a:ea typeface="+mn-ea"/>
          <a:cs typeface="+mn-cs"/>
        </a:defRPr>
      </a:lvl8pPr>
      <a:lvl9pPr marL="349758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080" kern="1200" baseline="0">
          <a:solidFill>
            <a:schemeClr val="tx1"/>
          </a:solidFill>
          <a:effectLst/>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9743" y="653532"/>
            <a:ext cx="9973315"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a:t>마스터 제목 스타일을 편집하려면 클릭</a:t>
            </a:r>
          </a:p>
        </p:txBody>
      </p:sp>
      <p:sp>
        <p:nvSpPr>
          <p:cNvPr id="1027" name="Rectangle 3"/>
          <p:cNvSpPr>
            <a:spLocks noGrp="1" noChangeArrowheads="1"/>
          </p:cNvSpPr>
          <p:nvPr>
            <p:ph type="body" idx="1"/>
          </p:nvPr>
        </p:nvSpPr>
        <p:spPr bwMode="auto">
          <a:xfrm>
            <a:off x="517402" y="2002367"/>
            <a:ext cx="9948931" cy="39080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마스터 텍스트 스타일을 편집하려면 클릭</a:t>
            </a:r>
          </a:p>
          <a:p>
            <a:pPr lvl="1"/>
            <a:r>
              <a:rPr lang="en-US"/>
              <a:t>레벨 2</a:t>
            </a:r>
          </a:p>
          <a:p>
            <a:pPr lvl="2"/>
            <a:r>
              <a:rPr lang="en-US"/>
              <a:t>레벨 3</a:t>
            </a:r>
          </a:p>
        </p:txBody>
      </p:sp>
      <p:pic>
        <p:nvPicPr>
          <p:cNvPr id="9" name="Picture 8">
            <a:extLst>
              <a:ext uri="{FF2B5EF4-FFF2-40B4-BE49-F238E27FC236}">
                <a16:creationId xmlns:a16="http://schemas.microsoft.com/office/drawing/2014/main" id="{1D69214B-99AB-46ED-9864-662329C3618F}"/>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10130818" y="5785419"/>
            <a:ext cx="580688" cy="206321"/>
          </a:xfrm>
          <a:prstGeom prst="rect">
            <a:avLst/>
          </a:prstGeom>
        </p:spPr>
      </p:pic>
      <p:pic>
        <p:nvPicPr>
          <p:cNvPr id="5" name="Picture 4">
            <a:extLst>
              <a:ext uri="{FF2B5EF4-FFF2-40B4-BE49-F238E27FC236}">
                <a16:creationId xmlns:a16="http://schemas.microsoft.com/office/drawing/2014/main" id="{856F1B4F-3E88-489A-93DE-126C89DAF858}"/>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10130818" y="5785419"/>
            <a:ext cx="580688" cy="206321"/>
          </a:xfrm>
          <a:prstGeom prst="rect">
            <a:avLst/>
          </a:prstGeom>
        </p:spPr>
      </p:pic>
    </p:spTree>
    <p:extLst>
      <p:ext uri="{BB962C8B-B14F-4D97-AF65-F5344CB8AC3E}">
        <p14:creationId xmlns:p14="http://schemas.microsoft.com/office/powerpoint/2010/main" val="538224512"/>
      </p:ext>
    </p:extLst>
  </p:cSld>
  <p:clrMap bg1="dk2" tx1="lt1" bg2="dk1" tx2="lt2" accent1="accent1" accent2="accent2" accent3="accent3" accent4="accent4" accent5="accent5" accent6="accent6" hlink="hlink" folHlink="folHlink"/>
  <p:sldLayoutIdLst>
    <p:sldLayoutId id="2147484010" r:id="rId1"/>
    <p:sldLayoutId id="2147484011" r:id="rId2"/>
    <p:sldLayoutId id="2147484012" r:id="rId3"/>
    <p:sldLayoutId id="2147484013" r:id="rId4"/>
    <p:sldLayoutId id="2147484014" r:id="rId5"/>
    <p:sldLayoutId id="2147484015" r:id="rId6"/>
    <p:sldLayoutId id="2147484016" r:id="rId7"/>
    <p:sldLayoutId id="2147484017" r:id="rId8"/>
    <p:sldLayoutId id="2147484018" r:id="rId9"/>
    <p:sldLayoutId id="2147484019" r:id="rId10"/>
    <p:sldLayoutId id="2147484020" r:id="rId11"/>
    <p:sldLayoutId id="2147484021" r:id="rId12"/>
    <p:sldLayoutId id="2147484022" r:id="rId13"/>
    <p:sldLayoutId id="2147484023" r:id="rId14"/>
    <p:sldLayoutId id="2147484024" r:id="rId15"/>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rtl="0" eaLnBrk="1" fontAlgn="base" hangingPunct="1">
        <a:lnSpc>
          <a:spcPct val="90000"/>
        </a:lnSpc>
        <a:spcBef>
          <a:spcPct val="0"/>
        </a:spcBef>
        <a:spcAft>
          <a:spcPct val="0"/>
        </a:spcAft>
        <a:defRPr sz="3600" b="1" cap="all" baseline="0">
          <a:solidFill>
            <a:schemeClr val="bg1"/>
          </a:solidFill>
          <a:latin typeface="Trebuchet MS" panose="020B0603020202020204" pitchFamily="34" charset="0"/>
          <a:ea typeface="+mj-ea"/>
          <a:cs typeface="+mj-cs"/>
        </a:defRPr>
      </a:lvl1pPr>
      <a:lvl2pPr algn="l" rtl="0" eaLnBrk="1" fontAlgn="base" hangingPunct="1">
        <a:spcBef>
          <a:spcPct val="0"/>
        </a:spcBef>
        <a:spcAft>
          <a:spcPct val="0"/>
        </a:spcAft>
        <a:defRPr sz="3200" b="1">
          <a:solidFill>
            <a:srgbClr val="73B900"/>
          </a:solidFill>
          <a:latin typeface="Arial" charset="0"/>
        </a:defRPr>
      </a:lvl2pPr>
      <a:lvl3pPr algn="l" rtl="0" eaLnBrk="1" fontAlgn="base" hangingPunct="1">
        <a:spcBef>
          <a:spcPct val="0"/>
        </a:spcBef>
        <a:spcAft>
          <a:spcPct val="0"/>
        </a:spcAft>
        <a:defRPr sz="3200" b="1">
          <a:solidFill>
            <a:srgbClr val="73B900"/>
          </a:solidFill>
          <a:latin typeface="Arial" charset="0"/>
        </a:defRPr>
      </a:lvl3pPr>
      <a:lvl4pPr algn="l" rtl="0" eaLnBrk="1" fontAlgn="base" hangingPunct="1">
        <a:spcBef>
          <a:spcPct val="0"/>
        </a:spcBef>
        <a:spcAft>
          <a:spcPct val="0"/>
        </a:spcAft>
        <a:defRPr sz="3200" b="1">
          <a:solidFill>
            <a:srgbClr val="73B900"/>
          </a:solidFill>
          <a:latin typeface="Arial" charset="0"/>
        </a:defRPr>
      </a:lvl4pPr>
      <a:lvl5pPr algn="l" rtl="0" eaLnBrk="1" fontAlgn="base" hangingPunct="1">
        <a:spcBef>
          <a:spcPct val="0"/>
        </a:spcBef>
        <a:spcAft>
          <a:spcPct val="0"/>
        </a:spcAft>
        <a:defRPr sz="3200" b="1">
          <a:solidFill>
            <a:srgbClr val="73B900"/>
          </a:solidFill>
          <a:latin typeface="Arial" charset="0"/>
        </a:defRPr>
      </a:lvl5pPr>
      <a:lvl6pPr marL="457200" algn="l" rtl="0" eaLnBrk="1" fontAlgn="base" hangingPunct="1">
        <a:spcBef>
          <a:spcPct val="0"/>
        </a:spcBef>
        <a:spcAft>
          <a:spcPct val="0"/>
        </a:spcAft>
        <a:defRPr sz="3200" b="1">
          <a:solidFill>
            <a:srgbClr val="73B900"/>
          </a:solidFill>
          <a:latin typeface="Arial" charset="0"/>
        </a:defRPr>
      </a:lvl6pPr>
      <a:lvl7pPr marL="914400" algn="l" rtl="0" eaLnBrk="1" fontAlgn="base" hangingPunct="1">
        <a:spcBef>
          <a:spcPct val="0"/>
        </a:spcBef>
        <a:spcAft>
          <a:spcPct val="0"/>
        </a:spcAft>
        <a:defRPr sz="3200" b="1">
          <a:solidFill>
            <a:srgbClr val="73B900"/>
          </a:solidFill>
          <a:latin typeface="Arial" charset="0"/>
        </a:defRPr>
      </a:lvl7pPr>
      <a:lvl8pPr marL="1371600" algn="l" rtl="0" eaLnBrk="1" fontAlgn="base" hangingPunct="1">
        <a:spcBef>
          <a:spcPct val="0"/>
        </a:spcBef>
        <a:spcAft>
          <a:spcPct val="0"/>
        </a:spcAft>
        <a:defRPr sz="3200" b="1">
          <a:solidFill>
            <a:srgbClr val="73B900"/>
          </a:solidFill>
          <a:latin typeface="Arial" charset="0"/>
        </a:defRPr>
      </a:lvl8pPr>
      <a:lvl9pPr marL="1828800" algn="l" rtl="0" eaLnBrk="1" fontAlgn="base" hangingPunct="1">
        <a:spcBef>
          <a:spcPct val="0"/>
        </a:spcBef>
        <a:spcAft>
          <a:spcPct val="0"/>
        </a:spcAft>
        <a:defRPr sz="3200" b="1">
          <a:solidFill>
            <a:srgbClr val="73B900"/>
          </a:solidFill>
          <a:latin typeface="Arial" charset="0"/>
        </a:defRPr>
      </a:lvl9pPr>
    </p:titleStyle>
    <p:bodyStyle>
      <a:lvl1pPr marL="0" indent="0" algn="l" rtl="0" eaLnBrk="1" fontAlgn="base" hangingPunct="1">
        <a:lnSpc>
          <a:spcPct val="90000"/>
        </a:lnSpc>
        <a:spcBef>
          <a:spcPts val="900"/>
        </a:spcBef>
        <a:spcAft>
          <a:spcPts val="900"/>
        </a:spcAft>
        <a:buClr>
          <a:schemeClr val="bg2"/>
        </a:buClr>
        <a:buSzPct val="100000"/>
        <a:buFontTx/>
        <a:buNone/>
        <a:defRPr sz="2000" b="0">
          <a:solidFill>
            <a:schemeClr val="bg1"/>
          </a:solidFill>
          <a:latin typeface="Trebuchet MS" pitchFamily="34" charset="0"/>
          <a:ea typeface="+mn-ea"/>
          <a:cs typeface="+mn-cs"/>
        </a:defRPr>
      </a:lvl1pPr>
      <a:lvl2pPr marL="571500" indent="0" algn="l" rtl="0" eaLnBrk="1" fontAlgn="base" hangingPunct="1">
        <a:lnSpc>
          <a:spcPct val="90000"/>
        </a:lnSpc>
        <a:spcBef>
          <a:spcPts val="900"/>
        </a:spcBef>
        <a:spcAft>
          <a:spcPts val="900"/>
        </a:spcAft>
        <a:buClr>
          <a:schemeClr val="bg2"/>
        </a:buClr>
        <a:buSzPct val="100000"/>
        <a:buFontTx/>
        <a:buNone/>
        <a:defRPr sz="1800" b="0">
          <a:solidFill>
            <a:schemeClr val="bg1"/>
          </a:solidFill>
          <a:latin typeface="Trebuchet MS" pitchFamily="34" charset="0"/>
        </a:defRPr>
      </a:lvl2pPr>
      <a:lvl3pPr marL="1089025" indent="0" algn="l" rtl="0" eaLnBrk="1" fontAlgn="base" hangingPunct="1">
        <a:lnSpc>
          <a:spcPct val="90000"/>
        </a:lnSpc>
        <a:spcBef>
          <a:spcPts val="900"/>
        </a:spcBef>
        <a:spcAft>
          <a:spcPts val="900"/>
        </a:spcAft>
        <a:buClr>
          <a:schemeClr val="bg2"/>
        </a:buClr>
        <a:buSzPct val="100000"/>
        <a:buFontTx/>
        <a:buNone/>
        <a:defRPr sz="1600" b="0">
          <a:solidFill>
            <a:schemeClr val="bg1"/>
          </a:solidFill>
          <a:latin typeface="Trebuchet MS" pitchFamily="34" charset="0"/>
        </a:defRPr>
      </a:lvl3pPr>
      <a:lvl4pPr marL="1774825" indent="-228600" algn="l" rtl="0" eaLnBrk="1" fontAlgn="base" hangingPunct="1">
        <a:spcBef>
          <a:spcPct val="20000"/>
        </a:spcBef>
        <a:spcAft>
          <a:spcPct val="0"/>
        </a:spcAft>
        <a:buChar char="–"/>
        <a:defRPr sz="2000">
          <a:solidFill>
            <a:schemeClr val="bg1"/>
          </a:solidFill>
          <a:latin typeface="+mn-lt"/>
        </a:defRPr>
      </a:lvl4pPr>
      <a:lvl5pPr marL="2117725" indent="-228600" algn="l" rtl="0" eaLnBrk="1" fontAlgn="base" hangingPunct="1">
        <a:spcBef>
          <a:spcPct val="20000"/>
        </a:spcBef>
        <a:spcAft>
          <a:spcPct val="0"/>
        </a:spcAft>
        <a:buChar char="»"/>
        <a:defRPr sz="2000">
          <a:solidFill>
            <a:schemeClr val="bg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9743" y="653532"/>
            <a:ext cx="9973315"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a:t>마스터 제목 스타일을 편집하려면 클릭</a:t>
            </a:r>
          </a:p>
        </p:txBody>
      </p:sp>
      <p:sp>
        <p:nvSpPr>
          <p:cNvPr id="1027" name="Rectangle 3"/>
          <p:cNvSpPr>
            <a:spLocks noGrp="1" noChangeArrowheads="1"/>
          </p:cNvSpPr>
          <p:nvPr>
            <p:ph type="body" idx="1"/>
          </p:nvPr>
        </p:nvSpPr>
        <p:spPr bwMode="auto">
          <a:xfrm>
            <a:off x="517402" y="2002367"/>
            <a:ext cx="9948931" cy="39080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마스터 텍스트 스타일을 편집하려면 클릭</a:t>
            </a:r>
          </a:p>
          <a:p>
            <a:pPr lvl="1"/>
            <a:r>
              <a:rPr lang="en-US"/>
              <a:t>레벨 2</a:t>
            </a:r>
          </a:p>
          <a:p>
            <a:pPr lvl="2"/>
            <a:r>
              <a:rPr lang="en-US"/>
              <a:t>레벨 3</a:t>
            </a:r>
          </a:p>
        </p:txBody>
      </p:sp>
      <p:sp>
        <p:nvSpPr>
          <p:cNvPr id="4" name="TextBox 3"/>
          <p:cNvSpPr txBox="1"/>
          <p:nvPr/>
        </p:nvSpPr>
        <p:spPr>
          <a:xfrm>
            <a:off x="9762254" y="5831286"/>
            <a:ext cx="321027" cy="161583"/>
          </a:xfrm>
          <a:prstGeom prst="rect">
            <a:avLst/>
          </a:prstGeom>
          <a:noFill/>
        </p:spPr>
        <p:txBody>
          <a:bodyPr wrap="square" lIns="0" tIns="0" rIns="0" bIns="0" rtlCol="0" anchor="ctr">
            <a:spAutoFit/>
          </a:bodyPr>
          <a:lstStyle>
            <a:defPPr>
              <a:defRPr lang="en-US"/>
            </a:defPPr>
            <a:lvl1pPr algn="ctr">
              <a:defRPr sz="4400" cap="all">
                <a:solidFill>
                  <a:schemeClr val="bg1"/>
                </a:solidFill>
                <a:latin typeface="Century Gothic" pitchFamily="34" charset="0"/>
              </a:defRPr>
            </a:lvl1pPr>
          </a:lstStyle>
          <a:p>
            <a:pPr algn="r"/>
            <a:fld id="{9EF62655-870B-4C06-BC3D-C67D37BAE36D}" type="slidenum">
              <a:rPr lang="en-US" sz="850" kern="1200" smtClean="0">
                <a:solidFill>
                  <a:schemeClr val="accent4"/>
                </a:solidFill>
                <a:latin typeface="Trebuchet MS" panose="020B0603020202020204" pitchFamily="34" charset="0"/>
                <a:ea typeface="MS PGothic" pitchFamily="34" charset="-128"/>
                <a:cs typeface="+mn-cs"/>
              </a:rPr>
              <a:pPr algn="r"/>
              <a:t>‹#›</a:t>
            </a:fld>
            <a:r>
              <a:rPr lang="en-US" sz="1050" cap="none" baseline="0">
                <a:solidFill>
                  <a:schemeClr val="accent2">
                    <a:lumMod val="60000"/>
                    <a:lumOff val="40000"/>
                  </a:schemeClr>
                </a:solidFill>
              </a:rPr>
              <a:t> </a:t>
            </a:r>
            <a:endParaRPr lang="en-US" sz="1050" cap="none">
              <a:solidFill>
                <a:schemeClr val="accent2">
                  <a:lumMod val="60000"/>
                  <a:lumOff val="40000"/>
                </a:schemeClr>
              </a:solidFill>
            </a:endParaRPr>
          </a:p>
        </p:txBody>
      </p:sp>
      <p:grpSp>
        <p:nvGrpSpPr>
          <p:cNvPr id="5" name="Group 4"/>
          <p:cNvGrpSpPr/>
          <p:nvPr/>
        </p:nvGrpSpPr>
        <p:grpSpPr>
          <a:xfrm>
            <a:off x="10153706" y="5866413"/>
            <a:ext cx="583502" cy="107781"/>
            <a:chOff x="677492" y="-1417931"/>
            <a:chExt cx="3154606" cy="582700"/>
          </a:xfrm>
        </p:grpSpPr>
        <p:sp>
          <p:nvSpPr>
            <p:cNvPr id="6" name="Freeform 5"/>
            <p:cNvSpPr>
              <a:spLocks noEditPoints="1"/>
            </p:cNvSpPr>
            <p:nvPr/>
          </p:nvSpPr>
          <p:spPr bwMode="auto">
            <a:xfrm>
              <a:off x="3761772" y="-980905"/>
              <a:ext cx="70326" cy="68652"/>
            </a:xfrm>
            <a:custGeom>
              <a:avLst/>
              <a:gdLst>
                <a:gd name="T0" fmla="*/ 36 w 87"/>
                <a:gd name="T1" fmla="*/ 37 h 83"/>
                <a:gd name="T2" fmla="*/ 36 w 87"/>
                <a:gd name="T3" fmla="*/ 26 h 83"/>
                <a:gd name="T4" fmla="*/ 43 w 87"/>
                <a:gd name="T5" fmla="*/ 26 h 83"/>
                <a:gd name="T6" fmla="*/ 52 w 87"/>
                <a:gd name="T7" fmla="*/ 31 h 83"/>
                <a:gd name="T8" fmla="*/ 45 w 87"/>
                <a:gd name="T9" fmla="*/ 37 h 83"/>
                <a:gd name="T10" fmla="*/ 36 w 87"/>
                <a:gd name="T11" fmla="*/ 37 h 83"/>
                <a:gd name="T12" fmla="*/ 36 w 87"/>
                <a:gd name="T13" fmla="*/ 45 h 83"/>
                <a:gd name="T14" fmla="*/ 41 w 87"/>
                <a:gd name="T15" fmla="*/ 45 h 83"/>
                <a:gd name="T16" fmla="*/ 52 w 87"/>
                <a:gd name="T17" fmla="*/ 63 h 83"/>
                <a:gd name="T18" fmla="*/ 63 w 87"/>
                <a:gd name="T19" fmla="*/ 63 h 83"/>
                <a:gd name="T20" fmla="*/ 52 w 87"/>
                <a:gd name="T21" fmla="*/ 44 h 83"/>
                <a:gd name="T22" fmla="*/ 63 w 87"/>
                <a:gd name="T23" fmla="*/ 32 h 83"/>
                <a:gd name="T24" fmla="*/ 44 w 87"/>
                <a:gd name="T25" fmla="*/ 19 h 83"/>
                <a:gd name="T26" fmla="*/ 26 w 87"/>
                <a:gd name="T27" fmla="*/ 19 h 83"/>
                <a:gd name="T28" fmla="*/ 26 w 87"/>
                <a:gd name="T29" fmla="*/ 63 h 83"/>
                <a:gd name="T30" fmla="*/ 36 w 87"/>
                <a:gd name="T31" fmla="*/ 63 h 83"/>
                <a:gd name="T32" fmla="*/ 36 w 87"/>
                <a:gd name="T33" fmla="*/ 45 h 83"/>
                <a:gd name="T34" fmla="*/ 87 w 87"/>
                <a:gd name="T35" fmla="*/ 41 h 83"/>
                <a:gd name="T36" fmla="*/ 44 w 87"/>
                <a:gd name="T37" fmla="*/ 0 h 83"/>
                <a:gd name="T38" fmla="*/ 0 w 87"/>
                <a:gd name="T39" fmla="*/ 41 h 83"/>
                <a:gd name="T40" fmla="*/ 44 w 87"/>
                <a:gd name="T41" fmla="*/ 83 h 83"/>
                <a:gd name="T42" fmla="*/ 87 w 87"/>
                <a:gd name="T43" fmla="*/ 41 h 83"/>
                <a:gd name="T44" fmla="*/ 74 w 87"/>
                <a:gd name="T45" fmla="*/ 41 h 83"/>
                <a:gd name="T46" fmla="*/ 44 w 87"/>
                <a:gd name="T47" fmla="*/ 73 h 83"/>
                <a:gd name="T48" fmla="*/ 44 w 87"/>
                <a:gd name="T49" fmla="*/ 73 h 83"/>
                <a:gd name="T50" fmla="*/ 13 w 87"/>
                <a:gd name="T51" fmla="*/ 41 h 83"/>
                <a:gd name="T52" fmla="*/ 44 w 87"/>
                <a:gd name="T53" fmla="*/ 9 h 83"/>
                <a:gd name="T54" fmla="*/ 74 w 87"/>
                <a:gd name="T55"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7" h="83">
                  <a:moveTo>
                    <a:pt x="36" y="37"/>
                  </a:moveTo>
                  <a:cubicBezTo>
                    <a:pt x="36" y="26"/>
                    <a:pt x="36" y="26"/>
                    <a:pt x="36" y="26"/>
                  </a:cubicBezTo>
                  <a:cubicBezTo>
                    <a:pt x="43" y="26"/>
                    <a:pt x="43" y="26"/>
                    <a:pt x="43" y="26"/>
                  </a:cubicBezTo>
                  <a:cubicBezTo>
                    <a:pt x="47" y="26"/>
                    <a:pt x="52" y="27"/>
                    <a:pt x="52" y="31"/>
                  </a:cubicBezTo>
                  <a:cubicBezTo>
                    <a:pt x="52" y="36"/>
                    <a:pt x="50" y="37"/>
                    <a:pt x="45" y="37"/>
                  </a:cubicBezTo>
                  <a:cubicBezTo>
                    <a:pt x="36" y="37"/>
                    <a:pt x="36" y="37"/>
                    <a:pt x="36" y="37"/>
                  </a:cubicBezTo>
                  <a:moveTo>
                    <a:pt x="36" y="45"/>
                  </a:moveTo>
                  <a:cubicBezTo>
                    <a:pt x="41" y="45"/>
                    <a:pt x="41" y="45"/>
                    <a:pt x="41" y="45"/>
                  </a:cubicBezTo>
                  <a:cubicBezTo>
                    <a:pt x="52" y="63"/>
                    <a:pt x="52" y="63"/>
                    <a:pt x="52" y="63"/>
                  </a:cubicBezTo>
                  <a:cubicBezTo>
                    <a:pt x="63" y="63"/>
                    <a:pt x="63" y="63"/>
                    <a:pt x="63" y="63"/>
                  </a:cubicBezTo>
                  <a:cubicBezTo>
                    <a:pt x="52" y="44"/>
                    <a:pt x="52" y="44"/>
                    <a:pt x="52" y="44"/>
                  </a:cubicBezTo>
                  <a:cubicBezTo>
                    <a:pt x="58" y="43"/>
                    <a:pt x="63" y="41"/>
                    <a:pt x="63" y="32"/>
                  </a:cubicBezTo>
                  <a:cubicBezTo>
                    <a:pt x="63" y="22"/>
                    <a:pt x="56" y="19"/>
                    <a:pt x="44" y="19"/>
                  </a:cubicBezTo>
                  <a:cubicBezTo>
                    <a:pt x="26" y="19"/>
                    <a:pt x="26" y="19"/>
                    <a:pt x="26" y="19"/>
                  </a:cubicBezTo>
                  <a:cubicBezTo>
                    <a:pt x="26" y="63"/>
                    <a:pt x="26" y="63"/>
                    <a:pt x="26" y="63"/>
                  </a:cubicBezTo>
                  <a:cubicBezTo>
                    <a:pt x="36" y="63"/>
                    <a:pt x="36" y="63"/>
                    <a:pt x="36" y="63"/>
                  </a:cubicBezTo>
                  <a:cubicBezTo>
                    <a:pt x="36" y="45"/>
                    <a:pt x="36" y="45"/>
                    <a:pt x="36" y="45"/>
                  </a:cubicBezTo>
                  <a:moveTo>
                    <a:pt x="87" y="41"/>
                  </a:moveTo>
                  <a:cubicBezTo>
                    <a:pt x="87" y="15"/>
                    <a:pt x="66" y="0"/>
                    <a:pt x="44" y="0"/>
                  </a:cubicBezTo>
                  <a:cubicBezTo>
                    <a:pt x="21" y="0"/>
                    <a:pt x="0" y="15"/>
                    <a:pt x="0" y="41"/>
                  </a:cubicBezTo>
                  <a:cubicBezTo>
                    <a:pt x="0" y="67"/>
                    <a:pt x="21" y="83"/>
                    <a:pt x="44" y="83"/>
                  </a:cubicBezTo>
                  <a:cubicBezTo>
                    <a:pt x="66" y="83"/>
                    <a:pt x="87" y="67"/>
                    <a:pt x="87" y="41"/>
                  </a:cubicBezTo>
                  <a:moveTo>
                    <a:pt x="74" y="41"/>
                  </a:moveTo>
                  <a:cubicBezTo>
                    <a:pt x="74" y="60"/>
                    <a:pt x="60" y="73"/>
                    <a:pt x="44" y="73"/>
                  </a:cubicBezTo>
                  <a:cubicBezTo>
                    <a:pt x="44" y="73"/>
                    <a:pt x="44" y="73"/>
                    <a:pt x="44" y="73"/>
                  </a:cubicBezTo>
                  <a:cubicBezTo>
                    <a:pt x="26" y="73"/>
                    <a:pt x="13" y="60"/>
                    <a:pt x="13" y="41"/>
                  </a:cubicBezTo>
                  <a:cubicBezTo>
                    <a:pt x="13" y="22"/>
                    <a:pt x="26" y="9"/>
                    <a:pt x="44" y="9"/>
                  </a:cubicBezTo>
                  <a:cubicBezTo>
                    <a:pt x="60" y="9"/>
                    <a:pt x="74" y="22"/>
                    <a:pt x="74" y="4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6"/>
            <p:cNvSpPr>
              <a:spLocks noEditPoints="1"/>
            </p:cNvSpPr>
            <p:nvPr/>
          </p:nvSpPr>
          <p:spPr bwMode="auto">
            <a:xfrm>
              <a:off x="1700563" y="-1309093"/>
              <a:ext cx="2039443" cy="385118"/>
            </a:xfrm>
            <a:custGeom>
              <a:avLst/>
              <a:gdLst>
                <a:gd name="T0" fmla="*/ 1048 w 2520"/>
                <a:gd name="T1" fmla="*/ 0 h 472"/>
                <a:gd name="T2" fmla="*/ 1048 w 2520"/>
                <a:gd name="T3" fmla="*/ 472 h 472"/>
                <a:gd name="T4" fmla="*/ 1181 w 2520"/>
                <a:gd name="T5" fmla="*/ 472 h 472"/>
                <a:gd name="T6" fmla="*/ 1181 w 2520"/>
                <a:gd name="T7" fmla="*/ 0 h 472"/>
                <a:gd name="T8" fmla="*/ 1048 w 2520"/>
                <a:gd name="T9" fmla="*/ 0 h 472"/>
                <a:gd name="T10" fmla="*/ 0 w 2520"/>
                <a:gd name="T11" fmla="*/ 0 h 472"/>
                <a:gd name="T12" fmla="*/ 0 w 2520"/>
                <a:gd name="T13" fmla="*/ 472 h 472"/>
                <a:gd name="T14" fmla="*/ 134 w 2520"/>
                <a:gd name="T15" fmla="*/ 472 h 472"/>
                <a:gd name="T16" fmla="*/ 134 w 2520"/>
                <a:gd name="T17" fmla="*/ 105 h 472"/>
                <a:gd name="T18" fmla="*/ 239 w 2520"/>
                <a:gd name="T19" fmla="*/ 106 h 472"/>
                <a:gd name="T20" fmla="*/ 314 w 2520"/>
                <a:gd name="T21" fmla="*/ 132 h 472"/>
                <a:gd name="T22" fmla="*/ 344 w 2520"/>
                <a:gd name="T23" fmla="*/ 257 h 472"/>
                <a:gd name="T24" fmla="*/ 344 w 2520"/>
                <a:gd name="T25" fmla="*/ 472 h 472"/>
                <a:gd name="T26" fmla="*/ 474 w 2520"/>
                <a:gd name="T27" fmla="*/ 472 h 472"/>
                <a:gd name="T28" fmla="*/ 474 w 2520"/>
                <a:gd name="T29" fmla="*/ 211 h 472"/>
                <a:gd name="T30" fmla="*/ 239 w 2520"/>
                <a:gd name="T31" fmla="*/ 0 h 472"/>
                <a:gd name="T32" fmla="*/ 0 w 2520"/>
                <a:gd name="T33" fmla="*/ 0 h 472"/>
                <a:gd name="T34" fmla="*/ 1262 w 2520"/>
                <a:gd name="T35" fmla="*/ 0 h 472"/>
                <a:gd name="T36" fmla="*/ 1262 w 2520"/>
                <a:gd name="T37" fmla="*/ 472 h 472"/>
                <a:gd name="T38" fmla="*/ 1479 w 2520"/>
                <a:gd name="T39" fmla="*/ 472 h 472"/>
                <a:gd name="T40" fmla="*/ 1672 w 2520"/>
                <a:gd name="T41" fmla="*/ 410 h 472"/>
                <a:gd name="T42" fmla="*/ 1719 w 2520"/>
                <a:gd name="T43" fmla="*/ 242 h 472"/>
                <a:gd name="T44" fmla="*/ 1676 w 2520"/>
                <a:gd name="T45" fmla="*/ 79 h 472"/>
                <a:gd name="T46" fmla="*/ 1449 w 2520"/>
                <a:gd name="T47" fmla="*/ 0 h 472"/>
                <a:gd name="T48" fmla="*/ 1262 w 2520"/>
                <a:gd name="T49" fmla="*/ 0 h 472"/>
                <a:gd name="T50" fmla="*/ 1395 w 2520"/>
                <a:gd name="T51" fmla="*/ 103 h 472"/>
                <a:gd name="T52" fmla="*/ 1452 w 2520"/>
                <a:gd name="T53" fmla="*/ 103 h 472"/>
                <a:gd name="T54" fmla="*/ 1589 w 2520"/>
                <a:gd name="T55" fmla="*/ 237 h 472"/>
                <a:gd name="T56" fmla="*/ 1452 w 2520"/>
                <a:gd name="T57" fmla="*/ 372 h 472"/>
                <a:gd name="T58" fmla="*/ 1395 w 2520"/>
                <a:gd name="T59" fmla="*/ 372 h 472"/>
                <a:gd name="T60" fmla="*/ 1395 w 2520"/>
                <a:gd name="T61" fmla="*/ 103 h 472"/>
                <a:gd name="T62" fmla="*/ 856 w 2520"/>
                <a:gd name="T63" fmla="*/ 0 h 472"/>
                <a:gd name="T64" fmla="*/ 745 w 2520"/>
                <a:gd name="T65" fmla="*/ 374 h 472"/>
                <a:gd name="T66" fmla="*/ 638 w 2520"/>
                <a:gd name="T67" fmla="*/ 0 h 472"/>
                <a:gd name="T68" fmla="*/ 494 w 2520"/>
                <a:gd name="T69" fmla="*/ 0 h 472"/>
                <a:gd name="T70" fmla="*/ 646 w 2520"/>
                <a:gd name="T71" fmla="*/ 472 h 472"/>
                <a:gd name="T72" fmla="*/ 838 w 2520"/>
                <a:gd name="T73" fmla="*/ 472 h 472"/>
                <a:gd name="T74" fmla="*/ 992 w 2520"/>
                <a:gd name="T75" fmla="*/ 0 h 472"/>
                <a:gd name="T76" fmla="*/ 856 w 2520"/>
                <a:gd name="T77" fmla="*/ 0 h 472"/>
                <a:gd name="T78" fmla="*/ 1781 w 2520"/>
                <a:gd name="T79" fmla="*/ 472 h 472"/>
                <a:gd name="T80" fmla="*/ 1915 w 2520"/>
                <a:gd name="T81" fmla="*/ 472 h 472"/>
                <a:gd name="T82" fmla="*/ 1915 w 2520"/>
                <a:gd name="T83" fmla="*/ 0 h 472"/>
                <a:gd name="T84" fmla="*/ 1781 w 2520"/>
                <a:gd name="T85" fmla="*/ 0 h 472"/>
                <a:gd name="T86" fmla="*/ 1781 w 2520"/>
                <a:gd name="T87" fmla="*/ 472 h 472"/>
                <a:gd name="T88" fmla="*/ 2155 w 2520"/>
                <a:gd name="T89" fmla="*/ 1 h 472"/>
                <a:gd name="T90" fmla="*/ 1969 w 2520"/>
                <a:gd name="T91" fmla="*/ 472 h 472"/>
                <a:gd name="T92" fmla="*/ 2100 w 2520"/>
                <a:gd name="T93" fmla="*/ 472 h 472"/>
                <a:gd name="T94" fmla="*/ 2130 w 2520"/>
                <a:gd name="T95" fmla="*/ 389 h 472"/>
                <a:gd name="T96" fmla="*/ 2350 w 2520"/>
                <a:gd name="T97" fmla="*/ 389 h 472"/>
                <a:gd name="T98" fmla="*/ 2378 w 2520"/>
                <a:gd name="T99" fmla="*/ 472 h 472"/>
                <a:gd name="T100" fmla="*/ 2520 w 2520"/>
                <a:gd name="T101" fmla="*/ 472 h 472"/>
                <a:gd name="T102" fmla="*/ 2333 w 2520"/>
                <a:gd name="T103" fmla="*/ 1 h 472"/>
                <a:gd name="T104" fmla="*/ 2155 w 2520"/>
                <a:gd name="T105" fmla="*/ 1 h 472"/>
                <a:gd name="T106" fmla="*/ 2241 w 2520"/>
                <a:gd name="T107" fmla="*/ 87 h 472"/>
                <a:gd name="T108" fmla="*/ 2322 w 2520"/>
                <a:gd name="T109" fmla="*/ 307 h 472"/>
                <a:gd name="T110" fmla="*/ 2158 w 2520"/>
                <a:gd name="T111" fmla="*/ 307 h 472"/>
                <a:gd name="T112" fmla="*/ 2241 w 2520"/>
                <a:gd name="T113" fmla="*/ 87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520" h="472">
                  <a:moveTo>
                    <a:pt x="1048" y="0"/>
                  </a:moveTo>
                  <a:cubicBezTo>
                    <a:pt x="1048" y="472"/>
                    <a:pt x="1048" y="472"/>
                    <a:pt x="1048" y="472"/>
                  </a:cubicBezTo>
                  <a:cubicBezTo>
                    <a:pt x="1181" y="472"/>
                    <a:pt x="1181" y="472"/>
                    <a:pt x="1181" y="472"/>
                  </a:cubicBezTo>
                  <a:cubicBezTo>
                    <a:pt x="1181" y="0"/>
                    <a:pt x="1181" y="0"/>
                    <a:pt x="1181" y="0"/>
                  </a:cubicBezTo>
                  <a:lnTo>
                    <a:pt x="1048" y="0"/>
                  </a:lnTo>
                  <a:close/>
                  <a:moveTo>
                    <a:pt x="0" y="0"/>
                  </a:moveTo>
                  <a:cubicBezTo>
                    <a:pt x="0" y="472"/>
                    <a:pt x="0" y="472"/>
                    <a:pt x="0" y="472"/>
                  </a:cubicBezTo>
                  <a:cubicBezTo>
                    <a:pt x="134" y="472"/>
                    <a:pt x="134" y="472"/>
                    <a:pt x="134" y="472"/>
                  </a:cubicBezTo>
                  <a:cubicBezTo>
                    <a:pt x="134" y="105"/>
                    <a:pt x="134" y="105"/>
                    <a:pt x="134" y="105"/>
                  </a:cubicBezTo>
                  <a:cubicBezTo>
                    <a:pt x="239" y="106"/>
                    <a:pt x="239" y="106"/>
                    <a:pt x="239" y="106"/>
                  </a:cubicBezTo>
                  <a:cubicBezTo>
                    <a:pt x="273" y="106"/>
                    <a:pt x="297" y="114"/>
                    <a:pt x="314" y="132"/>
                  </a:cubicBezTo>
                  <a:cubicBezTo>
                    <a:pt x="335" y="154"/>
                    <a:pt x="344" y="191"/>
                    <a:pt x="344" y="257"/>
                  </a:cubicBezTo>
                  <a:cubicBezTo>
                    <a:pt x="344" y="472"/>
                    <a:pt x="344" y="472"/>
                    <a:pt x="344" y="472"/>
                  </a:cubicBezTo>
                  <a:cubicBezTo>
                    <a:pt x="474" y="472"/>
                    <a:pt x="474" y="472"/>
                    <a:pt x="474" y="472"/>
                  </a:cubicBezTo>
                  <a:cubicBezTo>
                    <a:pt x="474" y="211"/>
                    <a:pt x="474" y="211"/>
                    <a:pt x="474" y="211"/>
                  </a:cubicBezTo>
                  <a:cubicBezTo>
                    <a:pt x="474" y="25"/>
                    <a:pt x="355" y="0"/>
                    <a:pt x="239" y="0"/>
                  </a:cubicBezTo>
                  <a:lnTo>
                    <a:pt x="0" y="0"/>
                  </a:lnTo>
                  <a:close/>
                  <a:moveTo>
                    <a:pt x="1262" y="0"/>
                  </a:moveTo>
                  <a:cubicBezTo>
                    <a:pt x="1262" y="472"/>
                    <a:pt x="1262" y="472"/>
                    <a:pt x="1262" y="472"/>
                  </a:cubicBezTo>
                  <a:cubicBezTo>
                    <a:pt x="1479" y="472"/>
                    <a:pt x="1479" y="472"/>
                    <a:pt x="1479" y="472"/>
                  </a:cubicBezTo>
                  <a:cubicBezTo>
                    <a:pt x="1594" y="472"/>
                    <a:pt x="1631" y="453"/>
                    <a:pt x="1672" y="410"/>
                  </a:cubicBezTo>
                  <a:cubicBezTo>
                    <a:pt x="1701" y="380"/>
                    <a:pt x="1719" y="314"/>
                    <a:pt x="1719" y="242"/>
                  </a:cubicBezTo>
                  <a:cubicBezTo>
                    <a:pt x="1719" y="175"/>
                    <a:pt x="1704" y="116"/>
                    <a:pt x="1676" y="79"/>
                  </a:cubicBezTo>
                  <a:cubicBezTo>
                    <a:pt x="1627" y="13"/>
                    <a:pt x="1556" y="0"/>
                    <a:pt x="1449" y="0"/>
                  </a:cubicBezTo>
                  <a:lnTo>
                    <a:pt x="1262" y="0"/>
                  </a:lnTo>
                  <a:close/>
                  <a:moveTo>
                    <a:pt x="1395" y="103"/>
                  </a:moveTo>
                  <a:cubicBezTo>
                    <a:pt x="1452" y="103"/>
                    <a:pt x="1452" y="103"/>
                    <a:pt x="1452" y="103"/>
                  </a:cubicBezTo>
                  <a:cubicBezTo>
                    <a:pt x="1535" y="103"/>
                    <a:pt x="1589" y="140"/>
                    <a:pt x="1589" y="237"/>
                  </a:cubicBezTo>
                  <a:cubicBezTo>
                    <a:pt x="1589" y="334"/>
                    <a:pt x="1535" y="372"/>
                    <a:pt x="1452" y="372"/>
                  </a:cubicBezTo>
                  <a:cubicBezTo>
                    <a:pt x="1395" y="372"/>
                    <a:pt x="1395" y="372"/>
                    <a:pt x="1395" y="372"/>
                  </a:cubicBezTo>
                  <a:lnTo>
                    <a:pt x="1395" y="103"/>
                  </a:lnTo>
                  <a:close/>
                  <a:moveTo>
                    <a:pt x="856" y="0"/>
                  </a:moveTo>
                  <a:cubicBezTo>
                    <a:pt x="745" y="374"/>
                    <a:pt x="745" y="374"/>
                    <a:pt x="745" y="374"/>
                  </a:cubicBezTo>
                  <a:cubicBezTo>
                    <a:pt x="638" y="0"/>
                    <a:pt x="638" y="0"/>
                    <a:pt x="638" y="0"/>
                  </a:cubicBezTo>
                  <a:cubicBezTo>
                    <a:pt x="494" y="0"/>
                    <a:pt x="494" y="0"/>
                    <a:pt x="494" y="0"/>
                  </a:cubicBezTo>
                  <a:cubicBezTo>
                    <a:pt x="646" y="472"/>
                    <a:pt x="646" y="472"/>
                    <a:pt x="646" y="472"/>
                  </a:cubicBezTo>
                  <a:cubicBezTo>
                    <a:pt x="838" y="472"/>
                    <a:pt x="838" y="472"/>
                    <a:pt x="838" y="472"/>
                  </a:cubicBezTo>
                  <a:cubicBezTo>
                    <a:pt x="992" y="0"/>
                    <a:pt x="992" y="0"/>
                    <a:pt x="992" y="0"/>
                  </a:cubicBezTo>
                  <a:lnTo>
                    <a:pt x="856" y="0"/>
                  </a:lnTo>
                  <a:close/>
                  <a:moveTo>
                    <a:pt x="1781" y="472"/>
                  </a:moveTo>
                  <a:cubicBezTo>
                    <a:pt x="1915" y="472"/>
                    <a:pt x="1915" y="472"/>
                    <a:pt x="1915" y="472"/>
                  </a:cubicBezTo>
                  <a:cubicBezTo>
                    <a:pt x="1915" y="0"/>
                    <a:pt x="1915" y="0"/>
                    <a:pt x="1915" y="0"/>
                  </a:cubicBezTo>
                  <a:cubicBezTo>
                    <a:pt x="1781" y="0"/>
                    <a:pt x="1781" y="0"/>
                    <a:pt x="1781" y="0"/>
                  </a:cubicBezTo>
                  <a:lnTo>
                    <a:pt x="1781" y="472"/>
                  </a:lnTo>
                  <a:close/>
                  <a:moveTo>
                    <a:pt x="2155" y="1"/>
                  </a:moveTo>
                  <a:cubicBezTo>
                    <a:pt x="1969" y="472"/>
                    <a:pt x="1969" y="472"/>
                    <a:pt x="1969" y="472"/>
                  </a:cubicBezTo>
                  <a:cubicBezTo>
                    <a:pt x="2100" y="472"/>
                    <a:pt x="2100" y="472"/>
                    <a:pt x="2100" y="472"/>
                  </a:cubicBezTo>
                  <a:cubicBezTo>
                    <a:pt x="2130" y="389"/>
                    <a:pt x="2130" y="389"/>
                    <a:pt x="2130" y="389"/>
                  </a:cubicBezTo>
                  <a:cubicBezTo>
                    <a:pt x="2350" y="389"/>
                    <a:pt x="2350" y="389"/>
                    <a:pt x="2350" y="389"/>
                  </a:cubicBezTo>
                  <a:cubicBezTo>
                    <a:pt x="2378" y="472"/>
                    <a:pt x="2378" y="472"/>
                    <a:pt x="2378" y="472"/>
                  </a:cubicBezTo>
                  <a:cubicBezTo>
                    <a:pt x="2520" y="472"/>
                    <a:pt x="2520" y="472"/>
                    <a:pt x="2520" y="472"/>
                  </a:cubicBezTo>
                  <a:cubicBezTo>
                    <a:pt x="2333" y="1"/>
                    <a:pt x="2333" y="1"/>
                    <a:pt x="2333" y="1"/>
                  </a:cubicBezTo>
                  <a:lnTo>
                    <a:pt x="2155" y="1"/>
                  </a:lnTo>
                  <a:close/>
                  <a:moveTo>
                    <a:pt x="2241" y="87"/>
                  </a:moveTo>
                  <a:cubicBezTo>
                    <a:pt x="2322" y="307"/>
                    <a:pt x="2322" y="307"/>
                    <a:pt x="2322" y="307"/>
                  </a:cubicBezTo>
                  <a:cubicBezTo>
                    <a:pt x="2158" y="307"/>
                    <a:pt x="2158" y="307"/>
                    <a:pt x="2158" y="307"/>
                  </a:cubicBezTo>
                  <a:lnTo>
                    <a:pt x="2241" y="8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Freeform 7"/>
            <p:cNvSpPr>
              <a:spLocks noEditPoints="1"/>
            </p:cNvSpPr>
            <p:nvPr/>
          </p:nvSpPr>
          <p:spPr bwMode="auto">
            <a:xfrm>
              <a:off x="677492" y="-1417931"/>
              <a:ext cx="877396" cy="582700"/>
            </a:xfrm>
            <a:custGeom>
              <a:avLst/>
              <a:gdLst>
                <a:gd name="T0" fmla="*/ 405 w 1086"/>
                <a:gd name="T1" fmla="*/ 214 h 718"/>
                <a:gd name="T2" fmla="*/ 405 w 1086"/>
                <a:gd name="T3" fmla="*/ 149 h 718"/>
                <a:gd name="T4" fmla="*/ 424 w 1086"/>
                <a:gd name="T5" fmla="*/ 148 h 718"/>
                <a:gd name="T6" fmla="*/ 719 w 1086"/>
                <a:gd name="T7" fmla="*/ 301 h 718"/>
                <a:gd name="T8" fmla="*/ 458 w 1086"/>
                <a:gd name="T9" fmla="*/ 476 h 718"/>
                <a:gd name="T10" fmla="*/ 405 w 1086"/>
                <a:gd name="T11" fmla="*/ 467 h 718"/>
                <a:gd name="T12" fmla="*/ 405 w 1086"/>
                <a:gd name="T13" fmla="*/ 270 h 718"/>
                <a:gd name="T14" fmla="*/ 530 w 1086"/>
                <a:gd name="T15" fmla="*/ 378 h 718"/>
                <a:gd name="T16" fmla="*/ 622 w 1086"/>
                <a:gd name="T17" fmla="*/ 300 h 718"/>
                <a:gd name="T18" fmla="*/ 441 w 1086"/>
                <a:gd name="T19" fmla="*/ 212 h 718"/>
                <a:gd name="T20" fmla="*/ 405 w 1086"/>
                <a:gd name="T21" fmla="*/ 214 h 718"/>
                <a:gd name="T22" fmla="*/ 405 w 1086"/>
                <a:gd name="T23" fmla="*/ 0 h 718"/>
                <a:gd name="T24" fmla="*/ 405 w 1086"/>
                <a:gd name="T25" fmla="*/ 97 h 718"/>
                <a:gd name="T26" fmla="*/ 424 w 1086"/>
                <a:gd name="T27" fmla="*/ 95 h 718"/>
                <a:gd name="T28" fmla="*/ 832 w 1086"/>
                <a:gd name="T29" fmla="*/ 298 h 718"/>
                <a:gd name="T30" fmla="*/ 455 w 1086"/>
                <a:gd name="T31" fmla="*/ 523 h 718"/>
                <a:gd name="T32" fmla="*/ 405 w 1086"/>
                <a:gd name="T33" fmla="*/ 518 h 718"/>
                <a:gd name="T34" fmla="*/ 405 w 1086"/>
                <a:gd name="T35" fmla="*/ 578 h 718"/>
                <a:gd name="T36" fmla="*/ 447 w 1086"/>
                <a:gd name="T37" fmla="*/ 581 h 718"/>
                <a:gd name="T38" fmla="*/ 881 w 1086"/>
                <a:gd name="T39" fmla="*/ 381 h 718"/>
                <a:gd name="T40" fmla="*/ 1004 w 1086"/>
                <a:gd name="T41" fmla="*/ 456 h 718"/>
                <a:gd name="T42" fmla="*/ 449 w 1086"/>
                <a:gd name="T43" fmla="*/ 636 h 718"/>
                <a:gd name="T44" fmla="*/ 405 w 1086"/>
                <a:gd name="T45" fmla="*/ 634 h 718"/>
                <a:gd name="T46" fmla="*/ 405 w 1086"/>
                <a:gd name="T47" fmla="*/ 718 h 718"/>
                <a:gd name="T48" fmla="*/ 1086 w 1086"/>
                <a:gd name="T49" fmla="*/ 718 h 718"/>
                <a:gd name="T50" fmla="*/ 1086 w 1086"/>
                <a:gd name="T51" fmla="*/ 0 h 718"/>
                <a:gd name="T52" fmla="*/ 405 w 1086"/>
                <a:gd name="T53" fmla="*/ 0 h 718"/>
                <a:gd name="T54" fmla="*/ 405 w 1086"/>
                <a:gd name="T55" fmla="*/ 467 h 718"/>
                <a:gd name="T56" fmla="*/ 405 w 1086"/>
                <a:gd name="T57" fmla="*/ 518 h 718"/>
                <a:gd name="T58" fmla="*/ 194 w 1086"/>
                <a:gd name="T59" fmla="*/ 317 h 718"/>
                <a:gd name="T60" fmla="*/ 405 w 1086"/>
                <a:gd name="T61" fmla="*/ 214 h 718"/>
                <a:gd name="T62" fmla="*/ 405 w 1086"/>
                <a:gd name="T63" fmla="*/ 270 h 718"/>
                <a:gd name="T64" fmla="*/ 405 w 1086"/>
                <a:gd name="T65" fmla="*/ 270 h 718"/>
                <a:gd name="T66" fmla="*/ 281 w 1086"/>
                <a:gd name="T67" fmla="*/ 327 h 718"/>
                <a:gd name="T68" fmla="*/ 405 w 1086"/>
                <a:gd name="T69" fmla="*/ 467 h 718"/>
                <a:gd name="T70" fmla="*/ 111 w 1086"/>
                <a:gd name="T71" fmla="*/ 309 h 718"/>
                <a:gd name="T72" fmla="*/ 405 w 1086"/>
                <a:gd name="T73" fmla="*/ 149 h 718"/>
                <a:gd name="T74" fmla="*/ 405 w 1086"/>
                <a:gd name="T75" fmla="*/ 97 h 718"/>
                <a:gd name="T76" fmla="*/ 0 w 1086"/>
                <a:gd name="T77" fmla="*/ 298 h 718"/>
                <a:gd name="T78" fmla="*/ 405 w 1086"/>
                <a:gd name="T79" fmla="*/ 634 h 718"/>
                <a:gd name="T80" fmla="*/ 405 w 1086"/>
                <a:gd name="T81" fmla="*/ 578 h 718"/>
                <a:gd name="T82" fmla="*/ 111 w 1086"/>
                <a:gd name="T83" fmla="*/ 309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86" h="718">
                  <a:moveTo>
                    <a:pt x="405" y="214"/>
                  </a:moveTo>
                  <a:cubicBezTo>
                    <a:pt x="405" y="149"/>
                    <a:pt x="405" y="149"/>
                    <a:pt x="405" y="149"/>
                  </a:cubicBezTo>
                  <a:cubicBezTo>
                    <a:pt x="412" y="149"/>
                    <a:pt x="418" y="148"/>
                    <a:pt x="424" y="148"/>
                  </a:cubicBezTo>
                  <a:cubicBezTo>
                    <a:pt x="602" y="143"/>
                    <a:pt x="719" y="301"/>
                    <a:pt x="719" y="301"/>
                  </a:cubicBezTo>
                  <a:cubicBezTo>
                    <a:pt x="719" y="301"/>
                    <a:pt x="593" y="476"/>
                    <a:pt x="458" y="476"/>
                  </a:cubicBezTo>
                  <a:cubicBezTo>
                    <a:pt x="438" y="476"/>
                    <a:pt x="421" y="472"/>
                    <a:pt x="405" y="467"/>
                  </a:cubicBezTo>
                  <a:cubicBezTo>
                    <a:pt x="405" y="270"/>
                    <a:pt x="405" y="270"/>
                    <a:pt x="405" y="270"/>
                  </a:cubicBezTo>
                  <a:cubicBezTo>
                    <a:pt x="474" y="279"/>
                    <a:pt x="488" y="309"/>
                    <a:pt x="530" y="378"/>
                  </a:cubicBezTo>
                  <a:cubicBezTo>
                    <a:pt x="622" y="300"/>
                    <a:pt x="622" y="300"/>
                    <a:pt x="622" y="300"/>
                  </a:cubicBezTo>
                  <a:cubicBezTo>
                    <a:pt x="622" y="300"/>
                    <a:pt x="555" y="212"/>
                    <a:pt x="441" y="212"/>
                  </a:cubicBezTo>
                  <a:cubicBezTo>
                    <a:pt x="429" y="212"/>
                    <a:pt x="417" y="213"/>
                    <a:pt x="405" y="214"/>
                  </a:cubicBezTo>
                  <a:moveTo>
                    <a:pt x="405" y="0"/>
                  </a:moveTo>
                  <a:cubicBezTo>
                    <a:pt x="405" y="97"/>
                    <a:pt x="405" y="97"/>
                    <a:pt x="405" y="97"/>
                  </a:cubicBezTo>
                  <a:cubicBezTo>
                    <a:pt x="412" y="96"/>
                    <a:pt x="418" y="96"/>
                    <a:pt x="424" y="95"/>
                  </a:cubicBezTo>
                  <a:cubicBezTo>
                    <a:pt x="671" y="87"/>
                    <a:pt x="832" y="298"/>
                    <a:pt x="832" y="298"/>
                  </a:cubicBezTo>
                  <a:cubicBezTo>
                    <a:pt x="832" y="298"/>
                    <a:pt x="647" y="523"/>
                    <a:pt x="455" y="523"/>
                  </a:cubicBezTo>
                  <a:cubicBezTo>
                    <a:pt x="437" y="523"/>
                    <a:pt x="421" y="521"/>
                    <a:pt x="405" y="518"/>
                  </a:cubicBezTo>
                  <a:cubicBezTo>
                    <a:pt x="405" y="578"/>
                    <a:pt x="405" y="578"/>
                    <a:pt x="405" y="578"/>
                  </a:cubicBezTo>
                  <a:cubicBezTo>
                    <a:pt x="419" y="580"/>
                    <a:pt x="432" y="581"/>
                    <a:pt x="447" y="581"/>
                  </a:cubicBezTo>
                  <a:cubicBezTo>
                    <a:pt x="626" y="581"/>
                    <a:pt x="755" y="489"/>
                    <a:pt x="881" y="381"/>
                  </a:cubicBezTo>
                  <a:cubicBezTo>
                    <a:pt x="902" y="398"/>
                    <a:pt x="987" y="438"/>
                    <a:pt x="1004" y="456"/>
                  </a:cubicBezTo>
                  <a:cubicBezTo>
                    <a:pt x="885" y="556"/>
                    <a:pt x="607" y="636"/>
                    <a:pt x="449" y="636"/>
                  </a:cubicBezTo>
                  <a:cubicBezTo>
                    <a:pt x="434" y="636"/>
                    <a:pt x="420" y="636"/>
                    <a:pt x="405" y="634"/>
                  </a:cubicBezTo>
                  <a:cubicBezTo>
                    <a:pt x="405" y="718"/>
                    <a:pt x="405" y="718"/>
                    <a:pt x="405" y="718"/>
                  </a:cubicBezTo>
                  <a:cubicBezTo>
                    <a:pt x="1086" y="718"/>
                    <a:pt x="1086" y="718"/>
                    <a:pt x="1086" y="718"/>
                  </a:cubicBezTo>
                  <a:cubicBezTo>
                    <a:pt x="1086" y="0"/>
                    <a:pt x="1086" y="0"/>
                    <a:pt x="1086" y="0"/>
                  </a:cubicBezTo>
                  <a:lnTo>
                    <a:pt x="405" y="0"/>
                  </a:lnTo>
                  <a:close/>
                  <a:moveTo>
                    <a:pt x="405" y="467"/>
                  </a:moveTo>
                  <a:cubicBezTo>
                    <a:pt x="405" y="518"/>
                    <a:pt x="405" y="518"/>
                    <a:pt x="405" y="518"/>
                  </a:cubicBezTo>
                  <a:cubicBezTo>
                    <a:pt x="240" y="489"/>
                    <a:pt x="194" y="317"/>
                    <a:pt x="194" y="317"/>
                  </a:cubicBezTo>
                  <a:cubicBezTo>
                    <a:pt x="194" y="317"/>
                    <a:pt x="273" y="228"/>
                    <a:pt x="405" y="214"/>
                  </a:cubicBezTo>
                  <a:cubicBezTo>
                    <a:pt x="405" y="270"/>
                    <a:pt x="405" y="270"/>
                    <a:pt x="405" y="270"/>
                  </a:cubicBezTo>
                  <a:cubicBezTo>
                    <a:pt x="405" y="270"/>
                    <a:pt x="405" y="270"/>
                    <a:pt x="405" y="270"/>
                  </a:cubicBezTo>
                  <a:cubicBezTo>
                    <a:pt x="336" y="262"/>
                    <a:pt x="281" y="327"/>
                    <a:pt x="281" y="327"/>
                  </a:cubicBezTo>
                  <a:cubicBezTo>
                    <a:pt x="281" y="327"/>
                    <a:pt x="312" y="436"/>
                    <a:pt x="405" y="467"/>
                  </a:cubicBezTo>
                  <a:moveTo>
                    <a:pt x="111" y="309"/>
                  </a:moveTo>
                  <a:cubicBezTo>
                    <a:pt x="111" y="309"/>
                    <a:pt x="209" y="164"/>
                    <a:pt x="405" y="149"/>
                  </a:cubicBezTo>
                  <a:cubicBezTo>
                    <a:pt x="405" y="97"/>
                    <a:pt x="405" y="97"/>
                    <a:pt x="405" y="97"/>
                  </a:cubicBezTo>
                  <a:cubicBezTo>
                    <a:pt x="188" y="114"/>
                    <a:pt x="0" y="298"/>
                    <a:pt x="0" y="298"/>
                  </a:cubicBezTo>
                  <a:cubicBezTo>
                    <a:pt x="0" y="298"/>
                    <a:pt x="106" y="606"/>
                    <a:pt x="405" y="634"/>
                  </a:cubicBezTo>
                  <a:cubicBezTo>
                    <a:pt x="405" y="578"/>
                    <a:pt x="405" y="578"/>
                    <a:pt x="405" y="578"/>
                  </a:cubicBezTo>
                  <a:cubicBezTo>
                    <a:pt x="186" y="551"/>
                    <a:pt x="111" y="309"/>
                    <a:pt x="111" y="309"/>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48822716"/>
      </p:ext>
    </p:extLst>
  </p:cSld>
  <p:clrMap bg1="dk2" tx1="lt1" bg2="dk1" tx2="lt2" accent1="accent1" accent2="accent2" accent3="accent3" accent4="accent4" accent5="accent5" accent6="accent6" hlink="hlink" folHlink="folHlink"/>
  <p:sldLayoutIdLst>
    <p:sldLayoutId id="2147484026" r:id="rId1"/>
    <p:sldLayoutId id="2147484027" r:id="rId2"/>
    <p:sldLayoutId id="2147484028" r:id="rId3"/>
    <p:sldLayoutId id="2147484029" r:id="rId4"/>
    <p:sldLayoutId id="2147484030" r:id="rId5"/>
    <p:sldLayoutId id="2147484031" r:id="rId6"/>
    <p:sldLayoutId id="2147484032" r:id="rId7"/>
    <p:sldLayoutId id="2147484033" r:id="rId8"/>
    <p:sldLayoutId id="2147484034" r:id="rId9"/>
    <p:sldLayoutId id="2147484035" r:id="rId10"/>
    <p:sldLayoutId id="2147484036" r:id="rId11"/>
    <p:sldLayoutId id="2147484037" r:id="rId12"/>
    <p:sldLayoutId id="2147484038" r:id="rId13"/>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rtl="0" eaLnBrk="1" fontAlgn="base" hangingPunct="1">
        <a:lnSpc>
          <a:spcPct val="90000"/>
        </a:lnSpc>
        <a:spcBef>
          <a:spcPct val="0"/>
        </a:spcBef>
        <a:spcAft>
          <a:spcPct val="0"/>
        </a:spcAft>
        <a:defRPr sz="3600" b="1" cap="all" baseline="0">
          <a:solidFill>
            <a:schemeClr val="bg1"/>
          </a:solidFill>
          <a:latin typeface="Trebuchet MS" panose="020B0603020202020204" pitchFamily="34" charset="0"/>
          <a:ea typeface="+mj-ea"/>
          <a:cs typeface="+mj-cs"/>
        </a:defRPr>
      </a:lvl1pPr>
      <a:lvl2pPr algn="l" rtl="0" eaLnBrk="1" fontAlgn="base" hangingPunct="1">
        <a:spcBef>
          <a:spcPct val="0"/>
        </a:spcBef>
        <a:spcAft>
          <a:spcPct val="0"/>
        </a:spcAft>
        <a:defRPr sz="3200" b="1">
          <a:solidFill>
            <a:srgbClr val="73B900"/>
          </a:solidFill>
          <a:latin typeface="Arial" charset="0"/>
        </a:defRPr>
      </a:lvl2pPr>
      <a:lvl3pPr algn="l" rtl="0" eaLnBrk="1" fontAlgn="base" hangingPunct="1">
        <a:spcBef>
          <a:spcPct val="0"/>
        </a:spcBef>
        <a:spcAft>
          <a:spcPct val="0"/>
        </a:spcAft>
        <a:defRPr sz="3200" b="1">
          <a:solidFill>
            <a:srgbClr val="73B900"/>
          </a:solidFill>
          <a:latin typeface="Arial" charset="0"/>
        </a:defRPr>
      </a:lvl3pPr>
      <a:lvl4pPr algn="l" rtl="0" eaLnBrk="1" fontAlgn="base" hangingPunct="1">
        <a:spcBef>
          <a:spcPct val="0"/>
        </a:spcBef>
        <a:spcAft>
          <a:spcPct val="0"/>
        </a:spcAft>
        <a:defRPr sz="3200" b="1">
          <a:solidFill>
            <a:srgbClr val="73B900"/>
          </a:solidFill>
          <a:latin typeface="Arial" charset="0"/>
        </a:defRPr>
      </a:lvl4pPr>
      <a:lvl5pPr algn="l" rtl="0" eaLnBrk="1" fontAlgn="base" hangingPunct="1">
        <a:spcBef>
          <a:spcPct val="0"/>
        </a:spcBef>
        <a:spcAft>
          <a:spcPct val="0"/>
        </a:spcAft>
        <a:defRPr sz="3200" b="1">
          <a:solidFill>
            <a:srgbClr val="73B900"/>
          </a:solidFill>
          <a:latin typeface="Arial" charset="0"/>
        </a:defRPr>
      </a:lvl5pPr>
      <a:lvl6pPr marL="457200" algn="l" rtl="0" eaLnBrk="1" fontAlgn="base" hangingPunct="1">
        <a:spcBef>
          <a:spcPct val="0"/>
        </a:spcBef>
        <a:spcAft>
          <a:spcPct val="0"/>
        </a:spcAft>
        <a:defRPr sz="3200" b="1">
          <a:solidFill>
            <a:srgbClr val="73B900"/>
          </a:solidFill>
          <a:latin typeface="Arial" charset="0"/>
        </a:defRPr>
      </a:lvl6pPr>
      <a:lvl7pPr marL="914400" algn="l" rtl="0" eaLnBrk="1" fontAlgn="base" hangingPunct="1">
        <a:spcBef>
          <a:spcPct val="0"/>
        </a:spcBef>
        <a:spcAft>
          <a:spcPct val="0"/>
        </a:spcAft>
        <a:defRPr sz="3200" b="1">
          <a:solidFill>
            <a:srgbClr val="73B900"/>
          </a:solidFill>
          <a:latin typeface="Arial" charset="0"/>
        </a:defRPr>
      </a:lvl7pPr>
      <a:lvl8pPr marL="1371600" algn="l" rtl="0" eaLnBrk="1" fontAlgn="base" hangingPunct="1">
        <a:spcBef>
          <a:spcPct val="0"/>
        </a:spcBef>
        <a:spcAft>
          <a:spcPct val="0"/>
        </a:spcAft>
        <a:defRPr sz="3200" b="1">
          <a:solidFill>
            <a:srgbClr val="73B900"/>
          </a:solidFill>
          <a:latin typeface="Arial" charset="0"/>
        </a:defRPr>
      </a:lvl8pPr>
      <a:lvl9pPr marL="1828800" algn="l" rtl="0" eaLnBrk="1" fontAlgn="base" hangingPunct="1">
        <a:spcBef>
          <a:spcPct val="0"/>
        </a:spcBef>
        <a:spcAft>
          <a:spcPct val="0"/>
        </a:spcAft>
        <a:defRPr sz="3200" b="1">
          <a:solidFill>
            <a:srgbClr val="73B900"/>
          </a:solidFill>
          <a:latin typeface="Arial" charset="0"/>
        </a:defRPr>
      </a:lvl9pPr>
    </p:titleStyle>
    <p:bodyStyle>
      <a:lvl1pPr marL="0" indent="0" algn="l" rtl="0" eaLnBrk="1" fontAlgn="base" hangingPunct="1">
        <a:lnSpc>
          <a:spcPct val="90000"/>
        </a:lnSpc>
        <a:spcBef>
          <a:spcPts val="900"/>
        </a:spcBef>
        <a:spcAft>
          <a:spcPts val="900"/>
        </a:spcAft>
        <a:buClr>
          <a:schemeClr val="bg2"/>
        </a:buClr>
        <a:buSzPct val="100000"/>
        <a:buFontTx/>
        <a:buNone/>
        <a:defRPr sz="2000" b="0">
          <a:solidFill>
            <a:schemeClr val="bg1"/>
          </a:solidFill>
          <a:latin typeface="Trebuchet MS" pitchFamily="34" charset="0"/>
          <a:ea typeface="+mn-ea"/>
          <a:cs typeface="+mn-cs"/>
        </a:defRPr>
      </a:lvl1pPr>
      <a:lvl2pPr marL="571500" indent="0" algn="l" rtl="0" eaLnBrk="1" fontAlgn="base" hangingPunct="1">
        <a:lnSpc>
          <a:spcPct val="90000"/>
        </a:lnSpc>
        <a:spcBef>
          <a:spcPts val="900"/>
        </a:spcBef>
        <a:spcAft>
          <a:spcPts val="900"/>
        </a:spcAft>
        <a:buClr>
          <a:schemeClr val="bg2"/>
        </a:buClr>
        <a:buSzPct val="100000"/>
        <a:buFontTx/>
        <a:buNone/>
        <a:defRPr sz="1800" b="0">
          <a:solidFill>
            <a:schemeClr val="bg1"/>
          </a:solidFill>
          <a:latin typeface="Trebuchet MS" pitchFamily="34" charset="0"/>
        </a:defRPr>
      </a:lvl2pPr>
      <a:lvl3pPr marL="1089025" indent="0" algn="l" rtl="0" eaLnBrk="1" fontAlgn="base" hangingPunct="1">
        <a:lnSpc>
          <a:spcPct val="90000"/>
        </a:lnSpc>
        <a:spcBef>
          <a:spcPts val="900"/>
        </a:spcBef>
        <a:spcAft>
          <a:spcPts val="900"/>
        </a:spcAft>
        <a:buClr>
          <a:schemeClr val="bg2"/>
        </a:buClr>
        <a:buSzPct val="100000"/>
        <a:buFontTx/>
        <a:buNone/>
        <a:defRPr sz="1600" b="0">
          <a:solidFill>
            <a:schemeClr val="bg1"/>
          </a:solidFill>
          <a:latin typeface="Trebuchet MS" pitchFamily="34" charset="0"/>
        </a:defRPr>
      </a:lvl3pPr>
      <a:lvl4pPr marL="1774825" indent="-228600" algn="l" rtl="0" eaLnBrk="1" fontAlgn="base" hangingPunct="1">
        <a:spcBef>
          <a:spcPct val="20000"/>
        </a:spcBef>
        <a:spcAft>
          <a:spcPct val="0"/>
        </a:spcAft>
        <a:buChar char="–"/>
        <a:defRPr sz="2000">
          <a:solidFill>
            <a:schemeClr val="bg1"/>
          </a:solidFill>
          <a:latin typeface="+mn-lt"/>
        </a:defRPr>
      </a:lvl4pPr>
      <a:lvl5pPr marL="2117725" indent="-228600" algn="l" rtl="0" eaLnBrk="1" fontAlgn="base" hangingPunct="1">
        <a:spcBef>
          <a:spcPct val="20000"/>
        </a:spcBef>
        <a:spcAft>
          <a:spcPct val="0"/>
        </a:spcAft>
        <a:buChar char="»"/>
        <a:defRPr sz="2000">
          <a:solidFill>
            <a:schemeClr val="bg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7620"/>
            <a:ext cx="10972800" cy="617982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601" y="548640"/>
            <a:ext cx="7737001" cy="1188720"/>
          </a:xfrm>
          <a:prstGeom prst="rect">
            <a:avLst/>
          </a:prstGeom>
        </p:spPr>
        <p:txBody>
          <a:bodyPr vert="horz" lIns="91440" tIns="45720" rIns="91440" bIns="45720" rtlCol="0" anchor="t">
            <a:normAutofit/>
          </a:bodyPr>
          <a:lstStyle/>
          <a:p>
            <a:r>
              <a:rPr lang="en-US"/>
              <a:t>마스터 제목 스타일을 편집하려면 클릭</a:t>
            </a:r>
          </a:p>
        </p:txBody>
      </p:sp>
      <p:sp>
        <p:nvSpPr>
          <p:cNvPr id="3" name="Text Placeholder 2"/>
          <p:cNvSpPr>
            <a:spLocks noGrp="1"/>
          </p:cNvSpPr>
          <p:nvPr>
            <p:ph type="body" idx="1"/>
          </p:nvPr>
        </p:nvSpPr>
        <p:spPr>
          <a:xfrm>
            <a:off x="609601" y="1944530"/>
            <a:ext cx="7737001" cy="3492696"/>
          </a:xfrm>
          <a:prstGeom prst="rect">
            <a:avLst/>
          </a:prstGeom>
        </p:spPr>
        <p:txBody>
          <a:bodyPr vert="horz" lIns="91440" tIns="45720" rIns="91440" bIns="45720" rtlCol="0">
            <a:normAutofit/>
          </a:bodyPr>
          <a:lstStyle/>
          <a:p>
            <a:pPr lvl="0"/>
            <a:r>
              <a:rPr lang="en-US"/>
              <a:t>마스터 텍스트 스타일을 편집하려면 클릭</a:t>
            </a:r>
          </a:p>
          <a:p>
            <a:pPr lvl="1"/>
            <a:r>
              <a:rPr lang="en-US"/>
              <a:t>레벨 2</a:t>
            </a:r>
          </a:p>
          <a:p>
            <a:pPr lvl="2"/>
            <a:r>
              <a:rPr lang="en-US"/>
              <a:t>레벨 3</a:t>
            </a:r>
          </a:p>
          <a:p>
            <a:pPr lvl="3"/>
            <a:r>
              <a:rPr lang="en-US"/>
              <a:t>레벨 4</a:t>
            </a:r>
          </a:p>
          <a:p>
            <a:pPr lvl="4"/>
            <a:r>
              <a:rPr lang="en-US"/>
              <a:t>레벨 5</a:t>
            </a:r>
          </a:p>
        </p:txBody>
      </p:sp>
      <p:sp>
        <p:nvSpPr>
          <p:cNvPr id="4" name="Date Placeholder 3"/>
          <p:cNvSpPr>
            <a:spLocks noGrp="1"/>
          </p:cNvSpPr>
          <p:nvPr>
            <p:ph type="dt" sz="half" idx="2"/>
          </p:nvPr>
        </p:nvSpPr>
        <p:spPr>
          <a:xfrm>
            <a:off x="6484620" y="5437226"/>
            <a:ext cx="820745" cy="328613"/>
          </a:xfrm>
          <a:prstGeom prst="rect">
            <a:avLst/>
          </a:prstGeom>
        </p:spPr>
        <p:txBody>
          <a:bodyPr vert="horz" lIns="91440" tIns="45720" rIns="91440" bIns="45720" rtlCol="0" anchor="ctr"/>
          <a:lstStyle>
            <a:lvl1pPr algn="r">
              <a:defRPr sz="810">
                <a:solidFill>
                  <a:schemeClr val="tx1">
                    <a:tint val="75000"/>
                  </a:schemeClr>
                </a:solidFill>
              </a:defRPr>
            </a:lvl1pPr>
          </a:lstStyle>
          <a:p>
            <a:fld id="{B61BEF0D-F0BB-DE4B-95CE-6DB70DBA9567}" type="datetimeFigureOut">
              <a:rPr lang="en-US" dirty="0"/>
              <a:pPr/>
              <a:t>4/10/2021</a:t>
            </a:fld>
            <a:endParaRPr lang="en-US"/>
          </a:p>
        </p:txBody>
      </p:sp>
      <p:sp>
        <p:nvSpPr>
          <p:cNvPr id="5" name="Footer Placeholder 4"/>
          <p:cNvSpPr>
            <a:spLocks noGrp="1"/>
          </p:cNvSpPr>
          <p:nvPr>
            <p:ph type="ftr" sz="quarter" idx="3"/>
          </p:nvPr>
        </p:nvSpPr>
        <p:spPr>
          <a:xfrm>
            <a:off x="609600" y="5437226"/>
            <a:ext cx="5667851" cy="328613"/>
          </a:xfrm>
          <a:prstGeom prst="rect">
            <a:avLst/>
          </a:prstGeom>
        </p:spPr>
        <p:txBody>
          <a:bodyPr vert="horz" lIns="91440" tIns="45720" rIns="91440" bIns="45720" rtlCol="0" anchor="ctr"/>
          <a:lstStyle>
            <a:lvl1pPr algn="l">
              <a:defRPr sz="81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731597" y="5437226"/>
            <a:ext cx="615005" cy="328613"/>
          </a:xfrm>
          <a:prstGeom prst="rect">
            <a:avLst/>
          </a:prstGeom>
        </p:spPr>
        <p:txBody>
          <a:bodyPr vert="horz" lIns="91440" tIns="45720" rIns="91440" bIns="45720" rtlCol="0" anchor="ctr"/>
          <a:lstStyle>
            <a:lvl1pPr algn="r">
              <a:defRPr sz="810">
                <a:solidFill>
                  <a:schemeClr val="accent1"/>
                </a:solidFill>
              </a:defRPr>
            </a:lvl1pPr>
          </a:lstStyle>
          <a:p>
            <a:fld id="{D57F1E4F-1CFF-5643-939E-217C01CDF565}" type="slidenum">
              <a:rPr lang="en-US" dirty="0"/>
              <a:pPr/>
              <a:t>‹#›</a:t>
            </a:fld>
            <a:endParaRPr lang="en-US"/>
          </a:p>
        </p:txBody>
      </p:sp>
      <p:pic>
        <p:nvPicPr>
          <p:cNvPr id="18" name="Picture 17">
            <a:extLst>
              <a:ext uri="{FF2B5EF4-FFF2-40B4-BE49-F238E27FC236}">
                <a16:creationId xmlns:a16="http://schemas.microsoft.com/office/drawing/2014/main" id="{42FFA6B7-0FC3-4CC3-844B-E07E6B154EAB}"/>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10130818" y="5785419"/>
            <a:ext cx="580688" cy="206321"/>
          </a:xfrm>
          <a:prstGeom prst="rect">
            <a:avLst/>
          </a:prstGeom>
        </p:spPr>
      </p:pic>
    </p:spTree>
    <p:extLst>
      <p:ext uri="{BB962C8B-B14F-4D97-AF65-F5344CB8AC3E}">
        <p14:creationId xmlns:p14="http://schemas.microsoft.com/office/powerpoint/2010/main" val="2110440560"/>
      </p:ext>
    </p:extLst>
  </p:cSld>
  <p:clrMap bg1="lt1" tx1="dk1" bg2="lt2" tx2="dk2" accent1="accent1" accent2="accent2" accent3="accent3" accent4="accent4" accent5="accent5" accent6="accent6" hlink="hlink" folHlink="folHlink"/>
  <p:sldLayoutIdLst>
    <p:sldLayoutId id="2147484040" r:id="rId1"/>
    <p:sldLayoutId id="2147484041" r:id="rId2"/>
    <p:sldLayoutId id="2147484042" r:id="rId3"/>
    <p:sldLayoutId id="2147484043" r:id="rId4"/>
    <p:sldLayoutId id="2147484044" r:id="rId5"/>
    <p:sldLayoutId id="2147484045" r:id="rId6"/>
    <p:sldLayoutId id="2147484046" r:id="rId7"/>
    <p:sldLayoutId id="2147484047" r:id="rId8"/>
    <p:sldLayoutId id="2147484048" r:id="rId9"/>
    <p:sldLayoutId id="2147484049" r:id="rId10"/>
    <p:sldLayoutId id="2147484050" r:id="rId11"/>
    <p:sldLayoutId id="2147484051" r:id="rId12"/>
    <p:sldLayoutId id="2147484052" r:id="rId13"/>
    <p:sldLayoutId id="2147484053" r:id="rId14"/>
    <p:sldLayoutId id="2147484054" r:id="rId15"/>
    <p:sldLayoutId id="2147484055" r:id="rId16"/>
    <p:sldLayoutId id="2147484056" r:id="rId17"/>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l" defTabSz="411480" rtl="0" eaLnBrk="1" latinLnBrk="0" hangingPunct="1">
        <a:spcBef>
          <a:spcPct val="0"/>
        </a:spcBef>
        <a:buNone/>
        <a:defRPr sz="324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8610" indent="-308610" algn="l" defTabSz="411480" rtl="0" eaLnBrk="1" latinLnBrk="0" hangingPunct="1">
        <a:spcBef>
          <a:spcPts val="900"/>
        </a:spcBef>
        <a:spcAft>
          <a:spcPts val="0"/>
        </a:spcAft>
        <a:buClr>
          <a:schemeClr val="accent1"/>
        </a:buClr>
        <a:buSzPct val="80000"/>
        <a:buFont typeface="Wingdings 3" charset="2"/>
        <a:buChar char=""/>
        <a:defRPr sz="1620" kern="1200">
          <a:solidFill>
            <a:schemeClr val="tx1">
              <a:lumMod val="75000"/>
              <a:lumOff val="25000"/>
            </a:schemeClr>
          </a:solidFill>
          <a:latin typeface="+mn-lt"/>
          <a:ea typeface="+mn-ea"/>
          <a:cs typeface="+mn-cs"/>
        </a:defRPr>
      </a:lvl1pPr>
      <a:lvl2pPr marL="668655" indent="-257175" algn="l" defTabSz="411480" rtl="0" eaLnBrk="1" latinLnBrk="0" hangingPunct="1">
        <a:spcBef>
          <a:spcPts val="9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2pPr>
      <a:lvl3pPr marL="1028700" indent="-205740" algn="l" defTabSz="411480" rtl="0" eaLnBrk="1" latinLnBrk="0" hangingPunct="1">
        <a:spcBef>
          <a:spcPts val="900"/>
        </a:spcBef>
        <a:spcAft>
          <a:spcPts val="0"/>
        </a:spcAft>
        <a:buClr>
          <a:schemeClr val="accent1"/>
        </a:buClr>
        <a:buSzPct val="80000"/>
        <a:buFont typeface="Wingdings 3" charset="2"/>
        <a:buChar char=""/>
        <a:defRPr sz="1260" kern="1200">
          <a:solidFill>
            <a:schemeClr val="tx1">
              <a:lumMod val="75000"/>
              <a:lumOff val="25000"/>
            </a:schemeClr>
          </a:solidFill>
          <a:latin typeface="+mn-lt"/>
          <a:ea typeface="+mn-ea"/>
          <a:cs typeface="+mn-cs"/>
        </a:defRPr>
      </a:lvl3pPr>
      <a:lvl4pPr marL="1440180" indent="-205740" algn="l" defTabSz="411480" rtl="0" eaLnBrk="1" latinLnBrk="0" hangingPunct="1">
        <a:spcBef>
          <a:spcPts val="900"/>
        </a:spcBef>
        <a:spcAft>
          <a:spcPts val="0"/>
        </a:spcAft>
        <a:buClr>
          <a:schemeClr val="accent1"/>
        </a:buClr>
        <a:buSzPct val="80000"/>
        <a:buFont typeface="Wingdings 3" charset="2"/>
        <a:buChar char=""/>
        <a:defRPr sz="1080" kern="1200">
          <a:solidFill>
            <a:schemeClr val="tx1">
              <a:lumMod val="75000"/>
              <a:lumOff val="25000"/>
            </a:schemeClr>
          </a:solidFill>
          <a:latin typeface="+mn-lt"/>
          <a:ea typeface="+mn-ea"/>
          <a:cs typeface="+mn-cs"/>
        </a:defRPr>
      </a:lvl4pPr>
      <a:lvl5pPr marL="1851660" indent="-205740" algn="l" defTabSz="411480" rtl="0" eaLnBrk="1" latinLnBrk="0" hangingPunct="1">
        <a:spcBef>
          <a:spcPts val="900"/>
        </a:spcBef>
        <a:spcAft>
          <a:spcPts val="0"/>
        </a:spcAft>
        <a:buClr>
          <a:schemeClr val="accent1"/>
        </a:buClr>
        <a:buSzPct val="80000"/>
        <a:buFont typeface="Wingdings 3" charset="2"/>
        <a:buChar char=""/>
        <a:defRPr sz="1080" kern="1200">
          <a:solidFill>
            <a:schemeClr val="tx1">
              <a:lumMod val="75000"/>
              <a:lumOff val="25000"/>
            </a:schemeClr>
          </a:solidFill>
          <a:latin typeface="+mn-lt"/>
          <a:ea typeface="+mn-ea"/>
          <a:cs typeface="+mn-cs"/>
        </a:defRPr>
      </a:lvl5pPr>
      <a:lvl6pPr marL="2263140" indent="-205740" algn="l" defTabSz="411480" rtl="0" eaLnBrk="1" latinLnBrk="0" hangingPunct="1">
        <a:spcBef>
          <a:spcPts val="900"/>
        </a:spcBef>
        <a:spcAft>
          <a:spcPts val="0"/>
        </a:spcAft>
        <a:buClr>
          <a:schemeClr val="accent1"/>
        </a:buClr>
        <a:buSzPct val="80000"/>
        <a:buFont typeface="Wingdings 3" charset="2"/>
        <a:buChar char=""/>
        <a:defRPr sz="1080" kern="1200">
          <a:solidFill>
            <a:schemeClr val="tx1">
              <a:lumMod val="75000"/>
              <a:lumOff val="25000"/>
            </a:schemeClr>
          </a:solidFill>
          <a:latin typeface="+mn-lt"/>
          <a:ea typeface="+mn-ea"/>
          <a:cs typeface="+mn-cs"/>
        </a:defRPr>
      </a:lvl6pPr>
      <a:lvl7pPr marL="2674620" indent="-205740" algn="l" defTabSz="411480" rtl="0" eaLnBrk="1" latinLnBrk="0" hangingPunct="1">
        <a:spcBef>
          <a:spcPts val="900"/>
        </a:spcBef>
        <a:spcAft>
          <a:spcPts val="0"/>
        </a:spcAft>
        <a:buClr>
          <a:schemeClr val="accent1"/>
        </a:buClr>
        <a:buSzPct val="80000"/>
        <a:buFont typeface="Wingdings 3" charset="2"/>
        <a:buChar char=""/>
        <a:defRPr sz="1080" kern="1200">
          <a:solidFill>
            <a:schemeClr val="tx1">
              <a:lumMod val="75000"/>
              <a:lumOff val="25000"/>
            </a:schemeClr>
          </a:solidFill>
          <a:latin typeface="+mn-lt"/>
          <a:ea typeface="+mn-ea"/>
          <a:cs typeface="+mn-cs"/>
        </a:defRPr>
      </a:lvl7pPr>
      <a:lvl8pPr marL="3086100" indent="-205740" algn="l" defTabSz="411480" rtl="0" eaLnBrk="1" latinLnBrk="0" hangingPunct="1">
        <a:spcBef>
          <a:spcPts val="900"/>
        </a:spcBef>
        <a:spcAft>
          <a:spcPts val="0"/>
        </a:spcAft>
        <a:buClr>
          <a:schemeClr val="accent1"/>
        </a:buClr>
        <a:buSzPct val="80000"/>
        <a:buFont typeface="Wingdings 3" charset="2"/>
        <a:buChar char=""/>
        <a:defRPr sz="1080" kern="1200">
          <a:solidFill>
            <a:schemeClr val="tx1">
              <a:lumMod val="75000"/>
              <a:lumOff val="25000"/>
            </a:schemeClr>
          </a:solidFill>
          <a:latin typeface="+mn-lt"/>
          <a:ea typeface="+mn-ea"/>
          <a:cs typeface="+mn-cs"/>
        </a:defRPr>
      </a:lvl8pPr>
      <a:lvl9pPr marL="3497580" indent="-205740" algn="l" defTabSz="411480" rtl="0" eaLnBrk="1" latinLnBrk="0" hangingPunct="1">
        <a:spcBef>
          <a:spcPts val="900"/>
        </a:spcBef>
        <a:spcAft>
          <a:spcPts val="0"/>
        </a:spcAft>
        <a:buClr>
          <a:schemeClr val="accent1"/>
        </a:buClr>
        <a:buSzPct val="80000"/>
        <a:buFont typeface="Wingdings 3" charset="2"/>
        <a:buChar char=""/>
        <a:defRPr sz="1080" kern="1200">
          <a:solidFill>
            <a:schemeClr val="tx1">
              <a:lumMod val="75000"/>
              <a:lumOff val="25000"/>
            </a:schemeClr>
          </a:solidFill>
          <a:latin typeface="+mn-lt"/>
          <a:ea typeface="+mn-ea"/>
          <a:cs typeface="+mn-cs"/>
        </a:defRPr>
      </a:lvl9pPr>
    </p:bodyStyle>
    <p:otherStyle>
      <a:defPPr>
        <a:defRPr lang="en-US"/>
      </a:defPPr>
      <a:lvl1pPr marL="0" algn="l" defTabSz="411480" rtl="0" eaLnBrk="1" latinLnBrk="0" hangingPunct="1">
        <a:defRPr sz="1620" kern="1200">
          <a:solidFill>
            <a:schemeClr val="tx1"/>
          </a:solidFill>
          <a:latin typeface="+mn-lt"/>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817529"/>
            <a:ext cx="10972800" cy="3695347"/>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5513832"/>
            <a:ext cx="10972800" cy="668655"/>
          </a:xfrm>
          <a:prstGeom prst="rect">
            <a:avLst/>
          </a:prstGeom>
        </p:spPr>
      </p:pic>
      <p:sp>
        <p:nvSpPr>
          <p:cNvPr id="2" name="Title Placeholder 1"/>
          <p:cNvSpPr>
            <a:spLocks noGrp="1"/>
          </p:cNvSpPr>
          <p:nvPr>
            <p:ph type="title"/>
          </p:nvPr>
        </p:nvSpPr>
        <p:spPr>
          <a:xfrm>
            <a:off x="1306421" y="724067"/>
            <a:ext cx="8642948" cy="944312"/>
          </a:xfrm>
          <a:prstGeom prst="rect">
            <a:avLst/>
          </a:prstGeom>
        </p:spPr>
        <p:txBody>
          <a:bodyPr vert="horz" lIns="91440" tIns="45720" rIns="91440" bIns="45720" rtlCol="0" anchor="t">
            <a:normAutofit/>
          </a:bodyPr>
          <a:lstStyle/>
          <a:p>
            <a:r>
              <a:rPr lang="en-US"/>
              <a:t>마스터 제목 스타일을 편집하려면 클릭</a:t>
            </a:r>
            <a:endParaRPr lang="en-US" dirty="0"/>
          </a:p>
        </p:txBody>
      </p:sp>
      <p:sp>
        <p:nvSpPr>
          <p:cNvPr id="3" name="Text Placeholder 2"/>
          <p:cNvSpPr>
            <a:spLocks noGrp="1"/>
          </p:cNvSpPr>
          <p:nvPr>
            <p:ph type="body" idx="1"/>
          </p:nvPr>
        </p:nvSpPr>
        <p:spPr>
          <a:xfrm>
            <a:off x="1306421" y="1814159"/>
            <a:ext cx="8642948" cy="3105552"/>
          </a:xfrm>
          <a:prstGeom prst="rect">
            <a:avLst/>
          </a:prstGeom>
        </p:spPr>
        <p:txBody>
          <a:bodyPr vert="horz" lIns="91440" tIns="45720" rIns="91440" bIns="45720" rtlCol="0">
            <a:normAutofit/>
          </a:bodyPr>
          <a:lstStyle/>
          <a:p>
            <a:pPr lvl="0"/>
            <a:r>
              <a:rPr lang="en-US"/>
              <a:t>마스터 텍스트 스타일을 편집하려면 클릭</a:t>
            </a:r>
          </a:p>
          <a:p>
            <a:pPr lvl="1"/>
            <a:r>
              <a:rPr lang="en-US"/>
              <a:t>레벨 2</a:t>
            </a:r>
          </a:p>
          <a:p>
            <a:pPr lvl="2"/>
            <a:r>
              <a:rPr lang="en-US"/>
              <a:t>레벨 3</a:t>
            </a:r>
          </a:p>
          <a:p>
            <a:pPr lvl="3"/>
            <a:r>
              <a:rPr lang="en-US"/>
              <a:t>레벨 4</a:t>
            </a:r>
          </a:p>
          <a:p>
            <a:pPr lvl="4"/>
            <a:r>
              <a:rPr lang="en-US"/>
              <a:t>레벨 5</a:t>
            </a:r>
            <a:endParaRPr lang="en-US" dirty="0"/>
          </a:p>
        </p:txBody>
      </p:sp>
      <p:sp>
        <p:nvSpPr>
          <p:cNvPr id="4" name="Date Placeholder 3"/>
          <p:cNvSpPr>
            <a:spLocks noGrp="1"/>
          </p:cNvSpPr>
          <p:nvPr>
            <p:ph type="dt" sz="half" idx="2"/>
          </p:nvPr>
        </p:nvSpPr>
        <p:spPr>
          <a:xfrm>
            <a:off x="6798724" y="297333"/>
            <a:ext cx="3150644" cy="278281"/>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dirty="0"/>
              <a:pPr/>
              <a:t>4/10/2021</a:t>
            </a:fld>
            <a:endParaRPr lang="en-US" dirty="0"/>
          </a:p>
        </p:txBody>
      </p:sp>
      <p:sp>
        <p:nvSpPr>
          <p:cNvPr id="5" name="Footer Placeholder 4"/>
          <p:cNvSpPr>
            <a:spLocks noGrp="1"/>
          </p:cNvSpPr>
          <p:nvPr>
            <p:ph type="ftr" sz="quarter" idx="3"/>
          </p:nvPr>
        </p:nvSpPr>
        <p:spPr>
          <a:xfrm>
            <a:off x="1306421" y="296377"/>
            <a:ext cx="5344952" cy="278281"/>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32055" y="719076"/>
            <a:ext cx="729917" cy="453220"/>
          </a:xfrm>
          <a:prstGeom prst="rect">
            <a:avLst/>
          </a:prstGeom>
        </p:spPr>
        <p:txBody>
          <a:bodyPr vert="horz" lIns="91440" tIns="45720" rIns="91440" bIns="45720" rtlCol="0" anchor="t"/>
          <a:lstStyle>
            <a:lvl1pPr algn="r">
              <a:defRPr sz="252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5515572"/>
            <a:ext cx="109728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823A6700-3A26-40EC-BA5C-71EB32A31744}"/>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10130818" y="5785419"/>
            <a:ext cx="580688" cy="206321"/>
          </a:xfrm>
          <a:prstGeom prst="rect">
            <a:avLst/>
          </a:prstGeom>
        </p:spPr>
      </p:pic>
    </p:spTree>
    <p:extLst>
      <p:ext uri="{BB962C8B-B14F-4D97-AF65-F5344CB8AC3E}">
        <p14:creationId xmlns:p14="http://schemas.microsoft.com/office/powerpoint/2010/main" val="3975397828"/>
      </p:ext>
    </p:extLst>
  </p:cSld>
  <p:clrMap bg1="lt1" tx1="dk1" bg2="lt2" tx2="dk2" accent1="accent1" accent2="accent2" accent3="accent3" accent4="accent4" accent5="accent5" accent6="accent6" hlink="hlink" folHlink="folHlink"/>
  <p:sldLayoutIdLst>
    <p:sldLayoutId id="2147484058" r:id="rId1"/>
    <p:sldLayoutId id="2147484059" r:id="rId2"/>
    <p:sldLayoutId id="2147484060" r:id="rId3"/>
    <p:sldLayoutId id="2147484061" r:id="rId4"/>
    <p:sldLayoutId id="2147484062" r:id="rId5"/>
    <p:sldLayoutId id="2147484063" r:id="rId6"/>
    <p:sldLayoutId id="2147484064" r:id="rId7"/>
    <p:sldLayoutId id="2147484065" r:id="rId8"/>
    <p:sldLayoutId id="2147484066" r:id="rId9"/>
    <p:sldLayoutId id="2147484067" r:id="rId10"/>
    <p:sldLayoutId id="2147484068" r:id="rId11"/>
    <p:sldLayoutId id="2147484069" r:id="rId12"/>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l" defTabSz="822960" rtl="0" eaLnBrk="1" latinLnBrk="0" hangingPunct="1">
        <a:lnSpc>
          <a:spcPct val="90000"/>
        </a:lnSpc>
        <a:spcBef>
          <a:spcPct val="0"/>
        </a:spcBef>
        <a:buNone/>
        <a:defRPr sz="2880" b="0" i="0" kern="1200" cap="all">
          <a:solidFill>
            <a:schemeClr val="tx1"/>
          </a:solidFill>
          <a:effectLst/>
          <a:latin typeface="+mj-lt"/>
          <a:ea typeface="+mj-ea"/>
          <a:cs typeface="+mj-cs"/>
        </a:defRPr>
      </a:lvl1pPr>
    </p:titleStyle>
    <p:bodyStyle>
      <a:lvl1pPr marL="205740" indent="-205740" algn="l" defTabSz="822960" rtl="0" eaLnBrk="1" latinLnBrk="0" hangingPunct="1">
        <a:lnSpc>
          <a:spcPct val="120000"/>
        </a:lnSpc>
        <a:spcBef>
          <a:spcPts val="90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1pPr>
      <a:lvl2pPr marL="61722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620" kern="1200" cap="none" baseline="0">
          <a:solidFill>
            <a:schemeClr val="tx1"/>
          </a:solidFill>
          <a:effectLst/>
          <a:latin typeface="+mn-lt"/>
          <a:ea typeface="+mn-ea"/>
          <a:cs typeface="+mn-cs"/>
        </a:defRPr>
      </a:lvl2pPr>
      <a:lvl3pPr marL="102870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3pPr>
      <a:lvl4pPr marL="144018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260" kern="1200" cap="none" baseline="0">
          <a:solidFill>
            <a:schemeClr val="tx1"/>
          </a:solidFill>
          <a:effectLst/>
          <a:latin typeface="+mn-lt"/>
          <a:ea typeface="+mn-ea"/>
          <a:cs typeface="+mn-cs"/>
        </a:defRPr>
      </a:lvl4pPr>
      <a:lvl5pPr marL="185166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080" kern="1200">
          <a:solidFill>
            <a:schemeClr val="tx1"/>
          </a:solidFill>
          <a:effectLst/>
          <a:latin typeface="+mn-lt"/>
          <a:ea typeface="+mn-ea"/>
          <a:cs typeface="+mn-cs"/>
        </a:defRPr>
      </a:lvl5pPr>
      <a:lvl6pPr marL="226314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080" kern="1200">
          <a:solidFill>
            <a:schemeClr val="tx1"/>
          </a:solidFill>
          <a:effectLst/>
          <a:latin typeface="+mn-lt"/>
          <a:ea typeface="+mn-ea"/>
          <a:cs typeface="+mn-cs"/>
        </a:defRPr>
      </a:lvl6pPr>
      <a:lvl7pPr marL="267462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080" kern="1200">
          <a:solidFill>
            <a:schemeClr val="tx1"/>
          </a:solidFill>
          <a:effectLst/>
          <a:latin typeface="+mn-lt"/>
          <a:ea typeface="+mn-ea"/>
          <a:cs typeface="+mn-cs"/>
        </a:defRPr>
      </a:lvl7pPr>
      <a:lvl8pPr marL="308610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080" kern="1200" baseline="0">
          <a:solidFill>
            <a:schemeClr val="tx1"/>
          </a:solidFill>
          <a:effectLst/>
          <a:latin typeface="+mn-lt"/>
          <a:ea typeface="+mn-ea"/>
          <a:cs typeface="+mn-cs"/>
        </a:defRPr>
      </a:lvl8pPr>
      <a:lvl9pPr marL="349758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080" kern="1200" baseline="0">
          <a:solidFill>
            <a:schemeClr val="tx1"/>
          </a:solidFill>
          <a:effectLst/>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9743" y="521208"/>
            <a:ext cx="9973315"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a:t>마스터 제목 스타일을 편집하려면 클릭</a:t>
            </a:r>
            <a:endParaRPr lang="en-US" dirty="0"/>
          </a:p>
        </p:txBody>
      </p:sp>
      <p:sp>
        <p:nvSpPr>
          <p:cNvPr id="1027" name="Rectangle 3"/>
          <p:cNvSpPr>
            <a:spLocks noGrp="1" noChangeArrowheads="1"/>
          </p:cNvSpPr>
          <p:nvPr>
            <p:ph type="body" idx="1"/>
          </p:nvPr>
        </p:nvSpPr>
        <p:spPr bwMode="auto">
          <a:xfrm>
            <a:off x="517402" y="2002368"/>
            <a:ext cx="9948931" cy="37342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마스터 텍스트 스타일을 편집하려면 클릭</a:t>
            </a:r>
          </a:p>
          <a:p>
            <a:pPr lvl="1"/>
            <a:r>
              <a:rPr lang="en-US" dirty="0"/>
              <a:t>레벨 2</a:t>
            </a:r>
          </a:p>
        </p:txBody>
      </p:sp>
      <p:pic>
        <p:nvPicPr>
          <p:cNvPr id="6" name="Google Shape;78;p14">
            <a:extLst>
              <a:ext uri="{FF2B5EF4-FFF2-40B4-BE49-F238E27FC236}">
                <a16:creationId xmlns:a16="http://schemas.microsoft.com/office/drawing/2014/main" id="{314CEB40-1739-4D24-83DA-0CE9763BE5FC}"/>
              </a:ext>
            </a:extLst>
          </p:cNvPr>
          <p:cNvPicPr preferRelativeResize="0"/>
          <p:nvPr/>
        </p:nvPicPr>
        <p:blipFill rotWithShape="1">
          <a:blip r:embed="rId21"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7" name="Google Shape;79;p14">
            <a:extLst>
              <a:ext uri="{FF2B5EF4-FFF2-40B4-BE49-F238E27FC236}">
                <a16:creationId xmlns:a16="http://schemas.microsoft.com/office/drawing/2014/main" id="{6BDE7C07-CEF7-436D-9B76-D06FF957C348}"/>
              </a:ext>
            </a:extLst>
          </p:cNvPr>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pic>
        <p:nvPicPr>
          <p:cNvPr id="8" name="Picture 7">
            <a:extLst>
              <a:ext uri="{FF2B5EF4-FFF2-40B4-BE49-F238E27FC236}">
                <a16:creationId xmlns:a16="http://schemas.microsoft.com/office/drawing/2014/main" id="{B691E9B2-AEBE-41F6-B62D-40B1D71C7D10}"/>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10130818" y="5785419"/>
            <a:ext cx="580688" cy="206321"/>
          </a:xfrm>
          <a:prstGeom prst="rect">
            <a:avLst/>
          </a:prstGeom>
        </p:spPr>
      </p:pic>
    </p:spTree>
    <p:extLst>
      <p:ext uri="{BB962C8B-B14F-4D97-AF65-F5344CB8AC3E}">
        <p14:creationId xmlns:p14="http://schemas.microsoft.com/office/powerpoint/2010/main" val="3182047299"/>
      </p:ext>
    </p:extLst>
  </p:cSld>
  <p:clrMap bg1="dk2" tx1="lt1" bg2="dk1" tx2="lt2" accent1="accent1" accent2="accent2" accent3="accent3" accent4="accent4" accent5="accent5" accent6="accent6" hlink="hlink" folHlink="folHlink"/>
  <p:sldLayoutIdLst>
    <p:sldLayoutId id="2147484071" r:id="rId1"/>
    <p:sldLayoutId id="2147484072" r:id="rId2"/>
    <p:sldLayoutId id="2147484073" r:id="rId3"/>
    <p:sldLayoutId id="2147484074" r:id="rId4"/>
    <p:sldLayoutId id="2147484075" r:id="rId5"/>
    <p:sldLayoutId id="2147484076" r:id="rId6"/>
    <p:sldLayoutId id="2147484077" r:id="rId7"/>
    <p:sldLayoutId id="2147484078" r:id="rId8"/>
    <p:sldLayoutId id="2147484079" r:id="rId9"/>
    <p:sldLayoutId id="2147484080" r:id="rId10"/>
    <p:sldLayoutId id="2147484081" r:id="rId11"/>
    <p:sldLayoutId id="2147484082" r:id="rId12"/>
    <p:sldLayoutId id="2147484083" r:id="rId13"/>
    <p:sldLayoutId id="2147484084" r:id="rId14"/>
    <p:sldLayoutId id="2147484085" r:id="rId15"/>
    <p:sldLayoutId id="2147484086" r:id="rId16"/>
    <p:sldLayoutId id="2147484087" r:id="rId17"/>
    <p:sldLayoutId id="2147484088" r:id="rId18"/>
    <p:sldLayoutId id="2147484089" r:id="rId19"/>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rtl="0" eaLnBrk="1" fontAlgn="base" hangingPunct="1">
        <a:lnSpc>
          <a:spcPct val="90000"/>
        </a:lnSpc>
        <a:spcBef>
          <a:spcPct val="0"/>
        </a:spcBef>
        <a:spcAft>
          <a:spcPct val="0"/>
        </a:spcAft>
        <a:defRPr sz="3600" b="0" cap="all" baseline="0">
          <a:solidFill>
            <a:schemeClr val="bg1"/>
          </a:solidFill>
          <a:latin typeface="Trebuchet MS" panose="020B0603020202020204" pitchFamily="34" charset="0"/>
          <a:ea typeface="+mj-ea"/>
          <a:cs typeface="+mj-cs"/>
        </a:defRPr>
      </a:lvl1pPr>
      <a:lvl2pPr algn="l" rtl="0" eaLnBrk="1" fontAlgn="base" hangingPunct="1">
        <a:spcBef>
          <a:spcPct val="0"/>
        </a:spcBef>
        <a:spcAft>
          <a:spcPct val="0"/>
        </a:spcAft>
        <a:defRPr sz="3200" b="1">
          <a:solidFill>
            <a:srgbClr val="73B900"/>
          </a:solidFill>
          <a:latin typeface="Arial" charset="0"/>
        </a:defRPr>
      </a:lvl2pPr>
      <a:lvl3pPr algn="l" rtl="0" eaLnBrk="1" fontAlgn="base" hangingPunct="1">
        <a:spcBef>
          <a:spcPct val="0"/>
        </a:spcBef>
        <a:spcAft>
          <a:spcPct val="0"/>
        </a:spcAft>
        <a:defRPr sz="3200" b="1">
          <a:solidFill>
            <a:srgbClr val="73B900"/>
          </a:solidFill>
          <a:latin typeface="Arial" charset="0"/>
        </a:defRPr>
      </a:lvl3pPr>
      <a:lvl4pPr algn="l" rtl="0" eaLnBrk="1" fontAlgn="base" hangingPunct="1">
        <a:spcBef>
          <a:spcPct val="0"/>
        </a:spcBef>
        <a:spcAft>
          <a:spcPct val="0"/>
        </a:spcAft>
        <a:defRPr sz="3200" b="1">
          <a:solidFill>
            <a:srgbClr val="73B900"/>
          </a:solidFill>
          <a:latin typeface="Arial" charset="0"/>
        </a:defRPr>
      </a:lvl4pPr>
      <a:lvl5pPr algn="l" rtl="0" eaLnBrk="1" fontAlgn="base" hangingPunct="1">
        <a:spcBef>
          <a:spcPct val="0"/>
        </a:spcBef>
        <a:spcAft>
          <a:spcPct val="0"/>
        </a:spcAft>
        <a:defRPr sz="3200" b="1">
          <a:solidFill>
            <a:srgbClr val="73B900"/>
          </a:solidFill>
          <a:latin typeface="Arial" charset="0"/>
        </a:defRPr>
      </a:lvl5pPr>
      <a:lvl6pPr marL="457200" algn="l" rtl="0" eaLnBrk="1" fontAlgn="base" hangingPunct="1">
        <a:spcBef>
          <a:spcPct val="0"/>
        </a:spcBef>
        <a:spcAft>
          <a:spcPct val="0"/>
        </a:spcAft>
        <a:defRPr sz="3200" b="1">
          <a:solidFill>
            <a:srgbClr val="73B900"/>
          </a:solidFill>
          <a:latin typeface="Arial" charset="0"/>
        </a:defRPr>
      </a:lvl6pPr>
      <a:lvl7pPr marL="914400" algn="l" rtl="0" eaLnBrk="1" fontAlgn="base" hangingPunct="1">
        <a:spcBef>
          <a:spcPct val="0"/>
        </a:spcBef>
        <a:spcAft>
          <a:spcPct val="0"/>
        </a:spcAft>
        <a:defRPr sz="3200" b="1">
          <a:solidFill>
            <a:srgbClr val="73B900"/>
          </a:solidFill>
          <a:latin typeface="Arial" charset="0"/>
        </a:defRPr>
      </a:lvl7pPr>
      <a:lvl8pPr marL="1371600" algn="l" rtl="0" eaLnBrk="1" fontAlgn="base" hangingPunct="1">
        <a:spcBef>
          <a:spcPct val="0"/>
        </a:spcBef>
        <a:spcAft>
          <a:spcPct val="0"/>
        </a:spcAft>
        <a:defRPr sz="3200" b="1">
          <a:solidFill>
            <a:srgbClr val="73B900"/>
          </a:solidFill>
          <a:latin typeface="Arial" charset="0"/>
        </a:defRPr>
      </a:lvl8pPr>
      <a:lvl9pPr marL="1828800" algn="l" rtl="0" eaLnBrk="1" fontAlgn="base" hangingPunct="1">
        <a:spcBef>
          <a:spcPct val="0"/>
        </a:spcBef>
        <a:spcAft>
          <a:spcPct val="0"/>
        </a:spcAft>
        <a:defRPr sz="3200" b="1">
          <a:solidFill>
            <a:srgbClr val="73B900"/>
          </a:solidFill>
          <a:latin typeface="Arial" charset="0"/>
        </a:defRPr>
      </a:lvl9pPr>
    </p:titleStyle>
    <p:bodyStyle>
      <a:lvl1pPr marL="0" indent="0" algn="l" rtl="0" eaLnBrk="1" fontAlgn="base" hangingPunct="1">
        <a:lnSpc>
          <a:spcPct val="90000"/>
        </a:lnSpc>
        <a:spcBef>
          <a:spcPts val="900"/>
        </a:spcBef>
        <a:spcAft>
          <a:spcPts val="900"/>
        </a:spcAft>
        <a:buClr>
          <a:schemeClr val="bg2"/>
        </a:buClr>
        <a:buSzPct val="100000"/>
        <a:buFontTx/>
        <a:buNone/>
        <a:defRPr sz="1400" b="0">
          <a:solidFill>
            <a:schemeClr val="accent4"/>
          </a:solidFill>
          <a:latin typeface="Trebuchet MS" pitchFamily="34" charset="0"/>
          <a:ea typeface="+mn-ea"/>
          <a:cs typeface="+mn-cs"/>
        </a:defRPr>
      </a:lvl1pPr>
      <a:lvl2pPr marL="571500" indent="0" algn="l" rtl="0" eaLnBrk="1" fontAlgn="base" hangingPunct="1">
        <a:lnSpc>
          <a:spcPct val="90000"/>
        </a:lnSpc>
        <a:spcBef>
          <a:spcPts val="900"/>
        </a:spcBef>
        <a:spcAft>
          <a:spcPts val="900"/>
        </a:spcAft>
        <a:buClr>
          <a:schemeClr val="bg2"/>
        </a:buClr>
        <a:buSzPct val="100000"/>
        <a:buFontTx/>
        <a:buNone/>
        <a:defRPr sz="1200" b="0">
          <a:solidFill>
            <a:schemeClr val="accent4"/>
          </a:solidFill>
          <a:latin typeface="Trebuchet MS" pitchFamily="34" charset="0"/>
        </a:defRPr>
      </a:lvl2pPr>
      <a:lvl3pPr marL="1089025" indent="0" algn="l" rtl="0" eaLnBrk="1" fontAlgn="base" hangingPunct="1">
        <a:lnSpc>
          <a:spcPct val="90000"/>
        </a:lnSpc>
        <a:spcBef>
          <a:spcPts val="900"/>
        </a:spcBef>
        <a:spcAft>
          <a:spcPts val="900"/>
        </a:spcAft>
        <a:buClr>
          <a:schemeClr val="bg2"/>
        </a:buClr>
        <a:buSzPct val="100000"/>
        <a:buFontTx/>
        <a:buNone/>
        <a:defRPr sz="1100" b="0">
          <a:solidFill>
            <a:schemeClr val="accent4"/>
          </a:solidFill>
          <a:latin typeface="Trebuchet MS" pitchFamily="34" charset="0"/>
        </a:defRPr>
      </a:lvl3pPr>
      <a:lvl4pPr marL="1774825" indent="-228600" algn="l" rtl="0" eaLnBrk="1" fontAlgn="base" hangingPunct="1">
        <a:spcBef>
          <a:spcPct val="20000"/>
        </a:spcBef>
        <a:spcAft>
          <a:spcPct val="0"/>
        </a:spcAft>
        <a:buChar char="–"/>
        <a:defRPr sz="2000">
          <a:solidFill>
            <a:schemeClr val="bg1"/>
          </a:solidFill>
          <a:latin typeface="+mn-lt"/>
        </a:defRPr>
      </a:lvl4pPr>
      <a:lvl5pPr marL="2117725" indent="-228600" algn="l" rtl="0" eaLnBrk="1" fontAlgn="base" hangingPunct="1">
        <a:spcBef>
          <a:spcPct val="20000"/>
        </a:spcBef>
        <a:spcAft>
          <a:spcPct val="0"/>
        </a:spcAft>
        <a:buChar char="»"/>
        <a:defRPr sz="2000">
          <a:solidFill>
            <a:schemeClr val="bg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Shape 75"/>
        <p:cNvGrpSpPr/>
        <p:nvPr/>
      </p:nvGrpSpPr>
      <p:grpSpPr>
        <a:xfrm>
          <a:off x="0" y="0"/>
          <a:ext cx="0" cy="0"/>
          <a:chOff x="0" y="0"/>
          <a:chExt cx="0" cy="0"/>
        </a:xfrm>
      </p:grpSpPr>
      <p:sp>
        <p:nvSpPr>
          <p:cNvPr id="76" name="Google Shape;76;p14"/>
          <p:cNvSpPr txBox="1">
            <a:spLocks noGrp="1"/>
          </p:cNvSpPr>
          <p:nvPr>
            <p:ph type="title"/>
          </p:nvPr>
        </p:nvSpPr>
        <p:spPr>
          <a:xfrm>
            <a:off x="499744" y="653531"/>
            <a:ext cx="9973200" cy="591000"/>
          </a:xfrm>
          <a:prstGeom prst="rect">
            <a:avLst/>
          </a:prstGeom>
          <a:noFill/>
          <a:ln>
            <a:noFill/>
          </a:ln>
        </p:spPr>
        <p:txBody>
          <a:bodyPr spcFirstLastPara="1" wrap="square" lIns="82275" tIns="82275" rIns="82275" bIns="82275" anchor="b" anchorCtr="0"/>
          <a:lstStyle>
            <a:lvl1pPr marR="0" lvl="0" algn="ctr" rtl="0">
              <a:lnSpc>
                <a:spcPct val="90000"/>
              </a:lnSpc>
              <a:spcBef>
                <a:spcPts val="0"/>
              </a:spcBef>
              <a:spcAft>
                <a:spcPts val="0"/>
              </a:spcAft>
              <a:buClr>
                <a:schemeClr val="dk2"/>
              </a:buClr>
              <a:buSzPts val="3200"/>
              <a:buFont typeface="Trebuchet MS"/>
              <a:buNone/>
              <a:defRPr sz="32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Clr>
                <a:srgbClr val="73B900"/>
              </a:buClr>
              <a:buSzPts val="2900"/>
              <a:buFont typeface="Arial"/>
              <a:buNone/>
              <a:defRPr sz="2900" b="1" i="0" u="none" strike="noStrike" cap="none">
                <a:solidFill>
                  <a:srgbClr val="73B900"/>
                </a:solidFill>
                <a:latin typeface="Arial"/>
                <a:ea typeface="Arial"/>
                <a:cs typeface="Arial"/>
                <a:sym typeface="Arial"/>
              </a:defRPr>
            </a:lvl2pPr>
            <a:lvl3pPr marR="0" lvl="2" algn="l" rtl="0">
              <a:spcBef>
                <a:spcPts val="0"/>
              </a:spcBef>
              <a:spcAft>
                <a:spcPts val="0"/>
              </a:spcAft>
              <a:buClr>
                <a:srgbClr val="73B900"/>
              </a:buClr>
              <a:buSzPts val="2900"/>
              <a:buFont typeface="Arial"/>
              <a:buNone/>
              <a:defRPr sz="2900" b="1" i="0" u="none" strike="noStrike" cap="none">
                <a:solidFill>
                  <a:srgbClr val="73B900"/>
                </a:solidFill>
                <a:latin typeface="Arial"/>
                <a:ea typeface="Arial"/>
                <a:cs typeface="Arial"/>
                <a:sym typeface="Arial"/>
              </a:defRPr>
            </a:lvl3pPr>
            <a:lvl4pPr marR="0" lvl="3" algn="l" rtl="0">
              <a:spcBef>
                <a:spcPts val="0"/>
              </a:spcBef>
              <a:spcAft>
                <a:spcPts val="0"/>
              </a:spcAft>
              <a:buClr>
                <a:srgbClr val="73B900"/>
              </a:buClr>
              <a:buSzPts val="2900"/>
              <a:buFont typeface="Arial"/>
              <a:buNone/>
              <a:defRPr sz="2900" b="1" i="0" u="none" strike="noStrike" cap="none">
                <a:solidFill>
                  <a:srgbClr val="73B900"/>
                </a:solidFill>
                <a:latin typeface="Arial"/>
                <a:ea typeface="Arial"/>
                <a:cs typeface="Arial"/>
                <a:sym typeface="Arial"/>
              </a:defRPr>
            </a:lvl4pPr>
            <a:lvl5pPr marR="0" lvl="4" algn="l" rtl="0">
              <a:spcBef>
                <a:spcPts val="0"/>
              </a:spcBef>
              <a:spcAft>
                <a:spcPts val="0"/>
              </a:spcAft>
              <a:buClr>
                <a:srgbClr val="73B900"/>
              </a:buClr>
              <a:buSzPts val="2900"/>
              <a:buFont typeface="Arial"/>
              <a:buNone/>
              <a:defRPr sz="2900" b="1" i="0" u="none" strike="noStrike" cap="none">
                <a:solidFill>
                  <a:srgbClr val="73B900"/>
                </a:solidFill>
                <a:latin typeface="Arial"/>
                <a:ea typeface="Arial"/>
                <a:cs typeface="Arial"/>
                <a:sym typeface="Arial"/>
              </a:defRPr>
            </a:lvl5pPr>
            <a:lvl6pPr marR="0" lvl="5" algn="l" rtl="0">
              <a:spcBef>
                <a:spcPts val="0"/>
              </a:spcBef>
              <a:spcAft>
                <a:spcPts val="0"/>
              </a:spcAft>
              <a:buClr>
                <a:srgbClr val="73B900"/>
              </a:buClr>
              <a:buSzPts val="2900"/>
              <a:buFont typeface="Arial"/>
              <a:buNone/>
              <a:defRPr sz="2900" b="1" i="0" u="none" strike="noStrike" cap="none">
                <a:solidFill>
                  <a:srgbClr val="73B900"/>
                </a:solidFill>
                <a:latin typeface="Arial"/>
                <a:ea typeface="Arial"/>
                <a:cs typeface="Arial"/>
                <a:sym typeface="Arial"/>
              </a:defRPr>
            </a:lvl6pPr>
            <a:lvl7pPr marR="0" lvl="6" algn="l" rtl="0">
              <a:spcBef>
                <a:spcPts val="0"/>
              </a:spcBef>
              <a:spcAft>
                <a:spcPts val="0"/>
              </a:spcAft>
              <a:buClr>
                <a:srgbClr val="73B900"/>
              </a:buClr>
              <a:buSzPts val="2900"/>
              <a:buFont typeface="Arial"/>
              <a:buNone/>
              <a:defRPr sz="2900" b="1" i="0" u="none" strike="noStrike" cap="none">
                <a:solidFill>
                  <a:srgbClr val="73B900"/>
                </a:solidFill>
                <a:latin typeface="Arial"/>
                <a:ea typeface="Arial"/>
                <a:cs typeface="Arial"/>
                <a:sym typeface="Arial"/>
              </a:defRPr>
            </a:lvl7pPr>
            <a:lvl8pPr marR="0" lvl="7" algn="l" rtl="0">
              <a:spcBef>
                <a:spcPts val="0"/>
              </a:spcBef>
              <a:spcAft>
                <a:spcPts val="0"/>
              </a:spcAft>
              <a:buClr>
                <a:srgbClr val="73B900"/>
              </a:buClr>
              <a:buSzPts val="2900"/>
              <a:buFont typeface="Arial"/>
              <a:buNone/>
              <a:defRPr sz="2900" b="1" i="0" u="none" strike="noStrike" cap="none">
                <a:solidFill>
                  <a:srgbClr val="73B900"/>
                </a:solidFill>
                <a:latin typeface="Arial"/>
                <a:ea typeface="Arial"/>
                <a:cs typeface="Arial"/>
                <a:sym typeface="Arial"/>
              </a:defRPr>
            </a:lvl8pPr>
            <a:lvl9pPr marR="0" lvl="8" algn="l" rtl="0">
              <a:spcBef>
                <a:spcPts val="0"/>
              </a:spcBef>
              <a:spcAft>
                <a:spcPts val="0"/>
              </a:spcAft>
              <a:buClr>
                <a:srgbClr val="73B900"/>
              </a:buClr>
              <a:buSzPts val="2900"/>
              <a:buFont typeface="Arial"/>
              <a:buNone/>
              <a:defRPr sz="2900" b="1" i="0" u="none" strike="noStrike" cap="none">
                <a:solidFill>
                  <a:srgbClr val="73B900"/>
                </a:solidFill>
                <a:latin typeface="Arial"/>
                <a:ea typeface="Arial"/>
                <a:cs typeface="Arial"/>
                <a:sym typeface="Arial"/>
              </a:defRPr>
            </a:lvl9pPr>
          </a:lstStyle>
          <a:p>
            <a:endParaRPr/>
          </a:p>
        </p:txBody>
      </p:sp>
      <p:sp>
        <p:nvSpPr>
          <p:cNvPr id="77" name="Google Shape;77;p14"/>
          <p:cNvSpPr txBox="1">
            <a:spLocks noGrp="1"/>
          </p:cNvSpPr>
          <p:nvPr>
            <p:ph type="body" idx="1"/>
          </p:nvPr>
        </p:nvSpPr>
        <p:spPr>
          <a:xfrm>
            <a:off x="517403" y="2002367"/>
            <a:ext cx="9948900" cy="3908100"/>
          </a:xfrm>
          <a:prstGeom prst="rect">
            <a:avLst/>
          </a:prstGeom>
          <a:noFill/>
          <a:ln>
            <a:noFill/>
          </a:ln>
        </p:spPr>
        <p:txBody>
          <a:bodyPr spcFirstLastPara="1" wrap="square" lIns="82275" tIns="82275" rIns="82275" bIns="82275" anchor="t" anchorCtr="0"/>
          <a:lstStyle>
            <a:lvl1pPr marL="457200" marR="0" lvl="0" indent="-228600" algn="l" rtl="0">
              <a:lnSpc>
                <a:spcPct val="90000"/>
              </a:lnSpc>
              <a:spcBef>
                <a:spcPts val="8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8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800"/>
              </a:spcBef>
              <a:spcAft>
                <a:spcPts val="0"/>
              </a:spcAft>
              <a:buClr>
                <a:schemeClr val="dk1"/>
              </a:buClr>
              <a:buSzPts val="1400"/>
              <a:buFont typeface="Trebuchet MS"/>
              <a:buNone/>
              <a:defRPr sz="14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80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4pPr>
            <a:lvl5pPr marL="2286000" marR="0" lvl="4" indent="-342900" algn="l" rtl="0">
              <a:lnSpc>
                <a:spcPct val="100000"/>
              </a:lnSpc>
              <a:spcBef>
                <a:spcPts val="40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5pPr>
            <a:lvl6pPr marL="2743200" marR="0" lvl="5" indent="-342900" algn="l" rtl="0">
              <a:lnSpc>
                <a:spcPct val="100000"/>
              </a:lnSpc>
              <a:spcBef>
                <a:spcPts val="40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6pPr>
            <a:lvl7pPr marL="3200400" marR="0" lvl="6" indent="-342900" algn="l" rtl="0">
              <a:lnSpc>
                <a:spcPct val="100000"/>
              </a:lnSpc>
              <a:spcBef>
                <a:spcPts val="40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7pPr>
            <a:lvl8pPr marL="3657600" marR="0" lvl="7" indent="-342900" algn="l" rtl="0">
              <a:lnSpc>
                <a:spcPct val="100000"/>
              </a:lnSpc>
              <a:spcBef>
                <a:spcPts val="40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8pPr>
            <a:lvl9pPr marL="4114800" marR="0" lvl="8" indent="-342900" algn="l" rtl="0">
              <a:lnSpc>
                <a:spcPct val="100000"/>
              </a:lnSpc>
              <a:spcBef>
                <a:spcPts val="40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9pPr>
          </a:lstStyle>
          <a:p>
            <a:endParaRPr/>
          </a:p>
        </p:txBody>
      </p:sp>
      <p:pic>
        <p:nvPicPr>
          <p:cNvPr id="78" name="Google Shape;78;p14"/>
          <p:cNvPicPr preferRelativeResize="0"/>
          <p:nvPr/>
        </p:nvPicPr>
        <p:blipFill rotWithShape="1">
          <a:blip r:embed="rId13"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79" name="Google Shape;79;p14"/>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spTree>
    <p:extLst>
      <p:ext uri="{BB962C8B-B14F-4D97-AF65-F5344CB8AC3E}">
        <p14:creationId xmlns:p14="http://schemas.microsoft.com/office/powerpoint/2010/main" val="680938711"/>
      </p:ext>
    </p:extLst>
  </p:cSld>
  <p:clrMap bg1="lt1" tx1="dk1" bg2="dk2" tx2="lt2" accent1="accent1" accent2="accent2" accent3="accent3" accent4="accent4" accent5="accent5" accent6="accent6" hlink="hlink" folHlink="folHlink"/>
  <p:sldLayoutIdLst>
    <p:sldLayoutId id="2147484091" r:id="rId1"/>
    <p:sldLayoutId id="2147484092" r:id="rId2"/>
    <p:sldLayoutId id="2147484093" r:id="rId3"/>
    <p:sldLayoutId id="2147484094" r:id="rId4"/>
    <p:sldLayoutId id="2147484095" r:id="rId5"/>
    <p:sldLayoutId id="2147484096" r:id="rId6"/>
    <p:sldLayoutId id="2147484097" r:id="rId7"/>
    <p:sldLayoutId id="2147484098" r:id="rId8"/>
    <p:sldLayoutId id="2147484099" r:id="rId9"/>
    <p:sldLayoutId id="2147484100" r:id="rId10"/>
    <p:sldLayoutId id="2147484101" r:id="rId11"/>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Shape 8"/>
        <p:cNvGrpSpPr/>
        <p:nvPr/>
      </p:nvGrpSpPr>
      <p:grpSpPr>
        <a:xfrm>
          <a:off x="0" y="0"/>
          <a:ext cx="0" cy="0"/>
          <a:chOff x="0" y="0"/>
          <a:chExt cx="0" cy="0"/>
        </a:xfrm>
      </p:grpSpPr>
      <p:sp>
        <p:nvSpPr>
          <p:cNvPr id="9" name="Google Shape;9;p1"/>
          <p:cNvSpPr txBox="1">
            <a:spLocks noGrp="1"/>
          </p:cNvSpPr>
          <p:nvPr>
            <p:ph type="title"/>
          </p:nvPr>
        </p:nvSpPr>
        <p:spPr>
          <a:xfrm>
            <a:off x="499743" y="653532"/>
            <a:ext cx="9973315" cy="590931"/>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endParaRPr/>
          </a:p>
        </p:txBody>
      </p:sp>
      <p:sp>
        <p:nvSpPr>
          <p:cNvPr id="10" name="Google Shape;10;p1"/>
          <p:cNvSpPr txBox="1">
            <a:spLocks noGrp="1"/>
          </p:cNvSpPr>
          <p:nvPr>
            <p:ph type="body" idx="1"/>
          </p:nvPr>
        </p:nvSpPr>
        <p:spPr>
          <a:xfrm>
            <a:off x="517402" y="2002367"/>
            <a:ext cx="9973315" cy="3783053"/>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900"/>
              </a:spcBef>
              <a:spcAft>
                <a:spcPts val="0"/>
              </a:spcAft>
              <a:buClr>
                <a:schemeClr val="dk1"/>
              </a:buClr>
              <a:buSzPts val="14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4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400"/>
              <a:buFont typeface="Trebuchet MS"/>
              <a:buNone/>
              <a:defRPr sz="1600" b="0" i="0" u="none" strike="noStrike" cap="none">
                <a:solidFill>
                  <a:schemeClr val="dk2"/>
                </a:solidFill>
                <a:latin typeface="Trebuchet MS"/>
                <a:ea typeface="Trebuchet MS"/>
                <a:cs typeface="Trebuchet MS"/>
                <a:sym typeface="Trebuchet MS"/>
              </a:defRPr>
            </a:lvl3pPr>
            <a:lvl4pPr marL="1828800" marR="0" lvl="3" indent="-355600" algn="l" rtl="0">
              <a:lnSpc>
                <a:spcPct val="100000"/>
              </a:lnSpc>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dirty="0"/>
          </a:p>
        </p:txBody>
      </p:sp>
      <p:pic>
        <p:nvPicPr>
          <p:cNvPr id="6" name="Google Shape;78;p14">
            <a:extLst>
              <a:ext uri="{FF2B5EF4-FFF2-40B4-BE49-F238E27FC236}">
                <a16:creationId xmlns:a16="http://schemas.microsoft.com/office/drawing/2014/main" id="{54E5A79A-7329-4470-AC57-FD1DA4ED8914}"/>
              </a:ext>
            </a:extLst>
          </p:cNvPr>
          <p:cNvPicPr preferRelativeResize="0"/>
          <p:nvPr/>
        </p:nvPicPr>
        <p:blipFill rotWithShape="1">
          <a:blip r:embed="rId14"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7" name="Google Shape;79;p14">
            <a:extLst>
              <a:ext uri="{FF2B5EF4-FFF2-40B4-BE49-F238E27FC236}">
                <a16:creationId xmlns:a16="http://schemas.microsoft.com/office/drawing/2014/main" id="{C0B4E493-6730-43BA-BF09-20E413B78119}"/>
              </a:ext>
            </a:extLst>
          </p:cNvPr>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spTree>
    <p:extLst>
      <p:ext uri="{BB962C8B-B14F-4D97-AF65-F5344CB8AC3E}">
        <p14:creationId xmlns:p14="http://schemas.microsoft.com/office/powerpoint/2010/main" val="644298870"/>
      </p:ext>
    </p:extLst>
  </p:cSld>
  <p:clrMap bg1="lt1" tx1="dk1" bg2="dk2" tx2="lt2" accent1="accent1" accent2="accent2" accent3="accent3" accent4="accent4" accent5="accent5" accent6="accent6" hlink="hlink" folHlink="folHlink"/>
  <p:sldLayoutIdLst>
    <p:sldLayoutId id="2147484103" r:id="rId1"/>
    <p:sldLayoutId id="2147484104" r:id="rId2"/>
    <p:sldLayoutId id="2147484105" r:id="rId3"/>
    <p:sldLayoutId id="2147484106" r:id="rId4"/>
    <p:sldLayoutId id="2147484107" r:id="rId5"/>
    <p:sldLayoutId id="2147484108" r:id="rId6"/>
    <p:sldLayoutId id="2147484109" r:id="rId7"/>
    <p:sldLayoutId id="2147484110" r:id="rId8"/>
    <p:sldLayoutId id="2147484111" r:id="rId9"/>
    <p:sldLayoutId id="2147484112" r:id="rId10"/>
    <p:sldLayoutId id="2147484113" r:id="rId11"/>
    <p:sldLayoutId id="2147484114" r:id="rId12"/>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9743" y="521208"/>
            <a:ext cx="9973315"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a:t>마스터 제목 스타일을 편집하려면 클릭</a:t>
            </a:r>
            <a:endParaRPr lang="en-US" dirty="0"/>
          </a:p>
        </p:txBody>
      </p:sp>
      <p:sp>
        <p:nvSpPr>
          <p:cNvPr id="1027" name="Rectangle 3"/>
          <p:cNvSpPr>
            <a:spLocks noGrp="1" noChangeArrowheads="1"/>
          </p:cNvSpPr>
          <p:nvPr>
            <p:ph type="body" idx="1"/>
          </p:nvPr>
        </p:nvSpPr>
        <p:spPr bwMode="auto">
          <a:xfrm>
            <a:off x="517402" y="2002368"/>
            <a:ext cx="9948931" cy="37342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마스터 텍스트 스타일을 편집하려면 클릭</a:t>
            </a:r>
          </a:p>
          <a:p>
            <a:pPr lvl="1"/>
            <a:r>
              <a:rPr lang="en-US" dirty="0"/>
              <a:t>레벨 2</a:t>
            </a:r>
          </a:p>
        </p:txBody>
      </p:sp>
      <p:pic>
        <p:nvPicPr>
          <p:cNvPr id="6" name="Google Shape;78;p14">
            <a:extLst>
              <a:ext uri="{FF2B5EF4-FFF2-40B4-BE49-F238E27FC236}">
                <a16:creationId xmlns:a16="http://schemas.microsoft.com/office/drawing/2014/main" id="{314CEB40-1739-4D24-83DA-0CE9763BE5FC}"/>
              </a:ext>
            </a:extLst>
          </p:cNvPr>
          <p:cNvPicPr preferRelativeResize="0"/>
          <p:nvPr/>
        </p:nvPicPr>
        <p:blipFill rotWithShape="1">
          <a:blip r:embed="rId19"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7" name="Google Shape;79;p14">
            <a:extLst>
              <a:ext uri="{FF2B5EF4-FFF2-40B4-BE49-F238E27FC236}">
                <a16:creationId xmlns:a16="http://schemas.microsoft.com/office/drawing/2014/main" id="{6BDE7C07-CEF7-436D-9B76-D06FF957C348}"/>
              </a:ext>
            </a:extLst>
          </p:cNvPr>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spTree>
    <p:extLst>
      <p:ext uri="{BB962C8B-B14F-4D97-AF65-F5344CB8AC3E}">
        <p14:creationId xmlns:p14="http://schemas.microsoft.com/office/powerpoint/2010/main" val="3444052858"/>
      </p:ext>
    </p:extLst>
  </p:cSld>
  <p:clrMap bg1="dk2" tx1="lt1" bg2="dk1" tx2="lt2" accent1="accent1" accent2="accent2" accent3="accent3" accent4="accent4" accent5="accent5" accent6="accent6" hlink="hlink" folHlink="folHlink"/>
  <p:sldLayoutIdLst>
    <p:sldLayoutId id="2147484116" r:id="rId1"/>
    <p:sldLayoutId id="2147484117" r:id="rId2"/>
    <p:sldLayoutId id="2147484118" r:id="rId3"/>
    <p:sldLayoutId id="2147484119" r:id="rId4"/>
    <p:sldLayoutId id="2147484120" r:id="rId5"/>
    <p:sldLayoutId id="2147484121" r:id="rId6"/>
    <p:sldLayoutId id="2147484122" r:id="rId7"/>
    <p:sldLayoutId id="2147484123" r:id="rId8"/>
    <p:sldLayoutId id="2147484124" r:id="rId9"/>
    <p:sldLayoutId id="2147484125" r:id="rId10"/>
    <p:sldLayoutId id="2147484126" r:id="rId11"/>
    <p:sldLayoutId id="2147484127" r:id="rId12"/>
    <p:sldLayoutId id="2147484128" r:id="rId13"/>
    <p:sldLayoutId id="2147484129" r:id="rId14"/>
    <p:sldLayoutId id="2147484130" r:id="rId15"/>
    <p:sldLayoutId id="2147484131" r:id="rId16"/>
    <p:sldLayoutId id="2147484132" r:id="rId17"/>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rtl="0" eaLnBrk="1" fontAlgn="base" hangingPunct="1">
        <a:lnSpc>
          <a:spcPct val="90000"/>
        </a:lnSpc>
        <a:spcBef>
          <a:spcPct val="0"/>
        </a:spcBef>
        <a:spcAft>
          <a:spcPct val="0"/>
        </a:spcAft>
        <a:defRPr sz="3600" b="0" cap="all" baseline="0">
          <a:solidFill>
            <a:schemeClr val="bg1"/>
          </a:solidFill>
          <a:latin typeface="Trebuchet MS" panose="020B0603020202020204" pitchFamily="34" charset="0"/>
          <a:ea typeface="+mj-ea"/>
          <a:cs typeface="+mj-cs"/>
        </a:defRPr>
      </a:lvl1pPr>
      <a:lvl2pPr algn="l" rtl="0" eaLnBrk="1" fontAlgn="base" hangingPunct="1">
        <a:spcBef>
          <a:spcPct val="0"/>
        </a:spcBef>
        <a:spcAft>
          <a:spcPct val="0"/>
        </a:spcAft>
        <a:defRPr sz="3200" b="1">
          <a:solidFill>
            <a:srgbClr val="73B900"/>
          </a:solidFill>
          <a:latin typeface="Arial" charset="0"/>
        </a:defRPr>
      </a:lvl2pPr>
      <a:lvl3pPr algn="l" rtl="0" eaLnBrk="1" fontAlgn="base" hangingPunct="1">
        <a:spcBef>
          <a:spcPct val="0"/>
        </a:spcBef>
        <a:spcAft>
          <a:spcPct val="0"/>
        </a:spcAft>
        <a:defRPr sz="3200" b="1">
          <a:solidFill>
            <a:srgbClr val="73B900"/>
          </a:solidFill>
          <a:latin typeface="Arial" charset="0"/>
        </a:defRPr>
      </a:lvl3pPr>
      <a:lvl4pPr algn="l" rtl="0" eaLnBrk="1" fontAlgn="base" hangingPunct="1">
        <a:spcBef>
          <a:spcPct val="0"/>
        </a:spcBef>
        <a:spcAft>
          <a:spcPct val="0"/>
        </a:spcAft>
        <a:defRPr sz="3200" b="1">
          <a:solidFill>
            <a:srgbClr val="73B900"/>
          </a:solidFill>
          <a:latin typeface="Arial" charset="0"/>
        </a:defRPr>
      </a:lvl4pPr>
      <a:lvl5pPr algn="l" rtl="0" eaLnBrk="1" fontAlgn="base" hangingPunct="1">
        <a:spcBef>
          <a:spcPct val="0"/>
        </a:spcBef>
        <a:spcAft>
          <a:spcPct val="0"/>
        </a:spcAft>
        <a:defRPr sz="3200" b="1">
          <a:solidFill>
            <a:srgbClr val="73B900"/>
          </a:solidFill>
          <a:latin typeface="Arial" charset="0"/>
        </a:defRPr>
      </a:lvl5pPr>
      <a:lvl6pPr marL="457200" algn="l" rtl="0" eaLnBrk="1" fontAlgn="base" hangingPunct="1">
        <a:spcBef>
          <a:spcPct val="0"/>
        </a:spcBef>
        <a:spcAft>
          <a:spcPct val="0"/>
        </a:spcAft>
        <a:defRPr sz="3200" b="1">
          <a:solidFill>
            <a:srgbClr val="73B900"/>
          </a:solidFill>
          <a:latin typeface="Arial" charset="0"/>
        </a:defRPr>
      </a:lvl6pPr>
      <a:lvl7pPr marL="914400" algn="l" rtl="0" eaLnBrk="1" fontAlgn="base" hangingPunct="1">
        <a:spcBef>
          <a:spcPct val="0"/>
        </a:spcBef>
        <a:spcAft>
          <a:spcPct val="0"/>
        </a:spcAft>
        <a:defRPr sz="3200" b="1">
          <a:solidFill>
            <a:srgbClr val="73B900"/>
          </a:solidFill>
          <a:latin typeface="Arial" charset="0"/>
        </a:defRPr>
      </a:lvl7pPr>
      <a:lvl8pPr marL="1371600" algn="l" rtl="0" eaLnBrk="1" fontAlgn="base" hangingPunct="1">
        <a:spcBef>
          <a:spcPct val="0"/>
        </a:spcBef>
        <a:spcAft>
          <a:spcPct val="0"/>
        </a:spcAft>
        <a:defRPr sz="3200" b="1">
          <a:solidFill>
            <a:srgbClr val="73B900"/>
          </a:solidFill>
          <a:latin typeface="Arial" charset="0"/>
        </a:defRPr>
      </a:lvl8pPr>
      <a:lvl9pPr marL="1828800" algn="l" rtl="0" eaLnBrk="1" fontAlgn="base" hangingPunct="1">
        <a:spcBef>
          <a:spcPct val="0"/>
        </a:spcBef>
        <a:spcAft>
          <a:spcPct val="0"/>
        </a:spcAft>
        <a:defRPr sz="3200" b="1">
          <a:solidFill>
            <a:srgbClr val="73B900"/>
          </a:solidFill>
          <a:latin typeface="Arial" charset="0"/>
        </a:defRPr>
      </a:lvl9pPr>
    </p:titleStyle>
    <p:bodyStyle>
      <a:lvl1pPr marL="0" indent="0" algn="l" rtl="0" eaLnBrk="1" fontAlgn="base" hangingPunct="1">
        <a:lnSpc>
          <a:spcPct val="90000"/>
        </a:lnSpc>
        <a:spcBef>
          <a:spcPts val="900"/>
        </a:spcBef>
        <a:spcAft>
          <a:spcPts val="900"/>
        </a:spcAft>
        <a:buClr>
          <a:schemeClr val="bg2"/>
        </a:buClr>
        <a:buSzPct val="100000"/>
        <a:buFontTx/>
        <a:buNone/>
        <a:defRPr sz="1400" b="0">
          <a:solidFill>
            <a:schemeClr val="accent4"/>
          </a:solidFill>
          <a:latin typeface="Trebuchet MS" pitchFamily="34" charset="0"/>
          <a:ea typeface="+mn-ea"/>
          <a:cs typeface="+mn-cs"/>
        </a:defRPr>
      </a:lvl1pPr>
      <a:lvl2pPr marL="571500" indent="0" algn="l" rtl="0" eaLnBrk="1" fontAlgn="base" hangingPunct="1">
        <a:lnSpc>
          <a:spcPct val="90000"/>
        </a:lnSpc>
        <a:spcBef>
          <a:spcPts val="900"/>
        </a:spcBef>
        <a:spcAft>
          <a:spcPts val="900"/>
        </a:spcAft>
        <a:buClr>
          <a:schemeClr val="bg2"/>
        </a:buClr>
        <a:buSzPct val="100000"/>
        <a:buFontTx/>
        <a:buNone/>
        <a:defRPr sz="1200" b="0">
          <a:solidFill>
            <a:schemeClr val="accent4"/>
          </a:solidFill>
          <a:latin typeface="Trebuchet MS" pitchFamily="34" charset="0"/>
        </a:defRPr>
      </a:lvl2pPr>
      <a:lvl3pPr marL="1089025" indent="0" algn="l" rtl="0" eaLnBrk="1" fontAlgn="base" hangingPunct="1">
        <a:lnSpc>
          <a:spcPct val="90000"/>
        </a:lnSpc>
        <a:spcBef>
          <a:spcPts val="900"/>
        </a:spcBef>
        <a:spcAft>
          <a:spcPts val="900"/>
        </a:spcAft>
        <a:buClr>
          <a:schemeClr val="bg2"/>
        </a:buClr>
        <a:buSzPct val="100000"/>
        <a:buFontTx/>
        <a:buNone/>
        <a:defRPr sz="1100" b="0">
          <a:solidFill>
            <a:schemeClr val="accent4"/>
          </a:solidFill>
          <a:latin typeface="Trebuchet MS" pitchFamily="34" charset="0"/>
        </a:defRPr>
      </a:lvl3pPr>
      <a:lvl4pPr marL="1774825" indent="-228600" algn="l" rtl="0" eaLnBrk="1" fontAlgn="base" hangingPunct="1">
        <a:spcBef>
          <a:spcPct val="20000"/>
        </a:spcBef>
        <a:spcAft>
          <a:spcPct val="0"/>
        </a:spcAft>
        <a:buChar char="–"/>
        <a:defRPr sz="2000">
          <a:solidFill>
            <a:schemeClr val="bg1"/>
          </a:solidFill>
          <a:latin typeface="+mn-lt"/>
        </a:defRPr>
      </a:lvl4pPr>
      <a:lvl5pPr marL="2117725" indent="-228600" algn="l" rtl="0" eaLnBrk="1" fontAlgn="base" hangingPunct="1">
        <a:spcBef>
          <a:spcPct val="20000"/>
        </a:spcBef>
        <a:spcAft>
          <a:spcPct val="0"/>
        </a:spcAft>
        <a:buChar char="»"/>
        <a:defRPr sz="2000">
          <a:solidFill>
            <a:schemeClr val="bg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9743" y="521208"/>
            <a:ext cx="9973315"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a:t>마스터 제목 스타일을 편집하려면 클릭</a:t>
            </a:r>
            <a:endParaRPr lang="en-US" dirty="0"/>
          </a:p>
        </p:txBody>
      </p:sp>
      <p:sp>
        <p:nvSpPr>
          <p:cNvPr id="1027" name="Rectangle 3"/>
          <p:cNvSpPr>
            <a:spLocks noGrp="1" noChangeArrowheads="1"/>
          </p:cNvSpPr>
          <p:nvPr>
            <p:ph type="body" idx="1"/>
          </p:nvPr>
        </p:nvSpPr>
        <p:spPr bwMode="auto">
          <a:xfrm>
            <a:off x="517402" y="2002368"/>
            <a:ext cx="9948931" cy="37342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마스터 텍스트 스타일을 편집하려면 클릭</a:t>
            </a:r>
          </a:p>
          <a:p>
            <a:pPr lvl="1"/>
            <a:r>
              <a:rPr lang="en-US" dirty="0"/>
              <a:t>레벨 2</a:t>
            </a:r>
          </a:p>
        </p:txBody>
      </p:sp>
      <p:pic>
        <p:nvPicPr>
          <p:cNvPr id="6" name="Google Shape;78;p14">
            <a:extLst>
              <a:ext uri="{FF2B5EF4-FFF2-40B4-BE49-F238E27FC236}">
                <a16:creationId xmlns:a16="http://schemas.microsoft.com/office/drawing/2014/main" id="{314CEB40-1739-4D24-83DA-0CE9763BE5FC}"/>
              </a:ext>
            </a:extLst>
          </p:cNvPr>
          <p:cNvPicPr preferRelativeResize="0"/>
          <p:nvPr/>
        </p:nvPicPr>
        <p:blipFill rotWithShape="1">
          <a:blip r:embed="rId21"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7" name="Google Shape;79;p14">
            <a:extLst>
              <a:ext uri="{FF2B5EF4-FFF2-40B4-BE49-F238E27FC236}">
                <a16:creationId xmlns:a16="http://schemas.microsoft.com/office/drawing/2014/main" id="{6BDE7C07-CEF7-436D-9B76-D06FF957C348}"/>
              </a:ext>
            </a:extLst>
          </p:cNvPr>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pic>
        <p:nvPicPr>
          <p:cNvPr id="8" name="Picture 7">
            <a:extLst>
              <a:ext uri="{FF2B5EF4-FFF2-40B4-BE49-F238E27FC236}">
                <a16:creationId xmlns:a16="http://schemas.microsoft.com/office/drawing/2014/main" id="{8814DEE9-81E9-4C94-B804-095CD0DAB03E}"/>
              </a:ext>
            </a:extLst>
          </p:cNvPr>
          <p:cNvPicPr>
            <a:picLocks noChangeAspect="1"/>
          </p:cNvPicPr>
          <p:nvPr userDrawn="1"/>
        </p:nvPicPr>
        <p:blipFill>
          <a:blip r:embed="rId22" cstate="email">
            <a:extLst>
              <a:ext uri="{28A0092B-C50C-407E-A947-70E740481C1C}">
                <a14:useLocalDpi xmlns:a14="http://schemas.microsoft.com/office/drawing/2010/main"/>
              </a:ext>
            </a:extLst>
          </a:blip>
          <a:stretch>
            <a:fillRect/>
          </a:stretch>
        </p:blipFill>
        <p:spPr>
          <a:xfrm>
            <a:off x="10130818" y="5785419"/>
            <a:ext cx="580688" cy="206321"/>
          </a:xfrm>
          <a:prstGeom prst="rect">
            <a:avLst/>
          </a:prstGeom>
        </p:spPr>
      </p:pic>
    </p:spTree>
    <p:extLst>
      <p:ext uri="{BB962C8B-B14F-4D97-AF65-F5344CB8AC3E}">
        <p14:creationId xmlns:p14="http://schemas.microsoft.com/office/powerpoint/2010/main" val="1261973355"/>
      </p:ext>
    </p:extLst>
  </p:cSld>
  <p:clrMap bg1="dk2" tx1="lt1" bg2="dk1" tx2="lt2" accent1="accent1" accent2="accent2" accent3="accent3" accent4="accent4" accent5="accent5" accent6="accent6" hlink="hlink" folHlink="folHlink"/>
  <p:sldLayoutIdLst>
    <p:sldLayoutId id="2147484134" r:id="rId1"/>
    <p:sldLayoutId id="2147484135" r:id="rId2"/>
    <p:sldLayoutId id="2147484136" r:id="rId3"/>
    <p:sldLayoutId id="2147484137" r:id="rId4"/>
    <p:sldLayoutId id="2147484138" r:id="rId5"/>
    <p:sldLayoutId id="2147484139" r:id="rId6"/>
    <p:sldLayoutId id="2147484140" r:id="rId7"/>
    <p:sldLayoutId id="2147484141" r:id="rId8"/>
    <p:sldLayoutId id="2147484142" r:id="rId9"/>
    <p:sldLayoutId id="2147484143" r:id="rId10"/>
    <p:sldLayoutId id="2147484144" r:id="rId11"/>
    <p:sldLayoutId id="2147484145" r:id="rId12"/>
    <p:sldLayoutId id="2147484146" r:id="rId13"/>
    <p:sldLayoutId id="2147484147" r:id="rId14"/>
    <p:sldLayoutId id="2147484148" r:id="rId15"/>
    <p:sldLayoutId id="2147484149" r:id="rId16"/>
    <p:sldLayoutId id="2147484150" r:id="rId17"/>
    <p:sldLayoutId id="2147484151" r:id="rId18"/>
    <p:sldLayoutId id="2147484152" r:id="rId19"/>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rtl="0" eaLnBrk="1" fontAlgn="base" hangingPunct="1">
        <a:lnSpc>
          <a:spcPct val="90000"/>
        </a:lnSpc>
        <a:spcBef>
          <a:spcPct val="0"/>
        </a:spcBef>
        <a:spcAft>
          <a:spcPct val="0"/>
        </a:spcAft>
        <a:defRPr sz="3600" b="0" cap="all" baseline="0">
          <a:solidFill>
            <a:schemeClr val="bg1"/>
          </a:solidFill>
          <a:latin typeface="Trebuchet MS" panose="020B0603020202020204" pitchFamily="34" charset="0"/>
          <a:ea typeface="+mj-ea"/>
          <a:cs typeface="+mj-cs"/>
        </a:defRPr>
      </a:lvl1pPr>
      <a:lvl2pPr algn="l" rtl="0" eaLnBrk="1" fontAlgn="base" hangingPunct="1">
        <a:spcBef>
          <a:spcPct val="0"/>
        </a:spcBef>
        <a:spcAft>
          <a:spcPct val="0"/>
        </a:spcAft>
        <a:defRPr sz="3200" b="1">
          <a:solidFill>
            <a:srgbClr val="73B900"/>
          </a:solidFill>
          <a:latin typeface="Arial" charset="0"/>
        </a:defRPr>
      </a:lvl2pPr>
      <a:lvl3pPr algn="l" rtl="0" eaLnBrk="1" fontAlgn="base" hangingPunct="1">
        <a:spcBef>
          <a:spcPct val="0"/>
        </a:spcBef>
        <a:spcAft>
          <a:spcPct val="0"/>
        </a:spcAft>
        <a:defRPr sz="3200" b="1">
          <a:solidFill>
            <a:srgbClr val="73B900"/>
          </a:solidFill>
          <a:latin typeface="Arial" charset="0"/>
        </a:defRPr>
      </a:lvl3pPr>
      <a:lvl4pPr algn="l" rtl="0" eaLnBrk="1" fontAlgn="base" hangingPunct="1">
        <a:spcBef>
          <a:spcPct val="0"/>
        </a:spcBef>
        <a:spcAft>
          <a:spcPct val="0"/>
        </a:spcAft>
        <a:defRPr sz="3200" b="1">
          <a:solidFill>
            <a:srgbClr val="73B900"/>
          </a:solidFill>
          <a:latin typeface="Arial" charset="0"/>
        </a:defRPr>
      </a:lvl4pPr>
      <a:lvl5pPr algn="l" rtl="0" eaLnBrk="1" fontAlgn="base" hangingPunct="1">
        <a:spcBef>
          <a:spcPct val="0"/>
        </a:spcBef>
        <a:spcAft>
          <a:spcPct val="0"/>
        </a:spcAft>
        <a:defRPr sz="3200" b="1">
          <a:solidFill>
            <a:srgbClr val="73B900"/>
          </a:solidFill>
          <a:latin typeface="Arial" charset="0"/>
        </a:defRPr>
      </a:lvl5pPr>
      <a:lvl6pPr marL="457200" algn="l" rtl="0" eaLnBrk="1" fontAlgn="base" hangingPunct="1">
        <a:spcBef>
          <a:spcPct val="0"/>
        </a:spcBef>
        <a:spcAft>
          <a:spcPct val="0"/>
        </a:spcAft>
        <a:defRPr sz="3200" b="1">
          <a:solidFill>
            <a:srgbClr val="73B900"/>
          </a:solidFill>
          <a:latin typeface="Arial" charset="0"/>
        </a:defRPr>
      </a:lvl6pPr>
      <a:lvl7pPr marL="914400" algn="l" rtl="0" eaLnBrk="1" fontAlgn="base" hangingPunct="1">
        <a:spcBef>
          <a:spcPct val="0"/>
        </a:spcBef>
        <a:spcAft>
          <a:spcPct val="0"/>
        </a:spcAft>
        <a:defRPr sz="3200" b="1">
          <a:solidFill>
            <a:srgbClr val="73B900"/>
          </a:solidFill>
          <a:latin typeface="Arial" charset="0"/>
        </a:defRPr>
      </a:lvl7pPr>
      <a:lvl8pPr marL="1371600" algn="l" rtl="0" eaLnBrk="1" fontAlgn="base" hangingPunct="1">
        <a:spcBef>
          <a:spcPct val="0"/>
        </a:spcBef>
        <a:spcAft>
          <a:spcPct val="0"/>
        </a:spcAft>
        <a:defRPr sz="3200" b="1">
          <a:solidFill>
            <a:srgbClr val="73B900"/>
          </a:solidFill>
          <a:latin typeface="Arial" charset="0"/>
        </a:defRPr>
      </a:lvl8pPr>
      <a:lvl9pPr marL="1828800" algn="l" rtl="0" eaLnBrk="1" fontAlgn="base" hangingPunct="1">
        <a:spcBef>
          <a:spcPct val="0"/>
        </a:spcBef>
        <a:spcAft>
          <a:spcPct val="0"/>
        </a:spcAft>
        <a:defRPr sz="3200" b="1">
          <a:solidFill>
            <a:srgbClr val="73B900"/>
          </a:solidFill>
          <a:latin typeface="Arial" charset="0"/>
        </a:defRPr>
      </a:lvl9pPr>
    </p:titleStyle>
    <p:bodyStyle>
      <a:lvl1pPr marL="0" indent="0" algn="l" rtl="0" eaLnBrk="1" fontAlgn="base" hangingPunct="1">
        <a:lnSpc>
          <a:spcPct val="90000"/>
        </a:lnSpc>
        <a:spcBef>
          <a:spcPts val="900"/>
        </a:spcBef>
        <a:spcAft>
          <a:spcPts val="900"/>
        </a:spcAft>
        <a:buClr>
          <a:schemeClr val="bg2"/>
        </a:buClr>
        <a:buSzPct val="100000"/>
        <a:buFontTx/>
        <a:buNone/>
        <a:defRPr sz="1400" b="0">
          <a:solidFill>
            <a:schemeClr val="accent4"/>
          </a:solidFill>
          <a:latin typeface="Trebuchet MS" pitchFamily="34" charset="0"/>
          <a:ea typeface="+mn-ea"/>
          <a:cs typeface="+mn-cs"/>
        </a:defRPr>
      </a:lvl1pPr>
      <a:lvl2pPr marL="571500" indent="0" algn="l" rtl="0" eaLnBrk="1" fontAlgn="base" hangingPunct="1">
        <a:lnSpc>
          <a:spcPct val="90000"/>
        </a:lnSpc>
        <a:spcBef>
          <a:spcPts val="900"/>
        </a:spcBef>
        <a:spcAft>
          <a:spcPts val="900"/>
        </a:spcAft>
        <a:buClr>
          <a:schemeClr val="bg2"/>
        </a:buClr>
        <a:buSzPct val="100000"/>
        <a:buFontTx/>
        <a:buNone/>
        <a:defRPr sz="1200" b="0">
          <a:solidFill>
            <a:schemeClr val="accent4"/>
          </a:solidFill>
          <a:latin typeface="Trebuchet MS" pitchFamily="34" charset="0"/>
        </a:defRPr>
      </a:lvl2pPr>
      <a:lvl3pPr marL="1089025" indent="0" algn="l" rtl="0" eaLnBrk="1" fontAlgn="base" hangingPunct="1">
        <a:lnSpc>
          <a:spcPct val="90000"/>
        </a:lnSpc>
        <a:spcBef>
          <a:spcPts val="900"/>
        </a:spcBef>
        <a:spcAft>
          <a:spcPts val="900"/>
        </a:spcAft>
        <a:buClr>
          <a:schemeClr val="bg2"/>
        </a:buClr>
        <a:buSzPct val="100000"/>
        <a:buFontTx/>
        <a:buNone/>
        <a:defRPr sz="1100" b="0">
          <a:solidFill>
            <a:schemeClr val="accent4"/>
          </a:solidFill>
          <a:latin typeface="Trebuchet MS" pitchFamily="34" charset="0"/>
        </a:defRPr>
      </a:lvl3pPr>
      <a:lvl4pPr marL="1774825" indent="-228600" algn="l" rtl="0" eaLnBrk="1" fontAlgn="base" hangingPunct="1">
        <a:spcBef>
          <a:spcPct val="20000"/>
        </a:spcBef>
        <a:spcAft>
          <a:spcPct val="0"/>
        </a:spcAft>
        <a:buChar char="–"/>
        <a:defRPr sz="2000">
          <a:solidFill>
            <a:schemeClr val="bg1"/>
          </a:solidFill>
          <a:latin typeface="+mn-lt"/>
        </a:defRPr>
      </a:lvl4pPr>
      <a:lvl5pPr marL="2117725" indent="-228600" algn="l" rtl="0" eaLnBrk="1" fontAlgn="base" hangingPunct="1">
        <a:spcBef>
          <a:spcPct val="20000"/>
        </a:spcBef>
        <a:spcAft>
          <a:spcPct val="0"/>
        </a:spcAft>
        <a:buChar char="»"/>
        <a:defRPr sz="2000">
          <a:solidFill>
            <a:schemeClr val="bg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9743" y="653532"/>
            <a:ext cx="9973315"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a:t>마스터 제목 스타일을 편집하려면 클릭</a:t>
            </a:r>
          </a:p>
        </p:txBody>
      </p:sp>
      <p:sp>
        <p:nvSpPr>
          <p:cNvPr id="1027" name="Rectangle 3"/>
          <p:cNvSpPr>
            <a:spLocks noGrp="1" noChangeArrowheads="1"/>
          </p:cNvSpPr>
          <p:nvPr>
            <p:ph type="body" idx="1"/>
          </p:nvPr>
        </p:nvSpPr>
        <p:spPr bwMode="auto">
          <a:xfrm>
            <a:off x="517402" y="2002367"/>
            <a:ext cx="9948931" cy="39080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마스터 텍스트 스타일을 편집하려면 클릭</a:t>
            </a:r>
          </a:p>
          <a:p>
            <a:pPr lvl="1"/>
            <a:r>
              <a:rPr lang="en-US"/>
              <a:t>레벨 2</a:t>
            </a:r>
          </a:p>
          <a:p>
            <a:pPr lvl="2"/>
            <a:r>
              <a:rPr lang="en-US"/>
              <a:t>레벨 3</a:t>
            </a:r>
          </a:p>
        </p:txBody>
      </p:sp>
      <p:pic>
        <p:nvPicPr>
          <p:cNvPr id="9" name="Picture 8">
            <a:extLst>
              <a:ext uri="{FF2B5EF4-FFF2-40B4-BE49-F238E27FC236}">
                <a16:creationId xmlns:a16="http://schemas.microsoft.com/office/drawing/2014/main" id="{1D69214B-99AB-46ED-9864-662329C3618F}"/>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10130818" y="5785419"/>
            <a:ext cx="580688" cy="206321"/>
          </a:xfrm>
          <a:prstGeom prst="rect">
            <a:avLst/>
          </a:prstGeom>
        </p:spPr>
      </p:pic>
    </p:spTree>
    <p:extLst>
      <p:ext uri="{BB962C8B-B14F-4D97-AF65-F5344CB8AC3E}">
        <p14:creationId xmlns:p14="http://schemas.microsoft.com/office/powerpoint/2010/main" val="1893632910"/>
      </p:ext>
    </p:extLst>
  </p:cSld>
  <p:clrMap bg1="dk2" tx1="lt1" bg2="dk1" tx2="lt2" accent1="accent1" accent2="accent2" accent3="accent3" accent4="accent4" accent5="accent5" accent6="accent6" hlink="hlink" folHlink="folHlink"/>
  <p:sldLayoutIdLst>
    <p:sldLayoutId id="2147484154" r:id="rId1"/>
    <p:sldLayoutId id="2147484155" r:id="rId2"/>
    <p:sldLayoutId id="2147484156" r:id="rId3"/>
    <p:sldLayoutId id="2147484157" r:id="rId4"/>
    <p:sldLayoutId id="2147484158" r:id="rId5"/>
    <p:sldLayoutId id="2147484159" r:id="rId6"/>
    <p:sldLayoutId id="2147484160" r:id="rId7"/>
    <p:sldLayoutId id="2147484161" r:id="rId8"/>
    <p:sldLayoutId id="2147484162" r:id="rId9"/>
    <p:sldLayoutId id="2147484163" r:id="rId10"/>
    <p:sldLayoutId id="2147484164" r:id="rId11"/>
    <p:sldLayoutId id="2147484165" r:id="rId12"/>
    <p:sldLayoutId id="2147484166" r:id="rId13"/>
    <p:sldLayoutId id="2147484167" r:id="rId14"/>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rtl="0" eaLnBrk="1" fontAlgn="base" hangingPunct="1">
        <a:lnSpc>
          <a:spcPct val="90000"/>
        </a:lnSpc>
        <a:spcBef>
          <a:spcPct val="0"/>
        </a:spcBef>
        <a:spcAft>
          <a:spcPct val="0"/>
        </a:spcAft>
        <a:defRPr sz="3600" b="1" cap="all" baseline="0">
          <a:solidFill>
            <a:schemeClr val="bg1"/>
          </a:solidFill>
          <a:latin typeface="Trebuchet MS" panose="020B0603020202020204" pitchFamily="34" charset="0"/>
          <a:ea typeface="+mj-ea"/>
          <a:cs typeface="+mj-cs"/>
        </a:defRPr>
      </a:lvl1pPr>
      <a:lvl2pPr algn="l" rtl="0" eaLnBrk="1" fontAlgn="base" hangingPunct="1">
        <a:spcBef>
          <a:spcPct val="0"/>
        </a:spcBef>
        <a:spcAft>
          <a:spcPct val="0"/>
        </a:spcAft>
        <a:defRPr sz="3200" b="1">
          <a:solidFill>
            <a:srgbClr val="73B900"/>
          </a:solidFill>
          <a:latin typeface="Arial" charset="0"/>
        </a:defRPr>
      </a:lvl2pPr>
      <a:lvl3pPr algn="l" rtl="0" eaLnBrk="1" fontAlgn="base" hangingPunct="1">
        <a:spcBef>
          <a:spcPct val="0"/>
        </a:spcBef>
        <a:spcAft>
          <a:spcPct val="0"/>
        </a:spcAft>
        <a:defRPr sz="3200" b="1">
          <a:solidFill>
            <a:srgbClr val="73B900"/>
          </a:solidFill>
          <a:latin typeface="Arial" charset="0"/>
        </a:defRPr>
      </a:lvl3pPr>
      <a:lvl4pPr algn="l" rtl="0" eaLnBrk="1" fontAlgn="base" hangingPunct="1">
        <a:spcBef>
          <a:spcPct val="0"/>
        </a:spcBef>
        <a:spcAft>
          <a:spcPct val="0"/>
        </a:spcAft>
        <a:defRPr sz="3200" b="1">
          <a:solidFill>
            <a:srgbClr val="73B900"/>
          </a:solidFill>
          <a:latin typeface="Arial" charset="0"/>
        </a:defRPr>
      </a:lvl4pPr>
      <a:lvl5pPr algn="l" rtl="0" eaLnBrk="1" fontAlgn="base" hangingPunct="1">
        <a:spcBef>
          <a:spcPct val="0"/>
        </a:spcBef>
        <a:spcAft>
          <a:spcPct val="0"/>
        </a:spcAft>
        <a:defRPr sz="3200" b="1">
          <a:solidFill>
            <a:srgbClr val="73B900"/>
          </a:solidFill>
          <a:latin typeface="Arial" charset="0"/>
        </a:defRPr>
      </a:lvl5pPr>
      <a:lvl6pPr marL="457200" algn="l" rtl="0" eaLnBrk="1" fontAlgn="base" hangingPunct="1">
        <a:spcBef>
          <a:spcPct val="0"/>
        </a:spcBef>
        <a:spcAft>
          <a:spcPct val="0"/>
        </a:spcAft>
        <a:defRPr sz="3200" b="1">
          <a:solidFill>
            <a:srgbClr val="73B900"/>
          </a:solidFill>
          <a:latin typeface="Arial" charset="0"/>
        </a:defRPr>
      </a:lvl6pPr>
      <a:lvl7pPr marL="914400" algn="l" rtl="0" eaLnBrk="1" fontAlgn="base" hangingPunct="1">
        <a:spcBef>
          <a:spcPct val="0"/>
        </a:spcBef>
        <a:spcAft>
          <a:spcPct val="0"/>
        </a:spcAft>
        <a:defRPr sz="3200" b="1">
          <a:solidFill>
            <a:srgbClr val="73B900"/>
          </a:solidFill>
          <a:latin typeface="Arial" charset="0"/>
        </a:defRPr>
      </a:lvl7pPr>
      <a:lvl8pPr marL="1371600" algn="l" rtl="0" eaLnBrk="1" fontAlgn="base" hangingPunct="1">
        <a:spcBef>
          <a:spcPct val="0"/>
        </a:spcBef>
        <a:spcAft>
          <a:spcPct val="0"/>
        </a:spcAft>
        <a:defRPr sz="3200" b="1">
          <a:solidFill>
            <a:srgbClr val="73B900"/>
          </a:solidFill>
          <a:latin typeface="Arial" charset="0"/>
        </a:defRPr>
      </a:lvl8pPr>
      <a:lvl9pPr marL="1828800" algn="l" rtl="0" eaLnBrk="1" fontAlgn="base" hangingPunct="1">
        <a:spcBef>
          <a:spcPct val="0"/>
        </a:spcBef>
        <a:spcAft>
          <a:spcPct val="0"/>
        </a:spcAft>
        <a:defRPr sz="3200" b="1">
          <a:solidFill>
            <a:srgbClr val="73B900"/>
          </a:solidFill>
          <a:latin typeface="Arial" charset="0"/>
        </a:defRPr>
      </a:lvl9pPr>
    </p:titleStyle>
    <p:bodyStyle>
      <a:lvl1pPr marL="0" indent="0" algn="l" rtl="0" eaLnBrk="1" fontAlgn="base" hangingPunct="1">
        <a:lnSpc>
          <a:spcPct val="90000"/>
        </a:lnSpc>
        <a:spcBef>
          <a:spcPts val="900"/>
        </a:spcBef>
        <a:spcAft>
          <a:spcPts val="900"/>
        </a:spcAft>
        <a:buClr>
          <a:schemeClr val="bg2"/>
        </a:buClr>
        <a:buSzPct val="100000"/>
        <a:buFontTx/>
        <a:buNone/>
        <a:defRPr sz="2000" b="0">
          <a:solidFill>
            <a:schemeClr val="bg1"/>
          </a:solidFill>
          <a:latin typeface="Trebuchet MS" pitchFamily="34" charset="0"/>
          <a:ea typeface="+mn-ea"/>
          <a:cs typeface="+mn-cs"/>
        </a:defRPr>
      </a:lvl1pPr>
      <a:lvl2pPr marL="571500" indent="0" algn="l" rtl="0" eaLnBrk="1" fontAlgn="base" hangingPunct="1">
        <a:lnSpc>
          <a:spcPct val="90000"/>
        </a:lnSpc>
        <a:spcBef>
          <a:spcPts val="900"/>
        </a:spcBef>
        <a:spcAft>
          <a:spcPts val="900"/>
        </a:spcAft>
        <a:buClr>
          <a:schemeClr val="bg2"/>
        </a:buClr>
        <a:buSzPct val="100000"/>
        <a:buFontTx/>
        <a:buNone/>
        <a:defRPr sz="1800" b="0">
          <a:solidFill>
            <a:schemeClr val="bg1"/>
          </a:solidFill>
          <a:latin typeface="Trebuchet MS" pitchFamily="34" charset="0"/>
        </a:defRPr>
      </a:lvl2pPr>
      <a:lvl3pPr marL="1089025" indent="0" algn="l" rtl="0" eaLnBrk="1" fontAlgn="base" hangingPunct="1">
        <a:lnSpc>
          <a:spcPct val="90000"/>
        </a:lnSpc>
        <a:spcBef>
          <a:spcPts val="900"/>
        </a:spcBef>
        <a:spcAft>
          <a:spcPts val="900"/>
        </a:spcAft>
        <a:buClr>
          <a:schemeClr val="bg2"/>
        </a:buClr>
        <a:buSzPct val="100000"/>
        <a:buFontTx/>
        <a:buNone/>
        <a:defRPr sz="1600" b="0">
          <a:solidFill>
            <a:schemeClr val="bg1"/>
          </a:solidFill>
          <a:latin typeface="Trebuchet MS" pitchFamily="34" charset="0"/>
        </a:defRPr>
      </a:lvl3pPr>
      <a:lvl4pPr marL="1774825" indent="-228600" algn="l" rtl="0" eaLnBrk="1" fontAlgn="base" hangingPunct="1">
        <a:spcBef>
          <a:spcPct val="20000"/>
        </a:spcBef>
        <a:spcAft>
          <a:spcPct val="0"/>
        </a:spcAft>
        <a:buChar char="–"/>
        <a:defRPr sz="2000">
          <a:solidFill>
            <a:schemeClr val="bg1"/>
          </a:solidFill>
          <a:latin typeface="+mn-lt"/>
        </a:defRPr>
      </a:lvl4pPr>
      <a:lvl5pPr marL="2117725" indent="-228600" algn="l" rtl="0" eaLnBrk="1" fontAlgn="base" hangingPunct="1">
        <a:spcBef>
          <a:spcPct val="20000"/>
        </a:spcBef>
        <a:spcAft>
          <a:spcPct val="0"/>
        </a:spcAft>
        <a:buChar char="»"/>
        <a:defRPr sz="2000">
          <a:solidFill>
            <a:schemeClr val="bg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0.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0.jp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40.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0.xml"/></Relationships>
</file>

<file path=ppt/slides/_rels/slide6.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sv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svg"/><Relationship Id="rId9" Type="http://schemas.openxmlformats.org/officeDocument/2006/relationships/image" Target="../media/image34.svg"/></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sv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svg"/><Relationship Id="rId9" Type="http://schemas.openxmlformats.org/officeDocument/2006/relationships/image" Target="../media/image34.svg"/></Relationships>
</file>

<file path=ppt/slides/_rels/slide8.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20.png"/></Relationships>
</file>

<file path=ppt/slides/_rels/slide9.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2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0.xml"/></Relationships>
</file>

<file path=ppt/slides/_rels/slide2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5.xml"/><Relationship Id="rId1" Type="http://schemas.openxmlformats.org/officeDocument/2006/relationships/slideLayout" Target="../slideLayouts/slideLayout17.xml"/><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ubtitle 1">
            <a:extLst>
              <a:ext uri="{FF2B5EF4-FFF2-40B4-BE49-F238E27FC236}">
                <a16:creationId xmlns:a16="http://schemas.microsoft.com/office/drawing/2014/main" id="{6A39A8DE-996D-4C9D-B266-E1B389FD34E8}"/>
              </a:ext>
            </a:extLst>
          </p:cNvPr>
          <p:cNvSpPr>
            <a:spLocks noGrp="1"/>
          </p:cNvSpPr>
          <p:nvPr>
            <p:ph type="subTitle" idx="1"/>
          </p:nvPr>
        </p:nvSpPr>
        <p:spPr/>
        <p:txBody>
          <a:bodyPr/>
          <a:lstStyle/>
          <a:p>
            <a:r>
              <a:rPr lang="en-US" sz="2000" dirty="0"/>
              <a:t>3부: CNN(Convolutional Neural Network)</a:t>
            </a:r>
          </a:p>
        </p:txBody>
      </p:sp>
      <p:sp>
        <p:nvSpPr>
          <p:cNvPr id="5" name="Title 10"/>
          <p:cNvSpPr>
            <a:spLocks noGrp="1"/>
          </p:cNvSpPr>
          <p:nvPr>
            <p:ph type="title"/>
          </p:nvPr>
        </p:nvSpPr>
        <p:spPr>
          <a:xfrm>
            <a:off x="685800" y="3362960"/>
            <a:ext cx="5815584" cy="1643255"/>
          </a:xfrm>
        </p:spPr>
        <p:txBody>
          <a:bodyPr wrap="square" anchor="b">
            <a:noAutofit/>
          </a:bodyPr>
          <a:lstStyle/>
          <a:p>
            <a:r>
              <a:rPr lang="en-GB" sz="4000" dirty="0"/>
              <a:t>딥러닝의 </a:t>
            </a:r>
            <a:br>
              <a:rPr lang="en-GB" sz="4000" dirty="0"/>
            </a:br>
            <a:r>
              <a:rPr lang="en-GB" sz="4000" dirty="0"/>
              <a:t>기초</a:t>
            </a:r>
            <a:endParaRPr lang="en-US" sz="4000" dirty="0"/>
          </a:p>
        </p:txBody>
      </p:sp>
    </p:spTree>
    <p:extLst>
      <p:ext uri="{BB962C8B-B14F-4D97-AF65-F5344CB8AC3E}">
        <p14:creationId xmlns:p14="http://schemas.microsoft.com/office/powerpoint/2010/main" val="3116770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7424F32-2789-4FF9-8E8A-1252284BF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17528"/>
            <a:ext cx="10972800" cy="3695347"/>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1" name="Picture 10">
            <a:extLst>
              <a:ext uri="{FF2B5EF4-FFF2-40B4-BE49-F238E27FC236}">
                <a16:creationId xmlns:a16="http://schemas.microsoft.com/office/drawing/2014/main" id="{D708C46E-BB60-4B97-8327-D3A475C008E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5513832"/>
            <a:ext cx="10972800" cy="668655"/>
          </a:xfrm>
          <a:prstGeom prst="rect">
            <a:avLst/>
          </a:prstGeom>
        </p:spPr>
      </p:pic>
      <p:cxnSp>
        <p:nvCxnSpPr>
          <p:cNvPr id="13" name="Straight Connector 12">
            <a:extLst>
              <a:ext uri="{FF2B5EF4-FFF2-40B4-BE49-F238E27FC236}">
                <a16:creationId xmlns:a16="http://schemas.microsoft.com/office/drawing/2014/main" id="{8042755C-F24C-4D08-8E4C-E646382C36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515571"/>
            <a:ext cx="109728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3E94A00-1A92-47F4-9E2D-E51DFF9016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7" name="Rectangle 16">
            <a:extLst>
              <a:ext uri="{FF2B5EF4-FFF2-40B4-BE49-F238E27FC236}">
                <a16:creationId xmlns:a16="http://schemas.microsoft.com/office/drawing/2014/main" id="{32D32A60-013B-47A8-8833-D24240809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0972526" cy="6172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9" name="Rectangle 18">
            <a:extLst>
              <a:ext uri="{FF2B5EF4-FFF2-40B4-BE49-F238E27FC236}">
                <a16:creationId xmlns:a16="http://schemas.microsoft.com/office/drawing/2014/main" id="{AE27932B-B694-4C4C-90D7-A0333A7C5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17528"/>
            <a:ext cx="10972800" cy="3695347"/>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1306421" y="2072742"/>
            <a:ext cx="2944883" cy="2406778"/>
          </a:xfrm>
        </p:spPr>
        <p:txBody>
          <a:bodyPr vert="horz" lIns="91440" tIns="45720" rIns="91440" bIns="45720" rtlCol="0" anchor="t">
            <a:normAutofit/>
          </a:bodyPr>
          <a:lstStyle/>
          <a:p>
            <a:pPr algn="l" defTabSz="914400"/>
            <a:r>
              <a:rPr lang="ko-KR" altLang="en-US" sz="3200" dirty="0">
                <a:solidFill>
                  <a:schemeClr val="tx1"/>
                </a:solidFill>
              </a:rPr>
              <a:t>목차</a:t>
            </a:r>
            <a:endParaRPr lang="en-US" sz="3200" dirty="0">
              <a:solidFill>
                <a:schemeClr val="tx1"/>
              </a:solidFill>
            </a:endParaRPr>
          </a:p>
        </p:txBody>
      </p:sp>
      <p:cxnSp>
        <p:nvCxnSpPr>
          <p:cNvPr id="21" name="Straight Connector 20">
            <a:extLst>
              <a:ext uri="{FF2B5EF4-FFF2-40B4-BE49-F238E27FC236}">
                <a16:creationId xmlns:a16="http://schemas.microsoft.com/office/drawing/2014/main" id="{9EBB0476-5CF0-4F44-8D68-5D42D7AEE4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6421" y="1931887"/>
            <a:ext cx="294488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3" name="Title 1">
            <a:extLst>
              <a:ext uri="{FF2B5EF4-FFF2-40B4-BE49-F238E27FC236}">
                <a16:creationId xmlns:a16="http://schemas.microsoft.com/office/drawing/2014/main" id="{A9DA474E-6B91-4200-840F-0257B2358A7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6422" y="2810246"/>
            <a:ext cx="3177141" cy="94431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marL="0" marR="0" lvl="0" indent="0" algn="l" defTabSz="914400" rtl="0" eaLnBrk="1" fontAlgn="base" latinLnBrk="0" hangingPunct="1">
              <a:lnSpc>
                <a:spcPct val="90000"/>
              </a:lnSpc>
              <a:spcBef>
                <a:spcPct val="0"/>
              </a:spcBef>
              <a:spcAft>
                <a:spcPct val="0"/>
              </a:spcAft>
              <a:buClrTx/>
              <a:buSzTx/>
              <a:buFontTx/>
              <a:buNone/>
              <a:tabLst/>
              <a:defRPr/>
            </a:pPr>
            <a:endPar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endParaRPr>
          </a:p>
        </p:txBody>
      </p:sp>
      <p:pic>
        <p:nvPicPr>
          <p:cNvPr id="25" name="Picture 24">
            <a:extLst>
              <a:ext uri="{FF2B5EF4-FFF2-40B4-BE49-F238E27FC236}">
                <a16:creationId xmlns:a16="http://schemas.microsoft.com/office/drawing/2014/main" id="{DF63C9AD-AE6E-4512-8171-91612E84CC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5513832"/>
            <a:ext cx="10972800" cy="668655"/>
          </a:xfrm>
          <a:prstGeom prst="rect">
            <a:avLst/>
          </a:prstGeom>
        </p:spPr>
      </p:pic>
      <p:cxnSp>
        <p:nvCxnSpPr>
          <p:cNvPr id="27" name="Straight Connector 26">
            <a:extLst>
              <a:ext uri="{FF2B5EF4-FFF2-40B4-BE49-F238E27FC236}">
                <a16:creationId xmlns:a16="http://schemas.microsoft.com/office/drawing/2014/main" id="{FE1A49CE-B63D-457A-A180-1C883E1A63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515571"/>
            <a:ext cx="109728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5ADF2817-7EA3-4ADB-9415-6817F45B6886}"/>
              </a:ext>
            </a:extLst>
          </p:cNvPr>
          <p:cNvGraphicFramePr>
            <a:graphicFrameLocks noGrp="1"/>
          </p:cNvGraphicFramePr>
          <p:nvPr>
            <p:ph idx="1"/>
          </p:nvPr>
        </p:nvGraphicFramePr>
        <p:xfrm>
          <a:off x="4627721" y="722947"/>
          <a:ext cx="5322094" cy="417337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112171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17528"/>
            <a:ext cx="10972800" cy="3695347"/>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69" name="Picture 68">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5513832"/>
            <a:ext cx="10972800" cy="668655"/>
          </a:xfrm>
          <a:prstGeom prst="rect">
            <a:avLst/>
          </a:prstGeom>
        </p:spPr>
      </p:pic>
      <p:cxnSp>
        <p:nvCxnSpPr>
          <p:cNvPr id="71" name="Straight Connector 70">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515571"/>
            <a:ext cx="109728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75" name="Rectangle 74">
            <a:extLst>
              <a:ext uri="{FF2B5EF4-FFF2-40B4-BE49-F238E27FC236}">
                <a16:creationId xmlns:a16="http://schemas.microsoft.com/office/drawing/2014/main" id="{FD6EDB49-211E-499D-9A08-6C5FF3D06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0972526" cy="6172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77" name="Rectangle 76">
            <a:extLst>
              <a:ext uri="{FF2B5EF4-FFF2-40B4-BE49-F238E27FC236}">
                <a16:creationId xmlns:a16="http://schemas.microsoft.com/office/drawing/2014/main" id="{38F9F37E-D3CF-4F3D-96C2-25307819D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17528"/>
            <a:ext cx="10972800" cy="3695347"/>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79" name="Rectangle 78">
            <a:extLst>
              <a:ext uri="{FF2B5EF4-FFF2-40B4-BE49-F238E27FC236}">
                <a16:creationId xmlns:a16="http://schemas.microsoft.com/office/drawing/2014/main" id="{C5FFF17D-767C-40E7-8C89-962F1F54BC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8997" y="574657"/>
            <a:ext cx="9814806" cy="4359095"/>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81" name="Rectangle 80">
            <a:extLst>
              <a:ext uri="{FF2B5EF4-FFF2-40B4-BE49-F238E27FC236}">
                <a16:creationId xmlns:a16="http://schemas.microsoft.com/office/drawing/2014/main" id="{E69F39E1-619D-4D9E-8823-8BD8CC320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 y="779100"/>
            <a:ext cx="9406433" cy="3950208"/>
          </a:xfrm>
          <a:prstGeom prst="rect">
            <a:avLst/>
          </a:prstGeom>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1002">
            <a:schemeClr val="dk2"/>
          </a:fillRef>
          <a:effectRef idx="2">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83" name="Rectangle 82">
            <a:extLst>
              <a:ext uri="{FF2B5EF4-FFF2-40B4-BE49-F238E27FC236}">
                <a16:creationId xmlns:a16="http://schemas.microsoft.com/office/drawing/2014/main" id="{C8C53F47-DF50-454F-A5A6-6B969748D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1316" y="927233"/>
            <a:ext cx="9110167" cy="3653942"/>
          </a:xfrm>
          <a:prstGeom prst="rect">
            <a:avLst/>
          </a:prstGeom>
          <a:noFill/>
          <a:ln>
            <a:solidFill>
              <a:srgbClr val="DFD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1306421" y="1238447"/>
            <a:ext cx="8465302" cy="902691"/>
          </a:xfrm>
        </p:spPr>
        <p:txBody>
          <a:bodyPr vert="horz" lIns="91440" tIns="45720" rIns="91440" bIns="45720" rtlCol="0" anchor="ctr">
            <a:normAutofit/>
          </a:bodyPr>
          <a:lstStyle/>
          <a:p>
            <a:pPr algn="l" defTabSz="914400"/>
            <a:r>
              <a:rPr lang="ko-KR" altLang="en-US" sz="3200" dirty="0">
                <a:solidFill>
                  <a:srgbClr val="FFFFFF"/>
                </a:solidFill>
              </a:rPr>
              <a:t>목차</a:t>
            </a:r>
            <a:r>
              <a:rPr lang="en-US" sz="3200" b="0" i="0" kern="1200" cap="all" dirty="0">
                <a:solidFill>
                  <a:srgbClr val="FFFFFF"/>
                </a:solidFill>
                <a:effectLst/>
                <a:latin typeface="+mj-lt"/>
                <a:ea typeface="+mj-ea"/>
                <a:cs typeface="+mj-cs"/>
              </a:rPr>
              <a:t> – 3부</a:t>
            </a:r>
          </a:p>
        </p:txBody>
      </p:sp>
      <p:sp>
        <p:nvSpPr>
          <p:cNvPr id="3" name="Content Placeholder 2">
            <a:extLst>
              <a:ext uri="{FF2B5EF4-FFF2-40B4-BE49-F238E27FC236}">
                <a16:creationId xmlns:a16="http://schemas.microsoft.com/office/drawing/2014/main" id="{BC9C6C09-1E64-CA4F-8494-490CAA3DF388}"/>
              </a:ext>
            </a:extLst>
          </p:cNvPr>
          <p:cNvSpPr>
            <a:spLocks noGrp="1"/>
          </p:cNvSpPr>
          <p:nvPr>
            <p:ph idx="1"/>
          </p:nvPr>
        </p:nvSpPr>
        <p:spPr>
          <a:xfrm>
            <a:off x="1306421" y="2218491"/>
            <a:ext cx="8465302" cy="2163214"/>
          </a:xfrm>
        </p:spPr>
        <p:txBody>
          <a:bodyPr vert="horz" lIns="91440" tIns="45720" rIns="91440" bIns="45720" rtlCol="0" anchor="t">
            <a:normAutofit/>
          </a:bodyPr>
          <a:lstStyle/>
          <a:p>
            <a:pPr marL="457200" indent="-228600" defTabSz="914400">
              <a:lnSpc>
                <a:spcPct val="110000"/>
              </a:lnSpc>
              <a:buClr>
                <a:schemeClr val="accent1"/>
              </a:buClr>
              <a:buFont typeface="Arial" panose="020B0604020202020204" pitchFamily="34" charset="0"/>
              <a:buChar char="•"/>
            </a:pPr>
            <a:r>
              <a:rPr lang="en-US" sz="1400" dirty="0">
                <a:solidFill>
                  <a:srgbClr val="FFFFFF"/>
                </a:solidFill>
              </a:rPr>
              <a:t>커널과 합성곱</a:t>
            </a:r>
          </a:p>
          <a:p>
            <a:pPr marL="457200" indent="-228600" defTabSz="914400">
              <a:lnSpc>
                <a:spcPct val="110000"/>
              </a:lnSpc>
              <a:buClr>
                <a:schemeClr val="accent1"/>
              </a:buClr>
              <a:buFont typeface="Arial" panose="020B0604020202020204" pitchFamily="34" charset="0"/>
              <a:buChar char="•"/>
            </a:pPr>
            <a:r>
              <a:rPr lang="en-US" sz="1400" dirty="0">
                <a:solidFill>
                  <a:srgbClr val="FFFFFF"/>
                </a:solidFill>
              </a:rPr>
              <a:t>커널과 뉴럴 네트워크</a:t>
            </a:r>
          </a:p>
          <a:p>
            <a:pPr marL="457200" indent="-228600" defTabSz="914400">
              <a:lnSpc>
                <a:spcPct val="110000"/>
              </a:lnSpc>
              <a:buClr>
                <a:schemeClr val="accent1"/>
              </a:buClr>
              <a:buFont typeface="Arial" panose="020B0604020202020204" pitchFamily="34" charset="0"/>
              <a:buChar char="•"/>
            </a:pPr>
            <a:r>
              <a:rPr lang="en-US" sz="1400" dirty="0">
                <a:solidFill>
                  <a:srgbClr val="FFFFFF"/>
                </a:solidFill>
              </a:rPr>
              <a:t>모델의 다른 레이어</a:t>
            </a:r>
          </a:p>
          <a:p>
            <a:pPr marL="457200" indent="-228600" defTabSz="914400">
              <a:lnSpc>
                <a:spcPct val="110000"/>
              </a:lnSpc>
              <a:buClr>
                <a:schemeClr val="accent1"/>
              </a:buClr>
              <a:buFont typeface="Arial" panose="020B0604020202020204" pitchFamily="34" charset="0"/>
              <a:buChar char="•"/>
            </a:pPr>
            <a:endParaRPr lang="en-US" sz="1400" dirty="0">
              <a:solidFill>
                <a:srgbClr val="FFFFFF"/>
              </a:solidFill>
            </a:endParaRPr>
          </a:p>
        </p:txBody>
      </p:sp>
      <p:pic>
        <p:nvPicPr>
          <p:cNvPr id="85" name="Picture 84">
            <a:extLst>
              <a:ext uri="{FF2B5EF4-FFF2-40B4-BE49-F238E27FC236}">
                <a16:creationId xmlns:a16="http://schemas.microsoft.com/office/drawing/2014/main" id="{6A26901A-BC62-4A3A-A07A-65E1F3DDDE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5513832"/>
            <a:ext cx="10972800" cy="668655"/>
          </a:xfrm>
          <a:prstGeom prst="rect">
            <a:avLst/>
          </a:prstGeom>
        </p:spPr>
      </p:pic>
    </p:spTree>
    <p:extLst>
      <p:ext uri="{BB962C8B-B14F-4D97-AF65-F5344CB8AC3E}">
        <p14:creationId xmlns:p14="http://schemas.microsoft.com/office/powerpoint/2010/main" val="15640531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wrap="square" anchor="b">
            <a:normAutofit/>
          </a:bodyPr>
          <a:lstStyle/>
          <a:p>
            <a:r>
              <a:rPr lang="en-US" dirty="0"/>
              <a:t>Hands-on </a:t>
            </a:r>
            <a:r>
              <a:rPr lang="en-US" dirty="0" err="1"/>
              <a:t>요약</a:t>
            </a:r>
            <a:endParaRPr lang="en-US" dirty="0"/>
          </a:p>
        </p:txBody>
      </p:sp>
      <p:graphicFrame>
        <p:nvGraphicFramePr>
          <p:cNvPr id="6" name="Content Placeholder 2">
            <a:extLst>
              <a:ext uri="{FF2B5EF4-FFF2-40B4-BE49-F238E27FC236}">
                <a16:creationId xmlns:a16="http://schemas.microsoft.com/office/drawing/2014/main" id="{3DC7D4A5-282B-41AD-A71F-682A783A26D7}"/>
              </a:ext>
            </a:extLst>
          </p:cNvPr>
          <p:cNvGraphicFramePr>
            <a:graphicFrameLocks noGrp="1"/>
          </p:cNvGraphicFramePr>
          <p:nvPr>
            <p:ph idx="1"/>
            <p:extLst>
              <p:ext uri="{D42A27DB-BD31-4B8C-83A1-F6EECF244321}">
                <p14:modId xmlns:p14="http://schemas.microsoft.com/office/powerpoint/2010/main" val="1278868102"/>
              </p:ext>
            </p:extLst>
          </p:nvPr>
        </p:nvGraphicFramePr>
        <p:xfrm>
          <a:off x="525780" y="1617260"/>
          <a:ext cx="9948672" cy="37189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919729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wrap="square" anchor="b">
            <a:normAutofit fontScale="90000"/>
          </a:bodyPr>
          <a:lstStyle/>
          <a:p>
            <a:r>
              <a:rPr lang="en-GB" dirty="0" err="1"/>
              <a:t>커널과</a:t>
            </a:r>
            <a:r>
              <a:rPr lang="en-GB" dirty="0"/>
              <a:t> </a:t>
            </a:r>
            <a:r>
              <a:rPr lang="en-GB" dirty="0" err="1"/>
              <a:t>합성곱</a:t>
            </a:r>
            <a:br>
              <a:rPr lang="en-GB" dirty="0"/>
            </a:br>
            <a:r>
              <a:rPr lang="en-GB" dirty="0"/>
              <a:t>KERNELS and CONVOLUTION</a:t>
            </a:r>
            <a:endParaRPr lang="en-US" dirty="0"/>
          </a:p>
        </p:txBody>
      </p:sp>
    </p:spTree>
    <p:extLst>
      <p:ext uri="{BB962C8B-B14F-4D97-AF65-F5344CB8AC3E}">
        <p14:creationId xmlns:p14="http://schemas.microsoft.com/office/powerpoint/2010/main" val="30764462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37B92A84-0642-4326-8E95-DA98A84D621B}"/>
              </a:ext>
            </a:extLst>
          </p:cNvPr>
          <p:cNvSpPr/>
          <p:nvPr/>
        </p:nvSpPr>
        <p:spPr>
          <a:xfrm>
            <a:off x="6924342" y="3876294"/>
            <a:ext cx="914400" cy="1810512"/>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400" b="1">
                <a:solidFill>
                  <a:schemeClr val="tx1"/>
                </a:solidFill>
              </a:rPr>
              <a:t>어둡게 하기</a:t>
            </a:r>
          </a:p>
          <a:p>
            <a:pPr algn="ctr"/>
            <a:endParaRPr lang="en-US" sz="2000" b="1">
              <a:solidFill>
                <a:schemeClr val="tx1"/>
              </a:solidFill>
            </a:endParaRPr>
          </a:p>
        </p:txBody>
      </p:sp>
      <p:sp>
        <p:nvSpPr>
          <p:cNvPr id="30" name="Rectangle 29">
            <a:extLst>
              <a:ext uri="{FF2B5EF4-FFF2-40B4-BE49-F238E27FC236}">
                <a16:creationId xmlns:a16="http://schemas.microsoft.com/office/drawing/2014/main" id="{84D5E224-845A-462B-8FC0-4ED4BB939EFA}"/>
              </a:ext>
            </a:extLst>
          </p:cNvPr>
          <p:cNvSpPr/>
          <p:nvPr/>
        </p:nvSpPr>
        <p:spPr>
          <a:xfrm>
            <a:off x="6924342" y="1599816"/>
            <a:ext cx="914400" cy="1810512"/>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400" b="1">
                <a:solidFill>
                  <a:schemeClr val="tx1"/>
                </a:solidFill>
              </a:rPr>
              <a:t>선명하게 하기</a:t>
            </a:r>
          </a:p>
          <a:p>
            <a:pPr algn="ctr"/>
            <a:endParaRPr lang="en-US" sz="2000" b="1">
              <a:solidFill>
                <a:schemeClr val="tx1"/>
              </a:solidFill>
            </a:endParaRPr>
          </a:p>
        </p:txBody>
      </p:sp>
      <p:sp>
        <p:nvSpPr>
          <p:cNvPr id="28" name="Rectangle 27">
            <a:extLst>
              <a:ext uri="{FF2B5EF4-FFF2-40B4-BE49-F238E27FC236}">
                <a16:creationId xmlns:a16="http://schemas.microsoft.com/office/drawing/2014/main" id="{64810FA5-FDB6-4CFC-B5EA-FD55A5861134}"/>
              </a:ext>
            </a:extLst>
          </p:cNvPr>
          <p:cNvSpPr/>
          <p:nvPr/>
        </p:nvSpPr>
        <p:spPr>
          <a:xfrm>
            <a:off x="3094173" y="3857243"/>
            <a:ext cx="914400" cy="1810512"/>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400" b="1" dirty="0" err="1">
                <a:solidFill>
                  <a:schemeClr val="tx1"/>
                </a:solidFill>
              </a:rPr>
              <a:t>밝게</a:t>
            </a:r>
            <a:br>
              <a:rPr lang="en-US" sz="1400" b="1" dirty="0">
                <a:solidFill>
                  <a:schemeClr val="tx1"/>
                </a:solidFill>
              </a:rPr>
            </a:br>
            <a:r>
              <a:rPr lang="en-US" sz="1400" b="1" dirty="0" err="1">
                <a:solidFill>
                  <a:schemeClr val="tx1"/>
                </a:solidFill>
              </a:rPr>
              <a:t>하기</a:t>
            </a:r>
            <a:endParaRPr lang="en-US" sz="1400" b="1" dirty="0">
              <a:solidFill>
                <a:schemeClr val="tx1"/>
              </a:solidFill>
            </a:endParaRPr>
          </a:p>
          <a:p>
            <a:pPr algn="ctr"/>
            <a:endParaRPr lang="en-US" sz="2000" b="1" dirty="0">
              <a:solidFill>
                <a:schemeClr val="tx1"/>
              </a:solidFill>
            </a:endParaRPr>
          </a:p>
        </p:txBody>
      </p:sp>
      <p:sp>
        <p:nvSpPr>
          <p:cNvPr id="27" name="Rectangle 26">
            <a:extLst>
              <a:ext uri="{FF2B5EF4-FFF2-40B4-BE49-F238E27FC236}">
                <a16:creationId xmlns:a16="http://schemas.microsoft.com/office/drawing/2014/main" id="{443EBE57-4C11-44F9-90D4-F9598A0225F8}"/>
              </a:ext>
            </a:extLst>
          </p:cNvPr>
          <p:cNvSpPr/>
          <p:nvPr/>
        </p:nvSpPr>
        <p:spPr>
          <a:xfrm>
            <a:off x="3102018" y="1599816"/>
            <a:ext cx="914400" cy="1810512"/>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400" b="1">
                <a:solidFill>
                  <a:schemeClr val="tx1"/>
                </a:solidFill>
              </a:rPr>
              <a:t>흐리게 하기</a:t>
            </a:r>
            <a:endParaRPr lang="en-US" sz="2000" b="1">
              <a:solidFill>
                <a:schemeClr val="tx1"/>
              </a:solidFill>
            </a:endParaRPr>
          </a:p>
          <a:p>
            <a:pPr algn="ctr"/>
            <a:endParaRPr lang="en-US" sz="2000" b="1">
              <a:solidFill>
                <a:schemeClr val="tx1"/>
              </a:solidFill>
            </a:endParaRPr>
          </a:p>
        </p:txBody>
      </p:sp>
      <p:sp>
        <p:nvSpPr>
          <p:cNvPr id="26" name="Rectangle 25">
            <a:extLst>
              <a:ext uri="{FF2B5EF4-FFF2-40B4-BE49-F238E27FC236}">
                <a16:creationId xmlns:a16="http://schemas.microsoft.com/office/drawing/2014/main" id="{E3CF1A41-93FF-46D4-90F8-14D211F9178A}"/>
              </a:ext>
            </a:extLst>
          </p:cNvPr>
          <p:cNvSpPr/>
          <p:nvPr/>
        </p:nvSpPr>
        <p:spPr>
          <a:xfrm>
            <a:off x="406160" y="4148203"/>
            <a:ext cx="2400301" cy="914400"/>
          </a:xfrm>
          <a:prstGeom prst="rect">
            <a:avLst/>
          </a:prstGeom>
          <a:solidFill>
            <a:schemeClr val="accent6">
              <a:lumMod val="60000"/>
              <a:lumOff val="40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rPr>
              <a:t>이미지 원본</a:t>
            </a:r>
          </a:p>
        </p:txBody>
      </p:sp>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516750" y="640238"/>
            <a:ext cx="9976104" cy="590931"/>
          </a:xfrm>
        </p:spPr>
        <p:txBody>
          <a:bodyPr/>
          <a:lstStyle/>
          <a:p>
            <a:r>
              <a:rPr lang="en-US" dirty="0" err="1"/>
              <a:t>커널과</a:t>
            </a:r>
            <a:r>
              <a:rPr lang="en-US" dirty="0"/>
              <a:t> </a:t>
            </a:r>
            <a:r>
              <a:rPr lang="en-US" dirty="0" err="1"/>
              <a:t>합성곱</a:t>
            </a:r>
            <a:r>
              <a:rPr lang="en-US" dirty="0"/>
              <a:t> (</a:t>
            </a:r>
            <a:r>
              <a:rPr lang="en-GB" dirty="0"/>
              <a:t>KERNELS and CONVOLUTION)</a:t>
            </a:r>
            <a:endParaRPr lang="en-US" dirty="0"/>
          </a:p>
        </p:txBody>
      </p:sp>
      <p:pic>
        <p:nvPicPr>
          <p:cNvPr id="7" name="Graphic 6" descr="Water">
            <a:extLst>
              <a:ext uri="{FF2B5EF4-FFF2-40B4-BE49-F238E27FC236}">
                <a16:creationId xmlns:a16="http://schemas.microsoft.com/office/drawing/2014/main" id="{DF7AC166-B2F9-4F20-A645-54F0AD4EB0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02018" y="1678398"/>
            <a:ext cx="914400" cy="914400"/>
          </a:xfrm>
          <a:prstGeom prst="rect">
            <a:avLst/>
          </a:prstGeom>
        </p:spPr>
      </p:pic>
      <p:sp>
        <p:nvSpPr>
          <p:cNvPr id="10" name="Isosceles Triangle 9">
            <a:extLst>
              <a:ext uri="{FF2B5EF4-FFF2-40B4-BE49-F238E27FC236}">
                <a16:creationId xmlns:a16="http://schemas.microsoft.com/office/drawing/2014/main" id="{863D290A-2F79-480A-BD5E-CB7611E11DED}"/>
              </a:ext>
            </a:extLst>
          </p:cNvPr>
          <p:cNvSpPr/>
          <p:nvPr/>
        </p:nvSpPr>
        <p:spPr>
          <a:xfrm>
            <a:off x="7067217" y="1811747"/>
            <a:ext cx="628650" cy="64770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a:extLst>
              <a:ext uri="{FF2B5EF4-FFF2-40B4-BE49-F238E27FC236}">
                <a16:creationId xmlns:a16="http://schemas.microsoft.com/office/drawing/2014/main" id="{86EB1CF4-A607-4327-825A-6C33D83EF24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0562" t="24748" r="1" b="22669"/>
          <a:stretch/>
        </p:blipFill>
        <p:spPr bwMode="auto">
          <a:xfrm>
            <a:off x="410083" y="2152473"/>
            <a:ext cx="2404223" cy="1803167"/>
          </a:xfrm>
          <a:prstGeom prst="rect">
            <a:avLst/>
          </a:prstGeom>
          <a:noFill/>
          <a:ln w="28575">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B6C27AD-DF60-454F-B157-C9E832E257BB}"/>
              </a:ext>
            </a:extLst>
          </p:cNvPr>
          <p:cNvPicPr>
            <a:picLocks noChangeAspect="1"/>
          </p:cNvPicPr>
          <p:nvPr/>
        </p:nvPicPr>
        <p:blipFill>
          <a:blip r:embed="rId6"/>
          <a:stretch>
            <a:fillRect/>
          </a:stretch>
        </p:blipFill>
        <p:spPr>
          <a:xfrm>
            <a:off x="4270230" y="1609724"/>
            <a:ext cx="2400300" cy="1809750"/>
          </a:xfrm>
          <a:prstGeom prst="rect">
            <a:avLst/>
          </a:prstGeom>
          <a:ln w="28575">
            <a:solidFill>
              <a:schemeClr val="bg1"/>
            </a:solidFill>
          </a:ln>
          <a:effectLst>
            <a:outerShdw blurRad="50800" dist="38100" dir="8100000" algn="tr" rotWithShape="0">
              <a:prstClr val="black">
                <a:alpha val="40000"/>
              </a:prstClr>
            </a:outerShdw>
          </a:effectLst>
        </p:spPr>
      </p:pic>
      <p:pic>
        <p:nvPicPr>
          <p:cNvPr id="5" name="Picture 4">
            <a:extLst>
              <a:ext uri="{FF2B5EF4-FFF2-40B4-BE49-F238E27FC236}">
                <a16:creationId xmlns:a16="http://schemas.microsoft.com/office/drawing/2014/main" id="{6B1F80BB-E15F-4022-8DB1-4AC64E114B99}"/>
              </a:ext>
            </a:extLst>
          </p:cNvPr>
          <p:cNvPicPr>
            <a:picLocks noChangeAspect="1"/>
          </p:cNvPicPr>
          <p:nvPr/>
        </p:nvPicPr>
        <p:blipFill>
          <a:blip r:embed="rId7"/>
          <a:stretch>
            <a:fillRect/>
          </a:stretch>
        </p:blipFill>
        <p:spPr>
          <a:xfrm>
            <a:off x="8092554" y="1609724"/>
            <a:ext cx="2400300" cy="1809750"/>
          </a:xfrm>
          <a:prstGeom prst="rect">
            <a:avLst/>
          </a:prstGeom>
          <a:ln w="28575">
            <a:solidFill>
              <a:schemeClr val="bg1"/>
            </a:solidFill>
          </a:ln>
          <a:effectLst>
            <a:outerShdw blurRad="50800" dist="38100" dir="8100000" algn="tr" rotWithShape="0">
              <a:prstClr val="black">
                <a:alpha val="40000"/>
              </a:prstClr>
            </a:outerShdw>
          </a:effectLst>
        </p:spPr>
      </p:pic>
      <p:pic>
        <p:nvPicPr>
          <p:cNvPr id="8" name="Graphic 7" descr="Dim (Medium Sun)">
            <a:extLst>
              <a:ext uri="{FF2B5EF4-FFF2-40B4-BE49-F238E27FC236}">
                <a16:creationId xmlns:a16="http://schemas.microsoft.com/office/drawing/2014/main" id="{A0CA8C48-2CED-4148-A36A-6A2FD0DF3F7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094173" y="3955640"/>
            <a:ext cx="914400" cy="914400"/>
          </a:xfrm>
          <a:prstGeom prst="rect">
            <a:avLst/>
          </a:prstGeom>
        </p:spPr>
      </p:pic>
      <p:pic>
        <p:nvPicPr>
          <p:cNvPr id="17" name="Graphic 16" descr="Sunglasses">
            <a:extLst>
              <a:ext uri="{FF2B5EF4-FFF2-40B4-BE49-F238E27FC236}">
                <a16:creationId xmlns:a16="http://schemas.microsoft.com/office/drawing/2014/main" id="{C4665D4A-F44A-43C6-840E-AF669015246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924342" y="3955640"/>
            <a:ext cx="914400" cy="914400"/>
          </a:xfrm>
          <a:prstGeom prst="rect">
            <a:avLst/>
          </a:prstGeom>
        </p:spPr>
      </p:pic>
      <p:pic>
        <p:nvPicPr>
          <p:cNvPr id="23" name="Picture 22">
            <a:extLst>
              <a:ext uri="{FF2B5EF4-FFF2-40B4-BE49-F238E27FC236}">
                <a16:creationId xmlns:a16="http://schemas.microsoft.com/office/drawing/2014/main" id="{20428FB5-42A0-454D-91E4-B0BAF86B7ABF}"/>
              </a:ext>
            </a:extLst>
          </p:cNvPr>
          <p:cNvPicPr>
            <a:picLocks noChangeAspect="1"/>
          </p:cNvPicPr>
          <p:nvPr/>
        </p:nvPicPr>
        <p:blipFill>
          <a:blip r:embed="rId12"/>
          <a:stretch>
            <a:fillRect/>
          </a:stretch>
        </p:blipFill>
        <p:spPr>
          <a:xfrm>
            <a:off x="8092554" y="3867150"/>
            <a:ext cx="2400300" cy="1809750"/>
          </a:xfrm>
          <a:prstGeom prst="rect">
            <a:avLst/>
          </a:prstGeom>
          <a:ln w="28575">
            <a:solidFill>
              <a:schemeClr val="bg1"/>
            </a:solidFill>
          </a:ln>
          <a:effectLst>
            <a:outerShdw blurRad="50800" dist="38100" dir="8100000" algn="tr" rotWithShape="0">
              <a:prstClr val="black">
                <a:alpha val="40000"/>
              </a:prstClr>
            </a:outerShdw>
          </a:effectLst>
        </p:spPr>
      </p:pic>
      <p:pic>
        <p:nvPicPr>
          <p:cNvPr id="25" name="Picture 24">
            <a:extLst>
              <a:ext uri="{FF2B5EF4-FFF2-40B4-BE49-F238E27FC236}">
                <a16:creationId xmlns:a16="http://schemas.microsoft.com/office/drawing/2014/main" id="{B513BDB2-6CD7-4EDF-89B7-C5760E8D8711}"/>
              </a:ext>
            </a:extLst>
          </p:cNvPr>
          <p:cNvPicPr>
            <a:picLocks noChangeAspect="1"/>
          </p:cNvPicPr>
          <p:nvPr/>
        </p:nvPicPr>
        <p:blipFill>
          <a:blip r:embed="rId13"/>
          <a:stretch>
            <a:fillRect/>
          </a:stretch>
        </p:blipFill>
        <p:spPr>
          <a:xfrm>
            <a:off x="4270230" y="3867150"/>
            <a:ext cx="2400300" cy="1809750"/>
          </a:xfrm>
          <a:prstGeom prst="rect">
            <a:avLst/>
          </a:prstGeom>
          <a:ln w="28575">
            <a:solidFill>
              <a:schemeClr val="bg1"/>
            </a:solidFill>
          </a:ln>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26594360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37B92A84-0642-4326-8E95-DA98A84D621B}"/>
              </a:ext>
            </a:extLst>
          </p:cNvPr>
          <p:cNvSpPr/>
          <p:nvPr/>
        </p:nvSpPr>
        <p:spPr>
          <a:xfrm>
            <a:off x="6924342" y="3876294"/>
            <a:ext cx="914400" cy="1810512"/>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400" b="1">
                <a:solidFill>
                  <a:schemeClr val="tx1"/>
                </a:solidFill>
              </a:rPr>
              <a:t>어둡게 하기</a:t>
            </a:r>
          </a:p>
          <a:p>
            <a:pPr algn="ctr"/>
            <a:endParaRPr lang="en-US" sz="2000" b="1">
              <a:solidFill>
                <a:schemeClr val="tx1"/>
              </a:solidFill>
            </a:endParaRPr>
          </a:p>
        </p:txBody>
      </p:sp>
      <p:sp>
        <p:nvSpPr>
          <p:cNvPr id="30" name="Rectangle 29">
            <a:extLst>
              <a:ext uri="{FF2B5EF4-FFF2-40B4-BE49-F238E27FC236}">
                <a16:creationId xmlns:a16="http://schemas.microsoft.com/office/drawing/2014/main" id="{84D5E224-845A-462B-8FC0-4ED4BB939EFA}"/>
              </a:ext>
            </a:extLst>
          </p:cNvPr>
          <p:cNvSpPr/>
          <p:nvPr/>
        </p:nvSpPr>
        <p:spPr>
          <a:xfrm>
            <a:off x="6924342" y="1599816"/>
            <a:ext cx="914400" cy="1810512"/>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400" b="1">
                <a:solidFill>
                  <a:schemeClr val="tx1"/>
                </a:solidFill>
              </a:rPr>
              <a:t>선명하게 하기</a:t>
            </a:r>
          </a:p>
          <a:p>
            <a:pPr algn="ctr"/>
            <a:endParaRPr lang="en-US" sz="2000" b="1">
              <a:solidFill>
                <a:schemeClr val="tx1"/>
              </a:solidFill>
            </a:endParaRPr>
          </a:p>
        </p:txBody>
      </p:sp>
      <p:sp>
        <p:nvSpPr>
          <p:cNvPr id="28" name="Rectangle 27">
            <a:extLst>
              <a:ext uri="{FF2B5EF4-FFF2-40B4-BE49-F238E27FC236}">
                <a16:creationId xmlns:a16="http://schemas.microsoft.com/office/drawing/2014/main" id="{64810FA5-FDB6-4CFC-B5EA-FD55A5861134}"/>
              </a:ext>
            </a:extLst>
          </p:cNvPr>
          <p:cNvSpPr/>
          <p:nvPr/>
        </p:nvSpPr>
        <p:spPr>
          <a:xfrm>
            <a:off x="3094173" y="3857243"/>
            <a:ext cx="914400" cy="1810512"/>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400" b="1">
                <a:solidFill>
                  <a:schemeClr val="tx1"/>
                </a:solidFill>
              </a:rPr>
              <a:t>밝게 하기</a:t>
            </a:r>
          </a:p>
          <a:p>
            <a:pPr algn="ctr"/>
            <a:endParaRPr lang="en-US" sz="2000" b="1">
              <a:solidFill>
                <a:schemeClr val="tx1"/>
              </a:solidFill>
            </a:endParaRPr>
          </a:p>
        </p:txBody>
      </p:sp>
      <p:sp>
        <p:nvSpPr>
          <p:cNvPr id="27" name="Rectangle 26">
            <a:extLst>
              <a:ext uri="{FF2B5EF4-FFF2-40B4-BE49-F238E27FC236}">
                <a16:creationId xmlns:a16="http://schemas.microsoft.com/office/drawing/2014/main" id="{443EBE57-4C11-44F9-90D4-F9598A0225F8}"/>
              </a:ext>
            </a:extLst>
          </p:cNvPr>
          <p:cNvSpPr/>
          <p:nvPr/>
        </p:nvSpPr>
        <p:spPr>
          <a:xfrm>
            <a:off x="3102018" y="1599816"/>
            <a:ext cx="914400" cy="1810512"/>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400" b="1">
                <a:solidFill>
                  <a:schemeClr val="tx1"/>
                </a:solidFill>
              </a:rPr>
              <a:t>흐리게 하기</a:t>
            </a:r>
            <a:endParaRPr lang="en-US" sz="2000" b="1">
              <a:solidFill>
                <a:schemeClr val="tx1"/>
              </a:solidFill>
            </a:endParaRPr>
          </a:p>
          <a:p>
            <a:pPr algn="ctr"/>
            <a:endParaRPr lang="en-US" sz="2000" b="1">
              <a:solidFill>
                <a:schemeClr val="tx1"/>
              </a:solidFill>
            </a:endParaRPr>
          </a:p>
        </p:txBody>
      </p:sp>
      <p:sp>
        <p:nvSpPr>
          <p:cNvPr id="26" name="Rectangle 25">
            <a:extLst>
              <a:ext uri="{FF2B5EF4-FFF2-40B4-BE49-F238E27FC236}">
                <a16:creationId xmlns:a16="http://schemas.microsoft.com/office/drawing/2014/main" id="{E3CF1A41-93FF-46D4-90F8-14D211F9178A}"/>
              </a:ext>
            </a:extLst>
          </p:cNvPr>
          <p:cNvSpPr/>
          <p:nvPr/>
        </p:nvSpPr>
        <p:spPr>
          <a:xfrm>
            <a:off x="406160" y="4148203"/>
            <a:ext cx="2400301" cy="914400"/>
          </a:xfrm>
          <a:prstGeom prst="rect">
            <a:avLst/>
          </a:prstGeom>
          <a:solidFill>
            <a:schemeClr val="accent6">
              <a:lumMod val="60000"/>
              <a:lumOff val="40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rPr>
              <a:t>이미지 원본</a:t>
            </a:r>
          </a:p>
        </p:txBody>
      </p:sp>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516750" y="640238"/>
            <a:ext cx="9976104" cy="590931"/>
          </a:xfrm>
        </p:spPr>
        <p:txBody>
          <a:bodyPr/>
          <a:lstStyle/>
          <a:p>
            <a:r>
              <a:rPr lang="en-US" dirty="0" err="1"/>
              <a:t>커널과</a:t>
            </a:r>
            <a:r>
              <a:rPr lang="en-US" dirty="0"/>
              <a:t> </a:t>
            </a:r>
            <a:r>
              <a:rPr lang="en-US" dirty="0" err="1"/>
              <a:t>합성곱</a:t>
            </a:r>
            <a:r>
              <a:rPr lang="en-US" dirty="0"/>
              <a:t> (</a:t>
            </a:r>
            <a:r>
              <a:rPr lang="en-GB" dirty="0"/>
              <a:t>KERNELS and CONVOLUTION)</a:t>
            </a:r>
            <a:endParaRPr lang="en-US" dirty="0"/>
          </a:p>
        </p:txBody>
      </p:sp>
      <p:pic>
        <p:nvPicPr>
          <p:cNvPr id="7" name="Graphic 6" descr="Water">
            <a:extLst>
              <a:ext uri="{FF2B5EF4-FFF2-40B4-BE49-F238E27FC236}">
                <a16:creationId xmlns:a16="http://schemas.microsoft.com/office/drawing/2014/main" id="{DF7AC166-B2F9-4F20-A645-54F0AD4EB0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02018" y="1678398"/>
            <a:ext cx="914400" cy="914400"/>
          </a:xfrm>
          <a:prstGeom prst="rect">
            <a:avLst/>
          </a:prstGeom>
        </p:spPr>
      </p:pic>
      <p:sp>
        <p:nvSpPr>
          <p:cNvPr id="10" name="Isosceles Triangle 9">
            <a:extLst>
              <a:ext uri="{FF2B5EF4-FFF2-40B4-BE49-F238E27FC236}">
                <a16:creationId xmlns:a16="http://schemas.microsoft.com/office/drawing/2014/main" id="{863D290A-2F79-480A-BD5E-CB7611E11DED}"/>
              </a:ext>
            </a:extLst>
          </p:cNvPr>
          <p:cNvSpPr/>
          <p:nvPr/>
        </p:nvSpPr>
        <p:spPr>
          <a:xfrm>
            <a:off x="7067217" y="1811747"/>
            <a:ext cx="628650" cy="64770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a:extLst>
              <a:ext uri="{FF2B5EF4-FFF2-40B4-BE49-F238E27FC236}">
                <a16:creationId xmlns:a16="http://schemas.microsoft.com/office/drawing/2014/main" id="{86EB1CF4-A607-4327-825A-6C33D83EF24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0562" t="24748" r="1" b="22669"/>
          <a:stretch/>
        </p:blipFill>
        <p:spPr bwMode="auto">
          <a:xfrm>
            <a:off x="410083" y="2152473"/>
            <a:ext cx="2404223" cy="1803167"/>
          </a:xfrm>
          <a:prstGeom prst="rect">
            <a:avLst/>
          </a:prstGeom>
          <a:noFill/>
          <a:ln w="28575">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B6C27AD-DF60-454F-B157-C9E832E257BB}"/>
              </a:ext>
            </a:extLst>
          </p:cNvPr>
          <p:cNvPicPr>
            <a:picLocks noChangeAspect="1"/>
          </p:cNvPicPr>
          <p:nvPr/>
        </p:nvPicPr>
        <p:blipFill>
          <a:blip r:embed="rId6"/>
          <a:stretch>
            <a:fillRect/>
          </a:stretch>
        </p:blipFill>
        <p:spPr>
          <a:xfrm>
            <a:off x="4270230" y="1609724"/>
            <a:ext cx="2400300" cy="1809750"/>
          </a:xfrm>
          <a:prstGeom prst="rect">
            <a:avLst/>
          </a:prstGeom>
          <a:ln w="28575">
            <a:solidFill>
              <a:schemeClr val="bg1"/>
            </a:solidFill>
          </a:ln>
          <a:effectLst>
            <a:outerShdw blurRad="50800" dist="38100" dir="8100000" algn="tr" rotWithShape="0">
              <a:prstClr val="black">
                <a:alpha val="40000"/>
              </a:prstClr>
            </a:outerShdw>
          </a:effectLst>
        </p:spPr>
      </p:pic>
      <p:pic>
        <p:nvPicPr>
          <p:cNvPr id="5" name="Picture 4">
            <a:extLst>
              <a:ext uri="{FF2B5EF4-FFF2-40B4-BE49-F238E27FC236}">
                <a16:creationId xmlns:a16="http://schemas.microsoft.com/office/drawing/2014/main" id="{6B1F80BB-E15F-4022-8DB1-4AC64E114B99}"/>
              </a:ext>
            </a:extLst>
          </p:cNvPr>
          <p:cNvPicPr>
            <a:picLocks noChangeAspect="1"/>
          </p:cNvPicPr>
          <p:nvPr/>
        </p:nvPicPr>
        <p:blipFill>
          <a:blip r:embed="rId7"/>
          <a:stretch>
            <a:fillRect/>
          </a:stretch>
        </p:blipFill>
        <p:spPr>
          <a:xfrm>
            <a:off x="8092554" y="1609724"/>
            <a:ext cx="2400300" cy="1809750"/>
          </a:xfrm>
          <a:prstGeom prst="rect">
            <a:avLst/>
          </a:prstGeom>
          <a:ln w="28575">
            <a:solidFill>
              <a:schemeClr val="bg1"/>
            </a:solidFill>
          </a:ln>
          <a:effectLst>
            <a:outerShdw blurRad="50800" dist="38100" dir="8100000" algn="tr" rotWithShape="0">
              <a:prstClr val="black">
                <a:alpha val="40000"/>
              </a:prstClr>
            </a:outerShdw>
          </a:effectLst>
        </p:spPr>
      </p:pic>
      <p:pic>
        <p:nvPicPr>
          <p:cNvPr id="8" name="Graphic 7" descr="Dim (Medium Sun)">
            <a:extLst>
              <a:ext uri="{FF2B5EF4-FFF2-40B4-BE49-F238E27FC236}">
                <a16:creationId xmlns:a16="http://schemas.microsoft.com/office/drawing/2014/main" id="{A0CA8C48-2CED-4148-A36A-6A2FD0DF3F7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094173" y="3955640"/>
            <a:ext cx="914400" cy="914400"/>
          </a:xfrm>
          <a:prstGeom prst="rect">
            <a:avLst/>
          </a:prstGeom>
        </p:spPr>
      </p:pic>
      <p:pic>
        <p:nvPicPr>
          <p:cNvPr id="17" name="Graphic 16" descr="Sunglasses">
            <a:extLst>
              <a:ext uri="{FF2B5EF4-FFF2-40B4-BE49-F238E27FC236}">
                <a16:creationId xmlns:a16="http://schemas.microsoft.com/office/drawing/2014/main" id="{C4665D4A-F44A-43C6-840E-AF669015246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924342" y="3955640"/>
            <a:ext cx="914400" cy="914400"/>
          </a:xfrm>
          <a:prstGeom prst="rect">
            <a:avLst/>
          </a:prstGeom>
        </p:spPr>
      </p:pic>
      <p:pic>
        <p:nvPicPr>
          <p:cNvPr id="23" name="Picture 22">
            <a:extLst>
              <a:ext uri="{FF2B5EF4-FFF2-40B4-BE49-F238E27FC236}">
                <a16:creationId xmlns:a16="http://schemas.microsoft.com/office/drawing/2014/main" id="{20428FB5-42A0-454D-91E4-B0BAF86B7ABF}"/>
              </a:ext>
            </a:extLst>
          </p:cNvPr>
          <p:cNvPicPr>
            <a:picLocks noChangeAspect="1"/>
          </p:cNvPicPr>
          <p:nvPr/>
        </p:nvPicPr>
        <p:blipFill>
          <a:blip r:embed="rId12"/>
          <a:stretch>
            <a:fillRect/>
          </a:stretch>
        </p:blipFill>
        <p:spPr>
          <a:xfrm>
            <a:off x="8092554" y="3867150"/>
            <a:ext cx="2400300" cy="1809750"/>
          </a:xfrm>
          <a:prstGeom prst="rect">
            <a:avLst/>
          </a:prstGeom>
          <a:ln w="28575">
            <a:solidFill>
              <a:schemeClr val="bg1"/>
            </a:solidFill>
          </a:ln>
          <a:effectLst>
            <a:outerShdw blurRad="50800" dist="38100" dir="8100000" algn="tr" rotWithShape="0">
              <a:prstClr val="black">
                <a:alpha val="40000"/>
              </a:prstClr>
            </a:outerShdw>
          </a:effectLst>
        </p:spPr>
      </p:pic>
      <p:pic>
        <p:nvPicPr>
          <p:cNvPr id="25" name="Picture 24">
            <a:extLst>
              <a:ext uri="{FF2B5EF4-FFF2-40B4-BE49-F238E27FC236}">
                <a16:creationId xmlns:a16="http://schemas.microsoft.com/office/drawing/2014/main" id="{B513BDB2-6CD7-4EDF-89B7-C5760E8D8711}"/>
              </a:ext>
            </a:extLst>
          </p:cNvPr>
          <p:cNvPicPr>
            <a:picLocks noChangeAspect="1"/>
          </p:cNvPicPr>
          <p:nvPr/>
        </p:nvPicPr>
        <p:blipFill>
          <a:blip r:embed="rId13"/>
          <a:stretch>
            <a:fillRect/>
          </a:stretch>
        </p:blipFill>
        <p:spPr>
          <a:xfrm>
            <a:off x="4270230" y="3867150"/>
            <a:ext cx="2400300" cy="1809750"/>
          </a:xfrm>
          <a:prstGeom prst="rect">
            <a:avLst/>
          </a:prstGeom>
          <a:ln w="28575">
            <a:solidFill>
              <a:schemeClr val="bg1"/>
            </a:solidFill>
          </a:ln>
          <a:effectLst>
            <a:outerShdw blurRad="50800" dist="38100" dir="8100000" algn="tr" rotWithShape="0">
              <a:prstClr val="black">
                <a:alpha val="40000"/>
              </a:prstClr>
            </a:outerShdw>
          </a:effectLst>
        </p:spPr>
      </p:pic>
      <p:graphicFrame>
        <p:nvGraphicFramePr>
          <p:cNvPr id="6" name="Table 5">
            <a:extLst>
              <a:ext uri="{FF2B5EF4-FFF2-40B4-BE49-F238E27FC236}">
                <a16:creationId xmlns:a16="http://schemas.microsoft.com/office/drawing/2014/main" id="{5DDA5564-7AE2-4114-B994-76ECC1CFB318}"/>
              </a:ext>
            </a:extLst>
          </p:cNvPr>
          <p:cNvGraphicFramePr>
            <a:graphicFrameLocks noGrp="1"/>
          </p:cNvGraphicFramePr>
          <p:nvPr>
            <p:extLst>
              <p:ext uri="{D42A27DB-BD31-4B8C-83A1-F6EECF244321}">
                <p14:modId xmlns:p14="http://schemas.microsoft.com/office/powerpoint/2010/main" val="4011035328"/>
              </p:ext>
            </p:extLst>
          </p:nvPr>
        </p:nvGraphicFramePr>
        <p:xfrm>
          <a:off x="4296285" y="3904757"/>
          <a:ext cx="1687581" cy="1157846"/>
        </p:xfrm>
        <a:graphic>
          <a:graphicData uri="http://schemas.openxmlformats.org/drawingml/2006/table">
            <a:tbl>
              <a:tblPr firstRow="1" bandRow="1">
                <a:tableStyleId>{5C22544A-7EE6-4342-B048-85BDC9FD1C3A}</a:tableStyleId>
              </a:tblPr>
              <a:tblGrid>
                <a:gridCol w="562527">
                  <a:extLst>
                    <a:ext uri="{9D8B030D-6E8A-4147-A177-3AD203B41FA5}">
                      <a16:colId xmlns:a16="http://schemas.microsoft.com/office/drawing/2014/main" val="3363110549"/>
                    </a:ext>
                  </a:extLst>
                </a:gridCol>
                <a:gridCol w="562527">
                  <a:extLst>
                    <a:ext uri="{9D8B030D-6E8A-4147-A177-3AD203B41FA5}">
                      <a16:colId xmlns:a16="http://schemas.microsoft.com/office/drawing/2014/main" val="2773334811"/>
                    </a:ext>
                  </a:extLst>
                </a:gridCol>
                <a:gridCol w="562527">
                  <a:extLst>
                    <a:ext uri="{9D8B030D-6E8A-4147-A177-3AD203B41FA5}">
                      <a16:colId xmlns:a16="http://schemas.microsoft.com/office/drawing/2014/main" val="3954811565"/>
                    </a:ext>
                  </a:extLst>
                </a:gridCol>
              </a:tblGrid>
              <a:tr h="0">
                <a:tc>
                  <a:txBody>
                    <a:bodyPr/>
                    <a:lstStyle/>
                    <a:p>
                      <a:pPr algn="ctr"/>
                      <a:r>
                        <a:rPr lang="en-US" b="0">
                          <a:solidFill>
                            <a:schemeClr val="bg1"/>
                          </a:solidFill>
                        </a:rPr>
                        <a:t>0</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0</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396043">
                <a:tc>
                  <a:txBody>
                    <a:bodyPr/>
                    <a:lstStyle/>
                    <a:p>
                      <a:pPr algn="ctr"/>
                      <a:r>
                        <a:rPr lang="en-US">
                          <a:solidFill>
                            <a:schemeClr val="bg1"/>
                          </a:solidFill>
                        </a:rPr>
                        <a:t>0</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02284580"/>
                  </a:ext>
                </a:extLst>
              </a:tr>
              <a:tr h="396043">
                <a:tc>
                  <a:txBody>
                    <a:bodyPr/>
                    <a:lstStyle/>
                    <a:p>
                      <a:pPr algn="ctr"/>
                      <a:r>
                        <a:rPr lang="en-US">
                          <a:solidFill>
                            <a:schemeClr val="bg1"/>
                          </a:solidFill>
                        </a:rPr>
                        <a:t>0</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graphicFrame>
        <p:nvGraphicFramePr>
          <p:cNvPr id="9" name="Table 8">
            <a:extLst>
              <a:ext uri="{FF2B5EF4-FFF2-40B4-BE49-F238E27FC236}">
                <a16:creationId xmlns:a16="http://schemas.microsoft.com/office/drawing/2014/main" id="{5D236B6E-41D6-42E0-BD0E-9D1195070426}"/>
              </a:ext>
            </a:extLst>
          </p:cNvPr>
          <p:cNvGraphicFramePr>
            <a:graphicFrameLocks noGrp="1"/>
          </p:cNvGraphicFramePr>
          <p:nvPr>
            <p:extLst>
              <p:ext uri="{D42A27DB-BD31-4B8C-83A1-F6EECF244321}">
                <p14:modId xmlns:p14="http://schemas.microsoft.com/office/powerpoint/2010/main" val="1301083905"/>
              </p:ext>
            </p:extLst>
          </p:nvPr>
        </p:nvGraphicFramePr>
        <p:xfrm>
          <a:off x="8130998" y="3904757"/>
          <a:ext cx="1687581" cy="1157846"/>
        </p:xfrm>
        <a:graphic>
          <a:graphicData uri="http://schemas.openxmlformats.org/drawingml/2006/table">
            <a:tbl>
              <a:tblPr firstRow="1" bandRow="1">
                <a:tableStyleId>{5C22544A-7EE6-4342-B048-85BDC9FD1C3A}</a:tableStyleId>
              </a:tblPr>
              <a:tblGrid>
                <a:gridCol w="562527">
                  <a:extLst>
                    <a:ext uri="{9D8B030D-6E8A-4147-A177-3AD203B41FA5}">
                      <a16:colId xmlns:a16="http://schemas.microsoft.com/office/drawing/2014/main" val="3363110549"/>
                    </a:ext>
                  </a:extLst>
                </a:gridCol>
                <a:gridCol w="562527">
                  <a:extLst>
                    <a:ext uri="{9D8B030D-6E8A-4147-A177-3AD203B41FA5}">
                      <a16:colId xmlns:a16="http://schemas.microsoft.com/office/drawing/2014/main" val="2773334811"/>
                    </a:ext>
                  </a:extLst>
                </a:gridCol>
                <a:gridCol w="562527">
                  <a:extLst>
                    <a:ext uri="{9D8B030D-6E8A-4147-A177-3AD203B41FA5}">
                      <a16:colId xmlns:a16="http://schemas.microsoft.com/office/drawing/2014/main" val="3954811565"/>
                    </a:ext>
                  </a:extLst>
                </a:gridCol>
              </a:tblGrid>
              <a:tr h="0">
                <a:tc>
                  <a:txBody>
                    <a:bodyPr/>
                    <a:lstStyle/>
                    <a:p>
                      <a:pPr algn="ctr"/>
                      <a:r>
                        <a:rPr lang="en-US" b="0">
                          <a:solidFill>
                            <a:schemeClr val="bg1"/>
                          </a:solidFill>
                        </a:rPr>
                        <a:t>0</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0</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396043">
                <a:tc>
                  <a:txBody>
                    <a:bodyPr/>
                    <a:lstStyle/>
                    <a:p>
                      <a:pPr algn="ctr"/>
                      <a:r>
                        <a:rPr lang="en-US">
                          <a:solidFill>
                            <a:schemeClr val="bg1"/>
                          </a:solidFill>
                        </a:rPr>
                        <a:t>0</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02284580"/>
                  </a:ext>
                </a:extLst>
              </a:tr>
              <a:tr h="396043">
                <a:tc>
                  <a:txBody>
                    <a:bodyPr/>
                    <a:lstStyle/>
                    <a:p>
                      <a:pPr algn="ctr"/>
                      <a:r>
                        <a:rPr lang="en-US">
                          <a:solidFill>
                            <a:schemeClr val="bg1"/>
                          </a:solidFill>
                        </a:rPr>
                        <a:t>0</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graphicFrame>
        <p:nvGraphicFramePr>
          <p:cNvPr id="11" name="Table 10">
            <a:extLst>
              <a:ext uri="{FF2B5EF4-FFF2-40B4-BE49-F238E27FC236}">
                <a16:creationId xmlns:a16="http://schemas.microsoft.com/office/drawing/2014/main" id="{58292BC3-96F4-41E8-84B0-2A620B28AECB}"/>
              </a:ext>
            </a:extLst>
          </p:cNvPr>
          <p:cNvGraphicFramePr>
            <a:graphicFrameLocks noGrp="1"/>
          </p:cNvGraphicFramePr>
          <p:nvPr>
            <p:extLst>
              <p:ext uri="{D42A27DB-BD31-4B8C-83A1-F6EECF244321}">
                <p14:modId xmlns:p14="http://schemas.microsoft.com/office/powerpoint/2010/main" val="3333820704"/>
              </p:ext>
            </p:extLst>
          </p:nvPr>
        </p:nvGraphicFramePr>
        <p:xfrm>
          <a:off x="4296819" y="1637208"/>
          <a:ext cx="1687581" cy="1157846"/>
        </p:xfrm>
        <a:graphic>
          <a:graphicData uri="http://schemas.openxmlformats.org/drawingml/2006/table">
            <a:tbl>
              <a:tblPr firstRow="1" bandRow="1">
                <a:tableStyleId>{5C22544A-7EE6-4342-B048-85BDC9FD1C3A}</a:tableStyleId>
              </a:tblPr>
              <a:tblGrid>
                <a:gridCol w="562527">
                  <a:extLst>
                    <a:ext uri="{9D8B030D-6E8A-4147-A177-3AD203B41FA5}">
                      <a16:colId xmlns:a16="http://schemas.microsoft.com/office/drawing/2014/main" val="3363110549"/>
                    </a:ext>
                  </a:extLst>
                </a:gridCol>
                <a:gridCol w="562527">
                  <a:extLst>
                    <a:ext uri="{9D8B030D-6E8A-4147-A177-3AD203B41FA5}">
                      <a16:colId xmlns:a16="http://schemas.microsoft.com/office/drawing/2014/main" val="2773334811"/>
                    </a:ext>
                  </a:extLst>
                </a:gridCol>
                <a:gridCol w="562527">
                  <a:extLst>
                    <a:ext uri="{9D8B030D-6E8A-4147-A177-3AD203B41FA5}">
                      <a16:colId xmlns:a16="http://schemas.microsoft.com/office/drawing/2014/main" val="3954811565"/>
                    </a:ext>
                  </a:extLst>
                </a:gridCol>
              </a:tblGrid>
              <a:tr h="0">
                <a:tc>
                  <a:txBody>
                    <a:bodyPr/>
                    <a:lstStyle/>
                    <a:p>
                      <a:pPr algn="ctr"/>
                      <a:r>
                        <a:rPr lang="en-US" b="0">
                          <a:solidFill>
                            <a:schemeClr val="bg1"/>
                          </a:solidFill>
                        </a:rPr>
                        <a:t>.06</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.06</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396043">
                <a:tc>
                  <a:txBody>
                    <a:bodyPr/>
                    <a:lstStyle/>
                    <a:p>
                      <a:pPr algn="ctr"/>
                      <a:r>
                        <a:rPr lang="en-US">
                          <a:solidFill>
                            <a:schemeClr val="bg1"/>
                          </a:solidFill>
                        </a:rPr>
                        <a:t>.13</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.13</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02284580"/>
                  </a:ext>
                </a:extLst>
              </a:tr>
              <a:tr h="396043">
                <a:tc>
                  <a:txBody>
                    <a:bodyPr/>
                    <a:lstStyle/>
                    <a:p>
                      <a:pPr algn="ctr"/>
                      <a:r>
                        <a:rPr lang="en-US">
                          <a:solidFill>
                            <a:schemeClr val="bg1"/>
                          </a:solidFill>
                        </a:rPr>
                        <a:t>.06</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.06</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graphicFrame>
        <p:nvGraphicFramePr>
          <p:cNvPr id="12" name="Table 11">
            <a:extLst>
              <a:ext uri="{FF2B5EF4-FFF2-40B4-BE49-F238E27FC236}">
                <a16:creationId xmlns:a16="http://schemas.microsoft.com/office/drawing/2014/main" id="{46B3D67B-D63F-464D-9CDB-988153CAB7E5}"/>
              </a:ext>
            </a:extLst>
          </p:cNvPr>
          <p:cNvGraphicFramePr>
            <a:graphicFrameLocks noGrp="1"/>
          </p:cNvGraphicFramePr>
          <p:nvPr>
            <p:extLst>
              <p:ext uri="{D42A27DB-BD31-4B8C-83A1-F6EECF244321}">
                <p14:modId xmlns:p14="http://schemas.microsoft.com/office/powerpoint/2010/main" val="1836437546"/>
              </p:ext>
            </p:extLst>
          </p:nvPr>
        </p:nvGraphicFramePr>
        <p:xfrm>
          <a:off x="8130998" y="1636630"/>
          <a:ext cx="1687581" cy="1157846"/>
        </p:xfrm>
        <a:graphic>
          <a:graphicData uri="http://schemas.openxmlformats.org/drawingml/2006/table">
            <a:tbl>
              <a:tblPr firstRow="1" bandRow="1">
                <a:tableStyleId>{5C22544A-7EE6-4342-B048-85BDC9FD1C3A}</a:tableStyleId>
              </a:tblPr>
              <a:tblGrid>
                <a:gridCol w="562527">
                  <a:extLst>
                    <a:ext uri="{9D8B030D-6E8A-4147-A177-3AD203B41FA5}">
                      <a16:colId xmlns:a16="http://schemas.microsoft.com/office/drawing/2014/main" val="3363110549"/>
                    </a:ext>
                  </a:extLst>
                </a:gridCol>
                <a:gridCol w="562527">
                  <a:extLst>
                    <a:ext uri="{9D8B030D-6E8A-4147-A177-3AD203B41FA5}">
                      <a16:colId xmlns:a16="http://schemas.microsoft.com/office/drawing/2014/main" val="2773334811"/>
                    </a:ext>
                  </a:extLst>
                </a:gridCol>
                <a:gridCol w="562527">
                  <a:extLst>
                    <a:ext uri="{9D8B030D-6E8A-4147-A177-3AD203B41FA5}">
                      <a16:colId xmlns:a16="http://schemas.microsoft.com/office/drawing/2014/main" val="3954811565"/>
                    </a:ext>
                  </a:extLst>
                </a:gridCol>
              </a:tblGrid>
              <a:tr h="0">
                <a:tc>
                  <a:txBody>
                    <a:bodyPr/>
                    <a:lstStyle/>
                    <a:p>
                      <a:pPr algn="ctr"/>
                      <a:r>
                        <a:rPr lang="en-US" b="0">
                          <a:solidFill>
                            <a:schemeClr val="bg1"/>
                          </a:solidFill>
                        </a:rPr>
                        <a:t>0</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0</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396043">
                <a:tc>
                  <a:txBody>
                    <a:bodyPr/>
                    <a:lstStyle/>
                    <a:p>
                      <a:pPr algn="ctr"/>
                      <a:r>
                        <a:rPr lang="en-US">
                          <a:solidFill>
                            <a:schemeClr val="bg1"/>
                          </a:solidFill>
                        </a:rPr>
                        <a:t>-1</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02284580"/>
                  </a:ext>
                </a:extLst>
              </a:tr>
              <a:tr h="396043">
                <a:tc>
                  <a:txBody>
                    <a:bodyPr/>
                    <a:lstStyle/>
                    <a:p>
                      <a:pPr algn="ctr"/>
                      <a:r>
                        <a:rPr lang="en-US">
                          <a:solidFill>
                            <a:schemeClr val="bg1"/>
                          </a:solidFill>
                        </a:rPr>
                        <a:t>0</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spTree>
    <p:extLst>
      <p:ext uri="{BB962C8B-B14F-4D97-AF65-F5344CB8AC3E}">
        <p14:creationId xmlns:p14="http://schemas.microsoft.com/office/powerpoint/2010/main" val="15794857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516750" y="640238"/>
            <a:ext cx="9976104" cy="590931"/>
          </a:xfrm>
        </p:spPr>
        <p:txBody>
          <a:bodyPr/>
          <a:lstStyle/>
          <a:p>
            <a:r>
              <a:rPr lang="en-US" dirty="0" err="1"/>
              <a:t>커널과</a:t>
            </a:r>
            <a:r>
              <a:rPr lang="en-US" dirty="0"/>
              <a:t> </a:t>
            </a:r>
            <a:r>
              <a:rPr lang="en-US" dirty="0" err="1"/>
              <a:t>합성곱</a:t>
            </a:r>
            <a:r>
              <a:rPr lang="en-US" dirty="0"/>
              <a:t> (</a:t>
            </a:r>
            <a:r>
              <a:rPr lang="en-GB" dirty="0"/>
              <a:t>KERNELS and CONVOLUTION)</a:t>
            </a:r>
            <a:endParaRPr lang="en-US" dirty="0"/>
          </a:p>
        </p:txBody>
      </p:sp>
      <p:graphicFrame>
        <p:nvGraphicFramePr>
          <p:cNvPr id="4" name="Table 12">
            <a:extLst>
              <a:ext uri="{FF2B5EF4-FFF2-40B4-BE49-F238E27FC236}">
                <a16:creationId xmlns:a16="http://schemas.microsoft.com/office/drawing/2014/main" id="{BE4242B0-1BBB-4B75-A0CD-99037FDEAF05}"/>
              </a:ext>
            </a:extLst>
          </p:cNvPr>
          <p:cNvGraphicFramePr>
            <a:graphicFrameLocks noGrp="1"/>
          </p:cNvGraphicFramePr>
          <p:nvPr>
            <p:extLst>
              <p:ext uri="{D42A27DB-BD31-4B8C-83A1-F6EECF244321}">
                <p14:modId xmlns:p14="http://schemas.microsoft.com/office/powerpoint/2010/main" val="4177101323"/>
              </p:ext>
            </p:extLst>
          </p:nvPr>
        </p:nvGraphicFramePr>
        <p:xfrm>
          <a:off x="3315509" y="2740261"/>
          <a:ext cx="3502854" cy="2911428"/>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83809">
                  <a:extLst>
                    <a:ext uri="{9D8B030D-6E8A-4147-A177-3AD203B41FA5}">
                      <a16:colId xmlns:a16="http://schemas.microsoft.com/office/drawing/2014/main" val="1559549635"/>
                    </a:ext>
                  </a:extLst>
                </a:gridCol>
                <a:gridCol w="583809">
                  <a:extLst>
                    <a:ext uri="{9D8B030D-6E8A-4147-A177-3AD203B41FA5}">
                      <a16:colId xmlns:a16="http://schemas.microsoft.com/office/drawing/2014/main" val="722485242"/>
                    </a:ext>
                  </a:extLst>
                </a:gridCol>
                <a:gridCol w="583809">
                  <a:extLst>
                    <a:ext uri="{9D8B030D-6E8A-4147-A177-3AD203B41FA5}">
                      <a16:colId xmlns:a16="http://schemas.microsoft.com/office/drawing/2014/main" val="1938600863"/>
                    </a:ext>
                  </a:extLst>
                </a:gridCol>
                <a:gridCol w="583809">
                  <a:extLst>
                    <a:ext uri="{9D8B030D-6E8A-4147-A177-3AD203B41FA5}">
                      <a16:colId xmlns:a16="http://schemas.microsoft.com/office/drawing/2014/main" val="2110764589"/>
                    </a:ext>
                  </a:extLst>
                </a:gridCol>
                <a:gridCol w="583809">
                  <a:extLst>
                    <a:ext uri="{9D8B030D-6E8A-4147-A177-3AD203B41FA5}">
                      <a16:colId xmlns:a16="http://schemas.microsoft.com/office/drawing/2014/main" val="3106461485"/>
                    </a:ext>
                  </a:extLst>
                </a:gridCol>
                <a:gridCol w="583809">
                  <a:extLst>
                    <a:ext uri="{9D8B030D-6E8A-4147-A177-3AD203B41FA5}">
                      <a16:colId xmlns:a16="http://schemas.microsoft.com/office/drawing/2014/main" val="638186255"/>
                    </a:ext>
                  </a:extLst>
                </a:gridCol>
              </a:tblGrid>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544661677"/>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3328564"/>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625559"/>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3734719"/>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852421660"/>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356386872"/>
                  </a:ext>
                </a:extLst>
              </a:tr>
            </a:tbl>
          </a:graphicData>
        </a:graphic>
      </p:graphicFrame>
      <p:graphicFrame>
        <p:nvGraphicFramePr>
          <p:cNvPr id="13" name="Table 12">
            <a:extLst>
              <a:ext uri="{FF2B5EF4-FFF2-40B4-BE49-F238E27FC236}">
                <a16:creationId xmlns:a16="http://schemas.microsoft.com/office/drawing/2014/main" id="{738E6E95-8DF3-4930-885F-0A3549E4D00D}"/>
              </a:ext>
            </a:extLst>
          </p:cNvPr>
          <p:cNvGraphicFramePr>
            <a:graphicFrameLocks noGrp="1"/>
          </p:cNvGraphicFramePr>
          <p:nvPr>
            <p:extLst>
              <p:ext uri="{D42A27DB-BD31-4B8C-83A1-F6EECF244321}">
                <p14:modId xmlns:p14="http://schemas.microsoft.com/office/powerpoint/2010/main" val="1980161301"/>
              </p:ext>
            </p:extLst>
          </p:nvPr>
        </p:nvGraphicFramePr>
        <p:xfrm>
          <a:off x="929552" y="3617052"/>
          <a:ext cx="1687581" cy="1157846"/>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62527">
                  <a:extLst>
                    <a:ext uri="{9D8B030D-6E8A-4147-A177-3AD203B41FA5}">
                      <a16:colId xmlns:a16="http://schemas.microsoft.com/office/drawing/2014/main" val="3363110549"/>
                    </a:ext>
                  </a:extLst>
                </a:gridCol>
                <a:gridCol w="562527">
                  <a:extLst>
                    <a:ext uri="{9D8B030D-6E8A-4147-A177-3AD203B41FA5}">
                      <a16:colId xmlns:a16="http://schemas.microsoft.com/office/drawing/2014/main" val="2773334811"/>
                    </a:ext>
                  </a:extLst>
                </a:gridCol>
                <a:gridCol w="562527">
                  <a:extLst>
                    <a:ext uri="{9D8B030D-6E8A-4147-A177-3AD203B41FA5}">
                      <a16:colId xmlns:a16="http://schemas.microsoft.com/office/drawing/2014/main" val="3954811565"/>
                    </a:ext>
                  </a:extLst>
                </a:gridCol>
              </a:tblGrid>
              <a:tr h="0">
                <a:tc>
                  <a:txBody>
                    <a:bodyPr/>
                    <a:lstStyle/>
                    <a:p>
                      <a:pPr algn="ctr"/>
                      <a:r>
                        <a:rPr lang="en-US" b="0">
                          <a:solidFill>
                            <a:schemeClr val="bg1"/>
                          </a:solidFill>
                        </a:rPr>
                        <a:t>.06</a:t>
                      </a: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.06</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396043">
                <a:tc>
                  <a:txBody>
                    <a:bodyPr/>
                    <a:lstStyle/>
                    <a:p>
                      <a:pPr algn="ctr"/>
                      <a:r>
                        <a:rPr lang="en-US">
                          <a:solidFill>
                            <a:schemeClr val="bg1"/>
                          </a:solidFill>
                        </a:rPr>
                        <a:t>.13</a:t>
                      </a: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02284580"/>
                  </a:ext>
                </a:extLst>
              </a:tr>
              <a:tr h="396043">
                <a:tc>
                  <a:txBody>
                    <a:bodyPr/>
                    <a:lstStyle/>
                    <a:p>
                      <a:pPr algn="ctr"/>
                      <a:r>
                        <a:rPr lang="en-US">
                          <a:solidFill>
                            <a:schemeClr val="bg1"/>
                          </a:solidFill>
                        </a:rPr>
                        <a:t>.06</a:t>
                      </a: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dirty="0">
                          <a:solidFill>
                            <a:schemeClr val="bg1"/>
                          </a:solidFill>
                        </a:rPr>
                        <a:t>.06</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sp>
        <p:nvSpPr>
          <p:cNvPr id="14" name="Rectangle 13">
            <a:extLst>
              <a:ext uri="{FF2B5EF4-FFF2-40B4-BE49-F238E27FC236}">
                <a16:creationId xmlns:a16="http://schemas.microsoft.com/office/drawing/2014/main" id="{1611D445-0D43-4945-9680-414E73DD2E2C}"/>
              </a:ext>
            </a:extLst>
          </p:cNvPr>
          <p:cNvSpPr/>
          <p:nvPr/>
        </p:nvSpPr>
        <p:spPr>
          <a:xfrm>
            <a:off x="3315509" y="1627567"/>
            <a:ext cx="3502854" cy="914400"/>
          </a:xfrm>
          <a:prstGeom prst="rect">
            <a:avLst/>
          </a:prstGeom>
          <a:solidFill>
            <a:schemeClr val="accent6">
              <a:lumMod val="60000"/>
              <a:lumOff val="40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rPr>
              <a:t>이미지 원본</a:t>
            </a:r>
          </a:p>
        </p:txBody>
      </p:sp>
      <p:sp>
        <p:nvSpPr>
          <p:cNvPr id="15" name="Rectangle 14">
            <a:extLst>
              <a:ext uri="{FF2B5EF4-FFF2-40B4-BE49-F238E27FC236}">
                <a16:creationId xmlns:a16="http://schemas.microsoft.com/office/drawing/2014/main" id="{F8F5E77E-5566-4F0E-B7DC-61BA7B0F09C6}"/>
              </a:ext>
            </a:extLst>
          </p:cNvPr>
          <p:cNvSpPr/>
          <p:nvPr/>
        </p:nvSpPr>
        <p:spPr>
          <a:xfrm>
            <a:off x="929552" y="1627567"/>
            <a:ext cx="1687581" cy="914400"/>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흐리게 하기 커널</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478D823-1113-4FF6-BEAE-378E43C5B115}"/>
                  </a:ext>
                </a:extLst>
              </p:cNvPr>
              <p:cNvSpPr txBox="1"/>
              <p:nvPr/>
            </p:nvSpPr>
            <p:spPr>
              <a:xfrm>
                <a:off x="2796096" y="3918976"/>
                <a:ext cx="402354" cy="5539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4000" i="1" smtClean="0">
                          <a:solidFill>
                            <a:schemeClr val="bg1"/>
                          </a:solidFill>
                          <a:latin typeface="Cambria Math" panose="02040503050406030204" pitchFamily="18" charset="0"/>
                          <a:ea typeface="Cambria Math" panose="02040503050406030204" pitchFamily="18" charset="0"/>
                        </a:rPr>
                        <m:t>∗</m:t>
                      </m:r>
                    </m:oMath>
                  </m:oMathPara>
                </a14:m>
                <a:endParaRPr lang="en-US" sz="3200">
                  <a:solidFill>
                    <a:schemeClr val="bg1"/>
                  </a:solidFill>
                </a:endParaRPr>
              </a:p>
            </p:txBody>
          </p:sp>
        </mc:Choice>
        <mc:Fallback xmlns="">
          <p:sp>
            <p:nvSpPr>
              <p:cNvPr id="18" name="TextBox 17">
                <a:extLst>
                  <a:ext uri="{FF2B5EF4-FFF2-40B4-BE49-F238E27FC236}">
                    <a16:creationId xmlns:a16="http://schemas.microsoft.com/office/drawing/2014/main" id="{2478D823-1113-4FF6-BEAE-378E43C5B115}"/>
                  </a:ext>
                </a:extLst>
              </p:cNvPr>
              <p:cNvSpPr txBox="1">
                <a:spLocks noAdjustHandles="1" noChangeArrowheads="1" noChangeAspect="1" noChangeShapeType="1" noEditPoints="1" noMove="1" noResize="1" noRot="1" noTextEdit="1"/>
              </p:cNvSpPr>
              <p:nvPr/>
            </p:nvSpPr>
            <p:spPr>
              <a:xfrm>
                <a:off x="2796096" y="3918976"/>
                <a:ext cx="402354" cy="553998"/>
              </a:xfrm>
              <a:prstGeom prst="rect">
                <a:avLst/>
              </a:prstGeom>
              <a:blipFill>
                <a:blip r:embed="rId3"/>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72C6051-C661-43C0-8C97-B4A16A730003}"/>
                  </a:ext>
                </a:extLst>
              </p:cNvPr>
              <p:cNvSpPr txBox="1"/>
              <p:nvPr/>
            </p:nvSpPr>
            <p:spPr>
              <a:xfrm>
                <a:off x="7025911" y="4002076"/>
                <a:ext cx="375103" cy="3877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rPr>
                        <m:t>=</m:t>
                      </m:r>
                    </m:oMath>
                  </m:oMathPara>
                </a14:m>
                <a:endParaRPr lang="en-US" sz="3200">
                  <a:solidFill>
                    <a:schemeClr val="bg1"/>
                  </a:solidFill>
                </a:endParaRPr>
              </a:p>
            </p:txBody>
          </p:sp>
        </mc:Choice>
        <mc:Fallback xmlns="">
          <p:sp>
            <p:nvSpPr>
              <p:cNvPr id="19" name="TextBox 18">
                <a:extLst>
                  <a:ext uri="{FF2B5EF4-FFF2-40B4-BE49-F238E27FC236}">
                    <a16:creationId xmlns:a16="http://schemas.microsoft.com/office/drawing/2014/main" id="{F72C6051-C661-43C0-8C97-B4A16A730003}"/>
                  </a:ext>
                </a:extLst>
              </p:cNvPr>
              <p:cNvSpPr txBox="1">
                <a:spLocks noAdjustHandles="1" noChangeArrowheads="1" noChangeAspect="1" noChangeShapeType="1" noEditPoints="1" noMove="1" noResize="1" noRot="1" noTextEdit="1"/>
              </p:cNvSpPr>
              <p:nvPr/>
            </p:nvSpPr>
            <p:spPr>
              <a:xfrm>
                <a:off x="7025911" y="4002076"/>
                <a:ext cx="375103" cy="387798"/>
              </a:xfrm>
              <a:prstGeom prst="rect">
                <a:avLst/>
              </a:prstGeom>
              <a:blipFill>
                <a:blip r:embed="rId4"/>
                <a:stretch>
                  <a:fillRect l="-21311"/>
                </a:stretch>
              </a:blipFill>
              <a:ln w="6350">
                <a:noFill/>
              </a:ln>
            </p:spPr>
            <p:txBody>
              <a:bodyPr/>
              <a:lstStyle/>
              <a:p>
                <a:r>
                  <a:rPr lang="en-US">
                    <a:noFill/>
                  </a:rPr>
                  <a:t> </a:t>
                </a:r>
              </a:p>
            </p:txBody>
          </p:sp>
        </mc:Fallback>
      </mc:AlternateContent>
      <p:graphicFrame>
        <p:nvGraphicFramePr>
          <p:cNvPr id="20" name="Table 12">
            <a:extLst>
              <a:ext uri="{FF2B5EF4-FFF2-40B4-BE49-F238E27FC236}">
                <a16:creationId xmlns:a16="http://schemas.microsoft.com/office/drawing/2014/main" id="{ADCAE3CC-2989-4751-A0D8-EC4193F73001}"/>
              </a:ext>
            </a:extLst>
          </p:cNvPr>
          <p:cNvGraphicFramePr>
            <a:graphicFrameLocks noGrp="1"/>
          </p:cNvGraphicFramePr>
          <p:nvPr>
            <p:extLst>
              <p:ext uri="{D42A27DB-BD31-4B8C-83A1-F6EECF244321}">
                <p14:modId xmlns:p14="http://schemas.microsoft.com/office/powerpoint/2010/main" val="2110702814"/>
              </p:ext>
            </p:extLst>
          </p:nvPr>
        </p:nvGraphicFramePr>
        <p:xfrm>
          <a:off x="7516739" y="2948500"/>
          <a:ext cx="2335236" cy="1940952"/>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83809">
                  <a:extLst>
                    <a:ext uri="{9D8B030D-6E8A-4147-A177-3AD203B41FA5}">
                      <a16:colId xmlns:a16="http://schemas.microsoft.com/office/drawing/2014/main" val="1559549635"/>
                    </a:ext>
                  </a:extLst>
                </a:gridCol>
                <a:gridCol w="583809">
                  <a:extLst>
                    <a:ext uri="{9D8B030D-6E8A-4147-A177-3AD203B41FA5}">
                      <a16:colId xmlns:a16="http://schemas.microsoft.com/office/drawing/2014/main" val="722485242"/>
                    </a:ext>
                  </a:extLst>
                </a:gridCol>
                <a:gridCol w="583809">
                  <a:extLst>
                    <a:ext uri="{9D8B030D-6E8A-4147-A177-3AD203B41FA5}">
                      <a16:colId xmlns:a16="http://schemas.microsoft.com/office/drawing/2014/main" val="1938600863"/>
                    </a:ext>
                  </a:extLst>
                </a:gridCol>
                <a:gridCol w="583809">
                  <a:extLst>
                    <a:ext uri="{9D8B030D-6E8A-4147-A177-3AD203B41FA5}">
                      <a16:colId xmlns:a16="http://schemas.microsoft.com/office/drawing/2014/main" val="2110764589"/>
                    </a:ext>
                  </a:extLst>
                </a:gridCol>
              </a:tblGrid>
              <a:tr h="485238">
                <a:tc>
                  <a:txBody>
                    <a:bodyPr/>
                    <a:lstStyle/>
                    <a:p>
                      <a:pPr algn="ctr"/>
                      <a:endParaRPr lang="en-US">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544661677"/>
                  </a:ext>
                </a:extLst>
              </a:tr>
              <a:tr h="485238">
                <a:tc>
                  <a:txBody>
                    <a:bodyPr/>
                    <a:lstStyle/>
                    <a:p>
                      <a:pPr algn="ctr"/>
                      <a:endParaRPr lang="en-US">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973328564"/>
                  </a:ext>
                </a:extLst>
              </a:tr>
              <a:tr h="485238">
                <a:tc>
                  <a:txBody>
                    <a:bodyPr/>
                    <a:lstStyle/>
                    <a:p>
                      <a:pPr algn="ctr"/>
                      <a:endParaRPr lang="en-US">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61625559"/>
                  </a:ext>
                </a:extLst>
              </a:tr>
              <a:tr h="485238">
                <a:tc>
                  <a:txBody>
                    <a:bodyPr/>
                    <a:lstStyle/>
                    <a:p>
                      <a:pPr algn="ctr"/>
                      <a:endParaRPr lang="en-US">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3553734719"/>
                  </a:ext>
                </a:extLst>
              </a:tr>
            </a:tbl>
          </a:graphicData>
        </a:graphic>
      </p:graphicFrame>
      <p:sp>
        <p:nvSpPr>
          <p:cNvPr id="21" name="Rectangle 20">
            <a:extLst>
              <a:ext uri="{FF2B5EF4-FFF2-40B4-BE49-F238E27FC236}">
                <a16:creationId xmlns:a16="http://schemas.microsoft.com/office/drawing/2014/main" id="{D8B19572-09C3-467C-BD54-9002142CF8B4}"/>
              </a:ext>
            </a:extLst>
          </p:cNvPr>
          <p:cNvSpPr/>
          <p:nvPr/>
        </p:nvSpPr>
        <p:spPr>
          <a:xfrm>
            <a:off x="7516739" y="1627567"/>
            <a:ext cx="2335236" cy="914400"/>
          </a:xfrm>
          <a:prstGeom prst="rect">
            <a:avLst/>
          </a:prstGeom>
          <a:solidFill>
            <a:schemeClr val="accent2">
              <a:lumMod val="75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rPr>
              <a:t>합성곱이 수행된 이미지</a:t>
            </a:r>
          </a:p>
        </p:txBody>
      </p:sp>
    </p:spTree>
    <p:extLst>
      <p:ext uri="{BB962C8B-B14F-4D97-AF65-F5344CB8AC3E}">
        <p14:creationId xmlns:p14="http://schemas.microsoft.com/office/powerpoint/2010/main" val="21205384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516750" y="640238"/>
            <a:ext cx="9976104" cy="590931"/>
          </a:xfrm>
        </p:spPr>
        <p:txBody>
          <a:bodyPr/>
          <a:lstStyle/>
          <a:p>
            <a:r>
              <a:rPr lang="en-US" dirty="0" err="1"/>
              <a:t>커널과</a:t>
            </a:r>
            <a:r>
              <a:rPr lang="en-US" dirty="0"/>
              <a:t> </a:t>
            </a:r>
            <a:r>
              <a:rPr lang="en-US" dirty="0" err="1"/>
              <a:t>합성곱</a:t>
            </a:r>
            <a:r>
              <a:rPr lang="en-US" dirty="0"/>
              <a:t> (</a:t>
            </a:r>
            <a:r>
              <a:rPr lang="en-GB" dirty="0"/>
              <a:t>KERNELS and CONVOLUTION)</a:t>
            </a:r>
            <a:endParaRPr lang="en-US" dirty="0"/>
          </a:p>
        </p:txBody>
      </p:sp>
      <p:graphicFrame>
        <p:nvGraphicFramePr>
          <p:cNvPr id="4" name="Table 12">
            <a:extLst>
              <a:ext uri="{FF2B5EF4-FFF2-40B4-BE49-F238E27FC236}">
                <a16:creationId xmlns:a16="http://schemas.microsoft.com/office/drawing/2014/main" id="{BE4242B0-1BBB-4B75-A0CD-99037FDEAF05}"/>
              </a:ext>
            </a:extLst>
          </p:cNvPr>
          <p:cNvGraphicFramePr>
            <a:graphicFrameLocks noGrp="1"/>
          </p:cNvGraphicFramePr>
          <p:nvPr>
            <p:extLst>
              <p:ext uri="{D42A27DB-BD31-4B8C-83A1-F6EECF244321}">
                <p14:modId xmlns:p14="http://schemas.microsoft.com/office/powerpoint/2010/main" val="4048853749"/>
              </p:ext>
            </p:extLst>
          </p:nvPr>
        </p:nvGraphicFramePr>
        <p:xfrm>
          <a:off x="3315509" y="2740261"/>
          <a:ext cx="3502854" cy="2911428"/>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83809">
                  <a:extLst>
                    <a:ext uri="{9D8B030D-6E8A-4147-A177-3AD203B41FA5}">
                      <a16:colId xmlns:a16="http://schemas.microsoft.com/office/drawing/2014/main" val="1559549635"/>
                    </a:ext>
                  </a:extLst>
                </a:gridCol>
                <a:gridCol w="583809">
                  <a:extLst>
                    <a:ext uri="{9D8B030D-6E8A-4147-A177-3AD203B41FA5}">
                      <a16:colId xmlns:a16="http://schemas.microsoft.com/office/drawing/2014/main" val="722485242"/>
                    </a:ext>
                  </a:extLst>
                </a:gridCol>
                <a:gridCol w="583809">
                  <a:extLst>
                    <a:ext uri="{9D8B030D-6E8A-4147-A177-3AD203B41FA5}">
                      <a16:colId xmlns:a16="http://schemas.microsoft.com/office/drawing/2014/main" val="1938600863"/>
                    </a:ext>
                  </a:extLst>
                </a:gridCol>
                <a:gridCol w="583809">
                  <a:extLst>
                    <a:ext uri="{9D8B030D-6E8A-4147-A177-3AD203B41FA5}">
                      <a16:colId xmlns:a16="http://schemas.microsoft.com/office/drawing/2014/main" val="2110764589"/>
                    </a:ext>
                  </a:extLst>
                </a:gridCol>
                <a:gridCol w="583809">
                  <a:extLst>
                    <a:ext uri="{9D8B030D-6E8A-4147-A177-3AD203B41FA5}">
                      <a16:colId xmlns:a16="http://schemas.microsoft.com/office/drawing/2014/main" val="3106461485"/>
                    </a:ext>
                  </a:extLst>
                </a:gridCol>
                <a:gridCol w="583809">
                  <a:extLst>
                    <a:ext uri="{9D8B030D-6E8A-4147-A177-3AD203B41FA5}">
                      <a16:colId xmlns:a16="http://schemas.microsoft.com/office/drawing/2014/main" val="638186255"/>
                    </a:ext>
                  </a:extLst>
                </a:gridCol>
              </a:tblGrid>
              <a:tr h="485238">
                <a:tc>
                  <a:txBody>
                    <a:bodyPr/>
                    <a:lstStyle/>
                    <a:p>
                      <a:pPr algn="ctr"/>
                      <a:r>
                        <a:rPr lang="en-US">
                          <a:solidFill>
                            <a:schemeClr val="bg1"/>
                          </a:solidFill>
                        </a:rPr>
                        <a:t>1</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544661677"/>
                  </a:ext>
                </a:extLst>
              </a:tr>
              <a:tr h="485238">
                <a:tc>
                  <a:txBody>
                    <a:bodyPr/>
                    <a:lstStyle/>
                    <a:p>
                      <a:pPr algn="ctr"/>
                      <a:r>
                        <a:rPr lang="en-US">
                          <a:solidFill>
                            <a:schemeClr val="tx1"/>
                          </a:solidFill>
                        </a:rPr>
                        <a:t>0</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3328564"/>
                  </a:ext>
                </a:extLst>
              </a:tr>
              <a:tr h="485238">
                <a:tc>
                  <a:txBody>
                    <a:bodyPr/>
                    <a:lstStyle/>
                    <a:p>
                      <a:pPr algn="ctr"/>
                      <a:r>
                        <a:rPr lang="en-US">
                          <a:solidFill>
                            <a:schemeClr val="tx1"/>
                          </a:solidFill>
                        </a:rPr>
                        <a:t>0</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3"/>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3"/>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3"/>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625559"/>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3734719"/>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852421660"/>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356386872"/>
                  </a:ext>
                </a:extLst>
              </a:tr>
            </a:tbl>
          </a:graphicData>
        </a:graphic>
      </p:graphicFrame>
      <p:graphicFrame>
        <p:nvGraphicFramePr>
          <p:cNvPr id="13" name="Table 12">
            <a:extLst>
              <a:ext uri="{FF2B5EF4-FFF2-40B4-BE49-F238E27FC236}">
                <a16:creationId xmlns:a16="http://schemas.microsoft.com/office/drawing/2014/main" id="{738E6E95-8DF3-4930-885F-0A3549E4D00D}"/>
              </a:ext>
            </a:extLst>
          </p:cNvPr>
          <p:cNvGraphicFramePr>
            <a:graphicFrameLocks noGrp="1"/>
          </p:cNvGraphicFramePr>
          <p:nvPr/>
        </p:nvGraphicFramePr>
        <p:xfrm>
          <a:off x="929552" y="3617052"/>
          <a:ext cx="1687581" cy="1157846"/>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62527">
                  <a:extLst>
                    <a:ext uri="{9D8B030D-6E8A-4147-A177-3AD203B41FA5}">
                      <a16:colId xmlns:a16="http://schemas.microsoft.com/office/drawing/2014/main" val="3363110549"/>
                    </a:ext>
                  </a:extLst>
                </a:gridCol>
                <a:gridCol w="562527">
                  <a:extLst>
                    <a:ext uri="{9D8B030D-6E8A-4147-A177-3AD203B41FA5}">
                      <a16:colId xmlns:a16="http://schemas.microsoft.com/office/drawing/2014/main" val="2773334811"/>
                    </a:ext>
                  </a:extLst>
                </a:gridCol>
                <a:gridCol w="562527">
                  <a:extLst>
                    <a:ext uri="{9D8B030D-6E8A-4147-A177-3AD203B41FA5}">
                      <a16:colId xmlns:a16="http://schemas.microsoft.com/office/drawing/2014/main" val="3954811565"/>
                    </a:ext>
                  </a:extLst>
                </a:gridCol>
              </a:tblGrid>
              <a:tr h="0">
                <a:tc>
                  <a:txBody>
                    <a:bodyPr/>
                    <a:lstStyle/>
                    <a:p>
                      <a:pPr algn="ctr"/>
                      <a:r>
                        <a:rPr lang="en-US" b="0">
                          <a:solidFill>
                            <a:schemeClr val="bg1"/>
                          </a:solidFill>
                        </a:rPr>
                        <a:t>.06</a:t>
                      </a: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.06</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396043">
                <a:tc>
                  <a:txBody>
                    <a:bodyPr/>
                    <a:lstStyle/>
                    <a:p>
                      <a:pPr algn="ctr"/>
                      <a:r>
                        <a:rPr lang="en-US">
                          <a:solidFill>
                            <a:schemeClr val="bg1"/>
                          </a:solidFill>
                        </a:rPr>
                        <a:t>.13</a:t>
                      </a: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02284580"/>
                  </a:ext>
                </a:extLst>
              </a:tr>
              <a:tr h="396043">
                <a:tc>
                  <a:txBody>
                    <a:bodyPr/>
                    <a:lstStyle/>
                    <a:p>
                      <a:pPr algn="ctr"/>
                      <a:r>
                        <a:rPr lang="en-US">
                          <a:solidFill>
                            <a:schemeClr val="bg1"/>
                          </a:solidFill>
                        </a:rPr>
                        <a:t>.06</a:t>
                      </a: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.06</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sp>
        <p:nvSpPr>
          <p:cNvPr id="14" name="Rectangle 13">
            <a:extLst>
              <a:ext uri="{FF2B5EF4-FFF2-40B4-BE49-F238E27FC236}">
                <a16:creationId xmlns:a16="http://schemas.microsoft.com/office/drawing/2014/main" id="{1611D445-0D43-4945-9680-414E73DD2E2C}"/>
              </a:ext>
            </a:extLst>
          </p:cNvPr>
          <p:cNvSpPr/>
          <p:nvPr/>
        </p:nvSpPr>
        <p:spPr>
          <a:xfrm>
            <a:off x="3315509" y="1627567"/>
            <a:ext cx="3502854" cy="914400"/>
          </a:xfrm>
          <a:prstGeom prst="rect">
            <a:avLst/>
          </a:prstGeom>
          <a:solidFill>
            <a:schemeClr val="accent6">
              <a:lumMod val="60000"/>
              <a:lumOff val="40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rPr>
              <a:t>이미지 원본</a:t>
            </a:r>
          </a:p>
        </p:txBody>
      </p:sp>
      <p:sp>
        <p:nvSpPr>
          <p:cNvPr id="15" name="Rectangle 14">
            <a:extLst>
              <a:ext uri="{FF2B5EF4-FFF2-40B4-BE49-F238E27FC236}">
                <a16:creationId xmlns:a16="http://schemas.microsoft.com/office/drawing/2014/main" id="{F8F5E77E-5566-4F0E-B7DC-61BA7B0F09C6}"/>
              </a:ext>
            </a:extLst>
          </p:cNvPr>
          <p:cNvSpPr/>
          <p:nvPr/>
        </p:nvSpPr>
        <p:spPr>
          <a:xfrm>
            <a:off x="929552" y="1627567"/>
            <a:ext cx="1687581" cy="914400"/>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흐리게 하기 커널</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478D823-1113-4FF6-BEAE-378E43C5B115}"/>
                  </a:ext>
                </a:extLst>
              </p:cNvPr>
              <p:cNvSpPr txBox="1"/>
              <p:nvPr/>
            </p:nvSpPr>
            <p:spPr>
              <a:xfrm>
                <a:off x="2796096" y="3918976"/>
                <a:ext cx="402354" cy="5539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4000" i="1" smtClean="0">
                          <a:solidFill>
                            <a:schemeClr val="bg1"/>
                          </a:solidFill>
                          <a:latin typeface="Cambria Math" panose="02040503050406030204" pitchFamily="18" charset="0"/>
                          <a:ea typeface="Cambria Math" panose="02040503050406030204" pitchFamily="18" charset="0"/>
                        </a:rPr>
                        <m:t>∗</m:t>
                      </m:r>
                    </m:oMath>
                  </m:oMathPara>
                </a14:m>
                <a:endParaRPr lang="en-US" sz="3200">
                  <a:solidFill>
                    <a:schemeClr val="bg1"/>
                  </a:solidFill>
                </a:endParaRPr>
              </a:p>
            </p:txBody>
          </p:sp>
        </mc:Choice>
        <mc:Fallback xmlns="">
          <p:sp>
            <p:nvSpPr>
              <p:cNvPr id="18" name="TextBox 17">
                <a:extLst>
                  <a:ext uri="{FF2B5EF4-FFF2-40B4-BE49-F238E27FC236}">
                    <a16:creationId xmlns:a16="http://schemas.microsoft.com/office/drawing/2014/main" id="{2478D823-1113-4FF6-BEAE-378E43C5B115}"/>
                  </a:ext>
                </a:extLst>
              </p:cNvPr>
              <p:cNvSpPr txBox="1">
                <a:spLocks noAdjustHandles="1" noChangeArrowheads="1" noChangeAspect="1" noChangeShapeType="1" noEditPoints="1" noMove="1" noResize="1" noRot="1" noTextEdit="1"/>
              </p:cNvSpPr>
              <p:nvPr/>
            </p:nvSpPr>
            <p:spPr>
              <a:xfrm>
                <a:off x="2796096" y="3918976"/>
                <a:ext cx="402354" cy="553998"/>
              </a:xfrm>
              <a:prstGeom prst="rect">
                <a:avLst/>
              </a:prstGeom>
              <a:blipFill>
                <a:blip r:embed="rId3"/>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72C6051-C661-43C0-8C97-B4A16A730003}"/>
                  </a:ext>
                </a:extLst>
              </p:cNvPr>
              <p:cNvSpPr txBox="1"/>
              <p:nvPr/>
            </p:nvSpPr>
            <p:spPr>
              <a:xfrm>
                <a:off x="7025911" y="4002076"/>
                <a:ext cx="375103" cy="3877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rPr>
                        <m:t>=</m:t>
                      </m:r>
                    </m:oMath>
                  </m:oMathPara>
                </a14:m>
                <a:endParaRPr lang="en-US" sz="3200">
                  <a:solidFill>
                    <a:schemeClr val="bg1"/>
                  </a:solidFill>
                </a:endParaRPr>
              </a:p>
            </p:txBody>
          </p:sp>
        </mc:Choice>
        <mc:Fallback xmlns="">
          <p:sp>
            <p:nvSpPr>
              <p:cNvPr id="19" name="TextBox 18">
                <a:extLst>
                  <a:ext uri="{FF2B5EF4-FFF2-40B4-BE49-F238E27FC236}">
                    <a16:creationId xmlns:a16="http://schemas.microsoft.com/office/drawing/2014/main" id="{F72C6051-C661-43C0-8C97-B4A16A730003}"/>
                  </a:ext>
                </a:extLst>
              </p:cNvPr>
              <p:cNvSpPr txBox="1">
                <a:spLocks noAdjustHandles="1" noChangeArrowheads="1" noChangeAspect="1" noChangeShapeType="1" noEditPoints="1" noMove="1" noResize="1" noRot="1" noTextEdit="1"/>
              </p:cNvSpPr>
              <p:nvPr/>
            </p:nvSpPr>
            <p:spPr>
              <a:xfrm>
                <a:off x="7025911" y="4002076"/>
                <a:ext cx="375103" cy="387798"/>
              </a:xfrm>
              <a:prstGeom prst="rect">
                <a:avLst/>
              </a:prstGeom>
              <a:blipFill>
                <a:blip r:embed="rId4"/>
                <a:stretch>
                  <a:fillRect l="-21311"/>
                </a:stretch>
              </a:blipFill>
              <a:ln w="6350">
                <a:noFill/>
              </a:ln>
            </p:spPr>
            <p:txBody>
              <a:bodyPr/>
              <a:lstStyle/>
              <a:p>
                <a:r>
                  <a:rPr lang="en-US">
                    <a:noFill/>
                  </a:rPr>
                  <a:t> </a:t>
                </a:r>
              </a:p>
            </p:txBody>
          </p:sp>
        </mc:Fallback>
      </mc:AlternateContent>
      <p:graphicFrame>
        <p:nvGraphicFramePr>
          <p:cNvPr id="20" name="Table 12">
            <a:extLst>
              <a:ext uri="{FF2B5EF4-FFF2-40B4-BE49-F238E27FC236}">
                <a16:creationId xmlns:a16="http://schemas.microsoft.com/office/drawing/2014/main" id="{ADCAE3CC-2989-4751-A0D8-EC4193F73001}"/>
              </a:ext>
            </a:extLst>
          </p:cNvPr>
          <p:cNvGraphicFramePr>
            <a:graphicFrameLocks noGrp="1"/>
          </p:cNvGraphicFramePr>
          <p:nvPr>
            <p:extLst>
              <p:ext uri="{D42A27DB-BD31-4B8C-83A1-F6EECF244321}">
                <p14:modId xmlns:p14="http://schemas.microsoft.com/office/powerpoint/2010/main" val="4034160960"/>
              </p:ext>
            </p:extLst>
          </p:nvPr>
        </p:nvGraphicFramePr>
        <p:xfrm>
          <a:off x="7516739" y="2948500"/>
          <a:ext cx="2335236" cy="1940952"/>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83809">
                  <a:extLst>
                    <a:ext uri="{9D8B030D-6E8A-4147-A177-3AD203B41FA5}">
                      <a16:colId xmlns:a16="http://schemas.microsoft.com/office/drawing/2014/main" val="1559549635"/>
                    </a:ext>
                  </a:extLst>
                </a:gridCol>
                <a:gridCol w="583809">
                  <a:extLst>
                    <a:ext uri="{9D8B030D-6E8A-4147-A177-3AD203B41FA5}">
                      <a16:colId xmlns:a16="http://schemas.microsoft.com/office/drawing/2014/main" val="722485242"/>
                    </a:ext>
                  </a:extLst>
                </a:gridCol>
                <a:gridCol w="583809">
                  <a:extLst>
                    <a:ext uri="{9D8B030D-6E8A-4147-A177-3AD203B41FA5}">
                      <a16:colId xmlns:a16="http://schemas.microsoft.com/office/drawing/2014/main" val="1938600863"/>
                    </a:ext>
                  </a:extLst>
                </a:gridCol>
                <a:gridCol w="583809">
                  <a:extLst>
                    <a:ext uri="{9D8B030D-6E8A-4147-A177-3AD203B41FA5}">
                      <a16:colId xmlns:a16="http://schemas.microsoft.com/office/drawing/2014/main" val="2110764589"/>
                    </a:ext>
                  </a:extLst>
                </a:gridCol>
              </a:tblGrid>
              <a:tr h="485238">
                <a:tc>
                  <a:txBody>
                    <a:bodyPr/>
                    <a:lstStyle/>
                    <a:p>
                      <a:pPr algn="ctr"/>
                      <a:endParaRPr lang="en-US">
                        <a:solidFill>
                          <a:schemeClr val="bg1"/>
                        </a:solidFill>
                      </a:endParaRPr>
                    </a:p>
                  </a:txBody>
                  <a:tcPr anchor="ctr">
                    <a:lnL w="57150" cap="flat" cmpd="sng" algn="ctr">
                      <a:solidFill>
                        <a:schemeClr val="accent3"/>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57150" cap="flat" cmpd="sng" algn="ctr">
                      <a:solidFill>
                        <a:schemeClr val="accent3"/>
                      </a:solidFill>
                      <a:prstDash val="solid"/>
                      <a:round/>
                      <a:headEnd type="none" w="med" len="med"/>
                      <a:tailEnd type="none" w="med" len="med"/>
                    </a:lnB>
                    <a:solidFill>
                      <a:srgbClr val="F2F2F2"/>
                    </a:solidFill>
                  </a:tcPr>
                </a:tc>
                <a:tc>
                  <a:txBody>
                    <a:bodyPr/>
                    <a:lstStyle/>
                    <a:p>
                      <a:pPr algn="ctr"/>
                      <a:endParaRPr lang="en-US">
                        <a:solidFill>
                          <a:schemeClr val="tx1"/>
                        </a:solidFill>
                      </a:endParaRP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544661677"/>
                  </a:ext>
                </a:extLst>
              </a:tr>
              <a:tr h="485238">
                <a:tc>
                  <a:txBody>
                    <a:bodyPr/>
                    <a:lstStyle/>
                    <a:p>
                      <a:pPr algn="ctr"/>
                      <a:endParaRPr lang="en-US">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973328564"/>
                  </a:ext>
                </a:extLst>
              </a:tr>
              <a:tr h="485238">
                <a:tc>
                  <a:txBody>
                    <a:bodyPr/>
                    <a:lstStyle/>
                    <a:p>
                      <a:pPr algn="ctr"/>
                      <a:endParaRPr lang="en-US">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61625559"/>
                  </a:ext>
                </a:extLst>
              </a:tr>
              <a:tr h="485238">
                <a:tc>
                  <a:txBody>
                    <a:bodyPr/>
                    <a:lstStyle/>
                    <a:p>
                      <a:pPr algn="ctr"/>
                      <a:endParaRPr lang="en-US">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3553734719"/>
                  </a:ext>
                </a:extLst>
              </a:tr>
            </a:tbl>
          </a:graphicData>
        </a:graphic>
      </p:graphicFrame>
      <p:sp>
        <p:nvSpPr>
          <p:cNvPr id="21" name="Rectangle 20">
            <a:extLst>
              <a:ext uri="{FF2B5EF4-FFF2-40B4-BE49-F238E27FC236}">
                <a16:creationId xmlns:a16="http://schemas.microsoft.com/office/drawing/2014/main" id="{D8B19572-09C3-467C-BD54-9002142CF8B4}"/>
              </a:ext>
            </a:extLst>
          </p:cNvPr>
          <p:cNvSpPr/>
          <p:nvPr/>
        </p:nvSpPr>
        <p:spPr>
          <a:xfrm>
            <a:off x="7516739" y="1627567"/>
            <a:ext cx="2335236" cy="914400"/>
          </a:xfrm>
          <a:prstGeom prst="rect">
            <a:avLst/>
          </a:prstGeom>
          <a:solidFill>
            <a:schemeClr val="accent2">
              <a:lumMod val="75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rPr>
              <a:t>합성곱이 수행된 이미지</a:t>
            </a:r>
          </a:p>
        </p:txBody>
      </p:sp>
    </p:spTree>
    <p:extLst>
      <p:ext uri="{BB962C8B-B14F-4D97-AF65-F5344CB8AC3E}">
        <p14:creationId xmlns:p14="http://schemas.microsoft.com/office/powerpoint/2010/main" val="39039530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516750" y="640238"/>
            <a:ext cx="9976104" cy="590931"/>
          </a:xfrm>
        </p:spPr>
        <p:txBody>
          <a:bodyPr/>
          <a:lstStyle/>
          <a:p>
            <a:r>
              <a:rPr lang="en-US" dirty="0" err="1"/>
              <a:t>커널과</a:t>
            </a:r>
            <a:r>
              <a:rPr lang="en-US" dirty="0"/>
              <a:t> </a:t>
            </a:r>
            <a:r>
              <a:rPr lang="en-US" dirty="0" err="1"/>
              <a:t>합성곱</a:t>
            </a:r>
            <a:r>
              <a:rPr lang="en-US" dirty="0"/>
              <a:t> (</a:t>
            </a:r>
            <a:r>
              <a:rPr lang="en-GB" dirty="0"/>
              <a:t>KERNELS and CONVOLUTION)</a:t>
            </a:r>
            <a:endParaRPr lang="en-US" dirty="0"/>
          </a:p>
        </p:txBody>
      </p:sp>
      <p:graphicFrame>
        <p:nvGraphicFramePr>
          <p:cNvPr id="4" name="Table 12">
            <a:extLst>
              <a:ext uri="{FF2B5EF4-FFF2-40B4-BE49-F238E27FC236}">
                <a16:creationId xmlns:a16="http://schemas.microsoft.com/office/drawing/2014/main" id="{BE4242B0-1BBB-4B75-A0CD-99037FDEAF05}"/>
              </a:ext>
            </a:extLst>
          </p:cNvPr>
          <p:cNvGraphicFramePr>
            <a:graphicFrameLocks noGrp="1"/>
          </p:cNvGraphicFramePr>
          <p:nvPr/>
        </p:nvGraphicFramePr>
        <p:xfrm>
          <a:off x="3315509" y="2740261"/>
          <a:ext cx="3502854" cy="2911428"/>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83809">
                  <a:extLst>
                    <a:ext uri="{9D8B030D-6E8A-4147-A177-3AD203B41FA5}">
                      <a16:colId xmlns:a16="http://schemas.microsoft.com/office/drawing/2014/main" val="1559549635"/>
                    </a:ext>
                  </a:extLst>
                </a:gridCol>
                <a:gridCol w="583809">
                  <a:extLst>
                    <a:ext uri="{9D8B030D-6E8A-4147-A177-3AD203B41FA5}">
                      <a16:colId xmlns:a16="http://schemas.microsoft.com/office/drawing/2014/main" val="722485242"/>
                    </a:ext>
                  </a:extLst>
                </a:gridCol>
                <a:gridCol w="583809">
                  <a:extLst>
                    <a:ext uri="{9D8B030D-6E8A-4147-A177-3AD203B41FA5}">
                      <a16:colId xmlns:a16="http://schemas.microsoft.com/office/drawing/2014/main" val="1938600863"/>
                    </a:ext>
                  </a:extLst>
                </a:gridCol>
                <a:gridCol w="583809">
                  <a:extLst>
                    <a:ext uri="{9D8B030D-6E8A-4147-A177-3AD203B41FA5}">
                      <a16:colId xmlns:a16="http://schemas.microsoft.com/office/drawing/2014/main" val="2110764589"/>
                    </a:ext>
                  </a:extLst>
                </a:gridCol>
                <a:gridCol w="583809">
                  <a:extLst>
                    <a:ext uri="{9D8B030D-6E8A-4147-A177-3AD203B41FA5}">
                      <a16:colId xmlns:a16="http://schemas.microsoft.com/office/drawing/2014/main" val="3106461485"/>
                    </a:ext>
                  </a:extLst>
                </a:gridCol>
                <a:gridCol w="583809">
                  <a:extLst>
                    <a:ext uri="{9D8B030D-6E8A-4147-A177-3AD203B41FA5}">
                      <a16:colId xmlns:a16="http://schemas.microsoft.com/office/drawing/2014/main" val="638186255"/>
                    </a:ext>
                  </a:extLst>
                </a:gridCol>
              </a:tblGrid>
              <a:tr h="485238">
                <a:tc>
                  <a:txBody>
                    <a:bodyPr/>
                    <a:lstStyle/>
                    <a:p>
                      <a:pPr algn="ctr"/>
                      <a:r>
                        <a:rPr lang="en-US">
                          <a:solidFill>
                            <a:schemeClr val="bg1"/>
                          </a:solidFill>
                        </a:rPr>
                        <a:t>1</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544661677"/>
                  </a:ext>
                </a:extLst>
              </a:tr>
              <a:tr h="485238">
                <a:tc>
                  <a:txBody>
                    <a:bodyPr/>
                    <a:lstStyle/>
                    <a:p>
                      <a:pPr algn="ctr"/>
                      <a:r>
                        <a:rPr lang="en-US">
                          <a:solidFill>
                            <a:schemeClr val="tx1"/>
                          </a:solidFill>
                        </a:rPr>
                        <a:t>0</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3328564"/>
                  </a:ext>
                </a:extLst>
              </a:tr>
              <a:tr h="485238">
                <a:tc>
                  <a:txBody>
                    <a:bodyPr/>
                    <a:lstStyle/>
                    <a:p>
                      <a:pPr algn="ctr"/>
                      <a:r>
                        <a:rPr lang="en-US">
                          <a:solidFill>
                            <a:schemeClr val="tx1"/>
                          </a:solidFill>
                        </a:rPr>
                        <a:t>0</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3"/>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3"/>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3"/>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625559"/>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3734719"/>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852421660"/>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356386872"/>
                  </a:ext>
                </a:extLst>
              </a:tr>
            </a:tbl>
          </a:graphicData>
        </a:graphic>
      </p:graphicFrame>
      <p:graphicFrame>
        <p:nvGraphicFramePr>
          <p:cNvPr id="13" name="Table 12">
            <a:extLst>
              <a:ext uri="{FF2B5EF4-FFF2-40B4-BE49-F238E27FC236}">
                <a16:creationId xmlns:a16="http://schemas.microsoft.com/office/drawing/2014/main" id="{738E6E95-8DF3-4930-885F-0A3549E4D00D}"/>
              </a:ext>
            </a:extLst>
          </p:cNvPr>
          <p:cNvGraphicFramePr>
            <a:graphicFrameLocks noGrp="1"/>
          </p:cNvGraphicFramePr>
          <p:nvPr/>
        </p:nvGraphicFramePr>
        <p:xfrm>
          <a:off x="929552" y="3617052"/>
          <a:ext cx="1687581" cy="1157846"/>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62527">
                  <a:extLst>
                    <a:ext uri="{9D8B030D-6E8A-4147-A177-3AD203B41FA5}">
                      <a16:colId xmlns:a16="http://schemas.microsoft.com/office/drawing/2014/main" val="3363110549"/>
                    </a:ext>
                  </a:extLst>
                </a:gridCol>
                <a:gridCol w="562527">
                  <a:extLst>
                    <a:ext uri="{9D8B030D-6E8A-4147-A177-3AD203B41FA5}">
                      <a16:colId xmlns:a16="http://schemas.microsoft.com/office/drawing/2014/main" val="2773334811"/>
                    </a:ext>
                  </a:extLst>
                </a:gridCol>
                <a:gridCol w="562527">
                  <a:extLst>
                    <a:ext uri="{9D8B030D-6E8A-4147-A177-3AD203B41FA5}">
                      <a16:colId xmlns:a16="http://schemas.microsoft.com/office/drawing/2014/main" val="3954811565"/>
                    </a:ext>
                  </a:extLst>
                </a:gridCol>
              </a:tblGrid>
              <a:tr h="0">
                <a:tc>
                  <a:txBody>
                    <a:bodyPr/>
                    <a:lstStyle/>
                    <a:p>
                      <a:pPr algn="ctr"/>
                      <a:r>
                        <a:rPr lang="en-US" b="0">
                          <a:solidFill>
                            <a:schemeClr val="bg1"/>
                          </a:solidFill>
                        </a:rPr>
                        <a:t>.06</a:t>
                      </a: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.06</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396043">
                <a:tc>
                  <a:txBody>
                    <a:bodyPr/>
                    <a:lstStyle/>
                    <a:p>
                      <a:pPr algn="ctr"/>
                      <a:r>
                        <a:rPr lang="en-US">
                          <a:solidFill>
                            <a:schemeClr val="bg1"/>
                          </a:solidFill>
                        </a:rPr>
                        <a:t>.13</a:t>
                      </a: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02284580"/>
                  </a:ext>
                </a:extLst>
              </a:tr>
              <a:tr h="396043">
                <a:tc>
                  <a:txBody>
                    <a:bodyPr/>
                    <a:lstStyle/>
                    <a:p>
                      <a:pPr algn="ctr"/>
                      <a:r>
                        <a:rPr lang="en-US">
                          <a:solidFill>
                            <a:schemeClr val="bg1"/>
                          </a:solidFill>
                        </a:rPr>
                        <a:t>.06</a:t>
                      </a: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.06</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sp>
        <p:nvSpPr>
          <p:cNvPr id="14" name="Rectangle 13">
            <a:extLst>
              <a:ext uri="{FF2B5EF4-FFF2-40B4-BE49-F238E27FC236}">
                <a16:creationId xmlns:a16="http://schemas.microsoft.com/office/drawing/2014/main" id="{1611D445-0D43-4945-9680-414E73DD2E2C}"/>
              </a:ext>
            </a:extLst>
          </p:cNvPr>
          <p:cNvSpPr/>
          <p:nvPr/>
        </p:nvSpPr>
        <p:spPr>
          <a:xfrm>
            <a:off x="3315509" y="1627567"/>
            <a:ext cx="3502854" cy="914400"/>
          </a:xfrm>
          <a:prstGeom prst="rect">
            <a:avLst/>
          </a:prstGeom>
          <a:solidFill>
            <a:schemeClr val="accent6">
              <a:lumMod val="60000"/>
              <a:lumOff val="40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rPr>
              <a:t>이미지 원본</a:t>
            </a:r>
          </a:p>
        </p:txBody>
      </p:sp>
      <p:sp>
        <p:nvSpPr>
          <p:cNvPr id="15" name="Rectangle 14">
            <a:extLst>
              <a:ext uri="{FF2B5EF4-FFF2-40B4-BE49-F238E27FC236}">
                <a16:creationId xmlns:a16="http://schemas.microsoft.com/office/drawing/2014/main" id="{F8F5E77E-5566-4F0E-B7DC-61BA7B0F09C6}"/>
              </a:ext>
            </a:extLst>
          </p:cNvPr>
          <p:cNvSpPr/>
          <p:nvPr/>
        </p:nvSpPr>
        <p:spPr>
          <a:xfrm>
            <a:off x="929552" y="1627567"/>
            <a:ext cx="1687581" cy="914400"/>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흐리게 하기 커널</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478D823-1113-4FF6-BEAE-378E43C5B115}"/>
                  </a:ext>
                </a:extLst>
              </p:cNvPr>
              <p:cNvSpPr txBox="1"/>
              <p:nvPr/>
            </p:nvSpPr>
            <p:spPr>
              <a:xfrm>
                <a:off x="2796096" y="3918976"/>
                <a:ext cx="402354" cy="5539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4000" i="1" smtClean="0">
                          <a:solidFill>
                            <a:schemeClr val="bg1"/>
                          </a:solidFill>
                          <a:latin typeface="Cambria Math" panose="02040503050406030204" pitchFamily="18" charset="0"/>
                          <a:ea typeface="Cambria Math" panose="02040503050406030204" pitchFamily="18" charset="0"/>
                        </a:rPr>
                        <m:t>∗</m:t>
                      </m:r>
                    </m:oMath>
                  </m:oMathPara>
                </a14:m>
                <a:endParaRPr lang="en-US" sz="3200">
                  <a:solidFill>
                    <a:schemeClr val="bg1"/>
                  </a:solidFill>
                </a:endParaRPr>
              </a:p>
            </p:txBody>
          </p:sp>
        </mc:Choice>
        <mc:Fallback xmlns="">
          <p:sp>
            <p:nvSpPr>
              <p:cNvPr id="18" name="TextBox 17">
                <a:extLst>
                  <a:ext uri="{FF2B5EF4-FFF2-40B4-BE49-F238E27FC236}">
                    <a16:creationId xmlns:a16="http://schemas.microsoft.com/office/drawing/2014/main" id="{2478D823-1113-4FF6-BEAE-378E43C5B115}"/>
                  </a:ext>
                </a:extLst>
              </p:cNvPr>
              <p:cNvSpPr txBox="1">
                <a:spLocks noAdjustHandles="1" noChangeArrowheads="1" noChangeAspect="1" noChangeShapeType="1" noEditPoints="1" noMove="1" noResize="1" noRot="1" noTextEdit="1"/>
              </p:cNvSpPr>
              <p:nvPr/>
            </p:nvSpPr>
            <p:spPr>
              <a:xfrm>
                <a:off x="2796096" y="3918976"/>
                <a:ext cx="402354" cy="553998"/>
              </a:xfrm>
              <a:prstGeom prst="rect">
                <a:avLst/>
              </a:prstGeom>
              <a:blipFill>
                <a:blip r:embed="rId3"/>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72C6051-C661-43C0-8C97-B4A16A730003}"/>
                  </a:ext>
                </a:extLst>
              </p:cNvPr>
              <p:cNvSpPr txBox="1"/>
              <p:nvPr/>
            </p:nvSpPr>
            <p:spPr>
              <a:xfrm>
                <a:off x="7025911" y="4002076"/>
                <a:ext cx="375103" cy="3877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rPr>
                        <m:t>=</m:t>
                      </m:r>
                    </m:oMath>
                  </m:oMathPara>
                </a14:m>
                <a:endParaRPr lang="en-US" sz="3200">
                  <a:solidFill>
                    <a:schemeClr val="bg1"/>
                  </a:solidFill>
                </a:endParaRPr>
              </a:p>
            </p:txBody>
          </p:sp>
        </mc:Choice>
        <mc:Fallback xmlns="">
          <p:sp>
            <p:nvSpPr>
              <p:cNvPr id="19" name="TextBox 18">
                <a:extLst>
                  <a:ext uri="{FF2B5EF4-FFF2-40B4-BE49-F238E27FC236}">
                    <a16:creationId xmlns:a16="http://schemas.microsoft.com/office/drawing/2014/main" id="{F72C6051-C661-43C0-8C97-B4A16A730003}"/>
                  </a:ext>
                </a:extLst>
              </p:cNvPr>
              <p:cNvSpPr txBox="1">
                <a:spLocks noAdjustHandles="1" noChangeArrowheads="1" noChangeAspect="1" noChangeShapeType="1" noEditPoints="1" noMove="1" noResize="1" noRot="1" noTextEdit="1"/>
              </p:cNvSpPr>
              <p:nvPr/>
            </p:nvSpPr>
            <p:spPr>
              <a:xfrm>
                <a:off x="7025911" y="4002076"/>
                <a:ext cx="375103" cy="387798"/>
              </a:xfrm>
              <a:prstGeom prst="rect">
                <a:avLst/>
              </a:prstGeom>
              <a:blipFill>
                <a:blip r:embed="rId4"/>
                <a:stretch>
                  <a:fillRect l="-21311"/>
                </a:stretch>
              </a:blipFill>
              <a:ln w="6350">
                <a:noFill/>
              </a:ln>
            </p:spPr>
            <p:txBody>
              <a:bodyPr/>
              <a:lstStyle/>
              <a:p>
                <a:r>
                  <a:rPr lang="en-US">
                    <a:noFill/>
                  </a:rPr>
                  <a:t> </a:t>
                </a:r>
              </a:p>
            </p:txBody>
          </p:sp>
        </mc:Fallback>
      </mc:AlternateContent>
      <p:graphicFrame>
        <p:nvGraphicFramePr>
          <p:cNvPr id="20" name="Table 12">
            <a:extLst>
              <a:ext uri="{FF2B5EF4-FFF2-40B4-BE49-F238E27FC236}">
                <a16:creationId xmlns:a16="http://schemas.microsoft.com/office/drawing/2014/main" id="{ADCAE3CC-2989-4751-A0D8-EC4193F73001}"/>
              </a:ext>
            </a:extLst>
          </p:cNvPr>
          <p:cNvGraphicFramePr>
            <a:graphicFrameLocks noGrp="1"/>
          </p:cNvGraphicFramePr>
          <p:nvPr/>
        </p:nvGraphicFramePr>
        <p:xfrm>
          <a:off x="7516739" y="2948500"/>
          <a:ext cx="2335236" cy="1940952"/>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83809">
                  <a:extLst>
                    <a:ext uri="{9D8B030D-6E8A-4147-A177-3AD203B41FA5}">
                      <a16:colId xmlns:a16="http://schemas.microsoft.com/office/drawing/2014/main" val="1559549635"/>
                    </a:ext>
                  </a:extLst>
                </a:gridCol>
                <a:gridCol w="583809">
                  <a:extLst>
                    <a:ext uri="{9D8B030D-6E8A-4147-A177-3AD203B41FA5}">
                      <a16:colId xmlns:a16="http://schemas.microsoft.com/office/drawing/2014/main" val="722485242"/>
                    </a:ext>
                  </a:extLst>
                </a:gridCol>
                <a:gridCol w="583809">
                  <a:extLst>
                    <a:ext uri="{9D8B030D-6E8A-4147-A177-3AD203B41FA5}">
                      <a16:colId xmlns:a16="http://schemas.microsoft.com/office/drawing/2014/main" val="1938600863"/>
                    </a:ext>
                  </a:extLst>
                </a:gridCol>
                <a:gridCol w="583809">
                  <a:extLst>
                    <a:ext uri="{9D8B030D-6E8A-4147-A177-3AD203B41FA5}">
                      <a16:colId xmlns:a16="http://schemas.microsoft.com/office/drawing/2014/main" val="2110764589"/>
                    </a:ext>
                  </a:extLst>
                </a:gridCol>
              </a:tblGrid>
              <a:tr h="485238">
                <a:tc>
                  <a:txBody>
                    <a:bodyPr/>
                    <a:lstStyle/>
                    <a:p>
                      <a:pPr algn="ctr"/>
                      <a:endParaRPr lang="en-US">
                        <a:solidFill>
                          <a:schemeClr val="bg1"/>
                        </a:solidFill>
                      </a:endParaRPr>
                    </a:p>
                  </a:txBody>
                  <a:tcPr anchor="ctr">
                    <a:lnL w="57150" cap="flat" cmpd="sng" algn="ctr">
                      <a:solidFill>
                        <a:schemeClr val="accent3"/>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57150" cap="flat" cmpd="sng" algn="ctr">
                      <a:solidFill>
                        <a:schemeClr val="accent3"/>
                      </a:solidFill>
                      <a:prstDash val="solid"/>
                      <a:round/>
                      <a:headEnd type="none" w="med" len="med"/>
                      <a:tailEnd type="none" w="med" len="med"/>
                    </a:lnB>
                    <a:solidFill>
                      <a:srgbClr val="F2F2F2"/>
                    </a:solidFill>
                  </a:tcPr>
                </a:tc>
                <a:tc>
                  <a:txBody>
                    <a:bodyPr/>
                    <a:lstStyle/>
                    <a:p>
                      <a:pPr algn="ctr"/>
                      <a:endParaRPr lang="en-US">
                        <a:solidFill>
                          <a:schemeClr val="tx1"/>
                        </a:solidFill>
                      </a:endParaRP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544661677"/>
                  </a:ext>
                </a:extLst>
              </a:tr>
              <a:tr h="485238">
                <a:tc>
                  <a:txBody>
                    <a:bodyPr/>
                    <a:lstStyle/>
                    <a:p>
                      <a:pPr algn="ctr"/>
                      <a:endParaRPr lang="en-US">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973328564"/>
                  </a:ext>
                </a:extLst>
              </a:tr>
              <a:tr h="485238">
                <a:tc>
                  <a:txBody>
                    <a:bodyPr/>
                    <a:lstStyle/>
                    <a:p>
                      <a:pPr algn="ctr"/>
                      <a:endParaRPr lang="en-US">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61625559"/>
                  </a:ext>
                </a:extLst>
              </a:tr>
              <a:tr h="485238">
                <a:tc>
                  <a:txBody>
                    <a:bodyPr/>
                    <a:lstStyle/>
                    <a:p>
                      <a:pPr algn="ctr"/>
                      <a:endParaRPr lang="en-US">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3553734719"/>
                  </a:ext>
                </a:extLst>
              </a:tr>
            </a:tbl>
          </a:graphicData>
        </a:graphic>
      </p:graphicFrame>
      <p:sp>
        <p:nvSpPr>
          <p:cNvPr id="21" name="Rectangle 20">
            <a:extLst>
              <a:ext uri="{FF2B5EF4-FFF2-40B4-BE49-F238E27FC236}">
                <a16:creationId xmlns:a16="http://schemas.microsoft.com/office/drawing/2014/main" id="{D8B19572-09C3-467C-BD54-9002142CF8B4}"/>
              </a:ext>
            </a:extLst>
          </p:cNvPr>
          <p:cNvSpPr/>
          <p:nvPr/>
        </p:nvSpPr>
        <p:spPr>
          <a:xfrm>
            <a:off x="7516739" y="1627567"/>
            <a:ext cx="2335236" cy="914400"/>
          </a:xfrm>
          <a:prstGeom prst="rect">
            <a:avLst/>
          </a:prstGeom>
          <a:solidFill>
            <a:schemeClr val="accent2">
              <a:lumMod val="75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rPr>
              <a:t>합성곱이 수행된 이미지</a:t>
            </a:r>
          </a:p>
        </p:txBody>
      </p:sp>
      <p:graphicFrame>
        <p:nvGraphicFramePr>
          <p:cNvPr id="3" name="Table 2">
            <a:extLst>
              <a:ext uri="{FF2B5EF4-FFF2-40B4-BE49-F238E27FC236}">
                <a16:creationId xmlns:a16="http://schemas.microsoft.com/office/drawing/2014/main" id="{EC3A4AE6-71F7-4601-BD86-7CC34DA0ADF4}"/>
              </a:ext>
            </a:extLst>
          </p:cNvPr>
          <p:cNvGraphicFramePr>
            <a:graphicFrameLocks noGrp="1"/>
          </p:cNvGraphicFramePr>
          <p:nvPr>
            <p:extLst>
              <p:ext uri="{D42A27DB-BD31-4B8C-83A1-F6EECF244321}">
                <p14:modId xmlns:p14="http://schemas.microsoft.com/office/powerpoint/2010/main" val="143557131"/>
              </p:ext>
            </p:extLst>
          </p:nvPr>
        </p:nvGraphicFramePr>
        <p:xfrm>
          <a:off x="3349011" y="2769838"/>
          <a:ext cx="1687581" cy="1401567"/>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62527">
                  <a:extLst>
                    <a:ext uri="{9D8B030D-6E8A-4147-A177-3AD203B41FA5}">
                      <a16:colId xmlns:a16="http://schemas.microsoft.com/office/drawing/2014/main" val="3363110549"/>
                    </a:ext>
                  </a:extLst>
                </a:gridCol>
                <a:gridCol w="562527">
                  <a:extLst>
                    <a:ext uri="{9D8B030D-6E8A-4147-A177-3AD203B41FA5}">
                      <a16:colId xmlns:a16="http://schemas.microsoft.com/office/drawing/2014/main" val="2773334811"/>
                    </a:ext>
                  </a:extLst>
                </a:gridCol>
                <a:gridCol w="562527">
                  <a:extLst>
                    <a:ext uri="{9D8B030D-6E8A-4147-A177-3AD203B41FA5}">
                      <a16:colId xmlns:a16="http://schemas.microsoft.com/office/drawing/2014/main" val="3954811565"/>
                    </a:ext>
                  </a:extLst>
                </a:gridCol>
              </a:tblGrid>
              <a:tr h="442751">
                <a:tc>
                  <a:txBody>
                    <a:bodyPr/>
                    <a:lstStyle/>
                    <a:p>
                      <a:pPr algn="ctr"/>
                      <a:r>
                        <a:rPr lang="en-US" b="0">
                          <a:solidFill>
                            <a:schemeClr val="bg1"/>
                          </a:solidFill>
                        </a:rPr>
                        <a:t>.06</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a:solidFill>
                            <a:schemeClr val="bg1"/>
                          </a:solidFill>
                        </a:rPr>
                        <a:t>.06</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47940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02284580"/>
                  </a:ext>
                </a:extLst>
              </a:tr>
              <a:tr h="47940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bg1"/>
                          </a:solidFill>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.06</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cxnSp>
        <p:nvCxnSpPr>
          <p:cNvPr id="6" name="Straight Arrow Connector 5">
            <a:extLst>
              <a:ext uri="{FF2B5EF4-FFF2-40B4-BE49-F238E27FC236}">
                <a16:creationId xmlns:a16="http://schemas.microsoft.com/office/drawing/2014/main" id="{77266938-A201-4835-806B-78DDBD34E77E}"/>
              </a:ext>
            </a:extLst>
          </p:cNvPr>
          <p:cNvCxnSpPr>
            <a:cxnSpLocks/>
          </p:cNvCxnSpPr>
          <p:nvPr/>
        </p:nvCxnSpPr>
        <p:spPr>
          <a:xfrm flipV="1">
            <a:off x="1254034" y="3086100"/>
            <a:ext cx="2177143" cy="530952"/>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E1BBEB8-B6EA-4747-BB35-20AE8A8EFABF}"/>
              </a:ext>
            </a:extLst>
          </p:cNvPr>
          <p:cNvCxnSpPr>
            <a:cxnSpLocks/>
          </p:cNvCxnSpPr>
          <p:nvPr/>
        </p:nvCxnSpPr>
        <p:spPr>
          <a:xfrm flipV="1">
            <a:off x="1874522" y="3086100"/>
            <a:ext cx="2177143" cy="530952"/>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F78C165-12B1-4850-8864-B0A026513C00}"/>
              </a:ext>
            </a:extLst>
          </p:cNvPr>
          <p:cNvCxnSpPr>
            <a:cxnSpLocks/>
          </p:cNvCxnSpPr>
          <p:nvPr/>
        </p:nvCxnSpPr>
        <p:spPr>
          <a:xfrm flipV="1">
            <a:off x="2495010" y="3086100"/>
            <a:ext cx="2177143" cy="530952"/>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2426AD9-5164-4E70-8D7D-8A397C855F20}"/>
              </a:ext>
            </a:extLst>
          </p:cNvPr>
          <p:cNvCxnSpPr>
            <a:cxnSpLocks/>
          </p:cNvCxnSpPr>
          <p:nvPr/>
        </p:nvCxnSpPr>
        <p:spPr>
          <a:xfrm flipV="1">
            <a:off x="1275809" y="3412675"/>
            <a:ext cx="2177143" cy="530952"/>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6D69802-4791-4AFD-95CE-2BA8B1A47358}"/>
              </a:ext>
            </a:extLst>
          </p:cNvPr>
          <p:cNvCxnSpPr>
            <a:cxnSpLocks/>
          </p:cNvCxnSpPr>
          <p:nvPr/>
        </p:nvCxnSpPr>
        <p:spPr>
          <a:xfrm flipV="1">
            <a:off x="1896297" y="3412675"/>
            <a:ext cx="2177143" cy="530952"/>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A640A2B-0E2D-44CA-BF3B-D2488B741B25}"/>
              </a:ext>
            </a:extLst>
          </p:cNvPr>
          <p:cNvCxnSpPr>
            <a:cxnSpLocks/>
          </p:cNvCxnSpPr>
          <p:nvPr/>
        </p:nvCxnSpPr>
        <p:spPr>
          <a:xfrm flipV="1">
            <a:off x="2516785" y="3412675"/>
            <a:ext cx="2177143" cy="530952"/>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21FD4D8-F37C-45FB-9620-F0C6DEECC07D}"/>
              </a:ext>
            </a:extLst>
          </p:cNvPr>
          <p:cNvCxnSpPr>
            <a:cxnSpLocks/>
          </p:cNvCxnSpPr>
          <p:nvPr/>
        </p:nvCxnSpPr>
        <p:spPr>
          <a:xfrm flipV="1">
            <a:off x="1336762" y="3874230"/>
            <a:ext cx="2177143" cy="530952"/>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0DF27BD-EBBC-4449-83D5-CB20B538622E}"/>
              </a:ext>
            </a:extLst>
          </p:cNvPr>
          <p:cNvCxnSpPr>
            <a:cxnSpLocks/>
          </p:cNvCxnSpPr>
          <p:nvPr/>
        </p:nvCxnSpPr>
        <p:spPr>
          <a:xfrm flipV="1">
            <a:off x="1957250" y="3874230"/>
            <a:ext cx="2177143" cy="530952"/>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FF79467-5E45-4036-BCAE-89FEA924088A}"/>
              </a:ext>
            </a:extLst>
          </p:cNvPr>
          <p:cNvCxnSpPr>
            <a:cxnSpLocks/>
          </p:cNvCxnSpPr>
          <p:nvPr/>
        </p:nvCxnSpPr>
        <p:spPr>
          <a:xfrm flipV="1">
            <a:off x="2577738" y="3874230"/>
            <a:ext cx="2177143" cy="530952"/>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859CDC5-8730-40EC-B3E1-5205E4BAF125}"/>
              </a:ext>
            </a:extLst>
          </p:cNvPr>
          <p:cNvSpPr txBox="1"/>
          <p:nvPr/>
        </p:nvSpPr>
        <p:spPr>
          <a:xfrm rot="20753442">
            <a:off x="1513666" y="2882893"/>
            <a:ext cx="1233810" cy="341632"/>
          </a:xfrm>
          <a:prstGeom prst="rect">
            <a:avLst/>
          </a:prstGeom>
          <a:ln w="28575">
            <a:solidFill>
              <a:schemeClr val="bg1"/>
            </a:solidFill>
          </a:ln>
        </p:spPr>
        <p:style>
          <a:lnRef idx="3">
            <a:schemeClr val="lt1"/>
          </a:lnRef>
          <a:fillRef idx="1">
            <a:schemeClr val="accent3"/>
          </a:fillRef>
          <a:effectRef idx="1">
            <a:schemeClr val="accent3"/>
          </a:effectRef>
          <a:fontRef idx="minor">
            <a:schemeClr val="lt1"/>
          </a:fontRef>
        </p:style>
        <p:txBody>
          <a:bodyPr wrap="square" rtlCol="0" anchor="ctr">
            <a:spAutoFit/>
          </a:bodyPr>
          <a:lstStyle/>
          <a:p>
            <a:pPr algn="ctr">
              <a:lnSpc>
                <a:spcPct val="90000"/>
              </a:lnSpc>
            </a:pPr>
            <a:r>
              <a:rPr lang="en-US">
                <a:solidFill>
                  <a:schemeClr val="tx1"/>
                </a:solidFill>
              </a:rPr>
              <a:t>곱하기</a:t>
            </a:r>
          </a:p>
        </p:txBody>
      </p:sp>
    </p:spTree>
    <p:extLst>
      <p:ext uri="{BB962C8B-B14F-4D97-AF65-F5344CB8AC3E}">
        <p14:creationId xmlns:p14="http://schemas.microsoft.com/office/powerpoint/2010/main" val="37483586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516750" y="640238"/>
            <a:ext cx="9976104" cy="590931"/>
          </a:xfrm>
        </p:spPr>
        <p:txBody>
          <a:bodyPr/>
          <a:lstStyle/>
          <a:p>
            <a:r>
              <a:rPr lang="en-US" dirty="0" err="1"/>
              <a:t>커널과</a:t>
            </a:r>
            <a:r>
              <a:rPr lang="en-US" dirty="0"/>
              <a:t> </a:t>
            </a:r>
            <a:r>
              <a:rPr lang="en-US" dirty="0" err="1"/>
              <a:t>합성곱</a:t>
            </a:r>
            <a:r>
              <a:rPr lang="en-US" dirty="0"/>
              <a:t> (</a:t>
            </a:r>
            <a:r>
              <a:rPr lang="en-GB" dirty="0"/>
              <a:t>KERNELS and CONVOLUTION)</a:t>
            </a:r>
            <a:endParaRPr lang="en-US" dirty="0"/>
          </a:p>
        </p:txBody>
      </p:sp>
      <p:graphicFrame>
        <p:nvGraphicFramePr>
          <p:cNvPr id="4" name="Table 12">
            <a:extLst>
              <a:ext uri="{FF2B5EF4-FFF2-40B4-BE49-F238E27FC236}">
                <a16:creationId xmlns:a16="http://schemas.microsoft.com/office/drawing/2014/main" id="{BE4242B0-1BBB-4B75-A0CD-99037FDEAF05}"/>
              </a:ext>
            </a:extLst>
          </p:cNvPr>
          <p:cNvGraphicFramePr>
            <a:graphicFrameLocks noGrp="1"/>
          </p:cNvGraphicFramePr>
          <p:nvPr/>
        </p:nvGraphicFramePr>
        <p:xfrm>
          <a:off x="3315509" y="2740261"/>
          <a:ext cx="3502854" cy="2911428"/>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83809">
                  <a:extLst>
                    <a:ext uri="{9D8B030D-6E8A-4147-A177-3AD203B41FA5}">
                      <a16:colId xmlns:a16="http://schemas.microsoft.com/office/drawing/2014/main" val="1559549635"/>
                    </a:ext>
                  </a:extLst>
                </a:gridCol>
                <a:gridCol w="583809">
                  <a:extLst>
                    <a:ext uri="{9D8B030D-6E8A-4147-A177-3AD203B41FA5}">
                      <a16:colId xmlns:a16="http://schemas.microsoft.com/office/drawing/2014/main" val="722485242"/>
                    </a:ext>
                  </a:extLst>
                </a:gridCol>
                <a:gridCol w="583809">
                  <a:extLst>
                    <a:ext uri="{9D8B030D-6E8A-4147-A177-3AD203B41FA5}">
                      <a16:colId xmlns:a16="http://schemas.microsoft.com/office/drawing/2014/main" val="1938600863"/>
                    </a:ext>
                  </a:extLst>
                </a:gridCol>
                <a:gridCol w="583809">
                  <a:extLst>
                    <a:ext uri="{9D8B030D-6E8A-4147-A177-3AD203B41FA5}">
                      <a16:colId xmlns:a16="http://schemas.microsoft.com/office/drawing/2014/main" val="2110764589"/>
                    </a:ext>
                  </a:extLst>
                </a:gridCol>
                <a:gridCol w="583809">
                  <a:extLst>
                    <a:ext uri="{9D8B030D-6E8A-4147-A177-3AD203B41FA5}">
                      <a16:colId xmlns:a16="http://schemas.microsoft.com/office/drawing/2014/main" val="3106461485"/>
                    </a:ext>
                  </a:extLst>
                </a:gridCol>
                <a:gridCol w="583809">
                  <a:extLst>
                    <a:ext uri="{9D8B030D-6E8A-4147-A177-3AD203B41FA5}">
                      <a16:colId xmlns:a16="http://schemas.microsoft.com/office/drawing/2014/main" val="638186255"/>
                    </a:ext>
                  </a:extLst>
                </a:gridCol>
              </a:tblGrid>
              <a:tr h="485238">
                <a:tc>
                  <a:txBody>
                    <a:bodyPr/>
                    <a:lstStyle/>
                    <a:p>
                      <a:pPr algn="ctr"/>
                      <a:r>
                        <a:rPr lang="en-US">
                          <a:solidFill>
                            <a:schemeClr val="bg1"/>
                          </a:solidFill>
                        </a:rPr>
                        <a:t>1</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544661677"/>
                  </a:ext>
                </a:extLst>
              </a:tr>
              <a:tr h="485238">
                <a:tc>
                  <a:txBody>
                    <a:bodyPr/>
                    <a:lstStyle/>
                    <a:p>
                      <a:pPr algn="ctr"/>
                      <a:r>
                        <a:rPr lang="en-US">
                          <a:solidFill>
                            <a:schemeClr val="tx1"/>
                          </a:solidFill>
                        </a:rPr>
                        <a:t>0</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3328564"/>
                  </a:ext>
                </a:extLst>
              </a:tr>
              <a:tr h="485238">
                <a:tc>
                  <a:txBody>
                    <a:bodyPr/>
                    <a:lstStyle/>
                    <a:p>
                      <a:pPr algn="ctr"/>
                      <a:r>
                        <a:rPr lang="en-US">
                          <a:solidFill>
                            <a:schemeClr val="tx1"/>
                          </a:solidFill>
                        </a:rPr>
                        <a:t>0</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3"/>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3"/>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3"/>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625559"/>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3734719"/>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852421660"/>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356386872"/>
                  </a:ext>
                </a:extLst>
              </a:tr>
            </a:tbl>
          </a:graphicData>
        </a:graphic>
      </p:graphicFrame>
      <p:graphicFrame>
        <p:nvGraphicFramePr>
          <p:cNvPr id="13" name="Table 12">
            <a:extLst>
              <a:ext uri="{FF2B5EF4-FFF2-40B4-BE49-F238E27FC236}">
                <a16:creationId xmlns:a16="http://schemas.microsoft.com/office/drawing/2014/main" id="{738E6E95-8DF3-4930-885F-0A3549E4D00D}"/>
              </a:ext>
            </a:extLst>
          </p:cNvPr>
          <p:cNvGraphicFramePr>
            <a:graphicFrameLocks noGrp="1"/>
          </p:cNvGraphicFramePr>
          <p:nvPr/>
        </p:nvGraphicFramePr>
        <p:xfrm>
          <a:off x="929552" y="3617052"/>
          <a:ext cx="1687581" cy="1157846"/>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62527">
                  <a:extLst>
                    <a:ext uri="{9D8B030D-6E8A-4147-A177-3AD203B41FA5}">
                      <a16:colId xmlns:a16="http://schemas.microsoft.com/office/drawing/2014/main" val="3363110549"/>
                    </a:ext>
                  </a:extLst>
                </a:gridCol>
                <a:gridCol w="562527">
                  <a:extLst>
                    <a:ext uri="{9D8B030D-6E8A-4147-A177-3AD203B41FA5}">
                      <a16:colId xmlns:a16="http://schemas.microsoft.com/office/drawing/2014/main" val="2773334811"/>
                    </a:ext>
                  </a:extLst>
                </a:gridCol>
                <a:gridCol w="562527">
                  <a:extLst>
                    <a:ext uri="{9D8B030D-6E8A-4147-A177-3AD203B41FA5}">
                      <a16:colId xmlns:a16="http://schemas.microsoft.com/office/drawing/2014/main" val="3954811565"/>
                    </a:ext>
                  </a:extLst>
                </a:gridCol>
              </a:tblGrid>
              <a:tr h="0">
                <a:tc>
                  <a:txBody>
                    <a:bodyPr/>
                    <a:lstStyle/>
                    <a:p>
                      <a:pPr algn="ctr"/>
                      <a:r>
                        <a:rPr lang="en-US" b="0">
                          <a:solidFill>
                            <a:schemeClr val="bg1"/>
                          </a:solidFill>
                        </a:rPr>
                        <a:t>.06</a:t>
                      </a: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.06</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396043">
                <a:tc>
                  <a:txBody>
                    <a:bodyPr/>
                    <a:lstStyle/>
                    <a:p>
                      <a:pPr algn="ctr"/>
                      <a:r>
                        <a:rPr lang="en-US">
                          <a:solidFill>
                            <a:schemeClr val="bg1"/>
                          </a:solidFill>
                        </a:rPr>
                        <a:t>.13</a:t>
                      </a: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02284580"/>
                  </a:ext>
                </a:extLst>
              </a:tr>
              <a:tr h="396043">
                <a:tc>
                  <a:txBody>
                    <a:bodyPr/>
                    <a:lstStyle/>
                    <a:p>
                      <a:pPr algn="ctr"/>
                      <a:r>
                        <a:rPr lang="en-US">
                          <a:solidFill>
                            <a:schemeClr val="bg1"/>
                          </a:solidFill>
                        </a:rPr>
                        <a:t>.06</a:t>
                      </a: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.06</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sp>
        <p:nvSpPr>
          <p:cNvPr id="14" name="Rectangle 13">
            <a:extLst>
              <a:ext uri="{FF2B5EF4-FFF2-40B4-BE49-F238E27FC236}">
                <a16:creationId xmlns:a16="http://schemas.microsoft.com/office/drawing/2014/main" id="{1611D445-0D43-4945-9680-414E73DD2E2C}"/>
              </a:ext>
            </a:extLst>
          </p:cNvPr>
          <p:cNvSpPr/>
          <p:nvPr/>
        </p:nvSpPr>
        <p:spPr>
          <a:xfrm>
            <a:off x="3315509" y="1627567"/>
            <a:ext cx="3502854" cy="914400"/>
          </a:xfrm>
          <a:prstGeom prst="rect">
            <a:avLst/>
          </a:prstGeom>
          <a:solidFill>
            <a:schemeClr val="accent6">
              <a:lumMod val="60000"/>
              <a:lumOff val="40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rPr>
              <a:t>이미지 원본</a:t>
            </a:r>
          </a:p>
        </p:txBody>
      </p:sp>
      <p:sp>
        <p:nvSpPr>
          <p:cNvPr id="15" name="Rectangle 14">
            <a:extLst>
              <a:ext uri="{FF2B5EF4-FFF2-40B4-BE49-F238E27FC236}">
                <a16:creationId xmlns:a16="http://schemas.microsoft.com/office/drawing/2014/main" id="{F8F5E77E-5566-4F0E-B7DC-61BA7B0F09C6}"/>
              </a:ext>
            </a:extLst>
          </p:cNvPr>
          <p:cNvSpPr/>
          <p:nvPr/>
        </p:nvSpPr>
        <p:spPr>
          <a:xfrm>
            <a:off x="929552" y="1627567"/>
            <a:ext cx="1687581" cy="914400"/>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흐리게 하기 커널</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478D823-1113-4FF6-BEAE-378E43C5B115}"/>
                  </a:ext>
                </a:extLst>
              </p:cNvPr>
              <p:cNvSpPr txBox="1"/>
              <p:nvPr/>
            </p:nvSpPr>
            <p:spPr>
              <a:xfrm>
                <a:off x="2796096" y="3918976"/>
                <a:ext cx="402354" cy="5539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4000" i="1" smtClean="0">
                          <a:solidFill>
                            <a:schemeClr val="bg1"/>
                          </a:solidFill>
                          <a:latin typeface="Cambria Math" panose="02040503050406030204" pitchFamily="18" charset="0"/>
                          <a:ea typeface="Cambria Math" panose="02040503050406030204" pitchFamily="18" charset="0"/>
                        </a:rPr>
                        <m:t>∗</m:t>
                      </m:r>
                    </m:oMath>
                  </m:oMathPara>
                </a14:m>
                <a:endParaRPr lang="en-US" sz="3200">
                  <a:solidFill>
                    <a:schemeClr val="bg1"/>
                  </a:solidFill>
                </a:endParaRPr>
              </a:p>
            </p:txBody>
          </p:sp>
        </mc:Choice>
        <mc:Fallback xmlns="">
          <p:sp>
            <p:nvSpPr>
              <p:cNvPr id="18" name="TextBox 17">
                <a:extLst>
                  <a:ext uri="{FF2B5EF4-FFF2-40B4-BE49-F238E27FC236}">
                    <a16:creationId xmlns:a16="http://schemas.microsoft.com/office/drawing/2014/main" id="{2478D823-1113-4FF6-BEAE-378E43C5B115}"/>
                  </a:ext>
                </a:extLst>
              </p:cNvPr>
              <p:cNvSpPr txBox="1">
                <a:spLocks noAdjustHandles="1" noChangeArrowheads="1" noChangeAspect="1" noChangeShapeType="1" noEditPoints="1" noMove="1" noResize="1" noRot="1" noTextEdit="1"/>
              </p:cNvSpPr>
              <p:nvPr/>
            </p:nvSpPr>
            <p:spPr>
              <a:xfrm>
                <a:off x="2796096" y="3918976"/>
                <a:ext cx="402354" cy="553998"/>
              </a:xfrm>
              <a:prstGeom prst="rect">
                <a:avLst/>
              </a:prstGeom>
              <a:blipFill>
                <a:blip r:embed="rId3"/>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72C6051-C661-43C0-8C97-B4A16A730003}"/>
                  </a:ext>
                </a:extLst>
              </p:cNvPr>
              <p:cNvSpPr txBox="1"/>
              <p:nvPr/>
            </p:nvSpPr>
            <p:spPr>
              <a:xfrm>
                <a:off x="7025911" y="4002076"/>
                <a:ext cx="375103" cy="3877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rPr>
                        <m:t>=</m:t>
                      </m:r>
                    </m:oMath>
                  </m:oMathPara>
                </a14:m>
                <a:endParaRPr lang="en-US" sz="3200">
                  <a:solidFill>
                    <a:schemeClr val="bg1"/>
                  </a:solidFill>
                </a:endParaRPr>
              </a:p>
            </p:txBody>
          </p:sp>
        </mc:Choice>
        <mc:Fallback xmlns="">
          <p:sp>
            <p:nvSpPr>
              <p:cNvPr id="19" name="TextBox 18">
                <a:extLst>
                  <a:ext uri="{FF2B5EF4-FFF2-40B4-BE49-F238E27FC236}">
                    <a16:creationId xmlns:a16="http://schemas.microsoft.com/office/drawing/2014/main" id="{F72C6051-C661-43C0-8C97-B4A16A730003}"/>
                  </a:ext>
                </a:extLst>
              </p:cNvPr>
              <p:cNvSpPr txBox="1">
                <a:spLocks noAdjustHandles="1" noChangeArrowheads="1" noChangeAspect="1" noChangeShapeType="1" noEditPoints="1" noMove="1" noResize="1" noRot="1" noTextEdit="1"/>
              </p:cNvSpPr>
              <p:nvPr/>
            </p:nvSpPr>
            <p:spPr>
              <a:xfrm>
                <a:off x="7025911" y="4002076"/>
                <a:ext cx="375103" cy="387798"/>
              </a:xfrm>
              <a:prstGeom prst="rect">
                <a:avLst/>
              </a:prstGeom>
              <a:blipFill>
                <a:blip r:embed="rId4"/>
                <a:stretch>
                  <a:fillRect l="-21311"/>
                </a:stretch>
              </a:blipFill>
              <a:ln w="6350">
                <a:noFill/>
              </a:ln>
            </p:spPr>
            <p:txBody>
              <a:bodyPr/>
              <a:lstStyle/>
              <a:p>
                <a:r>
                  <a:rPr lang="en-US">
                    <a:noFill/>
                  </a:rPr>
                  <a:t> </a:t>
                </a:r>
              </a:p>
            </p:txBody>
          </p:sp>
        </mc:Fallback>
      </mc:AlternateContent>
      <p:graphicFrame>
        <p:nvGraphicFramePr>
          <p:cNvPr id="20" name="Table 12">
            <a:extLst>
              <a:ext uri="{FF2B5EF4-FFF2-40B4-BE49-F238E27FC236}">
                <a16:creationId xmlns:a16="http://schemas.microsoft.com/office/drawing/2014/main" id="{ADCAE3CC-2989-4751-A0D8-EC4193F73001}"/>
              </a:ext>
            </a:extLst>
          </p:cNvPr>
          <p:cNvGraphicFramePr>
            <a:graphicFrameLocks noGrp="1"/>
          </p:cNvGraphicFramePr>
          <p:nvPr>
            <p:extLst>
              <p:ext uri="{D42A27DB-BD31-4B8C-83A1-F6EECF244321}">
                <p14:modId xmlns:p14="http://schemas.microsoft.com/office/powerpoint/2010/main" val="2104930054"/>
              </p:ext>
            </p:extLst>
          </p:nvPr>
        </p:nvGraphicFramePr>
        <p:xfrm>
          <a:off x="7516739" y="2948500"/>
          <a:ext cx="2335236" cy="1940952"/>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83809">
                  <a:extLst>
                    <a:ext uri="{9D8B030D-6E8A-4147-A177-3AD203B41FA5}">
                      <a16:colId xmlns:a16="http://schemas.microsoft.com/office/drawing/2014/main" val="1559549635"/>
                    </a:ext>
                  </a:extLst>
                </a:gridCol>
                <a:gridCol w="583809">
                  <a:extLst>
                    <a:ext uri="{9D8B030D-6E8A-4147-A177-3AD203B41FA5}">
                      <a16:colId xmlns:a16="http://schemas.microsoft.com/office/drawing/2014/main" val="722485242"/>
                    </a:ext>
                  </a:extLst>
                </a:gridCol>
                <a:gridCol w="583809">
                  <a:extLst>
                    <a:ext uri="{9D8B030D-6E8A-4147-A177-3AD203B41FA5}">
                      <a16:colId xmlns:a16="http://schemas.microsoft.com/office/drawing/2014/main" val="1938600863"/>
                    </a:ext>
                  </a:extLst>
                </a:gridCol>
                <a:gridCol w="583809">
                  <a:extLst>
                    <a:ext uri="{9D8B030D-6E8A-4147-A177-3AD203B41FA5}">
                      <a16:colId xmlns:a16="http://schemas.microsoft.com/office/drawing/2014/main" val="2110764589"/>
                    </a:ext>
                  </a:extLst>
                </a:gridCol>
              </a:tblGrid>
              <a:tr h="485238">
                <a:tc>
                  <a:txBody>
                    <a:bodyPr/>
                    <a:lstStyle/>
                    <a:p>
                      <a:pPr algn="ctr"/>
                      <a:r>
                        <a:rPr lang="en-US">
                          <a:solidFill>
                            <a:schemeClr val="bg1"/>
                          </a:solidFill>
                        </a:rPr>
                        <a:t>.56</a:t>
                      </a:r>
                    </a:p>
                  </a:txBody>
                  <a:tcPr anchor="ctr">
                    <a:lnL w="57150" cap="flat" cmpd="sng" algn="ctr">
                      <a:solidFill>
                        <a:schemeClr val="accent3"/>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57150" cap="flat" cmpd="sng" algn="ctr">
                      <a:solidFill>
                        <a:schemeClr val="accent3"/>
                      </a:solidFill>
                      <a:prstDash val="solid"/>
                      <a:round/>
                      <a:headEnd type="none" w="med" len="med"/>
                      <a:tailEnd type="none" w="med" len="med"/>
                    </a:lnB>
                    <a:solidFill>
                      <a:srgbClr val="F2F2F2"/>
                    </a:solidFill>
                  </a:tcPr>
                </a:tc>
                <a:tc>
                  <a:txBody>
                    <a:bodyPr/>
                    <a:lstStyle/>
                    <a:p>
                      <a:pPr algn="ctr"/>
                      <a:endParaRPr lang="en-US">
                        <a:solidFill>
                          <a:schemeClr val="tx1"/>
                        </a:solidFill>
                      </a:endParaRP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544661677"/>
                  </a:ext>
                </a:extLst>
              </a:tr>
              <a:tr h="485238">
                <a:tc>
                  <a:txBody>
                    <a:bodyPr/>
                    <a:lstStyle/>
                    <a:p>
                      <a:pPr algn="ctr"/>
                      <a:endParaRPr lang="en-US">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973328564"/>
                  </a:ext>
                </a:extLst>
              </a:tr>
              <a:tr h="485238">
                <a:tc>
                  <a:txBody>
                    <a:bodyPr/>
                    <a:lstStyle/>
                    <a:p>
                      <a:pPr algn="ctr"/>
                      <a:endParaRPr lang="en-US">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61625559"/>
                  </a:ext>
                </a:extLst>
              </a:tr>
              <a:tr h="485238">
                <a:tc>
                  <a:txBody>
                    <a:bodyPr/>
                    <a:lstStyle/>
                    <a:p>
                      <a:pPr algn="ctr"/>
                      <a:endParaRPr lang="en-US">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3553734719"/>
                  </a:ext>
                </a:extLst>
              </a:tr>
            </a:tbl>
          </a:graphicData>
        </a:graphic>
      </p:graphicFrame>
      <p:sp>
        <p:nvSpPr>
          <p:cNvPr id="21" name="Rectangle 20">
            <a:extLst>
              <a:ext uri="{FF2B5EF4-FFF2-40B4-BE49-F238E27FC236}">
                <a16:creationId xmlns:a16="http://schemas.microsoft.com/office/drawing/2014/main" id="{D8B19572-09C3-467C-BD54-9002142CF8B4}"/>
              </a:ext>
            </a:extLst>
          </p:cNvPr>
          <p:cNvSpPr/>
          <p:nvPr/>
        </p:nvSpPr>
        <p:spPr>
          <a:xfrm>
            <a:off x="7516739" y="1627567"/>
            <a:ext cx="2335236" cy="914400"/>
          </a:xfrm>
          <a:prstGeom prst="rect">
            <a:avLst/>
          </a:prstGeom>
          <a:solidFill>
            <a:schemeClr val="accent2">
              <a:lumMod val="75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rPr>
              <a:t>합성곱이 수행된 이미지</a:t>
            </a:r>
          </a:p>
        </p:txBody>
      </p:sp>
      <p:graphicFrame>
        <p:nvGraphicFramePr>
          <p:cNvPr id="3" name="Table 2">
            <a:extLst>
              <a:ext uri="{FF2B5EF4-FFF2-40B4-BE49-F238E27FC236}">
                <a16:creationId xmlns:a16="http://schemas.microsoft.com/office/drawing/2014/main" id="{EC3A4AE6-71F7-4601-BD86-7CC34DA0ADF4}"/>
              </a:ext>
            </a:extLst>
          </p:cNvPr>
          <p:cNvGraphicFramePr>
            <a:graphicFrameLocks noGrp="1"/>
          </p:cNvGraphicFramePr>
          <p:nvPr/>
        </p:nvGraphicFramePr>
        <p:xfrm>
          <a:off x="3349011" y="2769838"/>
          <a:ext cx="1687581" cy="1401567"/>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62527">
                  <a:extLst>
                    <a:ext uri="{9D8B030D-6E8A-4147-A177-3AD203B41FA5}">
                      <a16:colId xmlns:a16="http://schemas.microsoft.com/office/drawing/2014/main" val="3363110549"/>
                    </a:ext>
                  </a:extLst>
                </a:gridCol>
                <a:gridCol w="562527">
                  <a:extLst>
                    <a:ext uri="{9D8B030D-6E8A-4147-A177-3AD203B41FA5}">
                      <a16:colId xmlns:a16="http://schemas.microsoft.com/office/drawing/2014/main" val="2773334811"/>
                    </a:ext>
                  </a:extLst>
                </a:gridCol>
                <a:gridCol w="562527">
                  <a:extLst>
                    <a:ext uri="{9D8B030D-6E8A-4147-A177-3AD203B41FA5}">
                      <a16:colId xmlns:a16="http://schemas.microsoft.com/office/drawing/2014/main" val="3954811565"/>
                    </a:ext>
                  </a:extLst>
                </a:gridCol>
              </a:tblGrid>
              <a:tr h="442751">
                <a:tc>
                  <a:txBody>
                    <a:bodyPr/>
                    <a:lstStyle/>
                    <a:p>
                      <a:pPr algn="ctr"/>
                      <a:r>
                        <a:rPr lang="en-US" b="0">
                          <a:solidFill>
                            <a:schemeClr val="bg1"/>
                          </a:solidFill>
                        </a:rPr>
                        <a:t>.06</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a:solidFill>
                            <a:schemeClr val="bg1"/>
                          </a:solidFill>
                        </a:rPr>
                        <a:t>.06</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47940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02284580"/>
                  </a:ext>
                </a:extLst>
              </a:tr>
              <a:tr h="47940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bg1"/>
                          </a:solidFill>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.06</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cxnSp>
        <p:nvCxnSpPr>
          <p:cNvPr id="28" name="Straight Arrow Connector 27">
            <a:extLst>
              <a:ext uri="{FF2B5EF4-FFF2-40B4-BE49-F238E27FC236}">
                <a16:creationId xmlns:a16="http://schemas.microsoft.com/office/drawing/2014/main" id="{B0ED838D-FED4-4DB1-A875-160B543AE7D0}"/>
              </a:ext>
            </a:extLst>
          </p:cNvPr>
          <p:cNvCxnSpPr>
            <a:cxnSpLocks/>
            <a:stCxn id="4" idx="0"/>
          </p:cNvCxnSpPr>
          <p:nvPr/>
        </p:nvCxnSpPr>
        <p:spPr>
          <a:xfrm>
            <a:off x="5066936" y="2740261"/>
            <a:ext cx="2449803" cy="208239"/>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AFC1234-0036-4769-A388-6FA4BDC18CFD}"/>
              </a:ext>
            </a:extLst>
          </p:cNvPr>
          <p:cNvCxnSpPr>
            <a:cxnSpLocks/>
          </p:cNvCxnSpPr>
          <p:nvPr/>
        </p:nvCxnSpPr>
        <p:spPr>
          <a:xfrm flipV="1">
            <a:off x="5066936" y="3383723"/>
            <a:ext cx="2449803" cy="787683"/>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CD29269-DF1B-4F8C-B1B3-8AFE8A51A33A}"/>
              </a:ext>
            </a:extLst>
          </p:cNvPr>
          <p:cNvSpPr txBox="1"/>
          <p:nvPr/>
        </p:nvSpPr>
        <p:spPr>
          <a:xfrm>
            <a:off x="5533293" y="4131342"/>
            <a:ext cx="1233810" cy="341632"/>
          </a:xfrm>
          <a:prstGeom prst="rect">
            <a:avLst/>
          </a:prstGeom>
          <a:ln w="28575">
            <a:solidFill>
              <a:schemeClr val="bg1"/>
            </a:solidFill>
          </a:ln>
        </p:spPr>
        <p:style>
          <a:lnRef idx="3">
            <a:schemeClr val="lt1"/>
          </a:lnRef>
          <a:fillRef idx="1">
            <a:schemeClr val="accent3"/>
          </a:fillRef>
          <a:effectRef idx="1">
            <a:schemeClr val="accent3"/>
          </a:effectRef>
          <a:fontRef idx="minor">
            <a:schemeClr val="lt1"/>
          </a:fontRef>
        </p:style>
        <p:txBody>
          <a:bodyPr wrap="square" rtlCol="0" anchor="ctr">
            <a:spAutoFit/>
          </a:bodyPr>
          <a:lstStyle/>
          <a:p>
            <a:pPr algn="ctr">
              <a:lnSpc>
                <a:spcPct val="90000"/>
              </a:lnSpc>
            </a:pPr>
            <a:r>
              <a:rPr lang="en-US">
                <a:solidFill>
                  <a:schemeClr val="tx1"/>
                </a:solidFill>
              </a:rPr>
              <a:t>총</a:t>
            </a:r>
          </a:p>
        </p:txBody>
      </p:sp>
    </p:spTree>
    <p:extLst>
      <p:ext uri="{BB962C8B-B14F-4D97-AF65-F5344CB8AC3E}">
        <p14:creationId xmlns:p14="http://schemas.microsoft.com/office/powerpoint/2010/main" val="11367326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516750" y="640238"/>
            <a:ext cx="9976104" cy="590931"/>
          </a:xfrm>
        </p:spPr>
        <p:txBody>
          <a:bodyPr/>
          <a:lstStyle/>
          <a:p>
            <a:r>
              <a:rPr lang="en-US" dirty="0" err="1"/>
              <a:t>커널과</a:t>
            </a:r>
            <a:r>
              <a:rPr lang="en-US" dirty="0"/>
              <a:t> </a:t>
            </a:r>
            <a:r>
              <a:rPr lang="en-US" dirty="0" err="1"/>
              <a:t>합성곱</a:t>
            </a:r>
            <a:r>
              <a:rPr lang="en-US" dirty="0"/>
              <a:t> (</a:t>
            </a:r>
            <a:r>
              <a:rPr lang="en-GB" dirty="0"/>
              <a:t>KERNELS and CONVOLUTION)</a:t>
            </a:r>
            <a:endParaRPr lang="en-US" dirty="0"/>
          </a:p>
        </p:txBody>
      </p:sp>
      <p:graphicFrame>
        <p:nvGraphicFramePr>
          <p:cNvPr id="13" name="Table 12">
            <a:extLst>
              <a:ext uri="{FF2B5EF4-FFF2-40B4-BE49-F238E27FC236}">
                <a16:creationId xmlns:a16="http://schemas.microsoft.com/office/drawing/2014/main" id="{738E6E95-8DF3-4930-885F-0A3549E4D00D}"/>
              </a:ext>
            </a:extLst>
          </p:cNvPr>
          <p:cNvGraphicFramePr>
            <a:graphicFrameLocks noGrp="1"/>
          </p:cNvGraphicFramePr>
          <p:nvPr/>
        </p:nvGraphicFramePr>
        <p:xfrm>
          <a:off x="929552" y="3617052"/>
          <a:ext cx="1687581" cy="1157846"/>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62527">
                  <a:extLst>
                    <a:ext uri="{9D8B030D-6E8A-4147-A177-3AD203B41FA5}">
                      <a16:colId xmlns:a16="http://schemas.microsoft.com/office/drawing/2014/main" val="3363110549"/>
                    </a:ext>
                  </a:extLst>
                </a:gridCol>
                <a:gridCol w="562527">
                  <a:extLst>
                    <a:ext uri="{9D8B030D-6E8A-4147-A177-3AD203B41FA5}">
                      <a16:colId xmlns:a16="http://schemas.microsoft.com/office/drawing/2014/main" val="2773334811"/>
                    </a:ext>
                  </a:extLst>
                </a:gridCol>
                <a:gridCol w="562527">
                  <a:extLst>
                    <a:ext uri="{9D8B030D-6E8A-4147-A177-3AD203B41FA5}">
                      <a16:colId xmlns:a16="http://schemas.microsoft.com/office/drawing/2014/main" val="3954811565"/>
                    </a:ext>
                  </a:extLst>
                </a:gridCol>
              </a:tblGrid>
              <a:tr h="0">
                <a:tc>
                  <a:txBody>
                    <a:bodyPr/>
                    <a:lstStyle/>
                    <a:p>
                      <a:pPr algn="ctr"/>
                      <a:r>
                        <a:rPr lang="en-US" b="0">
                          <a:solidFill>
                            <a:schemeClr val="bg1"/>
                          </a:solidFill>
                        </a:rPr>
                        <a:t>.06</a:t>
                      </a: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.06</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396043">
                <a:tc>
                  <a:txBody>
                    <a:bodyPr/>
                    <a:lstStyle/>
                    <a:p>
                      <a:pPr algn="ctr"/>
                      <a:r>
                        <a:rPr lang="en-US">
                          <a:solidFill>
                            <a:schemeClr val="bg1"/>
                          </a:solidFill>
                        </a:rPr>
                        <a:t>.13</a:t>
                      </a: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02284580"/>
                  </a:ext>
                </a:extLst>
              </a:tr>
              <a:tr h="396043">
                <a:tc>
                  <a:txBody>
                    <a:bodyPr/>
                    <a:lstStyle/>
                    <a:p>
                      <a:pPr algn="ctr"/>
                      <a:r>
                        <a:rPr lang="en-US">
                          <a:solidFill>
                            <a:schemeClr val="bg1"/>
                          </a:solidFill>
                        </a:rPr>
                        <a:t>.06</a:t>
                      </a: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.06</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sp>
        <p:nvSpPr>
          <p:cNvPr id="14" name="Rectangle 13">
            <a:extLst>
              <a:ext uri="{FF2B5EF4-FFF2-40B4-BE49-F238E27FC236}">
                <a16:creationId xmlns:a16="http://schemas.microsoft.com/office/drawing/2014/main" id="{1611D445-0D43-4945-9680-414E73DD2E2C}"/>
              </a:ext>
            </a:extLst>
          </p:cNvPr>
          <p:cNvSpPr/>
          <p:nvPr/>
        </p:nvSpPr>
        <p:spPr>
          <a:xfrm>
            <a:off x="3315509" y="1627567"/>
            <a:ext cx="3502854" cy="914400"/>
          </a:xfrm>
          <a:prstGeom prst="rect">
            <a:avLst/>
          </a:prstGeom>
          <a:solidFill>
            <a:schemeClr val="accent6">
              <a:lumMod val="60000"/>
              <a:lumOff val="40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rPr>
              <a:t>이미지 원본</a:t>
            </a:r>
          </a:p>
        </p:txBody>
      </p:sp>
      <p:sp>
        <p:nvSpPr>
          <p:cNvPr id="15" name="Rectangle 14">
            <a:extLst>
              <a:ext uri="{FF2B5EF4-FFF2-40B4-BE49-F238E27FC236}">
                <a16:creationId xmlns:a16="http://schemas.microsoft.com/office/drawing/2014/main" id="{F8F5E77E-5566-4F0E-B7DC-61BA7B0F09C6}"/>
              </a:ext>
            </a:extLst>
          </p:cNvPr>
          <p:cNvSpPr/>
          <p:nvPr/>
        </p:nvSpPr>
        <p:spPr>
          <a:xfrm>
            <a:off x="929552" y="1627567"/>
            <a:ext cx="1687581" cy="914400"/>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흐리게 하기 커널</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478D823-1113-4FF6-BEAE-378E43C5B115}"/>
                  </a:ext>
                </a:extLst>
              </p:cNvPr>
              <p:cNvSpPr txBox="1"/>
              <p:nvPr/>
            </p:nvSpPr>
            <p:spPr>
              <a:xfrm>
                <a:off x="2796096" y="3918976"/>
                <a:ext cx="402354" cy="5539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4000" i="1" smtClean="0">
                          <a:solidFill>
                            <a:schemeClr val="bg1"/>
                          </a:solidFill>
                          <a:latin typeface="Cambria Math" panose="02040503050406030204" pitchFamily="18" charset="0"/>
                          <a:ea typeface="Cambria Math" panose="02040503050406030204" pitchFamily="18" charset="0"/>
                        </a:rPr>
                        <m:t>∗</m:t>
                      </m:r>
                    </m:oMath>
                  </m:oMathPara>
                </a14:m>
                <a:endParaRPr lang="en-US" sz="3200">
                  <a:solidFill>
                    <a:schemeClr val="bg1"/>
                  </a:solidFill>
                </a:endParaRPr>
              </a:p>
            </p:txBody>
          </p:sp>
        </mc:Choice>
        <mc:Fallback xmlns="">
          <p:sp>
            <p:nvSpPr>
              <p:cNvPr id="18" name="TextBox 17">
                <a:extLst>
                  <a:ext uri="{FF2B5EF4-FFF2-40B4-BE49-F238E27FC236}">
                    <a16:creationId xmlns:a16="http://schemas.microsoft.com/office/drawing/2014/main" id="{2478D823-1113-4FF6-BEAE-378E43C5B115}"/>
                  </a:ext>
                </a:extLst>
              </p:cNvPr>
              <p:cNvSpPr txBox="1">
                <a:spLocks noAdjustHandles="1" noChangeArrowheads="1" noChangeAspect="1" noChangeShapeType="1" noEditPoints="1" noMove="1" noResize="1" noRot="1" noTextEdit="1"/>
              </p:cNvSpPr>
              <p:nvPr/>
            </p:nvSpPr>
            <p:spPr>
              <a:xfrm>
                <a:off x="2796096" y="3918976"/>
                <a:ext cx="402354" cy="553998"/>
              </a:xfrm>
              <a:prstGeom prst="rect">
                <a:avLst/>
              </a:prstGeom>
              <a:blipFill>
                <a:blip r:embed="rId3"/>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72C6051-C661-43C0-8C97-B4A16A730003}"/>
                  </a:ext>
                </a:extLst>
              </p:cNvPr>
              <p:cNvSpPr txBox="1"/>
              <p:nvPr/>
            </p:nvSpPr>
            <p:spPr>
              <a:xfrm>
                <a:off x="7025911" y="4002076"/>
                <a:ext cx="375103" cy="3877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rPr>
                        <m:t>=</m:t>
                      </m:r>
                    </m:oMath>
                  </m:oMathPara>
                </a14:m>
                <a:endParaRPr lang="en-US" sz="3200">
                  <a:solidFill>
                    <a:schemeClr val="bg1"/>
                  </a:solidFill>
                </a:endParaRPr>
              </a:p>
            </p:txBody>
          </p:sp>
        </mc:Choice>
        <mc:Fallback xmlns="">
          <p:sp>
            <p:nvSpPr>
              <p:cNvPr id="19" name="TextBox 18">
                <a:extLst>
                  <a:ext uri="{FF2B5EF4-FFF2-40B4-BE49-F238E27FC236}">
                    <a16:creationId xmlns:a16="http://schemas.microsoft.com/office/drawing/2014/main" id="{F72C6051-C661-43C0-8C97-B4A16A730003}"/>
                  </a:ext>
                </a:extLst>
              </p:cNvPr>
              <p:cNvSpPr txBox="1">
                <a:spLocks noAdjustHandles="1" noChangeArrowheads="1" noChangeAspect="1" noChangeShapeType="1" noEditPoints="1" noMove="1" noResize="1" noRot="1" noTextEdit="1"/>
              </p:cNvSpPr>
              <p:nvPr/>
            </p:nvSpPr>
            <p:spPr>
              <a:xfrm>
                <a:off x="7025911" y="4002076"/>
                <a:ext cx="375103" cy="387798"/>
              </a:xfrm>
              <a:prstGeom prst="rect">
                <a:avLst/>
              </a:prstGeom>
              <a:blipFill>
                <a:blip r:embed="rId4"/>
                <a:stretch>
                  <a:fillRect l="-21311"/>
                </a:stretch>
              </a:blipFill>
              <a:ln w="6350">
                <a:noFill/>
              </a:ln>
            </p:spPr>
            <p:txBody>
              <a:bodyPr/>
              <a:lstStyle/>
              <a:p>
                <a:r>
                  <a:rPr lang="en-US">
                    <a:noFill/>
                  </a:rPr>
                  <a:t> </a:t>
                </a:r>
              </a:p>
            </p:txBody>
          </p:sp>
        </mc:Fallback>
      </mc:AlternateContent>
      <p:sp>
        <p:nvSpPr>
          <p:cNvPr id="21" name="Rectangle 20">
            <a:extLst>
              <a:ext uri="{FF2B5EF4-FFF2-40B4-BE49-F238E27FC236}">
                <a16:creationId xmlns:a16="http://schemas.microsoft.com/office/drawing/2014/main" id="{D8B19572-09C3-467C-BD54-9002142CF8B4}"/>
              </a:ext>
            </a:extLst>
          </p:cNvPr>
          <p:cNvSpPr/>
          <p:nvPr/>
        </p:nvSpPr>
        <p:spPr>
          <a:xfrm>
            <a:off x="7516739" y="1627567"/>
            <a:ext cx="2335236" cy="914400"/>
          </a:xfrm>
          <a:prstGeom prst="rect">
            <a:avLst/>
          </a:prstGeom>
          <a:solidFill>
            <a:schemeClr val="accent2">
              <a:lumMod val="75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rPr>
              <a:t>합성곱이 수행된 이미지</a:t>
            </a:r>
          </a:p>
        </p:txBody>
      </p:sp>
      <p:graphicFrame>
        <p:nvGraphicFramePr>
          <p:cNvPr id="5" name="Table 12">
            <a:extLst>
              <a:ext uri="{FF2B5EF4-FFF2-40B4-BE49-F238E27FC236}">
                <a16:creationId xmlns:a16="http://schemas.microsoft.com/office/drawing/2014/main" id="{E4F673EE-C251-454D-BBD2-5517798704AC}"/>
              </a:ext>
            </a:extLst>
          </p:cNvPr>
          <p:cNvGraphicFramePr>
            <a:graphicFrameLocks noGrp="1"/>
          </p:cNvGraphicFramePr>
          <p:nvPr>
            <p:extLst>
              <p:ext uri="{D42A27DB-BD31-4B8C-83A1-F6EECF244321}">
                <p14:modId xmlns:p14="http://schemas.microsoft.com/office/powerpoint/2010/main" val="2469103478"/>
              </p:ext>
            </p:extLst>
          </p:nvPr>
        </p:nvGraphicFramePr>
        <p:xfrm>
          <a:off x="7516739" y="2948500"/>
          <a:ext cx="2335236" cy="1940952"/>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83809">
                  <a:extLst>
                    <a:ext uri="{9D8B030D-6E8A-4147-A177-3AD203B41FA5}">
                      <a16:colId xmlns:a16="http://schemas.microsoft.com/office/drawing/2014/main" val="1559549635"/>
                    </a:ext>
                  </a:extLst>
                </a:gridCol>
                <a:gridCol w="583809">
                  <a:extLst>
                    <a:ext uri="{9D8B030D-6E8A-4147-A177-3AD203B41FA5}">
                      <a16:colId xmlns:a16="http://schemas.microsoft.com/office/drawing/2014/main" val="722485242"/>
                    </a:ext>
                  </a:extLst>
                </a:gridCol>
                <a:gridCol w="583809">
                  <a:extLst>
                    <a:ext uri="{9D8B030D-6E8A-4147-A177-3AD203B41FA5}">
                      <a16:colId xmlns:a16="http://schemas.microsoft.com/office/drawing/2014/main" val="1938600863"/>
                    </a:ext>
                  </a:extLst>
                </a:gridCol>
                <a:gridCol w="583809">
                  <a:extLst>
                    <a:ext uri="{9D8B030D-6E8A-4147-A177-3AD203B41FA5}">
                      <a16:colId xmlns:a16="http://schemas.microsoft.com/office/drawing/2014/main" val="2110764589"/>
                    </a:ext>
                  </a:extLst>
                </a:gridCol>
              </a:tblGrid>
              <a:tr h="485238">
                <a:tc>
                  <a:txBody>
                    <a:bodyPr/>
                    <a:lstStyle/>
                    <a:p>
                      <a:pPr algn="ctr"/>
                      <a:r>
                        <a:rPr lang="en-US" b="0">
                          <a:solidFill>
                            <a:schemeClr val="bg1"/>
                          </a:solidFill>
                        </a:rPr>
                        <a:t>.56</a:t>
                      </a:r>
                    </a:p>
                  </a:txBody>
                  <a:tcPr anchor="ctr">
                    <a:lnL w="12700" cap="flat" cmpd="sng" algn="ctr">
                      <a:solidFill>
                        <a:schemeClr val="bg1"/>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b="1">
                          <a:solidFill>
                            <a:schemeClr val="bg1"/>
                          </a:solidFill>
                        </a:rPr>
                        <a:t>.57</a:t>
                      </a:r>
                    </a:p>
                  </a:txBody>
                  <a:tcPr anchor="ctr">
                    <a:lnL w="57150" cap="flat" cmpd="sng" algn="ctr">
                      <a:solidFill>
                        <a:schemeClr val="accent3"/>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57150" cap="flat" cmpd="sng" algn="ctr">
                      <a:solidFill>
                        <a:schemeClr val="accent3"/>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544661677"/>
                  </a:ext>
                </a:extLst>
              </a:tr>
              <a:tr h="485238">
                <a:tc>
                  <a:txBody>
                    <a:bodyPr/>
                    <a:lstStyle/>
                    <a:p>
                      <a:pPr algn="ctr"/>
                      <a:endParaRPr lang="en-US">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973328564"/>
                  </a:ext>
                </a:extLst>
              </a:tr>
              <a:tr h="485238">
                <a:tc>
                  <a:txBody>
                    <a:bodyPr/>
                    <a:lstStyle/>
                    <a:p>
                      <a:pPr algn="ctr"/>
                      <a:endParaRPr lang="en-US">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61625559"/>
                  </a:ext>
                </a:extLst>
              </a:tr>
              <a:tr h="485238">
                <a:tc>
                  <a:txBody>
                    <a:bodyPr/>
                    <a:lstStyle/>
                    <a:p>
                      <a:pPr algn="ctr"/>
                      <a:endParaRPr lang="en-US">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3553734719"/>
                  </a:ext>
                </a:extLst>
              </a:tr>
            </a:tbl>
          </a:graphicData>
        </a:graphic>
      </p:graphicFrame>
      <p:graphicFrame>
        <p:nvGraphicFramePr>
          <p:cNvPr id="6" name="Table 12">
            <a:extLst>
              <a:ext uri="{FF2B5EF4-FFF2-40B4-BE49-F238E27FC236}">
                <a16:creationId xmlns:a16="http://schemas.microsoft.com/office/drawing/2014/main" id="{481F709D-FE99-4286-BEE3-1FFF7B55DC9F}"/>
              </a:ext>
            </a:extLst>
          </p:cNvPr>
          <p:cNvGraphicFramePr>
            <a:graphicFrameLocks noGrp="1"/>
          </p:cNvGraphicFramePr>
          <p:nvPr/>
        </p:nvGraphicFramePr>
        <p:xfrm>
          <a:off x="3315509" y="2740261"/>
          <a:ext cx="3502854" cy="2911428"/>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83809">
                  <a:extLst>
                    <a:ext uri="{9D8B030D-6E8A-4147-A177-3AD203B41FA5}">
                      <a16:colId xmlns:a16="http://schemas.microsoft.com/office/drawing/2014/main" val="1559549635"/>
                    </a:ext>
                  </a:extLst>
                </a:gridCol>
                <a:gridCol w="583809">
                  <a:extLst>
                    <a:ext uri="{9D8B030D-6E8A-4147-A177-3AD203B41FA5}">
                      <a16:colId xmlns:a16="http://schemas.microsoft.com/office/drawing/2014/main" val="722485242"/>
                    </a:ext>
                  </a:extLst>
                </a:gridCol>
                <a:gridCol w="583809">
                  <a:extLst>
                    <a:ext uri="{9D8B030D-6E8A-4147-A177-3AD203B41FA5}">
                      <a16:colId xmlns:a16="http://schemas.microsoft.com/office/drawing/2014/main" val="1938600863"/>
                    </a:ext>
                  </a:extLst>
                </a:gridCol>
                <a:gridCol w="583809">
                  <a:extLst>
                    <a:ext uri="{9D8B030D-6E8A-4147-A177-3AD203B41FA5}">
                      <a16:colId xmlns:a16="http://schemas.microsoft.com/office/drawing/2014/main" val="2110764589"/>
                    </a:ext>
                  </a:extLst>
                </a:gridCol>
                <a:gridCol w="583809">
                  <a:extLst>
                    <a:ext uri="{9D8B030D-6E8A-4147-A177-3AD203B41FA5}">
                      <a16:colId xmlns:a16="http://schemas.microsoft.com/office/drawing/2014/main" val="3106461485"/>
                    </a:ext>
                  </a:extLst>
                </a:gridCol>
                <a:gridCol w="583809">
                  <a:extLst>
                    <a:ext uri="{9D8B030D-6E8A-4147-A177-3AD203B41FA5}">
                      <a16:colId xmlns:a16="http://schemas.microsoft.com/office/drawing/2014/main" val="638186255"/>
                    </a:ext>
                  </a:extLst>
                </a:gridCol>
              </a:tblGrid>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544661677"/>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3328564"/>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3"/>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3"/>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57150" cap="flat" cmpd="sng" algn="ctr">
                      <a:solidFill>
                        <a:schemeClr val="accent3"/>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3"/>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57150" cap="flat" cmpd="sng" algn="ctr">
                      <a:solidFill>
                        <a:schemeClr val="accent3"/>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625559"/>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3734719"/>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852421660"/>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356386872"/>
                  </a:ext>
                </a:extLst>
              </a:tr>
            </a:tbl>
          </a:graphicData>
        </a:graphic>
      </p:graphicFrame>
      <p:graphicFrame>
        <p:nvGraphicFramePr>
          <p:cNvPr id="3" name="Table 2">
            <a:extLst>
              <a:ext uri="{FF2B5EF4-FFF2-40B4-BE49-F238E27FC236}">
                <a16:creationId xmlns:a16="http://schemas.microsoft.com/office/drawing/2014/main" id="{EC3A4AE6-71F7-4601-BD86-7CC34DA0ADF4}"/>
              </a:ext>
            </a:extLst>
          </p:cNvPr>
          <p:cNvGraphicFramePr>
            <a:graphicFrameLocks noGrp="1"/>
          </p:cNvGraphicFramePr>
          <p:nvPr/>
        </p:nvGraphicFramePr>
        <p:xfrm>
          <a:off x="3931662" y="2763110"/>
          <a:ext cx="1687581" cy="1401567"/>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62527">
                  <a:extLst>
                    <a:ext uri="{9D8B030D-6E8A-4147-A177-3AD203B41FA5}">
                      <a16:colId xmlns:a16="http://schemas.microsoft.com/office/drawing/2014/main" val="3363110549"/>
                    </a:ext>
                  </a:extLst>
                </a:gridCol>
                <a:gridCol w="562527">
                  <a:extLst>
                    <a:ext uri="{9D8B030D-6E8A-4147-A177-3AD203B41FA5}">
                      <a16:colId xmlns:a16="http://schemas.microsoft.com/office/drawing/2014/main" val="2773334811"/>
                    </a:ext>
                  </a:extLst>
                </a:gridCol>
                <a:gridCol w="562527">
                  <a:extLst>
                    <a:ext uri="{9D8B030D-6E8A-4147-A177-3AD203B41FA5}">
                      <a16:colId xmlns:a16="http://schemas.microsoft.com/office/drawing/2014/main" val="3954811565"/>
                    </a:ext>
                  </a:extLst>
                </a:gridCol>
              </a:tblGrid>
              <a:tr h="442751">
                <a:tc>
                  <a:txBody>
                    <a:bodyPr/>
                    <a:lstStyle/>
                    <a:p>
                      <a:pPr algn="ctr"/>
                      <a:r>
                        <a:rPr lang="en-US" b="0">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a:solidFill>
                            <a:schemeClr val="bg1"/>
                          </a:solidFill>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.06</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479408">
                <a:tc>
                  <a:txBody>
                    <a:bodyPr/>
                    <a:lstStyle/>
                    <a:p>
                      <a:pPr algn="ctr"/>
                      <a:r>
                        <a:rPr lang="en-US">
                          <a:solidFill>
                            <a:schemeClr val="bg1"/>
                          </a:solidFill>
                        </a:rPr>
                        <a:t>.13</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02284580"/>
                  </a:ext>
                </a:extLst>
              </a:tr>
              <a:tr h="479408">
                <a:tc>
                  <a:txBody>
                    <a:bodyPr/>
                    <a:lstStyle/>
                    <a:p>
                      <a:pPr algn="ctr"/>
                      <a:r>
                        <a:rPr lang="en-US">
                          <a:solidFill>
                            <a:schemeClr val="bg1"/>
                          </a:solidFill>
                        </a:rPr>
                        <a:t>.06</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.06</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spTree>
    <p:extLst>
      <p:ext uri="{BB962C8B-B14F-4D97-AF65-F5344CB8AC3E}">
        <p14:creationId xmlns:p14="http://schemas.microsoft.com/office/powerpoint/2010/main" val="23344924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516750" y="640238"/>
            <a:ext cx="9976104" cy="590931"/>
          </a:xfrm>
        </p:spPr>
        <p:txBody>
          <a:bodyPr/>
          <a:lstStyle/>
          <a:p>
            <a:r>
              <a:rPr lang="en-US" dirty="0" err="1"/>
              <a:t>커널과</a:t>
            </a:r>
            <a:r>
              <a:rPr lang="en-US" dirty="0"/>
              <a:t> </a:t>
            </a:r>
            <a:r>
              <a:rPr lang="en-US" dirty="0" err="1"/>
              <a:t>합성곱</a:t>
            </a:r>
            <a:r>
              <a:rPr lang="en-US" dirty="0"/>
              <a:t> (</a:t>
            </a:r>
            <a:r>
              <a:rPr lang="en-GB" dirty="0"/>
              <a:t>KERNELS and CONVOLUTION)</a:t>
            </a:r>
            <a:endParaRPr lang="en-US" dirty="0"/>
          </a:p>
        </p:txBody>
      </p:sp>
      <p:graphicFrame>
        <p:nvGraphicFramePr>
          <p:cNvPr id="4" name="Table 12">
            <a:extLst>
              <a:ext uri="{FF2B5EF4-FFF2-40B4-BE49-F238E27FC236}">
                <a16:creationId xmlns:a16="http://schemas.microsoft.com/office/drawing/2014/main" id="{BE4242B0-1BBB-4B75-A0CD-99037FDEAF05}"/>
              </a:ext>
            </a:extLst>
          </p:cNvPr>
          <p:cNvGraphicFramePr>
            <a:graphicFrameLocks noGrp="1"/>
          </p:cNvGraphicFramePr>
          <p:nvPr/>
        </p:nvGraphicFramePr>
        <p:xfrm>
          <a:off x="3315509" y="2740261"/>
          <a:ext cx="3502854" cy="2911428"/>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83809">
                  <a:extLst>
                    <a:ext uri="{9D8B030D-6E8A-4147-A177-3AD203B41FA5}">
                      <a16:colId xmlns:a16="http://schemas.microsoft.com/office/drawing/2014/main" val="1559549635"/>
                    </a:ext>
                  </a:extLst>
                </a:gridCol>
                <a:gridCol w="583809">
                  <a:extLst>
                    <a:ext uri="{9D8B030D-6E8A-4147-A177-3AD203B41FA5}">
                      <a16:colId xmlns:a16="http://schemas.microsoft.com/office/drawing/2014/main" val="722485242"/>
                    </a:ext>
                  </a:extLst>
                </a:gridCol>
                <a:gridCol w="583809">
                  <a:extLst>
                    <a:ext uri="{9D8B030D-6E8A-4147-A177-3AD203B41FA5}">
                      <a16:colId xmlns:a16="http://schemas.microsoft.com/office/drawing/2014/main" val="1938600863"/>
                    </a:ext>
                  </a:extLst>
                </a:gridCol>
                <a:gridCol w="583809">
                  <a:extLst>
                    <a:ext uri="{9D8B030D-6E8A-4147-A177-3AD203B41FA5}">
                      <a16:colId xmlns:a16="http://schemas.microsoft.com/office/drawing/2014/main" val="2110764589"/>
                    </a:ext>
                  </a:extLst>
                </a:gridCol>
                <a:gridCol w="583809">
                  <a:extLst>
                    <a:ext uri="{9D8B030D-6E8A-4147-A177-3AD203B41FA5}">
                      <a16:colId xmlns:a16="http://schemas.microsoft.com/office/drawing/2014/main" val="3106461485"/>
                    </a:ext>
                  </a:extLst>
                </a:gridCol>
                <a:gridCol w="583809">
                  <a:extLst>
                    <a:ext uri="{9D8B030D-6E8A-4147-A177-3AD203B41FA5}">
                      <a16:colId xmlns:a16="http://schemas.microsoft.com/office/drawing/2014/main" val="638186255"/>
                    </a:ext>
                  </a:extLst>
                </a:gridCol>
              </a:tblGrid>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544661677"/>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3328564"/>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625559"/>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3734719"/>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852421660"/>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356386872"/>
                  </a:ext>
                </a:extLst>
              </a:tr>
            </a:tbl>
          </a:graphicData>
        </a:graphic>
      </p:graphicFrame>
      <p:graphicFrame>
        <p:nvGraphicFramePr>
          <p:cNvPr id="13" name="Table 12">
            <a:extLst>
              <a:ext uri="{FF2B5EF4-FFF2-40B4-BE49-F238E27FC236}">
                <a16:creationId xmlns:a16="http://schemas.microsoft.com/office/drawing/2014/main" id="{738E6E95-8DF3-4930-885F-0A3549E4D00D}"/>
              </a:ext>
            </a:extLst>
          </p:cNvPr>
          <p:cNvGraphicFramePr>
            <a:graphicFrameLocks noGrp="1"/>
          </p:cNvGraphicFramePr>
          <p:nvPr/>
        </p:nvGraphicFramePr>
        <p:xfrm>
          <a:off x="929552" y="3617052"/>
          <a:ext cx="1687581" cy="1157846"/>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62527">
                  <a:extLst>
                    <a:ext uri="{9D8B030D-6E8A-4147-A177-3AD203B41FA5}">
                      <a16:colId xmlns:a16="http://schemas.microsoft.com/office/drawing/2014/main" val="3363110549"/>
                    </a:ext>
                  </a:extLst>
                </a:gridCol>
                <a:gridCol w="562527">
                  <a:extLst>
                    <a:ext uri="{9D8B030D-6E8A-4147-A177-3AD203B41FA5}">
                      <a16:colId xmlns:a16="http://schemas.microsoft.com/office/drawing/2014/main" val="2773334811"/>
                    </a:ext>
                  </a:extLst>
                </a:gridCol>
                <a:gridCol w="562527">
                  <a:extLst>
                    <a:ext uri="{9D8B030D-6E8A-4147-A177-3AD203B41FA5}">
                      <a16:colId xmlns:a16="http://schemas.microsoft.com/office/drawing/2014/main" val="3954811565"/>
                    </a:ext>
                  </a:extLst>
                </a:gridCol>
              </a:tblGrid>
              <a:tr h="0">
                <a:tc>
                  <a:txBody>
                    <a:bodyPr/>
                    <a:lstStyle/>
                    <a:p>
                      <a:pPr algn="ctr"/>
                      <a:r>
                        <a:rPr lang="en-US" b="0">
                          <a:solidFill>
                            <a:schemeClr val="bg1"/>
                          </a:solidFill>
                        </a:rPr>
                        <a:t>.06</a:t>
                      </a: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.06</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396043">
                <a:tc>
                  <a:txBody>
                    <a:bodyPr/>
                    <a:lstStyle/>
                    <a:p>
                      <a:pPr algn="ctr"/>
                      <a:r>
                        <a:rPr lang="en-US">
                          <a:solidFill>
                            <a:schemeClr val="bg1"/>
                          </a:solidFill>
                        </a:rPr>
                        <a:t>.13</a:t>
                      </a: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02284580"/>
                  </a:ext>
                </a:extLst>
              </a:tr>
              <a:tr h="396043">
                <a:tc>
                  <a:txBody>
                    <a:bodyPr/>
                    <a:lstStyle/>
                    <a:p>
                      <a:pPr algn="ctr"/>
                      <a:r>
                        <a:rPr lang="en-US">
                          <a:solidFill>
                            <a:schemeClr val="bg1"/>
                          </a:solidFill>
                        </a:rPr>
                        <a:t>.06</a:t>
                      </a: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.06</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sp>
        <p:nvSpPr>
          <p:cNvPr id="14" name="Rectangle 13">
            <a:extLst>
              <a:ext uri="{FF2B5EF4-FFF2-40B4-BE49-F238E27FC236}">
                <a16:creationId xmlns:a16="http://schemas.microsoft.com/office/drawing/2014/main" id="{1611D445-0D43-4945-9680-414E73DD2E2C}"/>
              </a:ext>
            </a:extLst>
          </p:cNvPr>
          <p:cNvSpPr/>
          <p:nvPr/>
        </p:nvSpPr>
        <p:spPr>
          <a:xfrm>
            <a:off x="3315509" y="1627567"/>
            <a:ext cx="3502854" cy="914400"/>
          </a:xfrm>
          <a:prstGeom prst="rect">
            <a:avLst/>
          </a:prstGeom>
          <a:solidFill>
            <a:schemeClr val="accent6">
              <a:lumMod val="60000"/>
              <a:lumOff val="40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Trebuchet MS"/>
                <a:ea typeface="+mn-ea"/>
                <a:cs typeface="+mn-cs"/>
              </a:rPr>
              <a:t>이미지 원본</a:t>
            </a:r>
          </a:p>
        </p:txBody>
      </p:sp>
      <p:sp>
        <p:nvSpPr>
          <p:cNvPr id="15" name="Rectangle 14">
            <a:extLst>
              <a:ext uri="{FF2B5EF4-FFF2-40B4-BE49-F238E27FC236}">
                <a16:creationId xmlns:a16="http://schemas.microsoft.com/office/drawing/2014/main" id="{F8F5E77E-5566-4F0E-B7DC-61BA7B0F09C6}"/>
              </a:ext>
            </a:extLst>
          </p:cNvPr>
          <p:cNvSpPr/>
          <p:nvPr/>
        </p:nvSpPr>
        <p:spPr>
          <a:xfrm>
            <a:off x="929552" y="1627567"/>
            <a:ext cx="1687581" cy="914400"/>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흐리게 하기 커널</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478D823-1113-4FF6-BEAE-378E43C5B115}"/>
                  </a:ext>
                </a:extLst>
              </p:cNvPr>
              <p:cNvSpPr txBox="1"/>
              <p:nvPr/>
            </p:nvSpPr>
            <p:spPr>
              <a:xfrm>
                <a:off x="2796096" y="3918976"/>
                <a:ext cx="402354" cy="5539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3200" b="0" i="0" u="none" strike="noStrike" kern="1200" cap="none" spc="0" normalizeH="0" baseline="0" noProof="0">
                  <a:ln>
                    <a:noFill/>
                  </a:ln>
                  <a:solidFill>
                    <a:srgbClr val="000000"/>
                  </a:solidFill>
                  <a:effectLst/>
                  <a:uLnTx/>
                  <a:uFillTx/>
                  <a:latin typeface="Trebuchet MS"/>
                  <a:ea typeface="+mn-ea"/>
                  <a:cs typeface="+mn-cs"/>
                </a:endParaRPr>
              </a:p>
            </p:txBody>
          </p:sp>
        </mc:Choice>
        <mc:Fallback xmlns="">
          <p:sp>
            <p:nvSpPr>
              <p:cNvPr id="18" name="TextBox 17">
                <a:extLst>
                  <a:ext uri="{FF2B5EF4-FFF2-40B4-BE49-F238E27FC236}">
                    <a16:creationId xmlns:a16="http://schemas.microsoft.com/office/drawing/2014/main" id="{2478D823-1113-4FF6-BEAE-378E43C5B115}"/>
                  </a:ext>
                </a:extLst>
              </p:cNvPr>
              <p:cNvSpPr txBox="1">
                <a:spLocks noAdjustHandles="1" noChangeArrowheads="1" noChangeAspect="1" noChangeShapeType="1" noEditPoints="1" noMove="1" noResize="1" noRot="1" noTextEdit="1"/>
              </p:cNvSpPr>
              <p:nvPr/>
            </p:nvSpPr>
            <p:spPr>
              <a:xfrm>
                <a:off x="2796096" y="3918976"/>
                <a:ext cx="402354" cy="553998"/>
              </a:xfrm>
              <a:prstGeom prst="rect">
                <a:avLst/>
              </a:prstGeom>
              <a:blipFill>
                <a:blip r:embed="rId3"/>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72C6051-C661-43C0-8C97-B4A16A730003}"/>
                  </a:ext>
                </a:extLst>
              </p:cNvPr>
              <p:cNvSpPr txBox="1"/>
              <p:nvPr/>
            </p:nvSpPr>
            <p:spPr>
              <a:xfrm>
                <a:off x="7025911" y="4002076"/>
                <a:ext cx="375103" cy="3877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US" sz="3200" b="0" i="0" u="none" strike="noStrike" kern="1200" cap="none" spc="0" normalizeH="0" baseline="0" noProof="0">
                  <a:ln>
                    <a:noFill/>
                  </a:ln>
                  <a:solidFill>
                    <a:srgbClr val="000000"/>
                  </a:solidFill>
                  <a:effectLst/>
                  <a:uLnTx/>
                  <a:uFillTx/>
                  <a:latin typeface="Trebuchet MS"/>
                  <a:ea typeface="+mn-ea"/>
                  <a:cs typeface="+mn-cs"/>
                </a:endParaRPr>
              </a:p>
            </p:txBody>
          </p:sp>
        </mc:Choice>
        <mc:Fallback xmlns="">
          <p:sp>
            <p:nvSpPr>
              <p:cNvPr id="19" name="TextBox 18">
                <a:extLst>
                  <a:ext uri="{FF2B5EF4-FFF2-40B4-BE49-F238E27FC236}">
                    <a16:creationId xmlns:a16="http://schemas.microsoft.com/office/drawing/2014/main" id="{F72C6051-C661-43C0-8C97-B4A16A730003}"/>
                  </a:ext>
                </a:extLst>
              </p:cNvPr>
              <p:cNvSpPr txBox="1">
                <a:spLocks noAdjustHandles="1" noChangeArrowheads="1" noChangeAspect="1" noChangeShapeType="1" noEditPoints="1" noMove="1" noResize="1" noRot="1" noTextEdit="1"/>
              </p:cNvSpPr>
              <p:nvPr/>
            </p:nvSpPr>
            <p:spPr>
              <a:xfrm>
                <a:off x="7025911" y="4002076"/>
                <a:ext cx="375103" cy="387798"/>
              </a:xfrm>
              <a:prstGeom prst="rect">
                <a:avLst/>
              </a:prstGeom>
              <a:blipFill>
                <a:blip r:embed="rId4"/>
                <a:stretch>
                  <a:fillRect l="-21311"/>
                </a:stretch>
              </a:blipFill>
              <a:ln w="6350">
                <a:noFill/>
              </a:ln>
            </p:spPr>
            <p:txBody>
              <a:bodyPr/>
              <a:lstStyle/>
              <a:p>
                <a:r>
                  <a:rPr lang="en-US">
                    <a:noFill/>
                  </a:rPr>
                  <a:t> </a:t>
                </a:r>
              </a:p>
            </p:txBody>
          </p:sp>
        </mc:Fallback>
      </mc:AlternateContent>
      <p:graphicFrame>
        <p:nvGraphicFramePr>
          <p:cNvPr id="20" name="Table 12">
            <a:extLst>
              <a:ext uri="{FF2B5EF4-FFF2-40B4-BE49-F238E27FC236}">
                <a16:creationId xmlns:a16="http://schemas.microsoft.com/office/drawing/2014/main" id="{ADCAE3CC-2989-4751-A0D8-EC4193F73001}"/>
              </a:ext>
            </a:extLst>
          </p:cNvPr>
          <p:cNvGraphicFramePr>
            <a:graphicFrameLocks noGrp="1"/>
          </p:cNvGraphicFramePr>
          <p:nvPr>
            <p:extLst>
              <p:ext uri="{D42A27DB-BD31-4B8C-83A1-F6EECF244321}">
                <p14:modId xmlns:p14="http://schemas.microsoft.com/office/powerpoint/2010/main" val="2096528888"/>
              </p:ext>
            </p:extLst>
          </p:nvPr>
        </p:nvGraphicFramePr>
        <p:xfrm>
          <a:off x="7516739" y="2948500"/>
          <a:ext cx="2335236" cy="1940952"/>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83809">
                  <a:extLst>
                    <a:ext uri="{9D8B030D-6E8A-4147-A177-3AD203B41FA5}">
                      <a16:colId xmlns:a16="http://schemas.microsoft.com/office/drawing/2014/main" val="1559549635"/>
                    </a:ext>
                  </a:extLst>
                </a:gridCol>
                <a:gridCol w="583809">
                  <a:extLst>
                    <a:ext uri="{9D8B030D-6E8A-4147-A177-3AD203B41FA5}">
                      <a16:colId xmlns:a16="http://schemas.microsoft.com/office/drawing/2014/main" val="722485242"/>
                    </a:ext>
                  </a:extLst>
                </a:gridCol>
                <a:gridCol w="583809">
                  <a:extLst>
                    <a:ext uri="{9D8B030D-6E8A-4147-A177-3AD203B41FA5}">
                      <a16:colId xmlns:a16="http://schemas.microsoft.com/office/drawing/2014/main" val="1938600863"/>
                    </a:ext>
                  </a:extLst>
                </a:gridCol>
                <a:gridCol w="583809">
                  <a:extLst>
                    <a:ext uri="{9D8B030D-6E8A-4147-A177-3AD203B41FA5}">
                      <a16:colId xmlns:a16="http://schemas.microsoft.com/office/drawing/2014/main" val="2110764589"/>
                    </a:ext>
                  </a:extLst>
                </a:gridCol>
              </a:tblGrid>
              <a:tr h="485238">
                <a:tc>
                  <a:txBody>
                    <a:bodyPr/>
                    <a:lstStyle/>
                    <a:p>
                      <a:pPr algn="ctr"/>
                      <a:r>
                        <a:rPr lang="en-US" b="0">
                          <a:solidFill>
                            <a:schemeClr val="bg1"/>
                          </a:solidFill>
                        </a:rPr>
                        <a:t>.56</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b="0">
                          <a:solidFill>
                            <a:schemeClr val="bg1"/>
                          </a:solidFill>
                        </a:rPr>
                        <a:t>.57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b="0">
                          <a:solidFill>
                            <a:schemeClr val="bg1"/>
                          </a:solidFill>
                        </a:rPr>
                        <a:t>.57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b="0">
                          <a:solidFill>
                            <a:schemeClr val="bg1"/>
                          </a:solidFill>
                        </a:rPr>
                        <a:t>.56</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544661677"/>
                  </a:ext>
                </a:extLst>
              </a:tr>
              <a:tr h="485238">
                <a:tc>
                  <a:txBody>
                    <a:bodyPr/>
                    <a:lstStyle/>
                    <a:p>
                      <a:pPr algn="ctr"/>
                      <a:r>
                        <a:rPr lang="en-US" b="0">
                          <a:solidFill>
                            <a:schemeClr val="bg1"/>
                          </a:solidFill>
                        </a:rPr>
                        <a:t>.7</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b="0">
                          <a:solidFill>
                            <a:schemeClr val="bg1"/>
                          </a:solidFill>
                        </a:rPr>
                        <a:t>.82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b="0">
                          <a:solidFill>
                            <a:schemeClr val="bg1"/>
                          </a:solidFill>
                        </a:rPr>
                        <a:t>.82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b="0">
                          <a:solidFill>
                            <a:schemeClr val="bg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973328564"/>
                  </a:ext>
                </a:extLst>
              </a:tr>
              <a:tr h="485238">
                <a:tc>
                  <a:txBody>
                    <a:bodyPr/>
                    <a:lstStyle/>
                    <a:p>
                      <a:pPr algn="ctr"/>
                      <a:r>
                        <a:rPr lang="en-US" b="0">
                          <a:solidFill>
                            <a:schemeClr val="bg1"/>
                          </a:solidFill>
                        </a:rPr>
                        <a:t>.69</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b="0">
                          <a:solidFill>
                            <a:schemeClr val="bg1"/>
                          </a:solidFill>
                        </a:rPr>
                        <a:t>.95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b="0">
                          <a:solidFill>
                            <a:schemeClr val="bg1"/>
                          </a:solidFill>
                        </a:rPr>
                        <a:t>.95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b="0">
                          <a:solidFill>
                            <a:schemeClr val="bg1"/>
                          </a:solidFill>
                        </a:rPr>
                        <a:t>.69</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61625559"/>
                  </a:ext>
                </a:extLst>
              </a:tr>
              <a:tr h="485238">
                <a:tc>
                  <a:txBody>
                    <a:bodyPr/>
                    <a:lstStyle/>
                    <a:p>
                      <a:pPr algn="ctr"/>
                      <a:r>
                        <a:rPr lang="en-US" b="0">
                          <a:solidFill>
                            <a:schemeClr val="bg1"/>
                          </a:solidFill>
                        </a:rPr>
                        <a:t>.64</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r>
                        <a:rPr lang="en-US" b="0">
                          <a:solidFill>
                            <a:schemeClr val="bg1"/>
                          </a:solidFill>
                        </a:rPr>
                        <a:t>.69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r>
                        <a:rPr lang="en-US" b="0">
                          <a:solidFill>
                            <a:schemeClr val="bg1"/>
                          </a:solidFill>
                        </a:rPr>
                        <a:t>.69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r>
                        <a:rPr lang="en-US" b="0">
                          <a:solidFill>
                            <a:schemeClr val="bg1"/>
                          </a:solidFill>
                        </a:rPr>
                        <a:t>.64</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3553734719"/>
                  </a:ext>
                </a:extLst>
              </a:tr>
            </a:tbl>
          </a:graphicData>
        </a:graphic>
      </p:graphicFrame>
      <p:sp>
        <p:nvSpPr>
          <p:cNvPr id="21" name="Rectangle 20">
            <a:extLst>
              <a:ext uri="{FF2B5EF4-FFF2-40B4-BE49-F238E27FC236}">
                <a16:creationId xmlns:a16="http://schemas.microsoft.com/office/drawing/2014/main" id="{D8B19572-09C3-467C-BD54-9002142CF8B4}"/>
              </a:ext>
            </a:extLst>
          </p:cNvPr>
          <p:cNvSpPr/>
          <p:nvPr/>
        </p:nvSpPr>
        <p:spPr>
          <a:xfrm>
            <a:off x="7516739" y="1627567"/>
            <a:ext cx="2335236" cy="914400"/>
          </a:xfrm>
          <a:prstGeom prst="rect">
            <a:avLst/>
          </a:prstGeom>
          <a:solidFill>
            <a:schemeClr val="accent2">
              <a:lumMod val="75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Trebuchet MS"/>
                <a:ea typeface="+mn-ea"/>
                <a:cs typeface="+mn-cs"/>
              </a:rPr>
              <a:t>합성곱이 수행된 이미지</a:t>
            </a:r>
          </a:p>
        </p:txBody>
      </p:sp>
    </p:spTree>
    <p:extLst>
      <p:ext uri="{BB962C8B-B14F-4D97-AF65-F5344CB8AC3E}">
        <p14:creationId xmlns:p14="http://schemas.microsoft.com/office/powerpoint/2010/main" val="28129640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12">
            <a:extLst>
              <a:ext uri="{FF2B5EF4-FFF2-40B4-BE49-F238E27FC236}">
                <a16:creationId xmlns:a16="http://schemas.microsoft.com/office/drawing/2014/main" id="{BE4242B0-1BBB-4B75-A0CD-99037FDEAF05}"/>
              </a:ext>
            </a:extLst>
          </p:cNvPr>
          <p:cNvGraphicFramePr>
            <a:graphicFrameLocks noGrp="1"/>
          </p:cNvGraphicFramePr>
          <p:nvPr>
            <p:extLst>
              <p:ext uri="{D42A27DB-BD31-4B8C-83A1-F6EECF244321}">
                <p14:modId xmlns:p14="http://schemas.microsoft.com/office/powerpoint/2010/main" val="655349940"/>
              </p:ext>
            </p:extLst>
          </p:nvPr>
        </p:nvGraphicFramePr>
        <p:xfrm>
          <a:off x="2260154" y="1299461"/>
          <a:ext cx="3502854" cy="1455714"/>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83809">
                  <a:extLst>
                    <a:ext uri="{9D8B030D-6E8A-4147-A177-3AD203B41FA5}">
                      <a16:colId xmlns:a16="http://schemas.microsoft.com/office/drawing/2014/main" val="1559549635"/>
                    </a:ext>
                  </a:extLst>
                </a:gridCol>
                <a:gridCol w="583809">
                  <a:extLst>
                    <a:ext uri="{9D8B030D-6E8A-4147-A177-3AD203B41FA5}">
                      <a16:colId xmlns:a16="http://schemas.microsoft.com/office/drawing/2014/main" val="722485242"/>
                    </a:ext>
                  </a:extLst>
                </a:gridCol>
                <a:gridCol w="583809">
                  <a:extLst>
                    <a:ext uri="{9D8B030D-6E8A-4147-A177-3AD203B41FA5}">
                      <a16:colId xmlns:a16="http://schemas.microsoft.com/office/drawing/2014/main" val="1938600863"/>
                    </a:ext>
                  </a:extLst>
                </a:gridCol>
                <a:gridCol w="583809">
                  <a:extLst>
                    <a:ext uri="{9D8B030D-6E8A-4147-A177-3AD203B41FA5}">
                      <a16:colId xmlns:a16="http://schemas.microsoft.com/office/drawing/2014/main" val="2110764589"/>
                    </a:ext>
                  </a:extLst>
                </a:gridCol>
                <a:gridCol w="583809">
                  <a:extLst>
                    <a:ext uri="{9D8B030D-6E8A-4147-A177-3AD203B41FA5}">
                      <a16:colId xmlns:a16="http://schemas.microsoft.com/office/drawing/2014/main" val="3106461485"/>
                    </a:ext>
                  </a:extLst>
                </a:gridCol>
                <a:gridCol w="583809">
                  <a:extLst>
                    <a:ext uri="{9D8B030D-6E8A-4147-A177-3AD203B41FA5}">
                      <a16:colId xmlns:a16="http://schemas.microsoft.com/office/drawing/2014/main" val="638186255"/>
                    </a:ext>
                  </a:extLst>
                </a:gridCol>
              </a:tblGrid>
              <a:tr h="485238">
                <a:tc>
                  <a:txBody>
                    <a:bodyPr/>
                    <a:lstStyle/>
                    <a:p>
                      <a:pPr algn="ctr"/>
                      <a:r>
                        <a:rPr lang="en-US">
                          <a:solidFill>
                            <a:schemeClr val="bg1"/>
                          </a:solidFill>
                        </a:rPr>
                        <a:t>1</a:t>
                      </a:r>
                    </a:p>
                  </a:txBody>
                  <a:tcPr anchor="ctr">
                    <a:lnL w="57150" cap="flat" cmpd="sng" algn="ctr">
                      <a:solidFill>
                        <a:schemeClr val="accent5">
                          <a:lumMod val="20000"/>
                          <a:lumOff val="80000"/>
                        </a:schemeClr>
                      </a:solidFill>
                      <a:prstDash val="solid"/>
                      <a:round/>
                      <a:headEnd type="none" w="med" len="med"/>
                      <a:tailEnd type="none" w="med" len="med"/>
                    </a:lnL>
                    <a:lnR w="57150" cap="flat" cmpd="sng" algn="ctr">
                      <a:solidFill>
                        <a:schemeClr val="accent5">
                          <a:lumMod val="40000"/>
                          <a:lumOff val="60000"/>
                        </a:schemeClr>
                      </a:solidFill>
                      <a:prstDash val="solid"/>
                      <a:round/>
                      <a:headEnd type="none" w="med" len="med"/>
                      <a:tailEnd type="none" w="med" len="med"/>
                    </a:lnR>
                    <a:lnT w="57150" cap="flat" cmpd="sng" algn="ctr">
                      <a:solidFill>
                        <a:schemeClr val="accent5">
                          <a:lumMod val="20000"/>
                          <a:lumOff val="8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57150" cap="flat" cmpd="sng" algn="ctr">
                      <a:solidFill>
                        <a:schemeClr val="accent5">
                          <a:lumMod val="40000"/>
                          <a:lumOff val="60000"/>
                        </a:schemeClr>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57150" cap="flat" cmpd="sng" algn="ctr">
                      <a:solidFill>
                        <a:schemeClr val="accent5">
                          <a:lumMod val="40000"/>
                          <a:lumOff val="6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57150" cap="flat" cmpd="sng" algn="ctr">
                      <a:solidFill>
                        <a:schemeClr val="accent5">
                          <a:lumMod val="60000"/>
                          <a:lumOff val="40000"/>
                        </a:schemeClr>
                      </a:solidFill>
                      <a:prstDash val="solid"/>
                      <a:round/>
                      <a:headEnd type="none" w="med" len="med"/>
                      <a:tailEnd type="none" w="med" len="med"/>
                    </a:lnL>
                    <a:lnR w="57150" cap="flat" cmpd="sng" algn="ctr">
                      <a:solidFill>
                        <a:schemeClr val="accent5">
                          <a:lumMod val="75000"/>
                        </a:schemeClr>
                      </a:solidFill>
                      <a:prstDash val="solid"/>
                      <a:round/>
                      <a:headEnd type="none" w="med" len="med"/>
                      <a:tailEnd type="none" w="med" len="med"/>
                    </a:lnR>
                    <a:lnT w="57150" cap="flat" cmpd="sng" algn="ctr">
                      <a:solidFill>
                        <a:schemeClr val="accent5">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57150" cap="flat" cmpd="sng" algn="ctr">
                      <a:solidFill>
                        <a:schemeClr val="accent5">
                          <a:lumMod val="75000"/>
                        </a:schemeClr>
                      </a:solidFill>
                      <a:prstDash val="solid"/>
                      <a:round/>
                      <a:headEnd type="none" w="med" len="med"/>
                      <a:tailEnd type="none" w="med" len="med"/>
                    </a:lnL>
                    <a:lnR w="57150" cap="flat" cmpd="sng" algn="ctr">
                      <a:solidFill>
                        <a:schemeClr val="accent5">
                          <a:lumMod val="40000"/>
                          <a:lumOff val="60000"/>
                        </a:schemeClr>
                      </a:solidFill>
                      <a:prstDash val="solid"/>
                      <a:round/>
                      <a:headEnd type="none" w="med" len="med"/>
                      <a:tailEnd type="none" w="med" len="med"/>
                    </a:lnR>
                    <a:lnT w="57150" cap="flat" cmpd="sng" algn="ctr">
                      <a:solidFill>
                        <a:schemeClr val="accent5">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57150" cap="flat" cmpd="sng" algn="ctr">
                      <a:solidFill>
                        <a:schemeClr val="accent5">
                          <a:lumMod val="40000"/>
                          <a:lumOff val="60000"/>
                        </a:schemeClr>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57150" cap="flat" cmpd="sng" algn="ctr">
                      <a:solidFill>
                        <a:schemeClr val="accent5">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57150" cap="flat" cmpd="sng" algn="ctr">
                      <a:solidFill>
                        <a:schemeClr val="accent5">
                          <a:lumMod val="60000"/>
                          <a:lumOff val="40000"/>
                        </a:schemeClr>
                      </a:solidFill>
                      <a:prstDash val="solid"/>
                      <a:round/>
                      <a:headEnd type="none" w="med" len="med"/>
                      <a:tailEnd type="none" w="med" len="med"/>
                    </a:lnL>
                    <a:lnR w="57150" cap="flat" cmpd="sng" algn="ctr">
                      <a:solidFill>
                        <a:schemeClr val="accent5">
                          <a:lumMod val="75000"/>
                        </a:schemeClr>
                      </a:solidFill>
                      <a:prstDash val="solid"/>
                      <a:round/>
                      <a:headEnd type="none" w="med" len="med"/>
                      <a:tailEnd type="none" w="med" len="med"/>
                    </a:lnR>
                    <a:lnT w="57150" cap="flat" cmpd="sng" algn="ctr">
                      <a:solidFill>
                        <a:schemeClr val="accent5">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544661677"/>
                  </a:ext>
                </a:extLst>
              </a:tr>
              <a:tr h="485238">
                <a:tc>
                  <a:txBody>
                    <a:bodyPr/>
                    <a:lstStyle/>
                    <a:p>
                      <a:pPr algn="ctr"/>
                      <a:r>
                        <a:rPr lang="en-US">
                          <a:solidFill>
                            <a:schemeClr val="tx1"/>
                          </a:solidFill>
                        </a:rPr>
                        <a:t>0</a:t>
                      </a:r>
                    </a:p>
                  </a:txBody>
                  <a:tcPr anchor="ctr">
                    <a:lnL w="57150" cap="flat" cmpd="sng" algn="ctr">
                      <a:solidFill>
                        <a:schemeClr val="accent5">
                          <a:lumMod val="20000"/>
                          <a:lumOff val="80000"/>
                        </a:schemeClr>
                      </a:solidFill>
                      <a:prstDash val="solid"/>
                      <a:round/>
                      <a:headEnd type="none" w="med" len="med"/>
                      <a:tailEnd type="none" w="med" len="med"/>
                    </a:lnL>
                    <a:lnR w="57150" cap="flat" cmpd="sng" algn="ctr">
                      <a:solidFill>
                        <a:schemeClr val="accent5">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57150" cap="flat" cmpd="sng" algn="ctr">
                      <a:solidFill>
                        <a:schemeClr val="accent5">
                          <a:lumMod val="40000"/>
                          <a:lumOff val="60000"/>
                        </a:schemeClr>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57150" cap="flat" cmpd="sng" algn="ctr">
                      <a:solidFill>
                        <a:schemeClr val="accent5">
                          <a:lumMod val="60000"/>
                          <a:lumOff val="40000"/>
                        </a:schemeClr>
                      </a:solidFill>
                      <a:prstDash val="solid"/>
                      <a:round/>
                      <a:headEnd type="none" w="med" len="med"/>
                      <a:tailEnd type="none" w="med" len="med"/>
                    </a:lnL>
                    <a:lnR w="57150" cap="flat" cmpd="sng" algn="ctr">
                      <a:solidFill>
                        <a:schemeClr val="accent5">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57150" cap="flat" cmpd="sng" algn="ctr">
                      <a:solidFill>
                        <a:schemeClr val="accent5">
                          <a:lumMod val="75000"/>
                        </a:schemeClr>
                      </a:solidFill>
                      <a:prstDash val="solid"/>
                      <a:round/>
                      <a:headEnd type="none" w="med" len="med"/>
                      <a:tailEnd type="none" w="med" len="med"/>
                    </a:lnL>
                    <a:lnR w="57150" cap="flat" cmpd="sng" algn="ctr">
                      <a:solidFill>
                        <a:schemeClr val="accent5">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57150" cap="flat" cmpd="sng" algn="ctr">
                      <a:solidFill>
                        <a:schemeClr val="accent5">
                          <a:lumMod val="40000"/>
                          <a:lumOff val="60000"/>
                        </a:schemeClr>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57150" cap="flat" cmpd="sng" algn="ctr">
                      <a:solidFill>
                        <a:schemeClr val="accent5">
                          <a:lumMod val="60000"/>
                          <a:lumOff val="40000"/>
                        </a:schemeClr>
                      </a:solidFill>
                      <a:prstDash val="solid"/>
                      <a:round/>
                      <a:headEnd type="none" w="med" len="med"/>
                      <a:tailEnd type="none" w="med" len="med"/>
                    </a:lnL>
                    <a:lnR w="57150" cap="flat" cmpd="sng" algn="ctr">
                      <a:solidFill>
                        <a:schemeClr val="accent5">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3328564"/>
                  </a:ext>
                </a:extLst>
              </a:tr>
              <a:tr h="485238">
                <a:tc>
                  <a:txBody>
                    <a:bodyPr/>
                    <a:lstStyle/>
                    <a:p>
                      <a:pPr algn="ctr"/>
                      <a:r>
                        <a:rPr lang="en-US">
                          <a:solidFill>
                            <a:schemeClr val="tx1"/>
                          </a:solidFill>
                        </a:rPr>
                        <a:t>0</a:t>
                      </a:r>
                    </a:p>
                  </a:txBody>
                  <a:tcPr anchor="ctr">
                    <a:lnL w="57150" cap="flat" cmpd="sng" algn="ctr">
                      <a:solidFill>
                        <a:schemeClr val="accent5">
                          <a:lumMod val="20000"/>
                          <a:lumOff val="80000"/>
                        </a:schemeClr>
                      </a:solidFill>
                      <a:prstDash val="solid"/>
                      <a:round/>
                      <a:headEnd type="none" w="med" len="med"/>
                      <a:tailEnd type="none" w="med" len="med"/>
                    </a:lnL>
                    <a:lnR w="57150" cap="flat" cmpd="sng" algn="ctr">
                      <a:solidFill>
                        <a:schemeClr val="accent5">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20000"/>
                          <a:lumOff val="80000"/>
                        </a:schemeClr>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57150" cap="flat" cmpd="sng" algn="ctr">
                      <a:solidFill>
                        <a:schemeClr val="accent5">
                          <a:lumMod val="40000"/>
                          <a:lumOff val="60000"/>
                        </a:schemeClr>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40000"/>
                          <a:lumOff val="60000"/>
                        </a:schemeClr>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57150" cap="flat" cmpd="sng" algn="ctr">
                      <a:solidFill>
                        <a:schemeClr val="accent5">
                          <a:lumMod val="60000"/>
                          <a:lumOff val="40000"/>
                        </a:schemeClr>
                      </a:solidFill>
                      <a:prstDash val="solid"/>
                      <a:round/>
                      <a:headEnd type="none" w="med" len="med"/>
                      <a:tailEnd type="none" w="med" len="med"/>
                    </a:lnL>
                    <a:lnR w="57150" cap="flat" cmpd="sng" algn="ctr">
                      <a:solidFill>
                        <a:schemeClr val="accent5">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60000"/>
                          <a:lumOff val="40000"/>
                        </a:schemeClr>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57150" cap="flat" cmpd="sng" algn="ctr">
                      <a:solidFill>
                        <a:schemeClr val="accent5">
                          <a:lumMod val="75000"/>
                        </a:schemeClr>
                      </a:solidFill>
                      <a:prstDash val="solid"/>
                      <a:round/>
                      <a:headEnd type="none" w="med" len="med"/>
                      <a:tailEnd type="none" w="med" len="med"/>
                    </a:lnL>
                    <a:lnR w="57150" cap="flat" cmpd="sng" algn="ctr">
                      <a:solidFill>
                        <a:schemeClr val="accent5">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75000"/>
                        </a:schemeClr>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57150" cap="flat" cmpd="sng" algn="ctr">
                      <a:solidFill>
                        <a:schemeClr val="accent5">
                          <a:lumMod val="40000"/>
                          <a:lumOff val="60000"/>
                        </a:schemeClr>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75000"/>
                        </a:schemeClr>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57150" cap="flat" cmpd="sng" algn="ctr">
                      <a:solidFill>
                        <a:schemeClr val="accent5">
                          <a:lumMod val="60000"/>
                          <a:lumOff val="40000"/>
                        </a:schemeClr>
                      </a:solidFill>
                      <a:prstDash val="solid"/>
                      <a:round/>
                      <a:headEnd type="none" w="med" len="med"/>
                      <a:tailEnd type="none" w="med" len="med"/>
                    </a:lnL>
                    <a:lnR w="57150" cap="flat" cmpd="sng" algn="ctr">
                      <a:solidFill>
                        <a:schemeClr val="accent5">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1625559"/>
                  </a:ext>
                </a:extLst>
              </a:tr>
            </a:tbl>
          </a:graphicData>
        </a:graphic>
      </p:graphicFrame>
      <p:sp>
        <p:nvSpPr>
          <p:cNvPr id="14" name="Rectangle 13">
            <a:extLst>
              <a:ext uri="{FF2B5EF4-FFF2-40B4-BE49-F238E27FC236}">
                <a16:creationId xmlns:a16="http://schemas.microsoft.com/office/drawing/2014/main" id="{1611D445-0D43-4945-9680-414E73DD2E2C}"/>
              </a:ext>
            </a:extLst>
          </p:cNvPr>
          <p:cNvSpPr/>
          <p:nvPr/>
        </p:nvSpPr>
        <p:spPr>
          <a:xfrm>
            <a:off x="516750" y="1295705"/>
            <a:ext cx="1430662" cy="1455713"/>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Trebuchet MS"/>
                <a:ea typeface="+mn-ea"/>
                <a:cs typeface="+mn-cs"/>
              </a:rPr>
              <a:t>스트라이드 1</a:t>
            </a:r>
          </a:p>
        </p:txBody>
      </p:sp>
      <p:graphicFrame>
        <p:nvGraphicFramePr>
          <p:cNvPr id="20" name="Table 12">
            <a:extLst>
              <a:ext uri="{FF2B5EF4-FFF2-40B4-BE49-F238E27FC236}">
                <a16:creationId xmlns:a16="http://schemas.microsoft.com/office/drawing/2014/main" id="{ADCAE3CC-2989-4751-A0D8-EC4193F73001}"/>
              </a:ext>
            </a:extLst>
          </p:cNvPr>
          <p:cNvGraphicFramePr>
            <a:graphicFrameLocks noGrp="1"/>
          </p:cNvGraphicFramePr>
          <p:nvPr>
            <p:extLst>
              <p:ext uri="{D42A27DB-BD31-4B8C-83A1-F6EECF244321}">
                <p14:modId xmlns:p14="http://schemas.microsoft.com/office/powerpoint/2010/main" val="568360395"/>
              </p:ext>
            </p:extLst>
          </p:nvPr>
        </p:nvGraphicFramePr>
        <p:xfrm>
          <a:off x="7749846" y="3367800"/>
          <a:ext cx="1167618" cy="485238"/>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83809">
                  <a:extLst>
                    <a:ext uri="{9D8B030D-6E8A-4147-A177-3AD203B41FA5}">
                      <a16:colId xmlns:a16="http://schemas.microsoft.com/office/drawing/2014/main" val="1559549635"/>
                    </a:ext>
                  </a:extLst>
                </a:gridCol>
                <a:gridCol w="583809">
                  <a:extLst>
                    <a:ext uri="{9D8B030D-6E8A-4147-A177-3AD203B41FA5}">
                      <a16:colId xmlns:a16="http://schemas.microsoft.com/office/drawing/2014/main" val="1938600863"/>
                    </a:ext>
                  </a:extLst>
                </a:gridCol>
              </a:tblGrid>
              <a:tr h="485238">
                <a:tc>
                  <a:txBody>
                    <a:bodyPr/>
                    <a:lstStyle/>
                    <a:p>
                      <a:pPr algn="ctr"/>
                      <a:r>
                        <a:rPr lang="en-US" b="0">
                          <a:solidFill>
                            <a:schemeClr val="bg1"/>
                          </a:solidFill>
                        </a:rPr>
                        <a:t>.56</a:t>
                      </a:r>
                    </a:p>
                  </a:txBody>
                  <a:tcPr anchor="ctr">
                    <a:lnL w="57150" cap="flat" cmpd="sng" algn="ctr">
                      <a:solidFill>
                        <a:schemeClr val="accent5">
                          <a:lumMod val="20000"/>
                          <a:lumOff val="80000"/>
                        </a:schemeClr>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57150" cap="flat" cmpd="sng" algn="ctr">
                      <a:solidFill>
                        <a:schemeClr val="accent5">
                          <a:lumMod val="20000"/>
                          <a:lumOff val="80000"/>
                        </a:schemeClr>
                      </a:solidFill>
                      <a:prstDash val="solid"/>
                      <a:round/>
                      <a:headEnd type="none" w="med" len="med"/>
                      <a:tailEnd type="none" w="med" len="med"/>
                    </a:lnT>
                    <a:lnB w="57150" cap="flat" cmpd="sng" algn="ctr">
                      <a:solidFill>
                        <a:schemeClr val="accent5">
                          <a:lumMod val="20000"/>
                          <a:lumOff val="80000"/>
                        </a:schemeClr>
                      </a:solidFill>
                      <a:prstDash val="solid"/>
                      <a:round/>
                      <a:headEnd type="none" w="med" len="med"/>
                      <a:tailEnd type="none" w="med" len="med"/>
                    </a:lnB>
                    <a:solidFill>
                      <a:srgbClr val="F2F2F2"/>
                    </a:solidFill>
                  </a:tcPr>
                </a:tc>
                <a:tc>
                  <a:txBody>
                    <a:bodyPr/>
                    <a:lstStyle/>
                    <a:p>
                      <a:pPr algn="ctr"/>
                      <a:r>
                        <a:rPr lang="en-US" b="0">
                          <a:solidFill>
                            <a:schemeClr val="bg1"/>
                          </a:solidFill>
                        </a:rPr>
                        <a:t>.57</a:t>
                      </a:r>
                    </a:p>
                  </a:txBody>
                  <a:tcPr anchor="ctr">
                    <a:lnL w="57150" cap="flat" cmpd="sng" algn="ctr">
                      <a:solidFill>
                        <a:schemeClr val="accent5">
                          <a:lumMod val="60000"/>
                          <a:lumOff val="40000"/>
                        </a:schemeClr>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57150" cap="flat" cmpd="sng" algn="ctr">
                      <a:solidFill>
                        <a:schemeClr val="accent5">
                          <a:lumMod val="60000"/>
                          <a:lumOff val="40000"/>
                        </a:schemeClr>
                      </a:solidFill>
                      <a:prstDash val="solid"/>
                      <a:round/>
                      <a:headEnd type="none" w="med" len="med"/>
                      <a:tailEnd type="none" w="med" len="med"/>
                    </a:lnT>
                    <a:lnB w="57150" cap="flat" cmpd="sng" algn="ctr">
                      <a:solidFill>
                        <a:schemeClr val="accent5">
                          <a:lumMod val="60000"/>
                          <a:lumOff val="40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544661677"/>
                  </a:ext>
                </a:extLst>
              </a:tr>
            </a:tbl>
          </a:graphicData>
        </a:graphic>
      </p:graphicFrame>
      <p:graphicFrame>
        <p:nvGraphicFramePr>
          <p:cNvPr id="3" name="Table 12">
            <a:extLst>
              <a:ext uri="{FF2B5EF4-FFF2-40B4-BE49-F238E27FC236}">
                <a16:creationId xmlns:a16="http://schemas.microsoft.com/office/drawing/2014/main" id="{5DA6A4D6-B651-4930-BBA1-F7631612BDF2}"/>
              </a:ext>
            </a:extLst>
          </p:cNvPr>
          <p:cNvGraphicFramePr>
            <a:graphicFrameLocks noGrp="1"/>
          </p:cNvGraphicFramePr>
          <p:nvPr>
            <p:extLst>
              <p:ext uri="{D42A27DB-BD31-4B8C-83A1-F6EECF244321}">
                <p14:modId xmlns:p14="http://schemas.microsoft.com/office/powerpoint/2010/main" val="1593513861"/>
              </p:ext>
            </p:extLst>
          </p:nvPr>
        </p:nvGraphicFramePr>
        <p:xfrm>
          <a:off x="2260154" y="2886319"/>
          <a:ext cx="3502854" cy="1455714"/>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83809">
                  <a:extLst>
                    <a:ext uri="{9D8B030D-6E8A-4147-A177-3AD203B41FA5}">
                      <a16:colId xmlns:a16="http://schemas.microsoft.com/office/drawing/2014/main" val="1559549635"/>
                    </a:ext>
                  </a:extLst>
                </a:gridCol>
                <a:gridCol w="583809">
                  <a:extLst>
                    <a:ext uri="{9D8B030D-6E8A-4147-A177-3AD203B41FA5}">
                      <a16:colId xmlns:a16="http://schemas.microsoft.com/office/drawing/2014/main" val="722485242"/>
                    </a:ext>
                  </a:extLst>
                </a:gridCol>
                <a:gridCol w="583809">
                  <a:extLst>
                    <a:ext uri="{9D8B030D-6E8A-4147-A177-3AD203B41FA5}">
                      <a16:colId xmlns:a16="http://schemas.microsoft.com/office/drawing/2014/main" val="1938600863"/>
                    </a:ext>
                  </a:extLst>
                </a:gridCol>
                <a:gridCol w="583809">
                  <a:extLst>
                    <a:ext uri="{9D8B030D-6E8A-4147-A177-3AD203B41FA5}">
                      <a16:colId xmlns:a16="http://schemas.microsoft.com/office/drawing/2014/main" val="2110764589"/>
                    </a:ext>
                  </a:extLst>
                </a:gridCol>
                <a:gridCol w="583809">
                  <a:extLst>
                    <a:ext uri="{9D8B030D-6E8A-4147-A177-3AD203B41FA5}">
                      <a16:colId xmlns:a16="http://schemas.microsoft.com/office/drawing/2014/main" val="3106461485"/>
                    </a:ext>
                  </a:extLst>
                </a:gridCol>
                <a:gridCol w="583809">
                  <a:extLst>
                    <a:ext uri="{9D8B030D-6E8A-4147-A177-3AD203B41FA5}">
                      <a16:colId xmlns:a16="http://schemas.microsoft.com/office/drawing/2014/main" val="638186255"/>
                    </a:ext>
                  </a:extLst>
                </a:gridCol>
              </a:tblGrid>
              <a:tr h="485238">
                <a:tc>
                  <a:txBody>
                    <a:bodyPr/>
                    <a:lstStyle/>
                    <a:p>
                      <a:pPr algn="ctr"/>
                      <a:r>
                        <a:rPr lang="en-US">
                          <a:solidFill>
                            <a:schemeClr val="bg1"/>
                          </a:solidFill>
                        </a:rPr>
                        <a:t>1</a:t>
                      </a:r>
                    </a:p>
                  </a:txBody>
                  <a:tcPr anchor="ctr">
                    <a:lnL w="57150" cap="flat" cmpd="sng" algn="ctr">
                      <a:solidFill>
                        <a:schemeClr val="accent5">
                          <a:lumMod val="20000"/>
                          <a:lumOff val="8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5">
                          <a:lumMod val="20000"/>
                          <a:lumOff val="8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57150" cap="flat" cmpd="sng" algn="ctr">
                      <a:solidFill>
                        <a:schemeClr val="accent5">
                          <a:lumMod val="20000"/>
                          <a:lumOff val="8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57150" cap="flat" cmpd="sng" algn="ctr">
                      <a:solidFill>
                        <a:schemeClr val="accent5">
                          <a:lumMod val="60000"/>
                          <a:lumOff val="40000"/>
                        </a:schemeClr>
                      </a:solidFill>
                      <a:prstDash val="solid"/>
                      <a:round/>
                      <a:headEnd type="none" w="med" len="med"/>
                      <a:tailEnd type="none" w="med" len="med"/>
                    </a:lnL>
                    <a:lnR w="57150" cap="flat" cmpd="sng" algn="ctr">
                      <a:solidFill>
                        <a:schemeClr val="accent5">
                          <a:lumMod val="20000"/>
                          <a:lumOff val="80000"/>
                        </a:schemeClr>
                      </a:solidFill>
                      <a:prstDash val="solid"/>
                      <a:round/>
                      <a:headEnd type="none" w="med" len="med"/>
                      <a:tailEnd type="none" w="med" len="med"/>
                    </a:lnR>
                    <a:lnT w="57150" cap="flat" cmpd="sng" algn="ctr">
                      <a:solidFill>
                        <a:schemeClr val="accent5">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57150" cap="flat" cmpd="sng" algn="ctr">
                      <a:solidFill>
                        <a:schemeClr val="accent5">
                          <a:lumMod val="20000"/>
                          <a:lumOff val="8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5">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57150" cap="flat" cmpd="sng" algn="ctr">
                      <a:solidFill>
                        <a:schemeClr val="accent5">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57150" cap="flat" cmpd="sng" algn="ctr">
                      <a:solidFill>
                        <a:schemeClr val="accent5">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544661677"/>
                  </a:ext>
                </a:extLst>
              </a:tr>
              <a:tr h="485238">
                <a:tc>
                  <a:txBody>
                    <a:bodyPr/>
                    <a:lstStyle/>
                    <a:p>
                      <a:pPr algn="ctr"/>
                      <a:r>
                        <a:rPr lang="en-US">
                          <a:solidFill>
                            <a:schemeClr val="tx1"/>
                          </a:solidFill>
                        </a:rPr>
                        <a:t>0</a:t>
                      </a:r>
                    </a:p>
                  </a:txBody>
                  <a:tcPr anchor="ctr">
                    <a:lnL w="57150" cap="flat" cmpd="sng" algn="ctr">
                      <a:solidFill>
                        <a:schemeClr val="accent5">
                          <a:lumMod val="20000"/>
                          <a:lumOff val="8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57150" cap="flat" cmpd="sng" algn="ctr">
                      <a:solidFill>
                        <a:schemeClr val="accent5">
                          <a:lumMod val="60000"/>
                          <a:lumOff val="40000"/>
                        </a:schemeClr>
                      </a:solidFill>
                      <a:prstDash val="solid"/>
                      <a:round/>
                      <a:headEnd type="none" w="med" len="med"/>
                      <a:tailEnd type="none" w="med" len="med"/>
                    </a:lnL>
                    <a:lnR w="57150" cap="flat" cmpd="sng" algn="ctr">
                      <a:solidFill>
                        <a:schemeClr val="accent5">
                          <a:lumMod val="20000"/>
                          <a:lumOff val="8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57150" cap="flat" cmpd="sng" algn="ctr">
                      <a:solidFill>
                        <a:schemeClr val="accent5">
                          <a:lumMod val="20000"/>
                          <a:lumOff val="8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57150" cap="flat" cmpd="sng" algn="ctr">
                      <a:solidFill>
                        <a:schemeClr val="accent5">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3328564"/>
                  </a:ext>
                </a:extLst>
              </a:tr>
              <a:tr h="485238">
                <a:tc>
                  <a:txBody>
                    <a:bodyPr/>
                    <a:lstStyle/>
                    <a:p>
                      <a:pPr algn="ctr"/>
                      <a:r>
                        <a:rPr lang="en-US">
                          <a:solidFill>
                            <a:schemeClr val="tx1"/>
                          </a:solidFill>
                        </a:rPr>
                        <a:t>0</a:t>
                      </a:r>
                    </a:p>
                  </a:txBody>
                  <a:tcPr anchor="ctr">
                    <a:lnL w="57150" cap="flat" cmpd="sng" algn="ctr">
                      <a:solidFill>
                        <a:schemeClr val="accent5">
                          <a:lumMod val="20000"/>
                          <a:lumOff val="8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20000"/>
                          <a:lumOff val="80000"/>
                        </a:schemeClr>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20000"/>
                          <a:lumOff val="80000"/>
                        </a:schemeClr>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57150" cap="flat" cmpd="sng" algn="ctr">
                      <a:solidFill>
                        <a:schemeClr val="accent5">
                          <a:lumMod val="60000"/>
                          <a:lumOff val="40000"/>
                        </a:schemeClr>
                      </a:solidFill>
                      <a:prstDash val="solid"/>
                      <a:round/>
                      <a:headEnd type="none" w="med" len="med"/>
                      <a:tailEnd type="none" w="med" len="med"/>
                    </a:lnL>
                    <a:lnR w="57150" cap="flat" cmpd="sng" algn="ctr">
                      <a:solidFill>
                        <a:schemeClr val="accent5">
                          <a:lumMod val="20000"/>
                          <a:lumOff val="8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60000"/>
                          <a:lumOff val="40000"/>
                        </a:schemeClr>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57150" cap="flat" cmpd="sng" algn="ctr">
                      <a:solidFill>
                        <a:schemeClr val="accent5">
                          <a:lumMod val="20000"/>
                          <a:lumOff val="8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60000"/>
                          <a:lumOff val="40000"/>
                        </a:schemeClr>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60000"/>
                          <a:lumOff val="40000"/>
                        </a:schemeClr>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57150" cap="flat" cmpd="sng" algn="ctr">
                      <a:solidFill>
                        <a:schemeClr val="accent5">
                          <a:lumMod val="60000"/>
                          <a:lumOff val="4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61625559"/>
                  </a:ext>
                </a:extLst>
              </a:tr>
            </a:tbl>
          </a:graphicData>
        </a:graphic>
      </p:graphicFrame>
      <p:sp>
        <p:nvSpPr>
          <p:cNvPr id="5" name="Rectangle 4">
            <a:extLst>
              <a:ext uri="{FF2B5EF4-FFF2-40B4-BE49-F238E27FC236}">
                <a16:creationId xmlns:a16="http://schemas.microsoft.com/office/drawing/2014/main" id="{AEACD2B0-C088-4C8C-BCCC-8E3734543B1A}"/>
              </a:ext>
            </a:extLst>
          </p:cNvPr>
          <p:cNvSpPr/>
          <p:nvPr/>
        </p:nvSpPr>
        <p:spPr>
          <a:xfrm>
            <a:off x="516750" y="2882563"/>
            <a:ext cx="1430662" cy="1455713"/>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Trebuchet MS"/>
                <a:ea typeface="+mn-ea"/>
                <a:cs typeface="+mn-cs"/>
              </a:rPr>
              <a:t>스트라이드 2</a:t>
            </a:r>
          </a:p>
        </p:txBody>
      </p:sp>
      <p:graphicFrame>
        <p:nvGraphicFramePr>
          <p:cNvPr id="6" name="Table 12">
            <a:extLst>
              <a:ext uri="{FF2B5EF4-FFF2-40B4-BE49-F238E27FC236}">
                <a16:creationId xmlns:a16="http://schemas.microsoft.com/office/drawing/2014/main" id="{680FB274-7C94-4A0C-BBC2-F2A9E83A0F91}"/>
              </a:ext>
            </a:extLst>
          </p:cNvPr>
          <p:cNvGraphicFramePr>
            <a:graphicFrameLocks noGrp="1"/>
          </p:cNvGraphicFramePr>
          <p:nvPr>
            <p:extLst>
              <p:ext uri="{D42A27DB-BD31-4B8C-83A1-F6EECF244321}">
                <p14:modId xmlns:p14="http://schemas.microsoft.com/office/powerpoint/2010/main" val="2330362630"/>
              </p:ext>
            </p:extLst>
          </p:nvPr>
        </p:nvGraphicFramePr>
        <p:xfrm>
          <a:off x="2260154" y="4476936"/>
          <a:ext cx="3502854" cy="1455714"/>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83809">
                  <a:extLst>
                    <a:ext uri="{9D8B030D-6E8A-4147-A177-3AD203B41FA5}">
                      <a16:colId xmlns:a16="http://schemas.microsoft.com/office/drawing/2014/main" val="1559549635"/>
                    </a:ext>
                  </a:extLst>
                </a:gridCol>
                <a:gridCol w="583809">
                  <a:extLst>
                    <a:ext uri="{9D8B030D-6E8A-4147-A177-3AD203B41FA5}">
                      <a16:colId xmlns:a16="http://schemas.microsoft.com/office/drawing/2014/main" val="722485242"/>
                    </a:ext>
                  </a:extLst>
                </a:gridCol>
                <a:gridCol w="583809">
                  <a:extLst>
                    <a:ext uri="{9D8B030D-6E8A-4147-A177-3AD203B41FA5}">
                      <a16:colId xmlns:a16="http://schemas.microsoft.com/office/drawing/2014/main" val="1938600863"/>
                    </a:ext>
                  </a:extLst>
                </a:gridCol>
                <a:gridCol w="583809">
                  <a:extLst>
                    <a:ext uri="{9D8B030D-6E8A-4147-A177-3AD203B41FA5}">
                      <a16:colId xmlns:a16="http://schemas.microsoft.com/office/drawing/2014/main" val="2110764589"/>
                    </a:ext>
                  </a:extLst>
                </a:gridCol>
                <a:gridCol w="583809">
                  <a:extLst>
                    <a:ext uri="{9D8B030D-6E8A-4147-A177-3AD203B41FA5}">
                      <a16:colId xmlns:a16="http://schemas.microsoft.com/office/drawing/2014/main" val="3106461485"/>
                    </a:ext>
                  </a:extLst>
                </a:gridCol>
                <a:gridCol w="583809">
                  <a:extLst>
                    <a:ext uri="{9D8B030D-6E8A-4147-A177-3AD203B41FA5}">
                      <a16:colId xmlns:a16="http://schemas.microsoft.com/office/drawing/2014/main" val="638186255"/>
                    </a:ext>
                  </a:extLst>
                </a:gridCol>
              </a:tblGrid>
              <a:tr h="485238">
                <a:tc>
                  <a:txBody>
                    <a:bodyPr/>
                    <a:lstStyle/>
                    <a:p>
                      <a:pPr algn="ctr"/>
                      <a:r>
                        <a:rPr lang="en-US">
                          <a:solidFill>
                            <a:schemeClr val="bg1"/>
                          </a:solidFill>
                        </a:rPr>
                        <a:t>1</a:t>
                      </a:r>
                    </a:p>
                  </a:txBody>
                  <a:tcPr anchor="ctr">
                    <a:lnL w="57150" cap="flat" cmpd="sng" algn="ctr">
                      <a:solidFill>
                        <a:schemeClr val="accent5">
                          <a:lumMod val="20000"/>
                          <a:lumOff val="8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5">
                          <a:lumMod val="20000"/>
                          <a:lumOff val="8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5">
                          <a:lumMod val="20000"/>
                          <a:lumOff val="8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57150" cap="flat" cmpd="sng" algn="ctr">
                      <a:solidFill>
                        <a:schemeClr val="accent5">
                          <a:lumMod val="20000"/>
                          <a:lumOff val="8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57150" cap="flat" cmpd="sng" algn="ctr">
                      <a:solidFill>
                        <a:schemeClr val="accent5">
                          <a:lumMod val="60000"/>
                          <a:lumOff val="4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5">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5">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57150" cap="flat" cmpd="sng" algn="ctr">
                      <a:solidFill>
                        <a:schemeClr val="accent5">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544661677"/>
                  </a:ext>
                </a:extLst>
              </a:tr>
              <a:tr h="485238">
                <a:tc>
                  <a:txBody>
                    <a:bodyPr/>
                    <a:lstStyle/>
                    <a:p>
                      <a:pPr algn="ctr"/>
                      <a:r>
                        <a:rPr lang="en-US">
                          <a:solidFill>
                            <a:schemeClr val="tx1"/>
                          </a:solidFill>
                        </a:rPr>
                        <a:t>0</a:t>
                      </a:r>
                    </a:p>
                  </a:txBody>
                  <a:tcPr anchor="ctr">
                    <a:lnL w="57150" cap="flat" cmpd="sng" algn="ctr">
                      <a:solidFill>
                        <a:schemeClr val="accent5">
                          <a:lumMod val="20000"/>
                          <a:lumOff val="8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57150" cap="flat" cmpd="sng" algn="ctr">
                      <a:solidFill>
                        <a:schemeClr val="accent5">
                          <a:lumMod val="60000"/>
                          <a:lumOff val="4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3328564"/>
                  </a:ext>
                </a:extLst>
              </a:tr>
              <a:tr h="485238">
                <a:tc>
                  <a:txBody>
                    <a:bodyPr/>
                    <a:lstStyle/>
                    <a:p>
                      <a:pPr algn="ctr"/>
                      <a:r>
                        <a:rPr lang="en-US">
                          <a:solidFill>
                            <a:schemeClr val="tx1"/>
                          </a:solidFill>
                        </a:rPr>
                        <a:t>0</a:t>
                      </a:r>
                    </a:p>
                  </a:txBody>
                  <a:tcPr anchor="ctr">
                    <a:lnL w="57150" cap="flat" cmpd="sng" algn="ctr">
                      <a:solidFill>
                        <a:schemeClr val="accent5">
                          <a:lumMod val="20000"/>
                          <a:lumOff val="8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20000"/>
                          <a:lumOff val="80000"/>
                        </a:schemeClr>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20000"/>
                          <a:lumOff val="80000"/>
                        </a:schemeClr>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20000"/>
                          <a:lumOff val="80000"/>
                        </a:schemeClr>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57150" cap="flat" cmpd="sng" algn="ctr">
                      <a:solidFill>
                        <a:schemeClr val="accent5">
                          <a:lumMod val="60000"/>
                          <a:lumOff val="4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60000"/>
                          <a:lumOff val="40000"/>
                        </a:schemeClr>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60000"/>
                          <a:lumOff val="40000"/>
                        </a:schemeClr>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1625559"/>
                  </a:ext>
                </a:extLst>
              </a:tr>
            </a:tbl>
          </a:graphicData>
        </a:graphic>
      </p:graphicFrame>
      <p:sp>
        <p:nvSpPr>
          <p:cNvPr id="7" name="Rectangle 6">
            <a:extLst>
              <a:ext uri="{FF2B5EF4-FFF2-40B4-BE49-F238E27FC236}">
                <a16:creationId xmlns:a16="http://schemas.microsoft.com/office/drawing/2014/main" id="{1B69C54D-8FF3-4677-9604-BE319CBE08B6}"/>
              </a:ext>
            </a:extLst>
          </p:cNvPr>
          <p:cNvSpPr/>
          <p:nvPr/>
        </p:nvSpPr>
        <p:spPr>
          <a:xfrm>
            <a:off x="516750" y="4473180"/>
            <a:ext cx="1430662" cy="1455713"/>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Trebuchet MS"/>
                <a:ea typeface="+mn-ea"/>
                <a:cs typeface="+mn-cs"/>
              </a:rPr>
              <a:t>스트라이드 3</a:t>
            </a:r>
          </a:p>
        </p:txBody>
      </p:sp>
      <p:sp>
        <p:nvSpPr>
          <p:cNvPr id="8" name="Arrow: Right 7">
            <a:extLst>
              <a:ext uri="{FF2B5EF4-FFF2-40B4-BE49-F238E27FC236}">
                <a16:creationId xmlns:a16="http://schemas.microsoft.com/office/drawing/2014/main" id="{B1748016-8FD3-4489-B50C-B3293722A979}"/>
              </a:ext>
            </a:extLst>
          </p:cNvPr>
          <p:cNvSpPr/>
          <p:nvPr/>
        </p:nvSpPr>
        <p:spPr>
          <a:xfrm>
            <a:off x="6235337" y="1665056"/>
            <a:ext cx="1027612" cy="712384"/>
          </a:xfrm>
          <a:prstGeom prst="rightArrow">
            <a:avLst/>
          </a:prstGeom>
          <a:solidFill>
            <a:schemeClr val="tx2"/>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12">
            <a:extLst>
              <a:ext uri="{FF2B5EF4-FFF2-40B4-BE49-F238E27FC236}">
                <a16:creationId xmlns:a16="http://schemas.microsoft.com/office/drawing/2014/main" id="{FF0A2383-154B-4BFE-AF6E-9CEAEA4A6DA1}"/>
              </a:ext>
            </a:extLst>
          </p:cNvPr>
          <p:cNvGraphicFramePr>
            <a:graphicFrameLocks noGrp="1"/>
          </p:cNvGraphicFramePr>
          <p:nvPr>
            <p:extLst>
              <p:ext uri="{D42A27DB-BD31-4B8C-83A1-F6EECF244321}">
                <p14:modId xmlns:p14="http://schemas.microsoft.com/office/powerpoint/2010/main" val="3790644387"/>
              </p:ext>
            </p:extLst>
          </p:nvPr>
        </p:nvGraphicFramePr>
        <p:xfrm>
          <a:off x="7735278" y="1778629"/>
          <a:ext cx="2335236" cy="485238"/>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83809">
                  <a:extLst>
                    <a:ext uri="{9D8B030D-6E8A-4147-A177-3AD203B41FA5}">
                      <a16:colId xmlns:a16="http://schemas.microsoft.com/office/drawing/2014/main" val="1559549635"/>
                    </a:ext>
                  </a:extLst>
                </a:gridCol>
                <a:gridCol w="583809">
                  <a:extLst>
                    <a:ext uri="{9D8B030D-6E8A-4147-A177-3AD203B41FA5}">
                      <a16:colId xmlns:a16="http://schemas.microsoft.com/office/drawing/2014/main" val="722485242"/>
                    </a:ext>
                  </a:extLst>
                </a:gridCol>
                <a:gridCol w="583809">
                  <a:extLst>
                    <a:ext uri="{9D8B030D-6E8A-4147-A177-3AD203B41FA5}">
                      <a16:colId xmlns:a16="http://schemas.microsoft.com/office/drawing/2014/main" val="1938600863"/>
                    </a:ext>
                  </a:extLst>
                </a:gridCol>
                <a:gridCol w="583809">
                  <a:extLst>
                    <a:ext uri="{9D8B030D-6E8A-4147-A177-3AD203B41FA5}">
                      <a16:colId xmlns:a16="http://schemas.microsoft.com/office/drawing/2014/main" val="2110764589"/>
                    </a:ext>
                  </a:extLst>
                </a:gridCol>
              </a:tblGrid>
              <a:tr h="485238">
                <a:tc>
                  <a:txBody>
                    <a:bodyPr/>
                    <a:lstStyle/>
                    <a:p>
                      <a:pPr algn="ctr"/>
                      <a:r>
                        <a:rPr lang="en-US" b="0">
                          <a:solidFill>
                            <a:schemeClr val="bg1"/>
                          </a:solidFill>
                        </a:rPr>
                        <a:t>.56</a:t>
                      </a:r>
                    </a:p>
                  </a:txBody>
                  <a:tcPr anchor="ctr">
                    <a:lnL w="57150" cap="flat" cmpd="sng" algn="ctr">
                      <a:solidFill>
                        <a:schemeClr val="accent5">
                          <a:lumMod val="20000"/>
                          <a:lumOff val="80000"/>
                        </a:schemeClr>
                      </a:solidFill>
                      <a:prstDash val="solid"/>
                      <a:round/>
                      <a:headEnd type="none" w="med" len="med"/>
                      <a:tailEnd type="none" w="med" len="med"/>
                    </a:lnL>
                    <a:lnR w="57150" cap="flat" cmpd="sng" algn="ctr">
                      <a:solidFill>
                        <a:schemeClr val="accent5">
                          <a:lumMod val="40000"/>
                          <a:lumOff val="60000"/>
                        </a:schemeClr>
                      </a:solidFill>
                      <a:prstDash val="solid"/>
                      <a:round/>
                      <a:headEnd type="none" w="med" len="med"/>
                      <a:tailEnd type="none" w="med" len="med"/>
                    </a:lnR>
                    <a:lnT w="57150" cap="flat" cmpd="sng" algn="ctr">
                      <a:solidFill>
                        <a:schemeClr val="accent5">
                          <a:lumMod val="20000"/>
                          <a:lumOff val="80000"/>
                        </a:schemeClr>
                      </a:solidFill>
                      <a:prstDash val="solid"/>
                      <a:round/>
                      <a:headEnd type="none" w="med" len="med"/>
                      <a:tailEnd type="none" w="med" len="med"/>
                    </a:lnT>
                    <a:lnB w="57150" cap="flat" cmpd="sng" algn="ctr">
                      <a:solidFill>
                        <a:schemeClr val="accent5">
                          <a:lumMod val="20000"/>
                          <a:lumOff val="80000"/>
                        </a:schemeClr>
                      </a:solidFill>
                      <a:prstDash val="solid"/>
                      <a:round/>
                      <a:headEnd type="none" w="med" len="med"/>
                      <a:tailEnd type="none" w="med" len="med"/>
                    </a:lnB>
                    <a:solidFill>
                      <a:srgbClr val="F2F2F2"/>
                    </a:solidFill>
                  </a:tcPr>
                </a:tc>
                <a:tc>
                  <a:txBody>
                    <a:bodyPr/>
                    <a:lstStyle/>
                    <a:p>
                      <a:pPr algn="ctr"/>
                      <a:r>
                        <a:rPr lang="en-US" b="0">
                          <a:solidFill>
                            <a:schemeClr val="bg1"/>
                          </a:solidFill>
                        </a:rPr>
                        <a:t>.57</a:t>
                      </a:r>
                    </a:p>
                  </a:txBody>
                  <a:tcPr anchor="ctr">
                    <a:lnL w="57150" cap="flat" cmpd="sng" algn="ctr">
                      <a:solidFill>
                        <a:schemeClr val="accent5">
                          <a:lumMod val="40000"/>
                          <a:lumOff val="60000"/>
                        </a:schemeClr>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57150" cap="flat" cmpd="sng" algn="ctr">
                      <a:solidFill>
                        <a:schemeClr val="accent5">
                          <a:lumMod val="40000"/>
                          <a:lumOff val="60000"/>
                        </a:schemeClr>
                      </a:solidFill>
                      <a:prstDash val="solid"/>
                      <a:round/>
                      <a:headEnd type="none" w="med" len="med"/>
                      <a:tailEnd type="none" w="med" len="med"/>
                    </a:lnT>
                    <a:lnB w="57150" cap="flat" cmpd="sng" algn="ctr">
                      <a:solidFill>
                        <a:schemeClr val="accent5">
                          <a:lumMod val="40000"/>
                          <a:lumOff val="60000"/>
                        </a:schemeClr>
                      </a:solidFill>
                      <a:prstDash val="solid"/>
                      <a:round/>
                      <a:headEnd type="none" w="med" len="med"/>
                      <a:tailEnd type="none" w="med" len="med"/>
                    </a:lnB>
                    <a:solidFill>
                      <a:srgbClr val="F2F2F2"/>
                    </a:solidFill>
                  </a:tcPr>
                </a:tc>
                <a:tc>
                  <a:txBody>
                    <a:bodyPr/>
                    <a:lstStyle/>
                    <a:p>
                      <a:pPr algn="ctr"/>
                      <a:r>
                        <a:rPr lang="en-US" b="0">
                          <a:solidFill>
                            <a:schemeClr val="bg1"/>
                          </a:solidFill>
                        </a:rPr>
                        <a:t>.57</a:t>
                      </a:r>
                    </a:p>
                  </a:txBody>
                  <a:tcPr anchor="ctr">
                    <a:lnL w="57150" cap="flat" cmpd="sng" algn="ctr">
                      <a:solidFill>
                        <a:schemeClr val="accent5">
                          <a:lumMod val="60000"/>
                          <a:lumOff val="40000"/>
                        </a:schemeClr>
                      </a:solidFill>
                      <a:prstDash val="solid"/>
                      <a:round/>
                      <a:headEnd type="none" w="med" len="med"/>
                      <a:tailEnd type="none" w="med" len="med"/>
                    </a:lnL>
                    <a:lnR w="57150" cap="flat" cmpd="sng" algn="ctr">
                      <a:solidFill>
                        <a:schemeClr val="accent5">
                          <a:lumMod val="75000"/>
                        </a:schemeClr>
                      </a:solidFill>
                      <a:prstDash val="solid"/>
                      <a:round/>
                      <a:headEnd type="none" w="med" len="med"/>
                      <a:tailEnd type="none" w="med" len="med"/>
                    </a:lnR>
                    <a:lnT w="57150" cap="flat" cmpd="sng" algn="ctr">
                      <a:solidFill>
                        <a:schemeClr val="accent5">
                          <a:lumMod val="60000"/>
                          <a:lumOff val="40000"/>
                        </a:schemeClr>
                      </a:solidFill>
                      <a:prstDash val="solid"/>
                      <a:round/>
                      <a:headEnd type="none" w="med" len="med"/>
                      <a:tailEnd type="none" w="med" len="med"/>
                    </a:lnT>
                    <a:lnB w="57150" cap="flat" cmpd="sng" algn="ctr">
                      <a:solidFill>
                        <a:schemeClr val="accent5">
                          <a:lumMod val="60000"/>
                          <a:lumOff val="40000"/>
                        </a:schemeClr>
                      </a:solidFill>
                      <a:prstDash val="solid"/>
                      <a:round/>
                      <a:headEnd type="none" w="med" len="med"/>
                      <a:tailEnd type="none" w="med" len="med"/>
                    </a:lnB>
                    <a:solidFill>
                      <a:srgbClr val="F2F2F2"/>
                    </a:solidFill>
                  </a:tcPr>
                </a:tc>
                <a:tc>
                  <a:txBody>
                    <a:bodyPr/>
                    <a:lstStyle/>
                    <a:p>
                      <a:pPr algn="ctr"/>
                      <a:r>
                        <a:rPr lang="en-US" b="0">
                          <a:solidFill>
                            <a:schemeClr val="bg1"/>
                          </a:solidFill>
                        </a:rPr>
                        <a:t>.56</a:t>
                      </a:r>
                    </a:p>
                  </a:txBody>
                  <a:tcPr anchor="ctr">
                    <a:lnL w="57150" cap="flat" cmpd="sng" algn="ctr">
                      <a:solidFill>
                        <a:schemeClr val="accent5">
                          <a:lumMod val="75000"/>
                        </a:schemeClr>
                      </a:solidFill>
                      <a:prstDash val="solid"/>
                      <a:round/>
                      <a:headEnd type="none" w="med" len="med"/>
                      <a:tailEnd type="none" w="med" len="med"/>
                    </a:lnL>
                    <a:lnR w="57150" cap="flat" cmpd="sng" algn="ctr">
                      <a:solidFill>
                        <a:schemeClr val="accent5">
                          <a:lumMod val="75000"/>
                        </a:schemeClr>
                      </a:solidFill>
                      <a:prstDash val="solid"/>
                      <a:round/>
                      <a:headEnd type="none" w="med" len="med"/>
                      <a:tailEnd type="none" w="med" len="med"/>
                    </a:lnR>
                    <a:lnT w="57150" cap="flat" cmpd="sng" algn="ctr">
                      <a:solidFill>
                        <a:schemeClr val="accent5">
                          <a:lumMod val="75000"/>
                        </a:schemeClr>
                      </a:solidFill>
                      <a:prstDash val="solid"/>
                      <a:round/>
                      <a:headEnd type="none" w="med" len="med"/>
                      <a:tailEnd type="none" w="med" len="med"/>
                    </a:lnT>
                    <a:lnB w="57150" cap="flat" cmpd="sng" algn="ctr">
                      <a:solidFill>
                        <a:schemeClr val="accent5">
                          <a:lumMod val="7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544661677"/>
                  </a:ext>
                </a:extLst>
              </a:tr>
            </a:tbl>
          </a:graphicData>
        </a:graphic>
      </p:graphicFrame>
      <p:sp>
        <p:nvSpPr>
          <p:cNvPr id="10" name="Arrow: Right 9">
            <a:extLst>
              <a:ext uri="{FF2B5EF4-FFF2-40B4-BE49-F238E27FC236}">
                <a16:creationId xmlns:a16="http://schemas.microsoft.com/office/drawing/2014/main" id="{75A11B05-ED0D-45B6-985B-EECEFFE43F6F}"/>
              </a:ext>
            </a:extLst>
          </p:cNvPr>
          <p:cNvSpPr/>
          <p:nvPr/>
        </p:nvSpPr>
        <p:spPr>
          <a:xfrm>
            <a:off x="6242621" y="3254227"/>
            <a:ext cx="1027612" cy="712384"/>
          </a:xfrm>
          <a:prstGeom prst="rightArrow">
            <a:avLst/>
          </a:prstGeom>
          <a:solidFill>
            <a:schemeClr val="tx2"/>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0EC14298-D56F-4E03-8908-C6D4039EA183}"/>
              </a:ext>
            </a:extLst>
          </p:cNvPr>
          <p:cNvSpPr/>
          <p:nvPr/>
        </p:nvSpPr>
        <p:spPr>
          <a:xfrm>
            <a:off x="6235337" y="4844844"/>
            <a:ext cx="1027612" cy="712384"/>
          </a:xfrm>
          <a:prstGeom prst="rightArrow">
            <a:avLst/>
          </a:prstGeom>
          <a:solidFill>
            <a:schemeClr val="tx2"/>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7" name="Table 12">
            <a:extLst>
              <a:ext uri="{FF2B5EF4-FFF2-40B4-BE49-F238E27FC236}">
                <a16:creationId xmlns:a16="http://schemas.microsoft.com/office/drawing/2014/main" id="{D2371A67-48FA-444B-940E-8F885606D4C3}"/>
              </a:ext>
            </a:extLst>
          </p:cNvPr>
          <p:cNvGraphicFramePr>
            <a:graphicFrameLocks noGrp="1"/>
          </p:cNvGraphicFramePr>
          <p:nvPr>
            <p:extLst>
              <p:ext uri="{D42A27DB-BD31-4B8C-83A1-F6EECF244321}">
                <p14:modId xmlns:p14="http://schemas.microsoft.com/office/powerpoint/2010/main" val="4057478316"/>
              </p:ext>
            </p:extLst>
          </p:nvPr>
        </p:nvGraphicFramePr>
        <p:xfrm>
          <a:off x="7749846" y="4956971"/>
          <a:ext cx="1167618" cy="485238"/>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583809">
                  <a:extLst>
                    <a:ext uri="{9D8B030D-6E8A-4147-A177-3AD203B41FA5}">
                      <a16:colId xmlns:a16="http://schemas.microsoft.com/office/drawing/2014/main" val="1559549635"/>
                    </a:ext>
                  </a:extLst>
                </a:gridCol>
                <a:gridCol w="583809">
                  <a:extLst>
                    <a:ext uri="{9D8B030D-6E8A-4147-A177-3AD203B41FA5}">
                      <a16:colId xmlns:a16="http://schemas.microsoft.com/office/drawing/2014/main" val="1938600863"/>
                    </a:ext>
                  </a:extLst>
                </a:gridCol>
              </a:tblGrid>
              <a:tr h="485238">
                <a:tc>
                  <a:txBody>
                    <a:bodyPr/>
                    <a:lstStyle/>
                    <a:p>
                      <a:pPr algn="ctr"/>
                      <a:r>
                        <a:rPr lang="en-US" b="0">
                          <a:solidFill>
                            <a:schemeClr val="bg1"/>
                          </a:solidFill>
                        </a:rPr>
                        <a:t>.56</a:t>
                      </a:r>
                    </a:p>
                  </a:txBody>
                  <a:tcPr anchor="ctr">
                    <a:lnL w="57150" cap="flat" cmpd="sng" algn="ctr">
                      <a:solidFill>
                        <a:schemeClr val="accent5">
                          <a:lumMod val="20000"/>
                          <a:lumOff val="80000"/>
                        </a:schemeClr>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57150" cap="flat" cmpd="sng" algn="ctr">
                      <a:solidFill>
                        <a:schemeClr val="accent5">
                          <a:lumMod val="20000"/>
                          <a:lumOff val="80000"/>
                        </a:schemeClr>
                      </a:solidFill>
                      <a:prstDash val="solid"/>
                      <a:round/>
                      <a:headEnd type="none" w="med" len="med"/>
                      <a:tailEnd type="none" w="med" len="med"/>
                    </a:lnT>
                    <a:lnB w="57150" cap="flat" cmpd="sng" algn="ctr">
                      <a:solidFill>
                        <a:schemeClr val="accent5">
                          <a:lumMod val="20000"/>
                          <a:lumOff val="80000"/>
                        </a:schemeClr>
                      </a:solidFill>
                      <a:prstDash val="solid"/>
                      <a:round/>
                      <a:headEnd type="none" w="med" len="med"/>
                      <a:tailEnd type="none" w="med" len="med"/>
                    </a:lnB>
                    <a:solidFill>
                      <a:srgbClr val="F2F2F2"/>
                    </a:solidFill>
                  </a:tcPr>
                </a:tc>
                <a:tc>
                  <a:txBody>
                    <a:bodyPr/>
                    <a:lstStyle/>
                    <a:p>
                      <a:pPr algn="ctr"/>
                      <a:r>
                        <a:rPr lang="en-US" b="0">
                          <a:solidFill>
                            <a:schemeClr val="bg1"/>
                          </a:solidFill>
                        </a:rPr>
                        <a:t>.56</a:t>
                      </a:r>
                    </a:p>
                  </a:txBody>
                  <a:tcPr anchor="ctr">
                    <a:lnL w="57150" cap="flat" cmpd="sng" algn="ctr">
                      <a:solidFill>
                        <a:schemeClr val="accent5">
                          <a:lumMod val="60000"/>
                          <a:lumOff val="40000"/>
                        </a:schemeClr>
                      </a:solidFill>
                      <a:prstDash val="solid"/>
                      <a:round/>
                      <a:headEnd type="none" w="med" len="med"/>
                      <a:tailEnd type="none" w="med" len="med"/>
                    </a:lnL>
                    <a:lnR w="57150" cap="flat" cmpd="sng" algn="ctr">
                      <a:solidFill>
                        <a:schemeClr val="accent5">
                          <a:lumMod val="60000"/>
                          <a:lumOff val="40000"/>
                        </a:schemeClr>
                      </a:solidFill>
                      <a:prstDash val="solid"/>
                      <a:round/>
                      <a:headEnd type="none" w="med" len="med"/>
                      <a:tailEnd type="none" w="med" len="med"/>
                    </a:lnR>
                    <a:lnT w="57150" cap="flat" cmpd="sng" algn="ctr">
                      <a:solidFill>
                        <a:schemeClr val="accent5">
                          <a:lumMod val="60000"/>
                          <a:lumOff val="40000"/>
                        </a:schemeClr>
                      </a:solidFill>
                      <a:prstDash val="solid"/>
                      <a:round/>
                      <a:headEnd type="none" w="med" len="med"/>
                      <a:tailEnd type="none" w="med" len="med"/>
                    </a:lnT>
                    <a:lnB w="57150" cap="flat" cmpd="sng" algn="ctr">
                      <a:solidFill>
                        <a:schemeClr val="accent5">
                          <a:lumMod val="60000"/>
                          <a:lumOff val="40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544661677"/>
                  </a:ext>
                </a:extLst>
              </a:tr>
            </a:tbl>
          </a:graphicData>
        </a:graphic>
      </p:graphicFrame>
      <p:sp>
        <p:nvSpPr>
          <p:cNvPr id="15" name="Title 1">
            <a:extLst>
              <a:ext uri="{FF2B5EF4-FFF2-40B4-BE49-F238E27FC236}">
                <a16:creationId xmlns:a16="http://schemas.microsoft.com/office/drawing/2014/main" id="{E789A169-7CCD-4358-AC31-B19F85B9A51E}"/>
              </a:ext>
            </a:extLst>
          </p:cNvPr>
          <p:cNvSpPr txBox="1">
            <a:spLocks/>
          </p:cNvSpPr>
          <p:nvPr/>
        </p:nvSpPr>
        <p:spPr bwMode="auto">
          <a:xfrm>
            <a:off x="516750" y="640238"/>
            <a:ext cx="9976104"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lvl1pPr algn="ctr" rtl="0" eaLnBrk="1" fontAlgn="base" hangingPunct="1">
              <a:lnSpc>
                <a:spcPct val="90000"/>
              </a:lnSpc>
              <a:spcBef>
                <a:spcPct val="0"/>
              </a:spcBef>
              <a:spcAft>
                <a:spcPct val="0"/>
              </a:spcAft>
              <a:defRPr sz="3600" b="1" cap="all" baseline="0">
                <a:solidFill>
                  <a:schemeClr val="bg1"/>
                </a:solidFill>
                <a:latin typeface="Trebuchet MS" panose="020B0603020202020204" pitchFamily="34" charset="0"/>
                <a:ea typeface="+mj-ea"/>
                <a:cs typeface="+mj-cs"/>
              </a:defRPr>
            </a:lvl1pPr>
            <a:lvl2pPr algn="l" rtl="0" eaLnBrk="1" fontAlgn="base" hangingPunct="1">
              <a:spcBef>
                <a:spcPct val="0"/>
              </a:spcBef>
              <a:spcAft>
                <a:spcPct val="0"/>
              </a:spcAft>
              <a:defRPr sz="3200" b="1">
                <a:solidFill>
                  <a:srgbClr val="73B900"/>
                </a:solidFill>
                <a:latin typeface="Arial" charset="0"/>
              </a:defRPr>
            </a:lvl2pPr>
            <a:lvl3pPr algn="l" rtl="0" eaLnBrk="1" fontAlgn="base" hangingPunct="1">
              <a:spcBef>
                <a:spcPct val="0"/>
              </a:spcBef>
              <a:spcAft>
                <a:spcPct val="0"/>
              </a:spcAft>
              <a:defRPr sz="3200" b="1">
                <a:solidFill>
                  <a:srgbClr val="73B900"/>
                </a:solidFill>
                <a:latin typeface="Arial" charset="0"/>
              </a:defRPr>
            </a:lvl3pPr>
            <a:lvl4pPr algn="l" rtl="0" eaLnBrk="1" fontAlgn="base" hangingPunct="1">
              <a:spcBef>
                <a:spcPct val="0"/>
              </a:spcBef>
              <a:spcAft>
                <a:spcPct val="0"/>
              </a:spcAft>
              <a:defRPr sz="3200" b="1">
                <a:solidFill>
                  <a:srgbClr val="73B900"/>
                </a:solidFill>
                <a:latin typeface="Arial" charset="0"/>
              </a:defRPr>
            </a:lvl4pPr>
            <a:lvl5pPr algn="l" rtl="0" eaLnBrk="1" fontAlgn="base" hangingPunct="1">
              <a:spcBef>
                <a:spcPct val="0"/>
              </a:spcBef>
              <a:spcAft>
                <a:spcPct val="0"/>
              </a:spcAft>
              <a:defRPr sz="3200" b="1">
                <a:solidFill>
                  <a:srgbClr val="73B900"/>
                </a:solidFill>
                <a:latin typeface="Arial" charset="0"/>
              </a:defRPr>
            </a:lvl5pPr>
            <a:lvl6pPr marL="457200" algn="l" rtl="0" eaLnBrk="1" fontAlgn="base" hangingPunct="1">
              <a:spcBef>
                <a:spcPct val="0"/>
              </a:spcBef>
              <a:spcAft>
                <a:spcPct val="0"/>
              </a:spcAft>
              <a:defRPr sz="3200" b="1">
                <a:solidFill>
                  <a:srgbClr val="73B900"/>
                </a:solidFill>
                <a:latin typeface="Arial" charset="0"/>
              </a:defRPr>
            </a:lvl6pPr>
            <a:lvl7pPr marL="914400" algn="l" rtl="0" eaLnBrk="1" fontAlgn="base" hangingPunct="1">
              <a:spcBef>
                <a:spcPct val="0"/>
              </a:spcBef>
              <a:spcAft>
                <a:spcPct val="0"/>
              </a:spcAft>
              <a:defRPr sz="3200" b="1">
                <a:solidFill>
                  <a:srgbClr val="73B900"/>
                </a:solidFill>
                <a:latin typeface="Arial" charset="0"/>
              </a:defRPr>
            </a:lvl7pPr>
            <a:lvl8pPr marL="1371600" algn="l" rtl="0" eaLnBrk="1" fontAlgn="base" hangingPunct="1">
              <a:spcBef>
                <a:spcPct val="0"/>
              </a:spcBef>
              <a:spcAft>
                <a:spcPct val="0"/>
              </a:spcAft>
              <a:defRPr sz="3200" b="1">
                <a:solidFill>
                  <a:srgbClr val="73B900"/>
                </a:solidFill>
                <a:latin typeface="Arial" charset="0"/>
              </a:defRPr>
            </a:lvl8pPr>
            <a:lvl9pPr marL="1828800" algn="l" rtl="0" eaLnBrk="1" fontAlgn="base" hangingPunct="1">
              <a:spcBef>
                <a:spcPct val="0"/>
              </a:spcBef>
              <a:spcAft>
                <a:spcPct val="0"/>
              </a:spcAft>
              <a:defRPr sz="3200" b="1">
                <a:solidFill>
                  <a:srgbClr val="73B900"/>
                </a:solidFill>
                <a:latin typeface="Arial" charset="0"/>
              </a:defRPr>
            </a:lvl9pPr>
          </a:lstStyle>
          <a:p>
            <a:pPr defTabSz="914400"/>
            <a:r>
              <a:rPr lang="en-US" dirty="0" err="1"/>
              <a:t>스트라이드</a:t>
            </a:r>
            <a:r>
              <a:rPr lang="en-US" dirty="0"/>
              <a:t> (STRIDE)</a:t>
            </a:r>
            <a:endParaRPr lang="en-US" kern="0" dirty="0"/>
          </a:p>
        </p:txBody>
      </p:sp>
    </p:spTree>
    <p:extLst>
      <p:ext uri="{BB962C8B-B14F-4D97-AF65-F5344CB8AC3E}">
        <p14:creationId xmlns:p14="http://schemas.microsoft.com/office/powerpoint/2010/main" val="28554279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43EED7A-A48C-48B1-9E84-A9FAD04C54A6}"/>
              </a:ext>
            </a:extLst>
          </p:cNvPr>
          <p:cNvSpPr/>
          <p:nvPr/>
        </p:nvSpPr>
        <p:spPr>
          <a:xfrm>
            <a:off x="1234161" y="1261597"/>
            <a:ext cx="3502854" cy="512548"/>
          </a:xfrm>
          <a:prstGeom prst="rect">
            <a:avLst/>
          </a:prstGeom>
          <a:solidFill>
            <a:schemeClr val="accent6">
              <a:lumMod val="60000"/>
              <a:lumOff val="40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rPr>
              <a:t>이미지 원본</a:t>
            </a:r>
          </a:p>
        </p:txBody>
      </p:sp>
      <p:graphicFrame>
        <p:nvGraphicFramePr>
          <p:cNvPr id="35" name="Table 12">
            <a:extLst>
              <a:ext uri="{FF2B5EF4-FFF2-40B4-BE49-F238E27FC236}">
                <a16:creationId xmlns:a16="http://schemas.microsoft.com/office/drawing/2014/main" id="{00B8F273-1736-4E2E-B7B2-A52CC79681A0}"/>
              </a:ext>
            </a:extLst>
          </p:cNvPr>
          <p:cNvGraphicFramePr>
            <a:graphicFrameLocks noGrp="1"/>
          </p:cNvGraphicFramePr>
          <p:nvPr>
            <p:extLst>
              <p:ext uri="{D42A27DB-BD31-4B8C-83A1-F6EECF244321}">
                <p14:modId xmlns:p14="http://schemas.microsoft.com/office/powerpoint/2010/main" val="1481615468"/>
              </p:ext>
            </p:extLst>
          </p:nvPr>
        </p:nvGraphicFramePr>
        <p:xfrm>
          <a:off x="5732136" y="1932558"/>
          <a:ext cx="3502856" cy="3881904"/>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437857">
                  <a:extLst>
                    <a:ext uri="{9D8B030D-6E8A-4147-A177-3AD203B41FA5}">
                      <a16:colId xmlns:a16="http://schemas.microsoft.com/office/drawing/2014/main" val="3380693492"/>
                    </a:ext>
                  </a:extLst>
                </a:gridCol>
                <a:gridCol w="437857">
                  <a:extLst>
                    <a:ext uri="{9D8B030D-6E8A-4147-A177-3AD203B41FA5}">
                      <a16:colId xmlns:a16="http://schemas.microsoft.com/office/drawing/2014/main" val="1559549635"/>
                    </a:ext>
                  </a:extLst>
                </a:gridCol>
                <a:gridCol w="437857">
                  <a:extLst>
                    <a:ext uri="{9D8B030D-6E8A-4147-A177-3AD203B41FA5}">
                      <a16:colId xmlns:a16="http://schemas.microsoft.com/office/drawing/2014/main" val="722485242"/>
                    </a:ext>
                  </a:extLst>
                </a:gridCol>
                <a:gridCol w="437857">
                  <a:extLst>
                    <a:ext uri="{9D8B030D-6E8A-4147-A177-3AD203B41FA5}">
                      <a16:colId xmlns:a16="http://schemas.microsoft.com/office/drawing/2014/main" val="1938600863"/>
                    </a:ext>
                  </a:extLst>
                </a:gridCol>
                <a:gridCol w="437857">
                  <a:extLst>
                    <a:ext uri="{9D8B030D-6E8A-4147-A177-3AD203B41FA5}">
                      <a16:colId xmlns:a16="http://schemas.microsoft.com/office/drawing/2014/main" val="2110764589"/>
                    </a:ext>
                  </a:extLst>
                </a:gridCol>
                <a:gridCol w="437857">
                  <a:extLst>
                    <a:ext uri="{9D8B030D-6E8A-4147-A177-3AD203B41FA5}">
                      <a16:colId xmlns:a16="http://schemas.microsoft.com/office/drawing/2014/main" val="3106461485"/>
                    </a:ext>
                  </a:extLst>
                </a:gridCol>
                <a:gridCol w="437857">
                  <a:extLst>
                    <a:ext uri="{9D8B030D-6E8A-4147-A177-3AD203B41FA5}">
                      <a16:colId xmlns:a16="http://schemas.microsoft.com/office/drawing/2014/main" val="638186255"/>
                    </a:ext>
                  </a:extLst>
                </a:gridCol>
                <a:gridCol w="437857">
                  <a:extLst>
                    <a:ext uri="{9D8B030D-6E8A-4147-A177-3AD203B41FA5}">
                      <a16:colId xmlns:a16="http://schemas.microsoft.com/office/drawing/2014/main" val="3400768079"/>
                    </a:ext>
                  </a:extLst>
                </a:gridCol>
              </a:tblGrid>
              <a:tr h="485238">
                <a:tc>
                  <a:txBody>
                    <a:bodyPr/>
                    <a:lstStyle/>
                    <a:p>
                      <a:pPr algn="ctr"/>
                      <a:r>
                        <a:rPr lang="en-US" b="0">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7648601"/>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4661677"/>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3328564"/>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625559"/>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3734719"/>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52421660"/>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56386872"/>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837325993"/>
                  </a:ext>
                </a:extLst>
              </a:tr>
            </a:tbl>
          </a:graphicData>
        </a:graphic>
      </p:graphicFrame>
      <p:sp>
        <p:nvSpPr>
          <p:cNvPr id="37" name="Rectangle 36">
            <a:extLst>
              <a:ext uri="{FF2B5EF4-FFF2-40B4-BE49-F238E27FC236}">
                <a16:creationId xmlns:a16="http://schemas.microsoft.com/office/drawing/2014/main" id="{AAC57F45-FEFB-44CA-A701-D7EC616E7C94}"/>
              </a:ext>
            </a:extLst>
          </p:cNvPr>
          <p:cNvSpPr/>
          <p:nvPr/>
        </p:nvSpPr>
        <p:spPr>
          <a:xfrm>
            <a:off x="5732138" y="1261597"/>
            <a:ext cx="3502854" cy="512548"/>
          </a:xfrm>
          <a:prstGeom prst="rect">
            <a:avLst/>
          </a:prstGeom>
          <a:solidFill>
            <a:schemeClr val="accent6">
              <a:lumMod val="60000"/>
              <a:lumOff val="40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chemeClr val="tx1"/>
                </a:solidFill>
              </a:rPr>
              <a:t>제로</a:t>
            </a:r>
            <a:r>
              <a:rPr lang="en-US" sz="2000" b="1" dirty="0">
                <a:solidFill>
                  <a:schemeClr val="tx1"/>
                </a:solidFill>
              </a:rPr>
              <a:t> </a:t>
            </a:r>
            <a:r>
              <a:rPr lang="en-US" sz="2000" b="1" dirty="0" err="1">
                <a:solidFill>
                  <a:schemeClr val="tx1"/>
                </a:solidFill>
              </a:rPr>
              <a:t>패딩</a:t>
            </a:r>
            <a:r>
              <a:rPr lang="en-US" sz="2000" b="1" dirty="0">
                <a:solidFill>
                  <a:schemeClr val="tx1"/>
                </a:solidFill>
              </a:rPr>
              <a:t> (Zero Padding)</a:t>
            </a:r>
          </a:p>
        </p:txBody>
      </p:sp>
      <p:graphicFrame>
        <p:nvGraphicFramePr>
          <p:cNvPr id="16" name="Table 12">
            <a:extLst>
              <a:ext uri="{FF2B5EF4-FFF2-40B4-BE49-F238E27FC236}">
                <a16:creationId xmlns:a16="http://schemas.microsoft.com/office/drawing/2014/main" id="{A7544019-8D82-458F-8D43-ED5E9D349C94}"/>
              </a:ext>
            </a:extLst>
          </p:cNvPr>
          <p:cNvGraphicFramePr>
            <a:graphicFrameLocks noGrp="1"/>
          </p:cNvGraphicFramePr>
          <p:nvPr>
            <p:extLst>
              <p:ext uri="{D42A27DB-BD31-4B8C-83A1-F6EECF244321}">
                <p14:modId xmlns:p14="http://schemas.microsoft.com/office/powerpoint/2010/main" val="4205493579"/>
              </p:ext>
            </p:extLst>
          </p:nvPr>
        </p:nvGraphicFramePr>
        <p:xfrm>
          <a:off x="1584848" y="2417796"/>
          <a:ext cx="2630100" cy="2911428"/>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438350">
                  <a:extLst>
                    <a:ext uri="{9D8B030D-6E8A-4147-A177-3AD203B41FA5}">
                      <a16:colId xmlns:a16="http://schemas.microsoft.com/office/drawing/2014/main" val="1559549635"/>
                    </a:ext>
                  </a:extLst>
                </a:gridCol>
                <a:gridCol w="438350">
                  <a:extLst>
                    <a:ext uri="{9D8B030D-6E8A-4147-A177-3AD203B41FA5}">
                      <a16:colId xmlns:a16="http://schemas.microsoft.com/office/drawing/2014/main" val="722485242"/>
                    </a:ext>
                  </a:extLst>
                </a:gridCol>
                <a:gridCol w="438350">
                  <a:extLst>
                    <a:ext uri="{9D8B030D-6E8A-4147-A177-3AD203B41FA5}">
                      <a16:colId xmlns:a16="http://schemas.microsoft.com/office/drawing/2014/main" val="1938600863"/>
                    </a:ext>
                  </a:extLst>
                </a:gridCol>
                <a:gridCol w="438350">
                  <a:extLst>
                    <a:ext uri="{9D8B030D-6E8A-4147-A177-3AD203B41FA5}">
                      <a16:colId xmlns:a16="http://schemas.microsoft.com/office/drawing/2014/main" val="2110764589"/>
                    </a:ext>
                  </a:extLst>
                </a:gridCol>
                <a:gridCol w="438350">
                  <a:extLst>
                    <a:ext uri="{9D8B030D-6E8A-4147-A177-3AD203B41FA5}">
                      <a16:colId xmlns:a16="http://schemas.microsoft.com/office/drawing/2014/main" val="3106461485"/>
                    </a:ext>
                  </a:extLst>
                </a:gridCol>
                <a:gridCol w="438350">
                  <a:extLst>
                    <a:ext uri="{9D8B030D-6E8A-4147-A177-3AD203B41FA5}">
                      <a16:colId xmlns:a16="http://schemas.microsoft.com/office/drawing/2014/main" val="638186255"/>
                    </a:ext>
                  </a:extLst>
                </a:gridCol>
              </a:tblGrid>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544661677"/>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3328564"/>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625559"/>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3734719"/>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852421660"/>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356386872"/>
                  </a:ext>
                </a:extLst>
              </a:tr>
            </a:tbl>
          </a:graphicData>
        </a:graphic>
      </p:graphicFrame>
      <p:sp>
        <p:nvSpPr>
          <p:cNvPr id="7" name="Title 1">
            <a:extLst>
              <a:ext uri="{FF2B5EF4-FFF2-40B4-BE49-F238E27FC236}">
                <a16:creationId xmlns:a16="http://schemas.microsoft.com/office/drawing/2014/main" id="{DA997E5B-DCFF-45F9-8274-9C0D41F662C8}"/>
              </a:ext>
            </a:extLst>
          </p:cNvPr>
          <p:cNvSpPr txBox="1">
            <a:spLocks/>
          </p:cNvSpPr>
          <p:nvPr/>
        </p:nvSpPr>
        <p:spPr bwMode="auto">
          <a:xfrm>
            <a:off x="516750" y="640238"/>
            <a:ext cx="9976104"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lvl1pPr algn="ctr" rtl="0" eaLnBrk="1" fontAlgn="base" hangingPunct="1">
              <a:lnSpc>
                <a:spcPct val="90000"/>
              </a:lnSpc>
              <a:spcBef>
                <a:spcPct val="0"/>
              </a:spcBef>
              <a:spcAft>
                <a:spcPct val="0"/>
              </a:spcAft>
              <a:defRPr sz="3600" b="1" cap="all" baseline="0">
                <a:solidFill>
                  <a:schemeClr val="bg1"/>
                </a:solidFill>
                <a:latin typeface="Trebuchet MS" panose="020B0603020202020204" pitchFamily="34" charset="0"/>
                <a:ea typeface="+mj-ea"/>
                <a:cs typeface="+mj-cs"/>
              </a:defRPr>
            </a:lvl1pPr>
            <a:lvl2pPr algn="l" rtl="0" eaLnBrk="1" fontAlgn="base" hangingPunct="1">
              <a:spcBef>
                <a:spcPct val="0"/>
              </a:spcBef>
              <a:spcAft>
                <a:spcPct val="0"/>
              </a:spcAft>
              <a:defRPr sz="3200" b="1">
                <a:solidFill>
                  <a:srgbClr val="73B900"/>
                </a:solidFill>
                <a:latin typeface="Arial" charset="0"/>
              </a:defRPr>
            </a:lvl2pPr>
            <a:lvl3pPr algn="l" rtl="0" eaLnBrk="1" fontAlgn="base" hangingPunct="1">
              <a:spcBef>
                <a:spcPct val="0"/>
              </a:spcBef>
              <a:spcAft>
                <a:spcPct val="0"/>
              </a:spcAft>
              <a:defRPr sz="3200" b="1">
                <a:solidFill>
                  <a:srgbClr val="73B900"/>
                </a:solidFill>
                <a:latin typeface="Arial" charset="0"/>
              </a:defRPr>
            </a:lvl3pPr>
            <a:lvl4pPr algn="l" rtl="0" eaLnBrk="1" fontAlgn="base" hangingPunct="1">
              <a:spcBef>
                <a:spcPct val="0"/>
              </a:spcBef>
              <a:spcAft>
                <a:spcPct val="0"/>
              </a:spcAft>
              <a:defRPr sz="3200" b="1">
                <a:solidFill>
                  <a:srgbClr val="73B900"/>
                </a:solidFill>
                <a:latin typeface="Arial" charset="0"/>
              </a:defRPr>
            </a:lvl4pPr>
            <a:lvl5pPr algn="l" rtl="0" eaLnBrk="1" fontAlgn="base" hangingPunct="1">
              <a:spcBef>
                <a:spcPct val="0"/>
              </a:spcBef>
              <a:spcAft>
                <a:spcPct val="0"/>
              </a:spcAft>
              <a:defRPr sz="3200" b="1">
                <a:solidFill>
                  <a:srgbClr val="73B900"/>
                </a:solidFill>
                <a:latin typeface="Arial" charset="0"/>
              </a:defRPr>
            </a:lvl5pPr>
            <a:lvl6pPr marL="457200" algn="l" rtl="0" eaLnBrk="1" fontAlgn="base" hangingPunct="1">
              <a:spcBef>
                <a:spcPct val="0"/>
              </a:spcBef>
              <a:spcAft>
                <a:spcPct val="0"/>
              </a:spcAft>
              <a:defRPr sz="3200" b="1">
                <a:solidFill>
                  <a:srgbClr val="73B900"/>
                </a:solidFill>
                <a:latin typeface="Arial" charset="0"/>
              </a:defRPr>
            </a:lvl6pPr>
            <a:lvl7pPr marL="914400" algn="l" rtl="0" eaLnBrk="1" fontAlgn="base" hangingPunct="1">
              <a:spcBef>
                <a:spcPct val="0"/>
              </a:spcBef>
              <a:spcAft>
                <a:spcPct val="0"/>
              </a:spcAft>
              <a:defRPr sz="3200" b="1">
                <a:solidFill>
                  <a:srgbClr val="73B900"/>
                </a:solidFill>
                <a:latin typeface="Arial" charset="0"/>
              </a:defRPr>
            </a:lvl7pPr>
            <a:lvl8pPr marL="1371600" algn="l" rtl="0" eaLnBrk="1" fontAlgn="base" hangingPunct="1">
              <a:spcBef>
                <a:spcPct val="0"/>
              </a:spcBef>
              <a:spcAft>
                <a:spcPct val="0"/>
              </a:spcAft>
              <a:defRPr sz="3200" b="1">
                <a:solidFill>
                  <a:srgbClr val="73B900"/>
                </a:solidFill>
                <a:latin typeface="Arial" charset="0"/>
              </a:defRPr>
            </a:lvl8pPr>
            <a:lvl9pPr marL="1828800" algn="l" rtl="0" eaLnBrk="1" fontAlgn="base" hangingPunct="1">
              <a:spcBef>
                <a:spcPct val="0"/>
              </a:spcBef>
              <a:spcAft>
                <a:spcPct val="0"/>
              </a:spcAft>
              <a:defRPr sz="3200" b="1">
                <a:solidFill>
                  <a:srgbClr val="73B900"/>
                </a:solidFill>
                <a:latin typeface="Arial" charset="0"/>
              </a:defRPr>
            </a:lvl9pPr>
          </a:lstStyle>
          <a:p>
            <a:pPr defTabSz="914400"/>
            <a:r>
              <a:rPr lang="en-US" kern="0" dirty="0" err="1"/>
              <a:t>패딩</a:t>
            </a:r>
            <a:r>
              <a:rPr lang="en-US" kern="0" dirty="0"/>
              <a:t> (Padding)</a:t>
            </a:r>
          </a:p>
        </p:txBody>
      </p:sp>
    </p:spTree>
    <p:extLst>
      <p:ext uri="{BB962C8B-B14F-4D97-AF65-F5344CB8AC3E}">
        <p14:creationId xmlns:p14="http://schemas.microsoft.com/office/powerpoint/2010/main" val="25898486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Table 12">
            <a:extLst>
              <a:ext uri="{FF2B5EF4-FFF2-40B4-BE49-F238E27FC236}">
                <a16:creationId xmlns:a16="http://schemas.microsoft.com/office/drawing/2014/main" id="{00B8F273-1736-4E2E-B7B2-A52CC79681A0}"/>
              </a:ext>
            </a:extLst>
          </p:cNvPr>
          <p:cNvGraphicFramePr>
            <a:graphicFrameLocks noGrp="1"/>
          </p:cNvGraphicFramePr>
          <p:nvPr>
            <p:extLst>
              <p:ext uri="{D42A27DB-BD31-4B8C-83A1-F6EECF244321}">
                <p14:modId xmlns:p14="http://schemas.microsoft.com/office/powerpoint/2010/main" val="1936250377"/>
              </p:ext>
            </p:extLst>
          </p:nvPr>
        </p:nvGraphicFramePr>
        <p:xfrm>
          <a:off x="5732136" y="1932558"/>
          <a:ext cx="3502856" cy="3881904"/>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437857">
                  <a:extLst>
                    <a:ext uri="{9D8B030D-6E8A-4147-A177-3AD203B41FA5}">
                      <a16:colId xmlns:a16="http://schemas.microsoft.com/office/drawing/2014/main" val="3380693492"/>
                    </a:ext>
                  </a:extLst>
                </a:gridCol>
                <a:gridCol w="437857">
                  <a:extLst>
                    <a:ext uri="{9D8B030D-6E8A-4147-A177-3AD203B41FA5}">
                      <a16:colId xmlns:a16="http://schemas.microsoft.com/office/drawing/2014/main" val="1559549635"/>
                    </a:ext>
                  </a:extLst>
                </a:gridCol>
                <a:gridCol w="437857">
                  <a:extLst>
                    <a:ext uri="{9D8B030D-6E8A-4147-A177-3AD203B41FA5}">
                      <a16:colId xmlns:a16="http://schemas.microsoft.com/office/drawing/2014/main" val="722485242"/>
                    </a:ext>
                  </a:extLst>
                </a:gridCol>
                <a:gridCol w="437857">
                  <a:extLst>
                    <a:ext uri="{9D8B030D-6E8A-4147-A177-3AD203B41FA5}">
                      <a16:colId xmlns:a16="http://schemas.microsoft.com/office/drawing/2014/main" val="1938600863"/>
                    </a:ext>
                  </a:extLst>
                </a:gridCol>
                <a:gridCol w="437857">
                  <a:extLst>
                    <a:ext uri="{9D8B030D-6E8A-4147-A177-3AD203B41FA5}">
                      <a16:colId xmlns:a16="http://schemas.microsoft.com/office/drawing/2014/main" val="2110764589"/>
                    </a:ext>
                  </a:extLst>
                </a:gridCol>
                <a:gridCol w="437857">
                  <a:extLst>
                    <a:ext uri="{9D8B030D-6E8A-4147-A177-3AD203B41FA5}">
                      <a16:colId xmlns:a16="http://schemas.microsoft.com/office/drawing/2014/main" val="3106461485"/>
                    </a:ext>
                  </a:extLst>
                </a:gridCol>
                <a:gridCol w="437857">
                  <a:extLst>
                    <a:ext uri="{9D8B030D-6E8A-4147-A177-3AD203B41FA5}">
                      <a16:colId xmlns:a16="http://schemas.microsoft.com/office/drawing/2014/main" val="638186255"/>
                    </a:ext>
                  </a:extLst>
                </a:gridCol>
                <a:gridCol w="437857">
                  <a:extLst>
                    <a:ext uri="{9D8B030D-6E8A-4147-A177-3AD203B41FA5}">
                      <a16:colId xmlns:a16="http://schemas.microsoft.com/office/drawing/2014/main" val="3400768079"/>
                    </a:ext>
                  </a:extLst>
                </a:gridCol>
              </a:tblGrid>
              <a:tr h="485238">
                <a:tc>
                  <a:txBody>
                    <a:bodyPr/>
                    <a:lstStyle/>
                    <a:p>
                      <a:pPr algn="ctr"/>
                      <a:r>
                        <a:rPr lang="en-US" b="0">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b="0">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b="0">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b="0">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417648601"/>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544661677"/>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3328564"/>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625559"/>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3734719"/>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852421660"/>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356386872"/>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3837325993"/>
                  </a:ext>
                </a:extLst>
              </a:tr>
            </a:tbl>
          </a:graphicData>
        </a:graphic>
      </p:graphicFrame>
      <p:graphicFrame>
        <p:nvGraphicFramePr>
          <p:cNvPr id="16" name="Table 12">
            <a:extLst>
              <a:ext uri="{FF2B5EF4-FFF2-40B4-BE49-F238E27FC236}">
                <a16:creationId xmlns:a16="http://schemas.microsoft.com/office/drawing/2014/main" id="{A7544019-8D82-458F-8D43-ED5E9D349C94}"/>
              </a:ext>
            </a:extLst>
          </p:cNvPr>
          <p:cNvGraphicFramePr>
            <a:graphicFrameLocks noGrp="1"/>
          </p:cNvGraphicFramePr>
          <p:nvPr/>
        </p:nvGraphicFramePr>
        <p:xfrm>
          <a:off x="1584848" y="2417796"/>
          <a:ext cx="2630100" cy="2911428"/>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438350">
                  <a:extLst>
                    <a:ext uri="{9D8B030D-6E8A-4147-A177-3AD203B41FA5}">
                      <a16:colId xmlns:a16="http://schemas.microsoft.com/office/drawing/2014/main" val="1559549635"/>
                    </a:ext>
                  </a:extLst>
                </a:gridCol>
                <a:gridCol w="438350">
                  <a:extLst>
                    <a:ext uri="{9D8B030D-6E8A-4147-A177-3AD203B41FA5}">
                      <a16:colId xmlns:a16="http://schemas.microsoft.com/office/drawing/2014/main" val="722485242"/>
                    </a:ext>
                  </a:extLst>
                </a:gridCol>
                <a:gridCol w="438350">
                  <a:extLst>
                    <a:ext uri="{9D8B030D-6E8A-4147-A177-3AD203B41FA5}">
                      <a16:colId xmlns:a16="http://schemas.microsoft.com/office/drawing/2014/main" val="1938600863"/>
                    </a:ext>
                  </a:extLst>
                </a:gridCol>
                <a:gridCol w="438350">
                  <a:extLst>
                    <a:ext uri="{9D8B030D-6E8A-4147-A177-3AD203B41FA5}">
                      <a16:colId xmlns:a16="http://schemas.microsoft.com/office/drawing/2014/main" val="2110764589"/>
                    </a:ext>
                  </a:extLst>
                </a:gridCol>
                <a:gridCol w="438350">
                  <a:extLst>
                    <a:ext uri="{9D8B030D-6E8A-4147-A177-3AD203B41FA5}">
                      <a16:colId xmlns:a16="http://schemas.microsoft.com/office/drawing/2014/main" val="3106461485"/>
                    </a:ext>
                  </a:extLst>
                </a:gridCol>
                <a:gridCol w="438350">
                  <a:extLst>
                    <a:ext uri="{9D8B030D-6E8A-4147-A177-3AD203B41FA5}">
                      <a16:colId xmlns:a16="http://schemas.microsoft.com/office/drawing/2014/main" val="638186255"/>
                    </a:ext>
                  </a:extLst>
                </a:gridCol>
              </a:tblGrid>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544661677"/>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3328564"/>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625559"/>
                  </a:ext>
                </a:extLst>
              </a:tr>
              <a:tr h="485238">
                <a:tc>
                  <a:txBody>
                    <a:bodyPr/>
                    <a:lstStyle/>
                    <a:p>
                      <a:pPr algn="ctr"/>
                      <a:r>
                        <a:rPr lang="en-US">
                          <a:solidFill>
                            <a:schemeClr val="tx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3734719"/>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852421660"/>
                  </a:ext>
                </a:extLst>
              </a:tr>
              <a:tr h="485238">
                <a:tc>
                  <a:txBody>
                    <a:bodyPr/>
                    <a:lstStyle/>
                    <a:p>
                      <a:pPr algn="ctr"/>
                      <a:r>
                        <a:rPr lang="en-US">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r>
                        <a:rPr lang="en-US">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356386872"/>
                  </a:ext>
                </a:extLst>
              </a:tr>
            </a:tbl>
          </a:graphicData>
        </a:graphic>
      </p:graphicFrame>
      <p:sp>
        <p:nvSpPr>
          <p:cNvPr id="7" name="Rectangle 6">
            <a:extLst>
              <a:ext uri="{FF2B5EF4-FFF2-40B4-BE49-F238E27FC236}">
                <a16:creationId xmlns:a16="http://schemas.microsoft.com/office/drawing/2014/main" id="{49552E1C-125A-4FBB-877B-E7414D4DFAB2}"/>
              </a:ext>
            </a:extLst>
          </p:cNvPr>
          <p:cNvSpPr/>
          <p:nvPr/>
        </p:nvSpPr>
        <p:spPr>
          <a:xfrm>
            <a:off x="1234161" y="1261597"/>
            <a:ext cx="3502854" cy="512548"/>
          </a:xfrm>
          <a:prstGeom prst="rect">
            <a:avLst/>
          </a:prstGeom>
          <a:solidFill>
            <a:schemeClr val="accent6">
              <a:lumMod val="60000"/>
              <a:lumOff val="40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rPr>
              <a:t>이미지 원본</a:t>
            </a:r>
          </a:p>
        </p:txBody>
      </p:sp>
      <p:sp>
        <p:nvSpPr>
          <p:cNvPr id="8" name="Rectangle 7">
            <a:extLst>
              <a:ext uri="{FF2B5EF4-FFF2-40B4-BE49-F238E27FC236}">
                <a16:creationId xmlns:a16="http://schemas.microsoft.com/office/drawing/2014/main" id="{489C1665-0826-4F15-AE1E-A11892BD54CB}"/>
              </a:ext>
            </a:extLst>
          </p:cNvPr>
          <p:cNvSpPr/>
          <p:nvPr/>
        </p:nvSpPr>
        <p:spPr>
          <a:xfrm>
            <a:off x="5732138" y="1261597"/>
            <a:ext cx="3502854" cy="512548"/>
          </a:xfrm>
          <a:prstGeom prst="rect">
            <a:avLst/>
          </a:prstGeom>
          <a:solidFill>
            <a:schemeClr val="accent6">
              <a:lumMod val="60000"/>
              <a:lumOff val="40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b="1" dirty="0">
                <a:solidFill>
                  <a:schemeClr val="tx1"/>
                </a:solidFill>
              </a:rPr>
              <a:t>동일</a:t>
            </a:r>
            <a:r>
              <a:rPr lang="en-US" sz="2000" b="1" dirty="0">
                <a:solidFill>
                  <a:schemeClr val="tx1"/>
                </a:solidFill>
              </a:rPr>
              <a:t> </a:t>
            </a:r>
            <a:r>
              <a:rPr lang="en-US" sz="2000" b="1" dirty="0" err="1">
                <a:solidFill>
                  <a:schemeClr val="tx1"/>
                </a:solidFill>
              </a:rPr>
              <a:t>패딩</a:t>
            </a:r>
            <a:r>
              <a:rPr lang="en-US" sz="2000" b="1" dirty="0">
                <a:solidFill>
                  <a:schemeClr val="tx1"/>
                </a:solidFill>
              </a:rPr>
              <a:t> (Mirror Padding)</a:t>
            </a:r>
          </a:p>
        </p:txBody>
      </p:sp>
      <p:sp>
        <p:nvSpPr>
          <p:cNvPr id="9" name="Title 1">
            <a:extLst>
              <a:ext uri="{FF2B5EF4-FFF2-40B4-BE49-F238E27FC236}">
                <a16:creationId xmlns:a16="http://schemas.microsoft.com/office/drawing/2014/main" id="{27AD56C3-3B3E-467B-829F-26609DCFE3C0}"/>
              </a:ext>
            </a:extLst>
          </p:cNvPr>
          <p:cNvSpPr txBox="1">
            <a:spLocks/>
          </p:cNvSpPr>
          <p:nvPr/>
        </p:nvSpPr>
        <p:spPr bwMode="auto">
          <a:xfrm>
            <a:off x="516750" y="640238"/>
            <a:ext cx="9976104"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lvl1pPr algn="ctr" rtl="0" eaLnBrk="1" fontAlgn="base" hangingPunct="1">
              <a:lnSpc>
                <a:spcPct val="90000"/>
              </a:lnSpc>
              <a:spcBef>
                <a:spcPct val="0"/>
              </a:spcBef>
              <a:spcAft>
                <a:spcPct val="0"/>
              </a:spcAft>
              <a:defRPr sz="3600" b="1" cap="all" baseline="0">
                <a:solidFill>
                  <a:schemeClr val="bg1"/>
                </a:solidFill>
                <a:latin typeface="Trebuchet MS" panose="020B0603020202020204" pitchFamily="34" charset="0"/>
                <a:ea typeface="+mj-ea"/>
                <a:cs typeface="+mj-cs"/>
              </a:defRPr>
            </a:lvl1pPr>
            <a:lvl2pPr algn="l" rtl="0" eaLnBrk="1" fontAlgn="base" hangingPunct="1">
              <a:spcBef>
                <a:spcPct val="0"/>
              </a:spcBef>
              <a:spcAft>
                <a:spcPct val="0"/>
              </a:spcAft>
              <a:defRPr sz="3200" b="1">
                <a:solidFill>
                  <a:srgbClr val="73B900"/>
                </a:solidFill>
                <a:latin typeface="Arial" charset="0"/>
              </a:defRPr>
            </a:lvl2pPr>
            <a:lvl3pPr algn="l" rtl="0" eaLnBrk="1" fontAlgn="base" hangingPunct="1">
              <a:spcBef>
                <a:spcPct val="0"/>
              </a:spcBef>
              <a:spcAft>
                <a:spcPct val="0"/>
              </a:spcAft>
              <a:defRPr sz="3200" b="1">
                <a:solidFill>
                  <a:srgbClr val="73B900"/>
                </a:solidFill>
                <a:latin typeface="Arial" charset="0"/>
              </a:defRPr>
            </a:lvl3pPr>
            <a:lvl4pPr algn="l" rtl="0" eaLnBrk="1" fontAlgn="base" hangingPunct="1">
              <a:spcBef>
                <a:spcPct val="0"/>
              </a:spcBef>
              <a:spcAft>
                <a:spcPct val="0"/>
              </a:spcAft>
              <a:defRPr sz="3200" b="1">
                <a:solidFill>
                  <a:srgbClr val="73B900"/>
                </a:solidFill>
                <a:latin typeface="Arial" charset="0"/>
              </a:defRPr>
            </a:lvl4pPr>
            <a:lvl5pPr algn="l" rtl="0" eaLnBrk="1" fontAlgn="base" hangingPunct="1">
              <a:spcBef>
                <a:spcPct val="0"/>
              </a:spcBef>
              <a:spcAft>
                <a:spcPct val="0"/>
              </a:spcAft>
              <a:defRPr sz="3200" b="1">
                <a:solidFill>
                  <a:srgbClr val="73B900"/>
                </a:solidFill>
                <a:latin typeface="Arial" charset="0"/>
              </a:defRPr>
            </a:lvl5pPr>
            <a:lvl6pPr marL="457200" algn="l" rtl="0" eaLnBrk="1" fontAlgn="base" hangingPunct="1">
              <a:spcBef>
                <a:spcPct val="0"/>
              </a:spcBef>
              <a:spcAft>
                <a:spcPct val="0"/>
              </a:spcAft>
              <a:defRPr sz="3200" b="1">
                <a:solidFill>
                  <a:srgbClr val="73B900"/>
                </a:solidFill>
                <a:latin typeface="Arial" charset="0"/>
              </a:defRPr>
            </a:lvl6pPr>
            <a:lvl7pPr marL="914400" algn="l" rtl="0" eaLnBrk="1" fontAlgn="base" hangingPunct="1">
              <a:spcBef>
                <a:spcPct val="0"/>
              </a:spcBef>
              <a:spcAft>
                <a:spcPct val="0"/>
              </a:spcAft>
              <a:defRPr sz="3200" b="1">
                <a:solidFill>
                  <a:srgbClr val="73B900"/>
                </a:solidFill>
                <a:latin typeface="Arial" charset="0"/>
              </a:defRPr>
            </a:lvl7pPr>
            <a:lvl8pPr marL="1371600" algn="l" rtl="0" eaLnBrk="1" fontAlgn="base" hangingPunct="1">
              <a:spcBef>
                <a:spcPct val="0"/>
              </a:spcBef>
              <a:spcAft>
                <a:spcPct val="0"/>
              </a:spcAft>
              <a:defRPr sz="3200" b="1">
                <a:solidFill>
                  <a:srgbClr val="73B900"/>
                </a:solidFill>
                <a:latin typeface="Arial" charset="0"/>
              </a:defRPr>
            </a:lvl8pPr>
            <a:lvl9pPr marL="1828800" algn="l" rtl="0" eaLnBrk="1" fontAlgn="base" hangingPunct="1">
              <a:spcBef>
                <a:spcPct val="0"/>
              </a:spcBef>
              <a:spcAft>
                <a:spcPct val="0"/>
              </a:spcAft>
              <a:defRPr sz="3200" b="1">
                <a:solidFill>
                  <a:srgbClr val="73B900"/>
                </a:solidFill>
                <a:latin typeface="Arial" charset="0"/>
              </a:defRPr>
            </a:lvl9pPr>
          </a:lstStyle>
          <a:p>
            <a:pPr defTabSz="914400"/>
            <a:r>
              <a:rPr lang="en-US" kern="0" dirty="0" err="1"/>
              <a:t>패딩</a:t>
            </a:r>
            <a:r>
              <a:rPr lang="en-US" kern="0" dirty="0"/>
              <a:t> (Padding)</a:t>
            </a:r>
          </a:p>
        </p:txBody>
      </p:sp>
    </p:spTree>
    <p:extLst>
      <p:ext uri="{BB962C8B-B14F-4D97-AF65-F5344CB8AC3E}">
        <p14:creationId xmlns:p14="http://schemas.microsoft.com/office/powerpoint/2010/main" val="13047421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136571" y="4224528"/>
            <a:ext cx="6214437" cy="1373939"/>
          </a:xfrm>
        </p:spPr>
        <p:txBody>
          <a:bodyPr wrap="square" anchor="b">
            <a:normAutofit fontScale="90000"/>
          </a:bodyPr>
          <a:lstStyle/>
          <a:p>
            <a:r>
              <a:rPr lang="en-GB" dirty="0" err="1"/>
              <a:t>커널과</a:t>
            </a:r>
            <a:r>
              <a:rPr lang="en-GB" dirty="0"/>
              <a:t> </a:t>
            </a:r>
            <a:r>
              <a:rPr lang="en-GB" dirty="0" err="1"/>
              <a:t>뉴럴</a:t>
            </a:r>
            <a:r>
              <a:rPr lang="en-GB" dirty="0"/>
              <a:t> </a:t>
            </a:r>
            <a:r>
              <a:rPr lang="en-GB" dirty="0" err="1"/>
              <a:t>네트워크</a:t>
            </a:r>
            <a:br>
              <a:rPr lang="en-GB" dirty="0"/>
            </a:br>
            <a:r>
              <a:rPr lang="en-GB" dirty="0"/>
              <a:t>KERNELS and Neural Networks</a:t>
            </a:r>
            <a:endParaRPr lang="en-US" dirty="0"/>
          </a:p>
        </p:txBody>
      </p:sp>
    </p:spTree>
    <p:extLst>
      <p:ext uri="{BB962C8B-B14F-4D97-AF65-F5344CB8AC3E}">
        <p14:creationId xmlns:p14="http://schemas.microsoft.com/office/powerpoint/2010/main" val="39698031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516750" y="640238"/>
            <a:ext cx="9976104" cy="590931"/>
          </a:xfrm>
        </p:spPr>
        <p:txBody>
          <a:bodyPr/>
          <a:lstStyle/>
          <a:p>
            <a:r>
              <a:rPr lang="en-US" dirty="0" err="1"/>
              <a:t>커널과</a:t>
            </a:r>
            <a:r>
              <a:rPr lang="en-US" dirty="0"/>
              <a:t> </a:t>
            </a:r>
            <a:r>
              <a:rPr lang="en-US" dirty="0" err="1"/>
              <a:t>뉴럴</a:t>
            </a:r>
            <a:r>
              <a:rPr lang="en-US" dirty="0"/>
              <a:t> </a:t>
            </a:r>
            <a:r>
              <a:rPr lang="en-US" dirty="0" err="1"/>
              <a:t>네트워</a:t>
            </a:r>
            <a:r>
              <a:rPr lang="ko-KR" altLang="en-US" dirty="0"/>
              <a:t>크</a:t>
            </a:r>
            <a:endParaRPr lang="en-US" dirty="0"/>
          </a:p>
        </p:txBody>
      </p:sp>
      <p:graphicFrame>
        <p:nvGraphicFramePr>
          <p:cNvPr id="13" name="Table 12">
            <a:extLst>
              <a:ext uri="{FF2B5EF4-FFF2-40B4-BE49-F238E27FC236}">
                <a16:creationId xmlns:a16="http://schemas.microsoft.com/office/drawing/2014/main" id="{738E6E95-8DF3-4930-885F-0A3549E4D00D}"/>
              </a:ext>
            </a:extLst>
          </p:cNvPr>
          <p:cNvGraphicFramePr>
            <a:graphicFrameLocks noGrp="1"/>
          </p:cNvGraphicFramePr>
          <p:nvPr>
            <p:extLst>
              <p:ext uri="{D42A27DB-BD31-4B8C-83A1-F6EECF244321}">
                <p14:modId xmlns:p14="http://schemas.microsoft.com/office/powerpoint/2010/main" val="2828978264"/>
              </p:ext>
            </p:extLst>
          </p:nvPr>
        </p:nvGraphicFramePr>
        <p:xfrm>
          <a:off x="1095015" y="2938365"/>
          <a:ext cx="2632254" cy="2116182"/>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877418">
                  <a:extLst>
                    <a:ext uri="{9D8B030D-6E8A-4147-A177-3AD203B41FA5}">
                      <a16:colId xmlns:a16="http://schemas.microsoft.com/office/drawing/2014/main" val="3363110549"/>
                    </a:ext>
                  </a:extLst>
                </a:gridCol>
                <a:gridCol w="877418">
                  <a:extLst>
                    <a:ext uri="{9D8B030D-6E8A-4147-A177-3AD203B41FA5}">
                      <a16:colId xmlns:a16="http://schemas.microsoft.com/office/drawing/2014/main" val="2773334811"/>
                    </a:ext>
                  </a:extLst>
                </a:gridCol>
                <a:gridCol w="877418">
                  <a:extLst>
                    <a:ext uri="{9D8B030D-6E8A-4147-A177-3AD203B41FA5}">
                      <a16:colId xmlns:a16="http://schemas.microsoft.com/office/drawing/2014/main" val="3954811565"/>
                    </a:ext>
                  </a:extLst>
                </a:gridCol>
              </a:tblGrid>
              <a:tr h="705394">
                <a:tc>
                  <a:txBody>
                    <a:bodyPr/>
                    <a:lstStyle/>
                    <a:p>
                      <a:pPr algn="ctr"/>
                      <a:r>
                        <a:rPr lang="en-US" sz="2800" b="0">
                          <a:solidFill>
                            <a:schemeClr val="bg1"/>
                          </a:solidFill>
                        </a:rPr>
                        <a:t>w</a:t>
                      </a:r>
                      <a:r>
                        <a:rPr lang="en-US" sz="2800" b="0" baseline="-25000">
                          <a:solidFill>
                            <a:schemeClr val="bg1"/>
                          </a:solidFill>
                        </a:rPr>
                        <a:t>1</a:t>
                      </a:r>
                      <a:endParaRPr lang="en-US" sz="2800" b="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2800" b="0">
                          <a:solidFill>
                            <a:schemeClr val="bg1"/>
                          </a:solidFill>
                        </a:rPr>
                        <a:t>w</a:t>
                      </a:r>
                      <a:r>
                        <a:rPr lang="en-US" sz="2800" b="0" baseline="-25000">
                          <a:solidFill>
                            <a:schemeClr val="bg1"/>
                          </a:solidFill>
                        </a:rPr>
                        <a:t>2</a:t>
                      </a:r>
                      <a:endParaRPr lang="en-US" sz="2800" b="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a:solidFill>
                            <a:schemeClr val="bg1"/>
                          </a:solidFill>
                        </a:rPr>
                        <a:t>w</a:t>
                      </a:r>
                      <a:r>
                        <a:rPr lang="en-US" sz="2800" b="0" baseline="-25000">
                          <a:solidFill>
                            <a:schemeClr val="bg1"/>
                          </a:solidFill>
                        </a:rPr>
                        <a:t>3</a:t>
                      </a:r>
                      <a:endParaRPr lang="en-US" sz="2800" b="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705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a:solidFill>
                            <a:schemeClr val="bg1"/>
                          </a:solidFill>
                        </a:rPr>
                        <a:t>w</a:t>
                      </a:r>
                      <a:r>
                        <a:rPr lang="en-US" sz="2800" b="0" baseline="-25000">
                          <a:solidFill>
                            <a:schemeClr val="bg1"/>
                          </a:solidFill>
                        </a:rPr>
                        <a:t>4</a:t>
                      </a:r>
                      <a:endParaRPr lang="en-US" sz="2800" b="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a:solidFill>
                            <a:schemeClr val="bg1"/>
                          </a:solidFill>
                        </a:rPr>
                        <a:t>w</a:t>
                      </a:r>
                      <a:r>
                        <a:rPr lang="en-US" sz="2800" b="0" baseline="-25000">
                          <a:solidFill>
                            <a:schemeClr val="bg1"/>
                          </a:solidFill>
                        </a:rPr>
                        <a:t>5</a:t>
                      </a:r>
                      <a:endParaRPr lang="en-US" sz="2800" b="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a:solidFill>
                            <a:schemeClr val="bg1"/>
                          </a:solidFill>
                        </a:rPr>
                        <a:t>w</a:t>
                      </a:r>
                      <a:r>
                        <a:rPr lang="en-US" sz="2800" b="0" baseline="-25000">
                          <a:solidFill>
                            <a:schemeClr val="bg1"/>
                          </a:solidFill>
                        </a:rPr>
                        <a:t>6</a:t>
                      </a:r>
                      <a:endParaRPr lang="en-US" sz="2800" b="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02284580"/>
                  </a:ext>
                </a:extLst>
              </a:tr>
              <a:tr h="705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a:solidFill>
                            <a:schemeClr val="bg1"/>
                          </a:solidFill>
                        </a:rPr>
                        <a:t>w</a:t>
                      </a:r>
                      <a:r>
                        <a:rPr lang="en-US" sz="2800" b="0" baseline="-25000">
                          <a:solidFill>
                            <a:schemeClr val="bg1"/>
                          </a:solidFill>
                        </a:rPr>
                        <a:t>7</a:t>
                      </a:r>
                      <a:endParaRPr lang="en-US" sz="2800" b="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a:solidFill>
                            <a:schemeClr val="bg1"/>
                          </a:solidFill>
                        </a:rPr>
                        <a:t>w</a:t>
                      </a:r>
                      <a:r>
                        <a:rPr lang="en-US" sz="2800" b="0" baseline="-25000">
                          <a:solidFill>
                            <a:schemeClr val="bg1"/>
                          </a:solidFill>
                        </a:rPr>
                        <a:t>8</a:t>
                      </a:r>
                      <a:endParaRPr lang="en-US" sz="2800" b="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a:solidFill>
                            <a:schemeClr val="bg1"/>
                          </a:solidFill>
                        </a:rPr>
                        <a:t>w</a:t>
                      </a:r>
                      <a:r>
                        <a:rPr lang="en-US" sz="2800" b="0" baseline="-25000">
                          <a:solidFill>
                            <a:schemeClr val="bg1"/>
                          </a:solidFill>
                        </a:rPr>
                        <a:t>9</a:t>
                      </a:r>
                      <a:endParaRPr lang="en-US" sz="2800" b="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sp>
        <p:nvSpPr>
          <p:cNvPr id="15" name="Rectangle 14">
            <a:extLst>
              <a:ext uri="{FF2B5EF4-FFF2-40B4-BE49-F238E27FC236}">
                <a16:creationId xmlns:a16="http://schemas.microsoft.com/office/drawing/2014/main" id="{F8F5E77E-5566-4F0E-B7DC-61BA7B0F09C6}"/>
              </a:ext>
            </a:extLst>
          </p:cNvPr>
          <p:cNvSpPr/>
          <p:nvPr/>
        </p:nvSpPr>
        <p:spPr>
          <a:xfrm>
            <a:off x="1567351" y="1627567"/>
            <a:ext cx="1687581" cy="914400"/>
          </a:xfrm>
          <a:prstGeom prst="rect">
            <a:avLst/>
          </a:prstGeom>
          <a:solidFill>
            <a:schemeClr val="accent1"/>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solidFill>
                  <a:srgbClr val="FFFFFF"/>
                </a:solidFill>
                <a:latin typeface="Trebuchet MS"/>
              </a:rPr>
              <a:t>커널</a:t>
            </a:r>
            <a:endParaRPr lang="en-US" b="1" dirty="0">
              <a:solidFill>
                <a:srgbClr val="FFFFFF"/>
              </a:solidFill>
              <a:latin typeface="Trebuchet MS"/>
            </a:endParaRPr>
          </a:p>
          <a:p>
            <a:pPr algn="ctr"/>
            <a:r>
              <a:rPr lang="en-US" b="1" dirty="0">
                <a:solidFill>
                  <a:srgbClr val="FFFFFF"/>
                </a:solidFill>
                <a:latin typeface="Trebuchet MS"/>
              </a:rPr>
              <a:t>(Kernel)</a:t>
            </a:r>
          </a:p>
        </p:txBody>
      </p:sp>
    </p:spTree>
    <p:extLst>
      <p:ext uri="{BB962C8B-B14F-4D97-AF65-F5344CB8AC3E}">
        <p14:creationId xmlns:p14="http://schemas.microsoft.com/office/powerpoint/2010/main" val="42358093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516750" y="640238"/>
            <a:ext cx="9976104" cy="590931"/>
          </a:xfrm>
        </p:spPr>
        <p:txBody>
          <a:bodyPr/>
          <a:lstStyle/>
          <a:p>
            <a:r>
              <a:rPr lang="en-US"/>
              <a:t>커널과 뉴럴 네트워크</a:t>
            </a:r>
          </a:p>
        </p:txBody>
      </p:sp>
      <p:graphicFrame>
        <p:nvGraphicFramePr>
          <p:cNvPr id="13" name="Table 12">
            <a:extLst>
              <a:ext uri="{FF2B5EF4-FFF2-40B4-BE49-F238E27FC236}">
                <a16:creationId xmlns:a16="http://schemas.microsoft.com/office/drawing/2014/main" id="{738E6E95-8DF3-4930-885F-0A3549E4D00D}"/>
              </a:ext>
            </a:extLst>
          </p:cNvPr>
          <p:cNvGraphicFramePr>
            <a:graphicFrameLocks noGrp="1"/>
          </p:cNvGraphicFramePr>
          <p:nvPr/>
        </p:nvGraphicFramePr>
        <p:xfrm>
          <a:off x="1095015" y="2938365"/>
          <a:ext cx="2632254" cy="2116182"/>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877418">
                  <a:extLst>
                    <a:ext uri="{9D8B030D-6E8A-4147-A177-3AD203B41FA5}">
                      <a16:colId xmlns:a16="http://schemas.microsoft.com/office/drawing/2014/main" val="3363110549"/>
                    </a:ext>
                  </a:extLst>
                </a:gridCol>
                <a:gridCol w="877418">
                  <a:extLst>
                    <a:ext uri="{9D8B030D-6E8A-4147-A177-3AD203B41FA5}">
                      <a16:colId xmlns:a16="http://schemas.microsoft.com/office/drawing/2014/main" val="2773334811"/>
                    </a:ext>
                  </a:extLst>
                </a:gridCol>
                <a:gridCol w="877418">
                  <a:extLst>
                    <a:ext uri="{9D8B030D-6E8A-4147-A177-3AD203B41FA5}">
                      <a16:colId xmlns:a16="http://schemas.microsoft.com/office/drawing/2014/main" val="3954811565"/>
                    </a:ext>
                  </a:extLst>
                </a:gridCol>
              </a:tblGrid>
              <a:tr h="705394">
                <a:tc>
                  <a:txBody>
                    <a:bodyPr/>
                    <a:lstStyle/>
                    <a:p>
                      <a:pPr algn="ctr"/>
                      <a:r>
                        <a:rPr lang="en-US" sz="2800" b="0">
                          <a:solidFill>
                            <a:schemeClr val="bg1"/>
                          </a:solidFill>
                        </a:rPr>
                        <a:t>w</a:t>
                      </a:r>
                      <a:r>
                        <a:rPr lang="en-US" sz="2800" b="0" baseline="-25000">
                          <a:solidFill>
                            <a:schemeClr val="bg1"/>
                          </a:solidFill>
                        </a:rPr>
                        <a:t>1</a:t>
                      </a:r>
                      <a:endParaRPr lang="en-US" sz="2800" b="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2800" b="0">
                          <a:solidFill>
                            <a:schemeClr val="bg1"/>
                          </a:solidFill>
                        </a:rPr>
                        <a:t>w</a:t>
                      </a:r>
                      <a:r>
                        <a:rPr lang="en-US" sz="2800" b="0" baseline="-25000">
                          <a:solidFill>
                            <a:schemeClr val="bg1"/>
                          </a:solidFill>
                        </a:rPr>
                        <a:t>2</a:t>
                      </a:r>
                      <a:endParaRPr lang="en-US" sz="2800" b="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a:solidFill>
                            <a:schemeClr val="bg1"/>
                          </a:solidFill>
                        </a:rPr>
                        <a:t>w</a:t>
                      </a:r>
                      <a:r>
                        <a:rPr lang="en-US" sz="2800" b="0" baseline="-25000">
                          <a:solidFill>
                            <a:schemeClr val="bg1"/>
                          </a:solidFill>
                        </a:rPr>
                        <a:t>3</a:t>
                      </a:r>
                      <a:endParaRPr lang="en-US" sz="2800" b="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705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a:solidFill>
                            <a:schemeClr val="bg1"/>
                          </a:solidFill>
                        </a:rPr>
                        <a:t>w</a:t>
                      </a:r>
                      <a:r>
                        <a:rPr lang="en-US" sz="2800" b="0" baseline="-25000">
                          <a:solidFill>
                            <a:schemeClr val="bg1"/>
                          </a:solidFill>
                        </a:rPr>
                        <a:t>4</a:t>
                      </a:r>
                      <a:endParaRPr lang="en-US" sz="2800" b="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a:solidFill>
                            <a:schemeClr val="bg1"/>
                          </a:solidFill>
                        </a:rPr>
                        <a:t>w</a:t>
                      </a:r>
                      <a:r>
                        <a:rPr lang="en-US" sz="2800" b="0" baseline="-25000">
                          <a:solidFill>
                            <a:schemeClr val="bg1"/>
                          </a:solidFill>
                        </a:rPr>
                        <a:t>5</a:t>
                      </a:r>
                      <a:endParaRPr lang="en-US" sz="2800" b="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a:solidFill>
                            <a:schemeClr val="bg1"/>
                          </a:solidFill>
                        </a:rPr>
                        <a:t>w</a:t>
                      </a:r>
                      <a:r>
                        <a:rPr lang="en-US" sz="2800" b="0" baseline="-25000">
                          <a:solidFill>
                            <a:schemeClr val="bg1"/>
                          </a:solidFill>
                        </a:rPr>
                        <a:t>6</a:t>
                      </a:r>
                      <a:endParaRPr lang="en-US" sz="2800" b="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02284580"/>
                  </a:ext>
                </a:extLst>
              </a:tr>
              <a:tr h="705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a:solidFill>
                            <a:schemeClr val="bg1"/>
                          </a:solidFill>
                        </a:rPr>
                        <a:t>w</a:t>
                      </a:r>
                      <a:r>
                        <a:rPr lang="en-US" sz="2800" b="0" baseline="-25000">
                          <a:solidFill>
                            <a:schemeClr val="bg1"/>
                          </a:solidFill>
                        </a:rPr>
                        <a:t>7</a:t>
                      </a:r>
                      <a:endParaRPr lang="en-US" sz="2800" b="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a:solidFill>
                            <a:schemeClr val="bg1"/>
                          </a:solidFill>
                        </a:rPr>
                        <a:t>w</a:t>
                      </a:r>
                      <a:r>
                        <a:rPr lang="en-US" sz="2800" b="0" baseline="-25000">
                          <a:solidFill>
                            <a:schemeClr val="bg1"/>
                          </a:solidFill>
                        </a:rPr>
                        <a:t>8</a:t>
                      </a:r>
                      <a:endParaRPr lang="en-US" sz="2800" b="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a:solidFill>
                            <a:schemeClr val="bg1"/>
                          </a:solidFill>
                        </a:rPr>
                        <a:t>w</a:t>
                      </a:r>
                      <a:r>
                        <a:rPr lang="en-US" sz="2800" b="0" baseline="-25000">
                          <a:solidFill>
                            <a:schemeClr val="bg1"/>
                          </a:solidFill>
                        </a:rPr>
                        <a:t>9</a:t>
                      </a:r>
                      <a:endParaRPr lang="en-US" sz="2800" b="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sp>
        <p:nvSpPr>
          <p:cNvPr id="15" name="Rectangle 14">
            <a:extLst>
              <a:ext uri="{FF2B5EF4-FFF2-40B4-BE49-F238E27FC236}">
                <a16:creationId xmlns:a16="http://schemas.microsoft.com/office/drawing/2014/main" id="{F8F5E77E-5566-4F0E-B7DC-61BA7B0F09C6}"/>
              </a:ext>
            </a:extLst>
          </p:cNvPr>
          <p:cNvSpPr/>
          <p:nvPr/>
        </p:nvSpPr>
        <p:spPr>
          <a:xfrm>
            <a:off x="1567351" y="1627567"/>
            <a:ext cx="1687581" cy="914400"/>
          </a:xfrm>
          <a:prstGeom prst="rect">
            <a:avLst/>
          </a:prstGeom>
          <a:solidFill>
            <a:schemeClr val="accent1"/>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solidFill>
                  <a:srgbClr val="FFFFFF"/>
                </a:solidFill>
                <a:latin typeface="Trebuchet MS"/>
              </a:rPr>
              <a:t>커널</a:t>
            </a:r>
            <a:endParaRPr lang="en-US" b="1" dirty="0">
              <a:solidFill>
                <a:srgbClr val="FFFFFF"/>
              </a:solidFill>
              <a:latin typeface="Trebuchet MS"/>
            </a:endParaRPr>
          </a:p>
          <a:p>
            <a:pPr algn="ctr"/>
            <a:r>
              <a:rPr lang="en-US" b="1" dirty="0">
                <a:solidFill>
                  <a:srgbClr val="FFFFFF"/>
                </a:solidFill>
                <a:latin typeface="Trebuchet MS"/>
              </a:rPr>
              <a:t>(Kernel)</a:t>
            </a:r>
          </a:p>
        </p:txBody>
      </p:sp>
      <p:grpSp>
        <p:nvGrpSpPr>
          <p:cNvPr id="3" name="Group 2">
            <a:extLst>
              <a:ext uri="{FF2B5EF4-FFF2-40B4-BE49-F238E27FC236}">
                <a16:creationId xmlns:a16="http://schemas.microsoft.com/office/drawing/2014/main" id="{A2E40163-8265-442F-AE8A-D8CA7025D926}"/>
              </a:ext>
            </a:extLst>
          </p:cNvPr>
          <p:cNvGrpSpPr/>
          <p:nvPr/>
        </p:nvGrpSpPr>
        <p:grpSpPr>
          <a:xfrm>
            <a:off x="6414388" y="2708868"/>
            <a:ext cx="2337726" cy="2823094"/>
            <a:chOff x="5987668" y="2071699"/>
            <a:chExt cx="2952534" cy="3565551"/>
          </a:xfrm>
        </p:grpSpPr>
        <p:cxnSp>
          <p:nvCxnSpPr>
            <p:cNvPr id="5" name="Straight Arrow Connector 4">
              <a:extLst>
                <a:ext uri="{FF2B5EF4-FFF2-40B4-BE49-F238E27FC236}">
                  <a16:creationId xmlns:a16="http://schemas.microsoft.com/office/drawing/2014/main" id="{7FBD143F-26F4-4B34-8F1A-211517AE486E}"/>
                </a:ext>
              </a:extLst>
            </p:cNvPr>
            <p:cNvCxnSpPr>
              <a:cxnSpLocks/>
              <a:endCxn id="9" idx="2"/>
            </p:cNvCxnSpPr>
            <p:nvPr/>
          </p:nvCxnSpPr>
          <p:spPr>
            <a:xfrm>
              <a:off x="6866709" y="3488601"/>
              <a:ext cx="585884" cy="87133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97E8B883-54F6-4B4A-8675-89C316E66BD8}"/>
                </a:ext>
              </a:extLst>
            </p:cNvPr>
            <p:cNvCxnSpPr>
              <a:cxnSpLocks/>
              <a:stCxn id="9" idx="6"/>
            </p:cNvCxnSpPr>
            <p:nvPr/>
          </p:nvCxnSpPr>
          <p:spPr>
            <a:xfrm>
              <a:off x="7452593" y="4840066"/>
              <a:ext cx="0" cy="79718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CBC6046-91C0-41A5-BA55-21E8839E41CC}"/>
                </a:ext>
              </a:extLst>
            </p:cNvPr>
            <p:cNvSpPr txBox="1"/>
            <p:nvPr/>
          </p:nvSpPr>
          <p:spPr>
            <a:xfrm>
              <a:off x="7844409" y="3684202"/>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800">
                  <a:solidFill>
                    <a:schemeClr val="bg1"/>
                  </a:solidFill>
                </a:rPr>
                <a:t>w</a:t>
              </a:r>
              <a:r>
                <a:rPr lang="en-US" sz="2800" baseline="-25000">
                  <a:solidFill>
                    <a:schemeClr val="bg1"/>
                  </a:solidFill>
                </a:rPr>
                <a:t>6</a:t>
              </a:r>
              <a:endParaRPr lang="en-US" sz="2800">
                <a:solidFill>
                  <a:schemeClr val="bg1"/>
                </a:solidFill>
              </a:endParaRPr>
            </a:p>
          </p:txBody>
        </p:sp>
        <p:sp>
          <p:nvSpPr>
            <p:cNvPr id="9" name="Google Shape;219;p33">
              <a:extLst>
                <a:ext uri="{FF2B5EF4-FFF2-40B4-BE49-F238E27FC236}">
                  <a16:creationId xmlns:a16="http://schemas.microsoft.com/office/drawing/2014/main" id="{9406F522-F4DE-4B76-8705-BFD05BA0EE96}"/>
                </a:ext>
              </a:extLst>
            </p:cNvPr>
            <p:cNvSpPr/>
            <p:nvPr/>
          </p:nvSpPr>
          <p:spPr>
            <a:xfrm rot="5400000">
              <a:off x="7212528" y="4361398"/>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10" name="Straight Arrow Connector 9">
              <a:extLst>
                <a:ext uri="{FF2B5EF4-FFF2-40B4-BE49-F238E27FC236}">
                  <a16:creationId xmlns:a16="http://schemas.microsoft.com/office/drawing/2014/main" id="{0398CDA3-F093-4285-A799-6C2C9069187A}"/>
                </a:ext>
              </a:extLst>
            </p:cNvPr>
            <p:cNvCxnSpPr>
              <a:cxnSpLocks/>
              <a:endCxn id="9" idx="2"/>
            </p:cNvCxnSpPr>
            <p:nvPr/>
          </p:nvCxnSpPr>
          <p:spPr>
            <a:xfrm flipH="1">
              <a:off x="7452593" y="3488601"/>
              <a:ext cx="566641" cy="87133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4CD63FA-C3BC-4BBF-A3EF-FC5CACCB9F33}"/>
                </a:ext>
              </a:extLst>
            </p:cNvPr>
            <p:cNvSpPr txBox="1"/>
            <p:nvPr/>
          </p:nvSpPr>
          <p:spPr>
            <a:xfrm>
              <a:off x="6578008" y="3684202"/>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800">
                  <a:solidFill>
                    <a:schemeClr val="bg1"/>
                  </a:solidFill>
                </a:rPr>
                <a:t>w</a:t>
              </a:r>
              <a:r>
                <a:rPr lang="en-US" sz="2800" baseline="-25000">
                  <a:solidFill>
                    <a:schemeClr val="bg1"/>
                  </a:solidFill>
                </a:rPr>
                <a:t>5</a:t>
              </a:r>
              <a:endParaRPr lang="en-US" sz="2800">
                <a:solidFill>
                  <a:schemeClr val="bg1"/>
                </a:solidFill>
              </a:endParaRPr>
            </a:p>
          </p:txBody>
        </p:sp>
        <p:sp>
          <p:nvSpPr>
            <p:cNvPr id="12" name="Google Shape;219;p33">
              <a:extLst>
                <a:ext uri="{FF2B5EF4-FFF2-40B4-BE49-F238E27FC236}">
                  <a16:creationId xmlns:a16="http://schemas.microsoft.com/office/drawing/2014/main" id="{84F1C7AE-08C5-4D4C-9A4D-0314192AC623}"/>
                </a:ext>
              </a:extLst>
            </p:cNvPr>
            <p:cNvSpPr/>
            <p:nvPr/>
          </p:nvSpPr>
          <p:spPr>
            <a:xfrm rot="5400000">
              <a:off x="6592068" y="3009932"/>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4" name="Google Shape;219;p33">
              <a:extLst>
                <a:ext uri="{FF2B5EF4-FFF2-40B4-BE49-F238E27FC236}">
                  <a16:creationId xmlns:a16="http://schemas.microsoft.com/office/drawing/2014/main" id="{C401CC6E-32A3-4355-A013-A2D22F62EAC1}"/>
                </a:ext>
              </a:extLst>
            </p:cNvPr>
            <p:cNvSpPr/>
            <p:nvPr/>
          </p:nvSpPr>
          <p:spPr>
            <a:xfrm rot="5400000">
              <a:off x="7802719" y="3009931"/>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16" name="Straight Arrow Connector 15">
              <a:extLst>
                <a:ext uri="{FF2B5EF4-FFF2-40B4-BE49-F238E27FC236}">
                  <a16:creationId xmlns:a16="http://schemas.microsoft.com/office/drawing/2014/main" id="{ACAD83F8-D22B-42B0-9B08-90E8C9C604BC}"/>
                </a:ext>
              </a:extLst>
            </p:cNvPr>
            <p:cNvCxnSpPr>
              <a:cxnSpLocks/>
              <a:stCxn id="22" idx="2"/>
              <a:endCxn id="12" idx="2"/>
            </p:cNvCxnSpPr>
            <p:nvPr/>
          </p:nvCxnSpPr>
          <p:spPr>
            <a:xfrm>
              <a:off x="6438084" y="2551830"/>
              <a:ext cx="394049" cy="456639"/>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2D8310E-F37F-486D-BB89-BFF1F2BD37A0}"/>
                </a:ext>
              </a:extLst>
            </p:cNvPr>
            <p:cNvCxnSpPr>
              <a:cxnSpLocks/>
              <a:stCxn id="22" idx="2"/>
              <a:endCxn id="14" idx="2"/>
            </p:cNvCxnSpPr>
            <p:nvPr/>
          </p:nvCxnSpPr>
          <p:spPr>
            <a:xfrm>
              <a:off x="6438084" y="2551830"/>
              <a:ext cx="1604700" cy="456638"/>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36EB94A-3AD2-41FE-B0FD-2955CE239389}"/>
                </a:ext>
              </a:extLst>
            </p:cNvPr>
            <p:cNvCxnSpPr>
              <a:cxnSpLocks/>
              <a:stCxn id="23" idx="2"/>
              <a:endCxn id="12" idx="2"/>
            </p:cNvCxnSpPr>
            <p:nvPr/>
          </p:nvCxnSpPr>
          <p:spPr>
            <a:xfrm flipH="1">
              <a:off x="6832133" y="2551830"/>
              <a:ext cx="1617461" cy="456639"/>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903A594-E2AE-4FC4-95DE-B725D573CCD0}"/>
                </a:ext>
              </a:extLst>
            </p:cNvPr>
            <p:cNvCxnSpPr>
              <a:cxnSpLocks/>
              <a:stCxn id="23" idx="2"/>
              <a:endCxn id="14" idx="2"/>
            </p:cNvCxnSpPr>
            <p:nvPr/>
          </p:nvCxnSpPr>
          <p:spPr>
            <a:xfrm flipH="1">
              <a:off x="8042784" y="2551830"/>
              <a:ext cx="406810" cy="456638"/>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422D589-C9DA-4814-9C80-B9D9F6ADA571}"/>
                </a:ext>
              </a:extLst>
            </p:cNvPr>
            <p:cNvSpPr txBox="1"/>
            <p:nvPr/>
          </p:nvSpPr>
          <p:spPr>
            <a:xfrm>
              <a:off x="5987668" y="2649631"/>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800">
                  <a:solidFill>
                    <a:schemeClr val="bg1"/>
                  </a:solidFill>
                </a:rPr>
                <a:t>w</a:t>
              </a:r>
              <a:r>
                <a:rPr lang="en-US" sz="2800" baseline="-25000">
                  <a:solidFill>
                    <a:schemeClr val="bg1"/>
                  </a:solidFill>
                </a:rPr>
                <a:t>1</a:t>
              </a:r>
              <a:endParaRPr lang="en-US" sz="2800">
                <a:solidFill>
                  <a:schemeClr val="bg1"/>
                </a:solidFill>
              </a:endParaRPr>
            </a:p>
          </p:txBody>
        </p:sp>
        <p:sp>
          <p:nvSpPr>
            <p:cNvPr id="21" name="TextBox 20">
              <a:extLst>
                <a:ext uri="{FF2B5EF4-FFF2-40B4-BE49-F238E27FC236}">
                  <a16:creationId xmlns:a16="http://schemas.microsoft.com/office/drawing/2014/main" id="{05284F34-894F-438B-BD70-97833F8C078D}"/>
                </a:ext>
              </a:extLst>
            </p:cNvPr>
            <p:cNvSpPr txBox="1"/>
            <p:nvPr/>
          </p:nvSpPr>
          <p:spPr>
            <a:xfrm>
              <a:off x="6844417" y="2251739"/>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800">
                  <a:solidFill>
                    <a:schemeClr val="bg1"/>
                  </a:solidFill>
                </a:rPr>
                <a:t>w</a:t>
              </a:r>
              <a:r>
                <a:rPr lang="en-US" sz="2800" baseline="-25000">
                  <a:solidFill>
                    <a:schemeClr val="bg1"/>
                  </a:solidFill>
                </a:rPr>
                <a:t>2</a:t>
              </a:r>
              <a:endParaRPr lang="en-US" sz="2800">
                <a:solidFill>
                  <a:schemeClr val="bg1"/>
                </a:solidFill>
              </a:endParaRPr>
            </a:p>
          </p:txBody>
        </p:sp>
        <p:sp>
          <p:nvSpPr>
            <p:cNvPr id="22" name="TextBox 21">
              <a:extLst>
                <a:ext uri="{FF2B5EF4-FFF2-40B4-BE49-F238E27FC236}">
                  <a16:creationId xmlns:a16="http://schemas.microsoft.com/office/drawing/2014/main" id="{E9449EEF-8F73-4DEB-9A31-AC1CACAEC578}"/>
                </a:ext>
              </a:extLst>
            </p:cNvPr>
            <p:cNvSpPr txBox="1"/>
            <p:nvPr/>
          </p:nvSpPr>
          <p:spPr>
            <a:xfrm>
              <a:off x="6193466" y="2071699"/>
              <a:ext cx="489236" cy="480131"/>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800">
                  <a:solidFill>
                    <a:schemeClr val="bg1"/>
                  </a:solidFill>
                </a:rPr>
                <a:t>x</a:t>
              </a:r>
              <a:r>
                <a:rPr lang="en-US" sz="2800" baseline="-25000">
                  <a:solidFill>
                    <a:schemeClr val="bg1"/>
                  </a:solidFill>
                </a:rPr>
                <a:t>1</a:t>
              </a:r>
              <a:endParaRPr lang="en-US" sz="2800">
                <a:solidFill>
                  <a:schemeClr val="bg1"/>
                </a:solidFill>
              </a:endParaRPr>
            </a:p>
          </p:txBody>
        </p:sp>
        <p:sp>
          <p:nvSpPr>
            <p:cNvPr id="23" name="TextBox 22">
              <a:extLst>
                <a:ext uri="{FF2B5EF4-FFF2-40B4-BE49-F238E27FC236}">
                  <a16:creationId xmlns:a16="http://schemas.microsoft.com/office/drawing/2014/main" id="{B58B9027-FF6D-4D9C-A370-F5718F5C45A1}"/>
                </a:ext>
              </a:extLst>
            </p:cNvPr>
            <p:cNvSpPr txBox="1"/>
            <p:nvPr/>
          </p:nvSpPr>
          <p:spPr>
            <a:xfrm>
              <a:off x="8204976" y="2071699"/>
              <a:ext cx="489236" cy="480131"/>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800" dirty="0">
                  <a:solidFill>
                    <a:schemeClr val="bg1"/>
                  </a:solidFill>
                </a:rPr>
                <a:t>x</a:t>
              </a:r>
              <a:r>
                <a:rPr lang="en-US" sz="2800" baseline="-25000" dirty="0">
                  <a:solidFill>
                    <a:schemeClr val="bg1"/>
                  </a:solidFill>
                </a:rPr>
                <a:t>2</a:t>
              </a:r>
              <a:endParaRPr lang="en-US" sz="2800" dirty="0">
                <a:solidFill>
                  <a:schemeClr val="bg1"/>
                </a:solidFill>
              </a:endParaRPr>
            </a:p>
          </p:txBody>
        </p:sp>
        <p:sp>
          <p:nvSpPr>
            <p:cNvPr id="24" name="TextBox 23">
              <a:extLst>
                <a:ext uri="{FF2B5EF4-FFF2-40B4-BE49-F238E27FC236}">
                  <a16:creationId xmlns:a16="http://schemas.microsoft.com/office/drawing/2014/main" id="{D3B76664-ECC4-405A-AC1B-7B86FFDB3C97}"/>
                </a:ext>
              </a:extLst>
            </p:cNvPr>
            <p:cNvSpPr txBox="1"/>
            <p:nvPr/>
          </p:nvSpPr>
          <p:spPr>
            <a:xfrm>
              <a:off x="7361889" y="2251737"/>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800">
                  <a:solidFill>
                    <a:schemeClr val="bg1"/>
                  </a:solidFill>
                </a:rPr>
                <a:t>w</a:t>
              </a:r>
              <a:r>
                <a:rPr lang="en-US" sz="2800" baseline="-25000">
                  <a:solidFill>
                    <a:schemeClr val="bg1"/>
                  </a:solidFill>
                </a:rPr>
                <a:t>3</a:t>
              </a:r>
              <a:endParaRPr lang="en-US" sz="2800">
                <a:solidFill>
                  <a:schemeClr val="bg1"/>
                </a:solidFill>
              </a:endParaRPr>
            </a:p>
          </p:txBody>
        </p:sp>
        <p:sp>
          <p:nvSpPr>
            <p:cNvPr id="25" name="TextBox 24">
              <a:extLst>
                <a:ext uri="{FF2B5EF4-FFF2-40B4-BE49-F238E27FC236}">
                  <a16:creationId xmlns:a16="http://schemas.microsoft.com/office/drawing/2014/main" id="{AC01DCC5-C88C-4BFE-9DCC-1167F7FDA826}"/>
                </a:ext>
              </a:extLst>
            </p:cNvPr>
            <p:cNvSpPr txBox="1"/>
            <p:nvPr/>
          </p:nvSpPr>
          <p:spPr>
            <a:xfrm>
              <a:off x="8362800" y="2611855"/>
              <a:ext cx="577402"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800">
                  <a:solidFill>
                    <a:schemeClr val="bg1"/>
                  </a:solidFill>
                </a:rPr>
                <a:t>w</a:t>
              </a:r>
              <a:r>
                <a:rPr lang="en-US" sz="2800" baseline="-25000">
                  <a:solidFill>
                    <a:schemeClr val="bg1"/>
                  </a:solidFill>
                </a:rPr>
                <a:t>4</a:t>
              </a:r>
              <a:endParaRPr lang="en-US" sz="2800">
                <a:solidFill>
                  <a:schemeClr val="bg1"/>
                </a:solidFill>
              </a:endParaRPr>
            </a:p>
          </p:txBody>
        </p:sp>
      </p:grpSp>
      <p:sp>
        <p:nvSpPr>
          <p:cNvPr id="4" name="Rectangle 3">
            <a:extLst>
              <a:ext uri="{FF2B5EF4-FFF2-40B4-BE49-F238E27FC236}">
                <a16:creationId xmlns:a16="http://schemas.microsoft.com/office/drawing/2014/main" id="{A603BCE7-4563-41F7-846B-6DD981F36CB6}"/>
              </a:ext>
            </a:extLst>
          </p:cNvPr>
          <p:cNvSpPr/>
          <p:nvPr/>
        </p:nvSpPr>
        <p:spPr>
          <a:xfrm>
            <a:off x="6835948" y="1627567"/>
            <a:ext cx="1687581" cy="914400"/>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srgbClr val="FFFFFF"/>
                </a:solidFill>
                <a:effectLst/>
                <a:uLnTx/>
                <a:uFillTx/>
                <a:latin typeface="Trebuchet MS"/>
                <a:ea typeface="+mn-ea"/>
                <a:cs typeface="+mn-cs"/>
              </a:rPr>
              <a:t>뉴런</a:t>
            </a:r>
            <a:endParaRPr kumimoji="0" lang="en-US" sz="1800" b="1" i="0" u="none" strike="noStrike" kern="1200" cap="none" spc="0" normalizeH="0" baseline="0" noProof="0" dirty="0">
              <a:ln>
                <a:noFill/>
              </a:ln>
              <a:solidFill>
                <a:srgbClr val="FFFFFF"/>
              </a:solidFill>
              <a:effectLst/>
              <a:uLnTx/>
              <a:uFillTx/>
              <a:latin typeface="Trebuchet MS"/>
              <a:ea typeface="+mn-ea"/>
              <a:cs typeface="+mn-cs"/>
            </a:endParaRPr>
          </a:p>
          <a:p>
            <a:pPr marL="0" marR="0" lvl="0" indent="0" algn="ctr" defTabSz="457200" rtl="0" eaLnBrk="1" fontAlgn="base" latinLnBrk="0" hangingPunct="1">
              <a:lnSpc>
                <a:spcPct val="100000"/>
              </a:lnSpc>
              <a:spcBef>
                <a:spcPct val="0"/>
              </a:spcBef>
              <a:spcAft>
                <a:spcPct val="0"/>
              </a:spcAft>
              <a:buClrTx/>
              <a:buSzTx/>
              <a:buFontTx/>
              <a:buNone/>
              <a:tabLst/>
              <a:defRPr/>
            </a:pPr>
            <a:r>
              <a:rPr lang="en-US" b="1" dirty="0">
                <a:solidFill>
                  <a:srgbClr val="FFFFFF"/>
                </a:solidFill>
                <a:latin typeface="Trebuchet MS"/>
              </a:rPr>
              <a:t>(Neuron)</a:t>
            </a:r>
            <a:endParaRPr kumimoji="0" lang="en-US" sz="1800" b="1" i="0" u="none" strike="noStrike" kern="1200" cap="none" spc="0" normalizeH="0" baseline="0" noProof="0" dirty="0">
              <a:ln>
                <a:noFill/>
              </a:ln>
              <a:solidFill>
                <a:srgbClr val="FFFFFF"/>
              </a:solidFill>
              <a:effectLst/>
              <a:uLnTx/>
              <a:uFillTx/>
              <a:latin typeface="Trebuchet MS"/>
              <a:ea typeface="+mn-ea"/>
              <a:cs typeface="+mn-cs"/>
            </a:endParaRPr>
          </a:p>
        </p:txBody>
      </p:sp>
    </p:spTree>
    <p:extLst>
      <p:ext uri="{BB962C8B-B14F-4D97-AF65-F5344CB8AC3E}">
        <p14:creationId xmlns:p14="http://schemas.microsoft.com/office/powerpoint/2010/main" val="40582549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2" name="Straight Connector 191">
            <a:extLst>
              <a:ext uri="{FF2B5EF4-FFF2-40B4-BE49-F238E27FC236}">
                <a16:creationId xmlns:a16="http://schemas.microsoft.com/office/drawing/2014/main" id="{074348C7-68F6-4906-B254-3A92BD5C73C3}"/>
              </a:ext>
            </a:extLst>
          </p:cNvPr>
          <p:cNvCxnSpPr>
            <a:cxnSpLocks/>
          </p:cNvCxnSpPr>
          <p:nvPr/>
        </p:nvCxnSpPr>
        <p:spPr>
          <a:xfrm>
            <a:off x="5775689" y="3477143"/>
            <a:ext cx="1457772" cy="1016709"/>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516750" y="640238"/>
            <a:ext cx="9976104" cy="590931"/>
          </a:xfrm>
        </p:spPr>
        <p:txBody>
          <a:bodyPr/>
          <a:lstStyle/>
          <a:p>
            <a:r>
              <a:rPr lang="en-US" dirty="0" err="1"/>
              <a:t>커널과</a:t>
            </a:r>
            <a:r>
              <a:rPr lang="en-US" dirty="0"/>
              <a:t> </a:t>
            </a:r>
            <a:r>
              <a:rPr lang="en-US" dirty="0" err="1"/>
              <a:t>뉴럴</a:t>
            </a:r>
            <a:r>
              <a:rPr lang="en-US" dirty="0"/>
              <a:t> </a:t>
            </a:r>
            <a:r>
              <a:rPr lang="en-US" dirty="0" err="1"/>
              <a:t>네트워크</a:t>
            </a:r>
            <a:endParaRPr lang="en-US" dirty="0"/>
          </a:p>
        </p:txBody>
      </p:sp>
      <p:pic>
        <p:nvPicPr>
          <p:cNvPr id="27" name="Picture 26">
            <a:extLst>
              <a:ext uri="{FF2B5EF4-FFF2-40B4-BE49-F238E27FC236}">
                <a16:creationId xmlns:a16="http://schemas.microsoft.com/office/drawing/2014/main" id="{4F98C430-B757-4727-A292-B565968018A3}"/>
              </a:ext>
            </a:extLst>
          </p:cNvPr>
          <p:cNvPicPr>
            <a:picLocks noChangeAspect="1"/>
          </p:cNvPicPr>
          <p:nvPr/>
        </p:nvPicPr>
        <p:blipFill rotWithShape="1">
          <a:blip r:embed="rId3"/>
          <a:srcRect l="33949" t="46563" r="48253" b="22257"/>
          <a:stretch/>
        </p:blipFill>
        <p:spPr>
          <a:xfrm>
            <a:off x="668449" y="1828800"/>
            <a:ext cx="1560945" cy="2637608"/>
          </a:xfrm>
          <a:prstGeom prst="rect">
            <a:avLst/>
          </a:prstGeom>
          <a:scene3d>
            <a:camera prst="isometricRightUp"/>
            <a:lightRig rig="threePt" dir="t"/>
          </a:scene3d>
        </p:spPr>
      </p:pic>
      <p:sp>
        <p:nvSpPr>
          <p:cNvPr id="28" name="TextBox 27">
            <a:extLst>
              <a:ext uri="{FF2B5EF4-FFF2-40B4-BE49-F238E27FC236}">
                <a16:creationId xmlns:a16="http://schemas.microsoft.com/office/drawing/2014/main" id="{F83DF815-646C-438F-8301-C2B6FCF8CCFA}"/>
              </a:ext>
            </a:extLst>
          </p:cNvPr>
          <p:cNvSpPr txBox="1"/>
          <p:nvPr/>
        </p:nvSpPr>
        <p:spPr>
          <a:xfrm>
            <a:off x="834449" y="4909795"/>
            <a:ext cx="1135246"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400" dirty="0">
                <a:solidFill>
                  <a:schemeClr val="bg1"/>
                </a:solidFill>
              </a:rPr>
              <a:t>(28, 28,1)</a:t>
            </a:r>
          </a:p>
          <a:p>
            <a:pPr algn="ctr">
              <a:lnSpc>
                <a:spcPct val="90000"/>
              </a:lnSpc>
            </a:pPr>
            <a:r>
              <a:rPr lang="en-US" sz="1400" dirty="0">
                <a:solidFill>
                  <a:schemeClr val="bg1"/>
                </a:solidFill>
              </a:rPr>
              <a:t>이미지 입력</a:t>
            </a:r>
          </a:p>
        </p:txBody>
      </p:sp>
      <p:sp>
        <p:nvSpPr>
          <p:cNvPr id="2053" name="TextBox 2052">
            <a:extLst>
              <a:ext uri="{FF2B5EF4-FFF2-40B4-BE49-F238E27FC236}">
                <a16:creationId xmlns:a16="http://schemas.microsoft.com/office/drawing/2014/main" id="{CA88D0B1-9AE9-4C3B-A2E3-651E11CA0499}"/>
              </a:ext>
            </a:extLst>
          </p:cNvPr>
          <p:cNvSpPr txBox="1"/>
          <p:nvPr/>
        </p:nvSpPr>
        <p:spPr>
          <a:xfrm>
            <a:off x="2212437" y="4530700"/>
            <a:ext cx="1055097"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400" dirty="0">
                <a:solidFill>
                  <a:schemeClr val="bg1"/>
                </a:solidFill>
              </a:rPr>
              <a:t>(3, 3, 1, 2)</a:t>
            </a:r>
          </a:p>
          <a:p>
            <a:pPr algn="ctr">
              <a:lnSpc>
                <a:spcPct val="90000"/>
              </a:lnSpc>
            </a:pPr>
            <a:r>
              <a:rPr lang="en-US" sz="1400" dirty="0">
                <a:solidFill>
                  <a:schemeClr val="bg1"/>
                </a:solidFill>
              </a:rPr>
              <a:t>커널</a:t>
            </a:r>
          </a:p>
        </p:txBody>
      </p:sp>
      <p:sp>
        <p:nvSpPr>
          <p:cNvPr id="50" name="TextBox 49">
            <a:extLst>
              <a:ext uri="{FF2B5EF4-FFF2-40B4-BE49-F238E27FC236}">
                <a16:creationId xmlns:a16="http://schemas.microsoft.com/office/drawing/2014/main" id="{BBF4F572-7F42-4260-A8F4-172EDF2695DA}"/>
              </a:ext>
            </a:extLst>
          </p:cNvPr>
          <p:cNvSpPr txBox="1"/>
          <p:nvPr/>
        </p:nvSpPr>
        <p:spPr>
          <a:xfrm>
            <a:off x="3034711" y="3883360"/>
            <a:ext cx="1418978"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400" dirty="0">
                <a:solidFill>
                  <a:schemeClr val="bg1"/>
                </a:solidFill>
              </a:rPr>
              <a:t>(28, 28, 2)</a:t>
            </a:r>
          </a:p>
          <a:p>
            <a:pPr algn="ctr">
              <a:lnSpc>
                <a:spcPct val="90000"/>
              </a:lnSpc>
            </a:pPr>
            <a:r>
              <a:rPr lang="en-US" sz="1400" dirty="0">
                <a:solidFill>
                  <a:schemeClr val="bg1"/>
                </a:solidFill>
              </a:rPr>
              <a:t>스택된 이미지</a:t>
            </a:r>
          </a:p>
        </p:txBody>
      </p:sp>
      <p:sp>
        <p:nvSpPr>
          <p:cNvPr id="83" name="TextBox 82">
            <a:extLst>
              <a:ext uri="{FF2B5EF4-FFF2-40B4-BE49-F238E27FC236}">
                <a16:creationId xmlns:a16="http://schemas.microsoft.com/office/drawing/2014/main" id="{B02F994B-1A74-41BA-ADFA-9A1B77A818FB}"/>
              </a:ext>
            </a:extLst>
          </p:cNvPr>
          <p:cNvSpPr txBox="1"/>
          <p:nvPr/>
        </p:nvSpPr>
        <p:spPr>
          <a:xfrm>
            <a:off x="4394161" y="4530699"/>
            <a:ext cx="1055097"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400" dirty="0">
                <a:solidFill>
                  <a:schemeClr val="bg1"/>
                </a:solidFill>
              </a:rPr>
              <a:t>(3, 3, 2, 2)</a:t>
            </a:r>
          </a:p>
          <a:p>
            <a:pPr algn="ctr">
              <a:lnSpc>
                <a:spcPct val="90000"/>
              </a:lnSpc>
            </a:pPr>
            <a:r>
              <a:rPr lang="en-US" sz="1400" dirty="0">
                <a:solidFill>
                  <a:schemeClr val="bg1"/>
                </a:solidFill>
              </a:rPr>
              <a:t>커널</a:t>
            </a:r>
          </a:p>
        </p:txBody>
      </p:sp>
      <p:sp>
        <p:nvSpPr>
          <p:cNvPr id="172" name="TextBox 171">
            <a:extLst>
              <a:ext uri="{FF2B5EF4-FFF2-40B4-BE49-F238E27FC236}">
                <a16:creationId xmlns:a16="http://schemas.microsoft.com/office/drawing/2014/main" id="{02CD8E21-6A01-4380-97B0-473E7163E1D5}"/>
              </a:ext>
            </a:extLst>
          </p:cNvPr>
          <p:cNvSpPr txBox="1"/>
          <p:nvPr/>
        </p:nvSpPr>
        <p:spPr>
          <a:xfrm>
            <a:off x="5371036" y="3893793"/>
            <a:ext cx="1418978" cy="480131"/>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400" dirty="0">
                <a:solidFill>
                  <a:schemeClr val="bg1"/>
                </a:solidFill>
              </a:rPr>
              <a:t>(28, 28, 2)</a:t>
            </a:r>
          </a:p>
          <a:p>
            <a:pPr algn="ctr">
              <a:lnSpc>
                <a:spcPct val="90000"/>
              </a:lnSpc>
            </a:pPr>
            <a:r>
              <a:rPr lang="en-US" sz="1400" dirty="0">
                <a:solidFill>
                  <a:schemeClr val="bg1"/>
                </a:solidFill>
              </a:rPr>
              <a:t>스택된 이미지</a:t>
            </a:r>
          </a:p>
        </p:txBody>
      </p:sp>
      <p:graphicFrame>
        <p:nvGraphicFramePr>
          <p:cNvPr id="173" name="Table 173">
            <a:extLst>
              <a:ext uri="{FF2B5EF4-FFF2-40B4-BE49-F238E27FC236}">
                <a16:creationId xmlns:a16="http://schemas.microsoft.com/office/drawing/2014/main" id="{CB51B13E-2419-4610-9050-07EC731290EB}"/>
              </a:ext>
            </a:extLst>
          </p:cNvPr>
          <p:cNvGraphicFramePr>
            <a:graphicFrameLocks noGrp="1"/>
          </p:cNvGraphicFramePr>
          <p:nvPr/>
        </p:nvGraphicFramePr>
        <p:xfrm>
          <a:off x="7206671" y="1555750"/>
          <a:ext cx="280336" cy="2966720"/>
        </p:xfrm>
        <a:graphic>
          <a:graphicData uri="http://schemas.openxmlformats.org/drawingml/2006/table">
            <a:tbl>
              <a:tblPr firstRow="1" bandRow="1">
                <a:tableStyleId>{5C22544A-7EE6-4342-B048-85BDC9FD1C3A}</a:tableStyleId>
              </a:tblPr>
              <a:tblGrid>
                <a:gridCol w="280336">
                  <a:extLst>
                    <a:ext uri="{9D8B030D-6E8A-4147-A177-3AD203B41FA5}">
                      <a16:colId xmlns:a16="http://schemas.microsoft.com/office/drawing/2014/main" val="3772995847"/>
                    </a:ext>
                  </a:extLst>
                </a:gridCol>
              </a:tblGrid>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72080634"/>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lumOff val="15000"/>
                      </a:schemeClr>
                    </a:solidFill>
                  </a:tcPr>
                </a:tc>
                <a:extLst>
                  <a:ext uri="{0D108BD9-81ED-4DB2-BD59-A6C34878D82A}">
                    <a16:rowId xmlns:a16="http://schemas.microsoft.com/office/drawing/2014/main" val="148766491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lumOff val="25000"/>
                      </a:schemeClr>
                    </a:solidFill>
                  </a:tcPr>
                </a:tc>
                <a:extLst>
                  <a:ext uri="{0D108BD9-81ED-4DB2-BD59-A6C34878D82A}">
                    <a16:rowId xmlns:a16="http://schemas.microsoft.com/office/drawing/2014/main" val="409914388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48004820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extLst>
                  <a:ext uri="{0D108BD9-81ED-4DB2-BD59-A6C34878D82A}">
                    <a16:rowId xmlns:a16="http://schemas.microsoft.com/office/drawing/2014/main" val="255594205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lumOff val="15000"/>
                      </a:schemeClr>
                    </a:solidFill>
                  </a:tcPr>
                </a:tc>
                <a:extLst>
                  <a:ext uri="{0D108BD9-81ED-4DB2-BD59-A6C34878D82A}">
                    <a16:rowId xmlns:a16="http://schemas.microsoft.com/office/drawing/2014/main" val="500810097"/>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03683998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605072629"/>
                  </a:ext>
                </a:extLst>
              </a:tr>
            </a:tbl>
          </a:graphicData>
        </a:graphic>
      </p:graphicFrame>
      <p:sp>
        <p:nvSpPr>
          <p:cNvPr id="174" name="TextBox 173">
            <a:extLst>
              <a:ext uri="{FF2B5EF4-FFF2-40B4-BE49-F238E27FC236}">
                <a16:creationId xmlns:a16="http://schemas.microsoft.com/office/drawing/2014/main" id="{A21C209E-F9DE-4C52-933A-B778AA087A99}"/>
              </a:ext>
            </a:extLst>
          </p:cNvPr>
          <p:cNvSpPr txBox="1"/>
          <p:nvPr/>
        </p:nvSpPr>
        <p:spPr>
          <a:xfrm>
            <a:off x="6575885" y="4909795"/>
            <a:ext cx="1495922" cy="6740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400">
                <a:solidFill>
                  <a:schemeClr val="bg1"/>
                </a:solidFill>
              </a:rPr>
              <a:t>(1568)</a:t>
            </a:r>
          </a:p>
          <a:p>
            <a:pPr algn="ctr">
              <a:lnSpc>
                <a:spcPct val="90000"/>
              </a:lnSpc>
            </a:pPr>
            <a:r>
              <a:rPr lang="en-US" sz="1400">
                <a:solidFill>
                  <a:schemeClr val="bg1"/>
                </a:solidFill>
              </a:rPr>
              <a:t>평탄화된 이미지</a:t>
            </a:r>
          </a:p>
          <a:p>
            <a:pPr algn="ctr">
              <a:lnSpc>
                <a:spcPct val="90000"/>
              </a:lnSpc>
            </a:pPr>
            <a:r>
              <a:rPr lang="en-US" sz="1400">
                <a:solidFill>
                  <a:schemeClr val="bg1"/>
                </a:solidFill>
              </a:rPr>
              <a:t>벡터</a:t>
            </a:r>
          </a:p>
        </p:txBody>
      </p:sp>
      <p:sp>
        <p:nvSpPr>
          <p:cNvPr id="246" name="Google Shape;219;p33">
            <a:extLst>
              <a:ext uri="{FF2B5EF4-FFF2-40B4-BE49-F238E27FC236}">
                <a16:creationId xmlns:a16="http://schemas.microsoft.com/office/drawing/2014/main" id="{96790B7D-EB35-4745-9523-5B6621B3E4E3}"/>
              </a:ext>
            </a:extLst>
          </p:cNvPr>
          <p:cNvSpPr/>
          <p:nvPr/>
        </p:nvSpPr>
        <p:spPr>
          <a:xfrm>
            <a:off x="8071514" y="1661195"/>
            <a:ext cx="187420" cy="18627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47" name="Google Shape;219;p33">
            <a:extLst>
              <a:ext uri="{FF2B5EF4-FFF2-40B4-BE49-F238E27FC236}">
                <a16:creationId xmlns:a16="http://schemas.microsoft.com/office/drawing/2014/main" id="{857D3484-1788-4D63-9973-4EA1C873C308}"/>
              </a:ext>
            </a:extLst>
          </p:cNvPr>
          <p:cNvSpPr/>
          <p:nvPr/>
        </p:nvSpPr>
        <p:spPr>
          <a:xfrm>
            <a:off x="8068810" y="4032430"/>
            <a:ext cx="187420" cy="18627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48" name="Google Shape;219;p33">
            <a:extLst>
              <a:ext uri="{FF2B5EF4-FFF2-40B4-BE49-F238E27FC236}">
                <a16:creationId xmlns:a16="http://schemas.microsoft.com/office/drawing/2014/main" id="{56BC80D9-4CDC-40FA-90CD-1F442CC74521}"/>
              </a:ext>
            </a:extLst>
          </p:cNvPr>
          <p:cNvSpPr/>
          <p:nvPr/>
        </p:nvSpPr>
        <p:spPr>
          <a:xfrm>
            <a:off x="8068810" y="4257211"/>
            <a:ext cx="187420" cy="18627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49" name="Google Shape;219;p33">
            <a:extLst>
              <a:ext uri="{FF2B5EF4-FFF2-40B4-BE49-F238E27FC236}">
                <a16:creationId xmlns:a16="http://schemas.microsoft.com/office/drawing/2014/main" id="{89DD8C76-3826-47FC-AA69-F1170C8EB69F}"/>
              </a:ext>
            </a:extLst>
          </p:cNvPr>
          <p:cNvSpPr/>
          <p:nvPr/>
        </p:nvSpPr>
        <p:spPr>
          <a:xfrm>
            <a:off x="8713976" y="1661195"/>
            <a:ext cx="187420" cy="18627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50" name="Google Shape;219;p33">
            <a:extLst>
              <a:ext uri="{FF2B5EF4-FFF2-40B4-BE49-F238E27FC236}">
                <a16:creationId xmlns:a16="http://schemas.microsoft.com/office/drawing/2014/main" id="{F5EB5EB5-261F-4F0F-B0F3-C1DAD326B15D}"/>
              </a:ext>
            </a:extLst>
          </p:cNvPr>
          <p:cNvSpPr/>
          <p:nvPr/>
        </p:nvSpPr>
        <p:spPr>
          <a:xfrm>
            <a:off x="8711273" y="4032430"/>
            <a:ext cx="187420" cy="18627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51" name="Google Shape;219;p33">
            <a:extLst>
              <a:ext uri="{FF2B5EF4-FFF2-40B4-BE49-F238E27FC236}">
                <a16:creationId xmlns:a16="http://schemas.microsoft.com/office/drawing/2014/main" id="{A7503F87-00FF-42AC-8518-0B3FF17989CD}"/>
              </a:ext>
            </a:extLst>
          </p:cNvPr>
          <p:cNvSpPr/>
          <p:nvPr/>
        </p:nvSpPr>
        <p:spPr>
          <a:xfrm>
            <a:off x="8711273" y="4257211"/>
            <a:ext cx="187420" cy="18627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52" name="Google Shape;219;p33">
            <a:extLst>
              <a:ext uri="{FF2B5EF4-FFF2-40B4-BE49-F238E27FC236}">
                <a16:creationId xmlns:a16="http://schemas.microsoft.com/office/drawing/2014/main" id="{6E155B69-347E-4290-8840-BA8017BC93F8}"/>
              </a:ext>
            </a:extLst>
          </p:cNvPr>
          <p:cNvSpPr/>
          <p:nvPr/>
        </p:nvSpPr>
        <p:spPr>
          <a:xfrm>
            <a:off x="9517236" y="4532666"/>
            <a:ext cx="187420" cy="18627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grpSp>
        <p:nvGrpSpPr>
          <p:cNvPr id="23" name="Group 22">
            <a:extLst>
              <a:ext uri="{FF2B5EF4-FFF2-40B4-BE49-F238E27FC236}">
                <a16:creationId xmlns:a16="http://schemas.microsoft.com/office/drawing/2014/main" id="{A1EDE53A-48D7-44B9-A821-9BC10DB7F286}"/>
              </a:ext>
            </a:extLst>
          </p:cNvPr>
          <p:cNvGrpSpPr/>
          <p:nvPr/>
        </p:nvGrpSpPr>
        <p:grpSpPr>
          <a:xfrm>
            <a:off x="8262865" y="1754333"/>
            <a:ext cx="451112" cy="2596017"/>
            <a:chOff x="8430069" y="1754333"/>
            <a:chExt cx="283908" cy="2596017"/>
          </a:xfrm>
        </p:grpSpPr>
        <p:cxnSp>
          <p:nvCxnSpPr>
            <p:cNvPr id="256" name="Straight Connector 255">
              <a:extLst>
                <a:ext uri="{FF2B5EF4-FFF2-40B4-BE49-F238E27FC236}">
                  <a16:creationId xmlns:a16="http://schemas.microsoft.com/office/drawing/2014/main" id="{19F156D7-F172-4E80-951B-BF44D7B4BEBF}"/>
                </a:ext>
              </a:extLst>
            </p:cNvPr>
            <p:cNvCxnSpPr>
              <a:cxnSpLocks/>
              <a:endCxn id="249" idx="2"/>
            </p:cNvCxnSpPr>
            <p:nvPr/>
          </p:nvCxnSpPr>
          <p:spPr>
            <a:xfrm rot="16200000">
              <a:off x="7274015" y="2910388"/>
              <a:ext cx="2596016" cy="28390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2DC88A6E-76D5-4FDE-A853-726B2E5E7B1C}"/>
                </a:ext>
              </a:extLst>
            </p:cNvPr>
            <p:cNvCxnSpPr>
              <a:cxnSpLocks/>
              <a:endCxn id="250" idx="2"/>
            </p:cNvCxnSpPr>
            <p:nvPr/>
          </p:nvCxnSpPr>
          <p:spPr>
            <a:xfrm rot="16200000">
              <a:off x="8458280" y="4097357"/>
              <a:ext cx="224781" cy="28120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7186652A-248A-4C32-8B9A-17FC434D7DDD}"/>
                </a:ext>
              </a:extLst>
            </p:cNvPr>
            <p:cNvCxnSpPr>
              <a:cxnSpLocks/>
              <a:endCxn id="251" idx="2"/>
            </p:cNvCxnSpPr>
            <p:nvPr/>
          </p:nvCxnSpPr>
          <p:spPr>
            <a:xfrm rot="16200000">
              <a:off x="8570671" y="4209748"/>
              <a:ext cx="0" cy="28120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77E24B39-6538-4E0D-8DFB-4C295EABF741}"/>
                </a:ext>
              </a:extLst>
            </p:cNvPr>
            <p:cNvCxnSpPr>
              <a:cxnSpLocks/>
              <a:endCxn id="249" idx="2"/>
            </p:cNvCxnSpPr>
            <p:nvPr/>
          </p:nvCxnSpPr>
          <p:spPr>
            <a:xfrm rot="16200000">
              <a:off x="8573375" y="1613732"/>
              <a:ext cx="0" cy="28120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C78E882E-31A4-49D7-AF52-E154E6267387}"/>
                </a:ext>
              </a:extLst>
            </p:cNvPr>
            <p:cNvCxnSpPr>
              <a:cxnSpLocks/>
              <a:endCxn id="250" idx="2"/>
            </p:cNvCxnSpPr>
            <p:nvPr/>
          </p:nvCxnSpPr>
          <p:spPr>
            <a:xfrm rot="16200000" flipH="1">
              <a:off x="7386405" y="2800701"/>
              <a:ext cx="2371235" cy="2785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4861AB4A-7D53-4B20-BD38-036FEC1AAA27}"/>
                </a:ext>
              </a:extLst>
            </p:cNvPr>
            <p:cNvCxnSpPr>
              <a:cxnSpLocks/>
              <a:endCxn id="251" idx="2"/>
            </p:cNvCxnSpPr>
            <p:nvPr/>
          </p:nvCxnSpPr>
          <p:spPr>
            <a:xfrm rot="16200000" flipH="1">
              <a:off x="7274015" y="2913092"/>
              <a:ext cx="2596016" cy="2785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7F890703-7B42-424E-A68E-3DEBEED7294B}"/>
                </a:ext>
              </a:extLst>
            </p:cNvPr>
            <p:cNvCxnSpPr>
              <a:cxnSpLocks/>
              <a:endCxn id="249" idx="2"/>
            </p:cNvCxnSpPr>
            <p:nvPr/>
          </p:nvCxnSpPr>
          <p:spPr>
            <a:xfrm rot="16200000">
              <a:off x="7386405" y="2797997"/>
              <a:ext cx="2371235" cy="28390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1AAC04CB-DFC7-4F03-A96F-E6EF1922DC9C}"/>
                </a:ext>
              </a:extLst>
            </p:cNvPr>
            <p:cNvCxnSpPr>
              <a:cxnSpLocks/>
              <a:endCxn id="250" idx="2"/>
            </p:cNvCxnSpPr>
            <p:nvPr/>
          </p:nvCxnSpPr>
          <p:spPr>
            <a:xfrm rot="16200000">
              <a:off x="8570671" y="3984967"/>
              <a:ext cx="0" cy="28120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64C33BB5-7BF9-4DCB-B99A-624CCE2871C5}"/>
                </a:ext>
              </a:extLst>
            </p:cNvPr>
            <p:cNvCxnSpPr>
              <a:cxnSpLocks/>
              <a:endCxn id="251" idx="2"/>
            </p:cNvCxnSpPr>
            <p:nvPr/>
          </p:nvCxnSpPr>
          <p:spPr>
            <a:xfrm rot="16200000" flipH="1">
              <a:off x="8458280" y="4097357"/>
              <a:ext cx="224781" cy="28120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65" name="Google Shape;219;p33">
            <a:extLst>
              <a:ext uri="{FF2B5EF4-FFF2-40B4-BE49-F238E27FC236}">
                <a16:creationId xmlns:a16="http://schemas.microsoft.com/office/drawing/2014/main" id="{895A249D-AD3F-411B-8642-3AEAC63A5D64}"/>
              </a:ext>
            </a:extLst>
          </p:cNvPr>
          <p:cNvSpPr/>
          <p:nvPr/>
        </p:nvSpPr>
        <p:spPr>
          <a:xfrm>
            <a:off x="9514576" y="4174453"/>
            <a:ext cx="187420" cy="18627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66" name="Google Shape;219;p33">
            <a:extLst>
              <a:ext uri="{FF2B5EF4-FFF2-40B4-BE49-F238E27FC236}">
                <a16:creationId xmlns:a16="http://schemas.microsoft.com/office/drawing/2014/main" id="{DED44898-46AB-4466-9F84-4ADE7000801F}"/>
              </a:ext>
            </a:extLst>
          </p:cNvPr>
          <p:cNvSpPr/>
          <p:nvPr/>
        </p:nvSpPr>
        <p:spPr>
          <a:xfrm>
            <a:off x="9517236" y="3814915"/>
            <a:ext cx="187420" cy="18627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67" name="Google Shape;219;p33">
            <a:extLst>
              <a:ext uri="{FF2B5EF4-FFF2-40B4-BE49-F238E27FC236}">
                <a16:creationId xmlns:a16="http://schemas.microsoft.com/office/drawing/2014/main" id="{14B6F112-34B4-4CA9-93CF-1497201AEAE5}"/>
              </a:ext>
            </a:extLst>
          </p:cNvPr>
          <p:cNvSpPr/>
          <p:nvPr/>
        </p:nvSpPr>
        <p:spPr>
          <a:xfrm>
            <a:off x="9514576" y="3456702"/>
            <a:ext cx="187420" cy="18627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68" name="Google Shape;219;p33">
            <a:extLst>
              <a:ext uri="{FF2B5EF4-FFF2-40B4-BE49-F238E27FC236}">
                <a16:creationId xmlns:a16="http://schemas.microsoft.com/office/drawing/2014/main" id="{E70D91A5-729B-452A-BC2C-B1A63F947223}"/>
              </a:ext>
            </a:extLst>
          </p:cNvPr>
          <p:cNvSpPr/>
          <p:nvPr/>
        </p:nvSpPr>
        <p:spPr>
          <a:xfrm>
            <a:off x="9517236" y="3082242"/>
            <a:ext cx="187420" cy="18627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69" name="Google Shape;219;p33">
            <a:extLst>
              <a:ext uri="{FF2B5EF4-FFF2-40B4-BE49-F238E27FC236}">
                <a16:creationId xmlns:a16="http://schemas.microsoft.com/office/drawing/2014/main" id="{EC95AA7C-B3B5-4597-AA9E-9D4411DFF5CC}"/>
              </a:ext>
            </a:extLst>
          </p:cNvPr>
          <p:cNvSpPr/>
          <p:nvPr/>
        </p:nvSpPr>
        <p:spPr>
          <a:xfrm>
            <a:off x="9514576" y="2724029"/>
            <a:ext cx="187420" cy="18627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70" name="Google Shape;219;p33">
            <a:extLst>
              <a:ext uri="{FF2B5EF4-FFF2-40B4-BE49-F238E27FC236}">
                <a16:creationId xmlns:a16="http://schemas.microsoft.com/office/drawing/2014/main" id="{3CBBE959-A8C2-4ABB-B1F6-BFC03290F0CF}"/>
              </a:ext>
            </a:extLst>
          </p:cNvPr>
          <p:cNvSpPr/>
          <p:nvPr/>
        </p:nvSpPr>
        <p:spPr>
          <a:xfrm>
            <a:off x="9522129" y="2366398"/>
            <a:ext cx="187420" cy="18627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71" name="Google Shape;219;p33">
            <a:extLst>
              <a:ext uri="{FF2B5EF4-FFF2-40B4-BE49-F238E27FC236}">
                <a16:creationId xmlns:a16="http://schemas.microsoft.com/office/drawing/2014/main" id="{74BC4DB6-D846-4C52-99BF-64805D6CFCB8}"/>
              </a:ext>
            </a:extLst>
          </p:cNvPr>
          <p:cNvSpPr/>
          <p:nvPr/>
        </p:nvSpPr>
        <p:spPr>
          <a:xfrm>
            <a:off x="9519469" y="2008184"/>
            <a:ext cx="187420" cy="18627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72" name="Google Shape;219;p33">
            <a:extLst>
              <a:ext uri="{FF2B5EF4-FFF2-40B4-BE49-F238E27FC236}">
                <a16:creationId xmlns:a16="http://schemas.microsoft.com/office/drawing/2014/main" id="{2EF0CA3D-7A3F-42C4-9A3B-4D74CBC0D39D}"/>
              </a:ext>
            </a:extLst>
          </p:cNvPr>
          <p:cNvSpPr/>
          <p:nvPr/>
        </p:nvSpPr>
        <p:spPr>
          <a:xfrm>
            <a:off x="9517236" y="1650553"/>
            <a:ext cx="187420" cy="18627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73" name="Google Shape;219;p33">
            <a:extLst>
              <a:ext uri="{FF2B5EF4-FFF2-40B4-BE49-F238E27FC236}">
                <a16:creationId xmlns:a16="http://schemas.microsoft.com/office/drawing/2014/main" id="{3888C993-B3DE-456C-A2B3-B6A93C6DDB05}"/>
              </a:ext>
            </a:extLst>
          </p:cNvPr>
          <p:cNvSpPr/>
          <p:nvPr/>
        </p:nvSpPr>
        <p:spPr>
          <a:xfrm>
            <a:off x="9514576" y="1292340"/>
            <a:ext cx="187420" cy="18627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grpSp>
        <p:nvGrpSpPr>
          <p:cNvPr id="22" name="Group 21">
            <a:extLst>
              <a:ext uri="{FF2B5EF4-FFF2-40B4-BE49-F238E27FC236}">
                <a16:creationId xmlns:a16="http://schemas.microsoft.com/office/drawing/2014/main" id="{CBA58350-36D1-41D6-8399-C087AEE7B159}"/>
              </a:ext>
            </a:extLst>
          </p:cNvPr>
          <p:cNvGrpSpPr/>
          <p:nvPr/>
        </p:nvGrpSpPr>
        <p:grpSpPr>
          <a:xfrm>
            <a:off x="8898349" y="1385478"/>
            <a:ext cx="623780" cy="3240327"/>
            <a:chOff x="9127523" y="1385478"/>
            <a:chExt cx="394606" cy="3240327"/>
          </a:xfrm>
        </p:grpSpPr>
        <p:cxnSp>
          <p:nvCxnSpPr>
            <p:cNvPr id="253" name="Straight Connector 252">
              <a:extLst>
                <a:ext uri="{FF2B5EF4-FFF2-40B4-BE49-F238E27FC236}">
                  <a16:creationId xmlns:a16="http://schemas.microsoft.com/office/drawing/2014/main" id="{8A4F3CF1-8D61-4180-909C-F3E1B9914E36}"/>
                </a:ext>
              </a:extLst>
            </p:cNvPr>
            <p:cNvCxnSpPr>
              <a:cxnSpLocks/>
              <a:endCxn id="252" idx="2"/>
            </p:cNvCxnSpPr>
            <p:nvPr/>
          </p:nvCxnSpPr>
          <p:spPr>
            <a:xfrm rot="16200000" flipH="1">
              <a:off x="7893772" y="3002340"/>
              <a:ext cx="2859920" cy="38700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1088B48F-76F1-4505-97EB-BC842D276AA7}"/>
                </a:ext>
              </a:extLst>
            </p:cNvPr>
            <p:cNvCxnSpPr>
              <a:cxnSpLocks/>
              <a:endCxn id="252" idx="2"/>
            </p:cNvCxnSpPr>
            <p:nvPr/>
          </p:nvCxnSpPr>
          <p:spPr>
            <a:xfrm rot="16200000" flipH="1">
              <a:off x="9078037" y="4186606"/>
              <a:ext cx="488685" cy="38971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AD33AFE1-2DBC-449D-8724-B030F2902FCA}"/>
                </a:ext>
              </a:extLst>
            </p:cNvPr>
            <p:cNvCxnSpPr>
              <a:cxnSpLocks/>
              <a:endCxn id="252" idx="2"/>
            </p:cNvCxnSpPr>
            <p:nvPr/>
          </p:nvCxnSpPr>
          <p:spPr>
            <a:xfrm rot="16200000" flipH="1">
              <a:off x="9190428" y="4298996"/>
              <a:ext cx="263904" cy="38971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D1FC26B6-0D79-48B4-A4A4-4FB836E6C797}"/>
                </a:ext>
              </a:extLst>
            </p:cNvPr>
            <p:cNvCxnSpPr>
              <a:cxnSpLocks/>
              <a:endCxn id="265" idx="2"/>
            </p:cNvCxnSpPr>
            <p:nvPr/>
          </p:nvCxnSpPr>
          <p:spPr>
            <a:xfrm rot="16200000">
              <a:off x="9273895" y="4121219"/>
              <a:ext cx="94309" cy="387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353E3C54-5152-466D-A2E7-D9222323CEC5}"/>
                </a:ext>
              </a:extLst>
            </p:cNvPr>
            <p:cNvCxnSpPr>
              <a:cxnSpLocks/>
              <a:endCxn id="265" idx="2"/>
            </p:cNvCxnSpPr>
            <p:nvPr/>
          </p:nvCxnSpPr>
          <p:spPr>
            <a:xfrm rot="16200000" flipH="1">
              <a:off x="9255814" y="4008829"/>
              <a:ext cx="130472" cy="387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02B911CF-05FD-411F-8A23-210F9370BFFE}"/>
                </a:ext>
              </a:extLst>
            </p:cNvPr>
            <p:cNvCxnSpPr>
              <a:cxnSpLocks/>
              <a:endCxn id="265" idx="2"/>
            </p:cNvCxnSpPr>
            <p:nvPr/>
          </p:nvCxnSpPr>
          <p:spPr>
            <a:xfrm rot="16200000" flipH="1">
              <a:off x="8071549" y="2824563"/>
              <a:ext cx="2501706" cy="38434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146849CA-FD48-4E75-8B9E-813398C45777}"/>
                </a:ext>
              </a:extLst>
            </p:cNvPr>
            <p:cNvCxnSpPr>
              <a:cxnSpLocks/>
              <a:endCxn id="266" idx="2"/>
            </p:cNvCxnSpPr>
            <p:nvPr/>
          </p:nvCxnSpPr>
          <p:spPr>
            <a:xfrm rot="16200000">
              <a:off x="9207847" y="3827730"/>
              <a:ext cx="229066" cy="38971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3CB4284C-874C-47C6-B239-ABC4E3384DC6}"/>
                </a:ext>
              </a:extLst>
            </p:cNvPr>
            <p:cNvCxnSpPr>
              <a:cxnSpLocks/>
              <a:endCxn id="266" idx="2"/>
            </p:cNvCxnSpPr>
            <p:nvPr/>
          </p:nvCxnSpPr>
          <p:spPr>
            <a:xfrm rot="16200000">
              <a:off x="9095456" y="3940121"/>
              <a:ext cx="453847" cy="38971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A40977E8-714E-406E-AE21-2BE018F632F9}"/>
                </a:ext>
              </a:extLst>
            </p:cNvPr>
            <p:cNvCxnSpPr>
              <a:cxnSpLocks/>
              <a:endCxn id="266" idx="2"/>
            </p:cNvCxnSpPr>
            <p:nvPr/>
          </p:nvCxnSpPr>
          <p:spPr>
            <a:xfrm rot="16200000" flipH="1">
              <a:off x="8252647" y="2643465"/>
              <a:ext cx="2142169" cy="38700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DC69CD6B-BB7C-4074-ACB2-DDE5E798C149}"/>
                </a:ext>
              </a:extLst>
            </p:cNvPr>
            <p:cNvCxnSpPr>
              <a:cxnSpLocks/>
              <a:endCxn id="267" idx="2"/>
            </p:cNvCxnSpPr>
            <p:nvPr/>
          </p:nvCxnSpPr>
          <p:spPr>
            <a:xfrm rot="16200000">
              <a:off x="8915020" y="3762344"/>
              <a:ext cx="812060" cy="387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F2D5DBF7-95B3-4F4C-B50D-A17F67A49A84}"/>
                </a:ext>
              </a:extLst>
            </p:cNvPr>
            <p:cNvCxnSpPr>
              <a:cxnSpLocks/>
              <a:endCxn id="267" idx="2"/>
            </p:cNvCxnSpPr>
            <p:nvPr/>
          </p:nvCxnSpPr>
          <p:spPr>
            <a:xfrm rot="16200000">
              <a:off x="9027410" y="3649953"/>
              <a:ext cx="587279" cy="387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A4044848-BF29-4EAC-8156-EC3D2A221A65}"/>
                </a:ext>
              </a:extLst>
            </p:cNvPr>
            <p:cNvCxnSpPr>
              <a:cxnSpLocks/>
              <a:endCxn id="267" idx="2"/>
            </p:cNvCxnSpPr>
            <p:nvPr/>
          </p:nvCxnSpPr>
          <p:spPr>
            <a:xfrm rot="16200000" flipH="1">
              <a:off x="8430424" y="2465688"/>
              <a:ext cx="1783955" cy="38434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80E2B4EE-25D1-49FF-A564-D8F5A190B096}"/>
                </a:ext>
              </a:extLst>
            </p:cNvPr>
            <p:cNvCxnSpPr>
              <a:cxnSpLocks/>
              <a:endCxn id="268" idx="2"/>
            </p:cNvCxnSpPr>
            <p:nvPr/>
          </p:nvCxnSpPr>
          <p:spPr>
            <a:xfrm rot="16200000">
              <a:off x="8729120" y="3573784"/>
              <a:ext cx="1186519" cy="38971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B5FBB225-3D1F-418A-A56B-9F76ABF03B86}"/>
                </a:ext>
              </a:extLst>
            </p:cNvPr>
            <p:cNvCxnSpPr>
              <a:cxnSpLocks/>
              <a:endCxn id="268" idx="2"/>
            </p:cNvCxnSpPr>
            <p:nvPr/>
          </p:nvCxnSpPr>
          <p:spPr>
            <a:xfrm rot="16200000">
              <a:off x="8841510" y="3461394"/>
              <a:ext cx="961739" cy="38971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6D22BA3B-83F5-4AA2-A877-909C85369612}"/>
                </a:ext>
              </a:extLst>
            </p:cNvPr>
            <p:cNvCxnSpPr>
              <a:cxnSpLocks/>
              <a:endCxn id="268" idx="2"/>
            </p:cNvCxnSpPr>
            <p:nvPr/>
          </p:nvCxnSpPr>
          <p:spPr>
            <a:xfrm rot="16200000" flipH="1">
              <a:off x="8618984" y="2277129"/>
              <a:ext cx="1409496" cy="38700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60AB4618-61C4-4714-BBDD-971E6BDFEB7C}"/>
                </a:ext>
              </a:extLst>
            </p:cNvPr>
            <p:cNvCxnSpPr>
              <a:cxnSpLocks/>
              <a:endCxn id="269" idx="2"/>
            </p:cNvCxnSpPr>
            <p:nvPr/>
          </p:nvCxnSpPr>
          <p:spPr>
            <a:xfrm rot="16200000">
              <a:off x="8661074" y="3283617"/>
              <a:ext cx="1319952" cy="387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3A0FA7C1-3F1A-47FC-B51A-D9DB511526DF}"/>
                </a:ext>
              </a:extLst>
            </p:cNvPr>
            <p:cNvCxnSpPr>
              <a:cxnSpLocks/>
              <a:endCxn id="269" idx="2"/>
            </p:cNvCxnSpPr>
            <p:nvPr/>
          </p:nvCxnSpPr>
          <p:spPr>
            <a:xfrm rot="16200000">
              <a:off x="8548684" y="3396007"/>
              <a:ext cx="1544733" cy="387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BA2C91EA-E1E2-44DD-8884-1E62628CE006}"/>
                </a:ext>
              </a:extLst>
            </p:cNvPr>
            <p:cNvCxnSpPr>
              <a:cxnSpLocks/>
              <a:endCxn id="269" idx="2"/>
            </p:cNvCxnSpPr>
            <p:nvPr/>
          </p:nvCxnSpPr>
          <p:spPr>
            <a:xfrm rot="16200000" flipH="1">
              <a:off x="8796760" y="2099352"/>
              <a:ext cx="1051283" cy="38434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357C3B46-39B2-4C28-9013-36C0723F0ED1}"/>
                </a:ext>
              </a:extLst>
            </p:cNvPr>
            <p:cNvCxnSpPr>
              <a:cxnSpLocks/>
              <a:endCxn id="270" idx="2"/>
            </p:cNvCxnSpPr>
            <p:nvPr/>
          </p:nvCxnSpPr>
          <p:spPr>
            <a:xfrm rot="16200000">
              <a:off x="8373644" y="3213416"/>
              <a:ext cx="1902364" cy="394605"/>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06DECE69-4264-469A-8F49-0865A831B638}"/>
                </a:ext>
              </a:extLst>
            </p:cNvPr>
            <p:cNvCxnSpPr>
              <a:cxnSpLocks/>
              <a:endCxn id="270" idx="2"/>
            </p:cNvCxnSpPr>
            <p:nvPr/>
          </p:nvCxnSpPr>
          <p:spPr>
            <a:xfrm rot="16200000">
              <a:off x="8486034" y="3101025"/>
              <a:ext cx="1677583" cy="394605"/>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C20BA410-F0DD-4E89-95A2-477BAA27A99C}"/>
                </a:ext>
              </a:extLst>
            </p:cNvPr>
            <p:cNvCxnSpPr>
              <a:cxnSpLocks/>
              <a:endCxn id="270" idx="2"/>
            </p:cNvCxnSpPr>
            <p:nvPr/>
          </p:nvCxnSpPr>
          <p:spPr>
            <a:xfrm rot="16200000" flipH="1">
              <a:off x="8979352" y="1916760"/>
              <a:ext cx="693651" cy="391902"/>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BD60EFBB-778A-4381-B3F6-55A75A9915C2}"/>
                </a:ext>
              </a:extLst>
            </p:cNvPr>
            <p:cNvCxnSpPr>
              <a:cxnSpLocks/>
              <a:endCxn id="271" idx="2"/>
            </p:cNvCxnSpPr>
            <p:nvPr/>
          </p:nvCxnSpPr>
          <p:spPr>
            <a:xfrm rot="16200000">
              <a:off x="8193208" y="3035639"/>
              <a:ext cx="2260577" cy="391946"/>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01675C6A-AAA5-4B4B-AC51-24DB0AED57D2}"/>
                </a:ext>
              </a:extLst>
            </p:cNvPr>
            <p:cNvCxnSpPr>
              <a:cxnSpLocks/>
              <a:endCxn id="271" idx="2"/>
            </p:cNvCxnSpPr>
            <p:nvPr/>
          </p:nvCxnSpPr>
          <p:spPr>
            <a:xfrm rot="16200000">
              <a:off x="8305598" y="2923248"/>
              <a:ext cx="2035797" cy="391946"/>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647981AA-AD6B-453F-9EC1-B6F421B94AD3}"/>
                </a:ext>
              </a:extLst>
            </p:cNvPr>
            <p:cNvCxnSpPr>
              <a:cxnSpLocks/>
              <a:endCxn id="271" idx="2"/>
            </p:cNvCxnSpPr>
            <p:nvPr/>
          </p:nvCxnSpPr>
          <p:spPr>
            <a:xfrm rot="16200000" flipH="1">
              <a:off x="9157129" y="1738983"/>
              <a:ext cx="335438" cy="389242"/>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A9C5A846-28C2-4F6D-8F86-DBD983B4AAB4}"/>
                </a:ext>
              </a:extLst>
            </p:cNvPr>
            <p:cNvCxnSpPr>
              <a:cxnSpLocks/>
              <a:endCxn id="272" idx="2"/>
            </p:cNvCxnSpPr>
            <p:nvPr/>
          </p:nvCxnSpPr>
          <p:spPr>
            <a:xfrm rot="16200000">
              <a:off x="8013275" y="2857940"/>
              <a:ext cx="2618209" cy="38971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F9194FCF-D28F-4C39-B67A-410C5E3223ED}"/>
                </a:ext>
              </a:extLst>
            </p:cNvPr>
            <p:cNvCxnSpPr>
              <a:cxnSpLocks/>
              <a:endCxn id="272" idx="2"/>
            </p:cNvCxnSpPr>
            <p:nvPr/>
          </p:nvCxnSpPr>
          <p:spPr>
            <a:xfrm rot="16200000">
              <a:off x="8125666" y="2745549"/>
              <a:ext cx="2393428" cy="38971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2A290A91-C8D8-4470-B2F8-68CBB91917E6}"/>
                </a:ext>
              </a:extLst>
            </p:cNvPr>
            <p:cNvCxnSpPr>
              <a:cxnSpLocks/>
              <a:endCxn id="272" idx="2"/>
            </p:cNvCxnSpPr>
            <p:nvPr/>
          </p:nvCxnSpPr>
          <p:spPr>
            <a:xfrm rot="16200000">
              <a:off x="9312635" y="1561284"/>
              <a:ext cx="22193" cy="38700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46C9C882-8F5A-4960-B59D-DED9DC38EFC0}"/>
                </a:ext>
              </a:extLst>
            </p:cNvPr>
            <p:cNvCxnSpPr>
              <a:cxnSpLocks/>
              <a:endCxn id="273" idx="2"/>
            </p:cNvCxnSpPr>
            <p:nvPr/>
          </p:nvCxnSpPr>
          <p:spPr>
            <a:xfrm rot="16200000">
              <a:off x="7832839" y="2680163"/>
              <a:ext cx="2976422" cy="387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A3C83EFF-DA1D-416C-B975-BF84D15D9ADB}"/>
                </a:ext>
              </a:extLst>
            </p:cNvPr>
            <p:cNvCxnSpPr>
              <a:cxnSpLocks/>
              <a:endCxn id="273" idx="2"/>
            </p:cNvCxnSpPr>
            <p:nvPr/>
          </p:nvCxnSpPr>
          <p:spPr>
            <a:xfrm rot="16200000">
              <a:off x="7945229" y="2567772"/>
              <a:ext cx="2751641" cy="387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E0417708-FEC2-40FE-AD7D-9E134A36C4C3}"/>
                </a:ext>
              </a:extLst>
            </p:cNvPr>
            <p:cNvCxnSpPr>
              <a:cxnSpLocks/>
              <a:endCxn id="273" idx="2"/>
            </p:cNvCxnSpPr>
            <p:nvPr/>
          </p:nvCxnSpPr>
          <p:spPr>
            <a:xfrm rot="16200000">
              <a:off x="9132199" y="1383507"/>
              <a:ext cx="380407" cy="38434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301" name="Straight Connector 300">
            <a:extLst>
              <a:ext uri="{FF2B5EF4-FFF2-40B4-BE49-F238E27FC236}">
                <a16:creationId xmlns:a16="http://schemas.microsoft.com/office/drawing/2014/main" id="{0E95BD83-3C7B-4A86-86CE-AD06A19988DF}"/>
              </a:ext>
            </a:extLst>
          </p:cNvPr>
          <p:cNvCxnSpPr>
            <a:cxnSpLocks/>
            <a:endCxn id="248" idx="2"/>
          </p:cNvCxnSpPr>
          <p:nvPr/>
        </p:nvCxnSpPr>
        <p:spPr>
          <a:xfrm rot="16200000" flipH="1">
            <a:off x="7284567" y="3566107"/>
            <a:ext cx="1093381" cy="47510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DA6D2076-75FD-45C6-9B6E-AD4A89C05F0B}"/>
              </a:ext>
            </a:extLst>
          </p:cNvPr>
          <p:cNvCxnSpPr>
            <a:cxnSpLocks/>
            <a:endCxn id="247" idx="2"/>
          </p:cNvCxnSpPr>
          <p:nvPr/>
        </p:nvCxnSpPr>
        <p:spPr>
          <a:xfrm rot="16200000" flipH="1">
            <a:off x="7396957" y="3453716"/>
            <a:ext cx="868601" cy="47510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79F49C96-B14F-4ED8-8FC4-AF6BB3FB1CD7}"/>
              </a:ext>
            </a:extLst>
          </p:cNvPr>
          <p:cNvCxnSpPr>
            <a:cxnSpLocks/>
            <a:endCxn id="246" idx="2"/>
          </p:cNvCxnSpPr>
          <p:nvPr/>
        </p:nvCxnSpPr>
        <p:spPr>
          <a:xfrm rot="16200000">
            <a:off x="7081292" y="2266747"/>
            <a:ext cx="1502635" cy="47780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304" name="TextBox 303">
            <a:extLst>
              <a:ext uri="{FF2B5EF4-FFF2-40B4-BE49-F238E27FC236}">
                <a16:creationId xmlns:a16="http://schemas.microsoft.com/office/drawing/2014/main" id="{C80FC95D-536D-4DC7-BF22-0F9146AEE393}"/>
              </a:ext>
            </a:extLst>
          </p:cNvPr>
          <p:cNvSpPr txBox="1"/>
          <p:nvPr/>
        </p:nvSpPr>
        <p:spPr>
          <a:xfrm rot="16200000">
            <a:off x="7685622" y="2741436"/>
            <a:ext cx="2195042" cy="3970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2200">
                <a:solidFill>
                  <a:schemeClr val="bg1"/>
                </a:solidFill>
              </a:rPr>
              <a:t>…                 …</a:t>
            </a:r>
          </a:p>
        </p:txBody>
      </p:sp>
      <p:sp>
        <p:nvSpPr>
          <p:cNvPr id="305" name="TextBox 304">
            <a:extLst>
              <a:ext uri="{FF2B5EF4-FFF2-40B4-BE49-F238E27FC236}">
                <a16:creationId xmlns:a16="http://schemas.microsoft.com/office/drawing/2014/main" id="{0EF89639-2252-412A-B306-34CE18C7BD9E}"/>
              </a:ext>
            </a:extLst>
          </p:cNvPr>
          <p:cNvSpPr txBox="1"/>
          <p:nvPr/>
        </p:nvSpPr>
        <p:spPr>
          <a:xfrm rot="16200000">
            <a:off x="7026531" y="2741436"/>
            <a:ext cx="2195042" cy="3970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2200">
                <a:solidFill>
                  <a:schemeClr val="bg1"/>
                </a:solidFill>
              </a:rPr>
              <a:t>…                 …</a:t>
            </a:r>
          </a:p>
        </p:txBody>
      </p:sp>
      <p:cxnSp>
        <p:nvCxnSpPr>
          <p:cNvPr id="306" name="Straight Connector 305">
            <a:extLst>
              <a:ext uri="{FF2B5EF4-FFF2-40B4-BE49-F238E27FC236}">
                <a16:creationId xmlns:a16="http://schemas.microsoft.com/office/drawing/2014/main" id="{11401FCD-EF26-4EA6-9173-7AFB038CA904}"/>
              </a:ext>
            </a:extLst>
          </p:cNvPr>
          <p:cNvCxnSpPr>
            <a:cxnSpLocks/>
            <a:endCxn id="248" idx="2"/>
          </p:cNvCxnSpPr>
          <p:nvPr/>
        </p:nvCxnSpPr>
        <p:spPr>
          <a:xfrm rot="16200000" flipH="1">
            <a:off x="7196246" y="3477785"/>
            <a:ext cx="1274617" cy="470512"/>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D773B9BF-3BAA-493C-B23F-D793DDB005E9}"/>
              </a:ext>
            </a:extLst>
          </p:cNvPr>
          <p:cNvCxnSpPr>
            <a:cxnSpLocks/>
            <a:endCxn id="247" idx="2"/>
          </p:cNvCxnSpPr>
          <p:nvPr/>
        </p:nvCxnSpPr>
        <p:spPr>
          <a:xfrm rot="16200000" flipH="1">
            <a:off x="7306115" y="3362874"/>
            <a:ext cx="1054878" cy="470512"/>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99A6B1F0-F906-4BA9-84B1-7BD4B82C7707}"/>
              </a:ext>
            </a:extLst>
          </p:cNvPr>
          <p:cNvCxnSpPr>
            <a:cxnSpLocks/>
            <a:endCxn id="246" idx="2"/>
          </p:cNvCxnSpPr>
          <p:nvPr/>
        </p:nvCxnSpPr>
        <p:spPr>
          <a:xfrm rot="16200000">
            <a:off x="7174206" y="2178425"/>
            <a:ext cx="1321399" cy="473216"/>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51C45DA9-BC29-4ED1-A69A-8FB47E4297A2}"/>
              </a:ext>
            </a:extLst>
          </p:cNvPr>
          <p:cNvCxnSpPr>
            <a:cxnSpLocks/>
            <a:endCxn id="248" idx="2"/>
          </p:cNvCxnSpPr>
          <p:nvPr/>
        </p:nvCxnSpPr>
        <p:spPr>
          <a:xfrm rot="16200000" flipH="1">
            <a:off x="6976922" y="3258461"/>
            <a:ext cx="1713265" cy="470512"/>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D1E21DDA-CE16-4E88-ACA5-BC2262E27AF5}"/>
              </a:ext>
            </a:extLst>
          </p:cNvPr>
          <p:cNvCxnSpPr>
            <a:cxnSpLocks/>
            <a:endCxn id="247" idx="2"/>
          </p:cNvCxnSpPr>
          <p:nvPr/>
        </p:nvCxnSpPr>
        <p:spPr>
          <a:xfrm rot="16200000" flipH="1">
            <a:off x="7089312" y="3146070"/>
            <a:ext cx="1488484" cy="470512"/>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a16="http://schemas.microsoft.com/office/drawing/2014/main" id="{90B05E5B-363C-4223-8CFE-EAE9712C9644}"/>
              </a:ext>
            </a:extLst>
          </p:cNvPr>
          <p:cNvCxnSpPr>
            <a:cxnSpLocks/>
            <a:endCxn id="246" idx="2"/>
          </p:cNvCxnSpPr>
          <p:nvPr/>
        </p:nvCxnSpPr>
        <p:spPr>
          <a:xfrm rot="16200000">
            <a:off x="7393530" y="1959101"/>
            <a:ext cx="882751" cy="473216"/>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231" name="TextBox 230">
            <a:extLst>
              <a:ext uri="{FF2B5EF4-FFF2-40B4-BE49-F238E27FC236}">
                <a16:creationId xmlns:a16="http://schemas.microsoft.com/office/drawing/2014/main" id="{D60AAD40-9AEF-44D0-B53D-309F04F7FE34}"/>
              </a:ext>
            </a:extLst>
          </p:cNvPr>
          <p:cNvSpPr txBox="1"/>
          <p:nvPr/>
        </p:nvSpPr>
        <p:spPr>
          <a:xfrm>
            <a:off x="8811163" y="5024189"/>
            <a:ext cx="1609351"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400">
                <a:solidFill>
                  <a:schemeClr val="bg1"/>
                </a:solidFill>
              </a:rPr>
              <a:t>(10)</a:t>
            </a:r>
          </a:p>
          <a:p>
            <a:pPr algn="ctr">
              <a:lnSpc>
                <a:spcPct val="90000"/>
              </a:lnSpc>
            </a:pPr>
            <a:r>
              <a:rPr lang="en-US" sz="1400">
                <a:solidFill>
                  <a:schemeClr val="bg1"/>
                </a:solidFill>
              </a:rPr>
              <a:t>출력 예측</a:t>
            </a:r>
          </a:p>
        </p:txBody>
      </p:sp>
      <p:sp>
        <p:nvSpPr>
          <p:cNvPr id="232" name="TextBox 231">
            <a:extLst>
              <a:ext uri="{FF2B5EF4-FFF2-40B4-BE49-F238E27FC236}">
                <a16:creationId xmlns:a16="http://schemas.microsoft.com/office/drawing/2014/main" id="{51E08503-6CA6-4787-8441-E84B2BDA3D67}"/>
              </a:ext>
            </a:extLst>
          </p:cNvPr>
          <p:cNvSpPr txBox="1"/>
          <p:nvPr/>
        </p:nvSpPr>
        <p:spPr>
          <a:xfrm>
            <a:off x="7782549" y="4477547"/>
            <a:ext cx="660758"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400">
                <a:solidFill>
                  <a:schemeClr val="bg1"/>
                </a:solidFill>
              </a:rPr>
              <a:t>(512)</a:t>
            </a:r>
          </a:p>
          <a:p>
            <a:pPr algn="ctr">
              <a:lnSpc>
                <a:spcPct val="90000"/>
              </a:lnSpc>
            </a:pPr>
            <a:r>
              <a:rPr lang="en-US" sz="1400">
                <a:solidFill>
                  <a:schemeClr val="bg1"/>
                </a:solidFill>
              </a:rPr>
              <a:t>밀집</a:t>
            </a:r>
          </a:p>
        </p:txBody>
      </p:sp>
      <p:sp>
        <p:nvSpPr>
          <p:cNvPr id="233" name="TextBox 232">
            <a:extLst>
              <a:ext uri="{FF2B5EF4-FFF2-40B4-BE49-F238E27FC236}">
                <a16:creationId xmlns:a16="http://schemas.microsoft.com/office/drawing/2014/main" id="{FCAAE50C-EA59-46C3-A52B-D13183D2CA9C}"/>
              </a:ext>
            </a:extLst>
          </p:cNvPr>
          <p:cNvSpPr txBox="1"/>
          <p:nvPr/>
        </p:nvSpPr>
        <p:spPr>
          <a:xfrm>
            <a:off x="8496234" y="4484879"/>
            <a:ext cx="660758"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400">
                <a:solidFill>
                  <a:schemeClr val="bg1"/>
                </a:solidFill>
              </a:rPr>
              <a:t>(512)</a:t>
            </a:r>
          </a:p>
          <a:p>
            <a:pPr algn="ctr">
              <a:lnSpc>
                <a:spcPct val="90000"/>
              </a:lnSpc>
            </a:pPr>
            <a:r>
              <a:rPr lang="en-US" sz="1400">
                <a:solidFill>
                  <a:schemeClr val="bg1"/>
                </a:solidFill>
              </a:rPr>
              <a:t>밀집</a:t>
            </a:r>
          </a:p>
        </p:txBody>
      </p:sp>
      <p:sp>
        <p:nvSpPr>
          <p:cNvPr id="6" name="Rectangle 5">
            <a:extLst>
              <a:ext uri="{FF2B5EF4-FFF2-40B4-BE49-F238E27FC236}">
                <a16:creationId xmlns:a16="http://schemas.microsoft.com/office/drawing/2014/main" id="{25FE0A87-3AB0-45DD-8FE4-7990FAC4944B}"/>
              </a:ext>
            </a:extLst>
          </p:cNvPr>
          <p:cNvSpPr/>
          <p:nvPr/>
        </p:nvSpPr>
        <p:spPr>
          <a:xfrm>
            <a:off x="955305" y="2405526"/>
            <a:ext cx="406279" cy="291141"/>
          </a:xfrm>
          <a:prstGeom prst="rect">
            <a:avLst/>
          </a:prstGeom>
          <a:noFill/>
          <a:ln>
            <a:solidFill>
              <a:schemeClr val="accent3"/>
            </a:solid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C70C6E3C-897D-4343-B621-4A551B43EF29}"/>
              </a:ext>
            </a:extLst>
          </p:cNvPr>
          <p:cNvCxnSpPr/>
          <p:nvPr/>
        </p:nvCxnSpPr>
        <p:spPr>
          <a:xfrm flipV="1">
            <a:off x="1158444" y="2195709"/>
            <a:ext cx="1624282" cy="345416"/>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6FFF01D-AFCE-4616-8B0C-7AC775158004}"/>
              </a:ext>
            </a:extLst>
          </p:cNvPr>
          <p:cNvPicPr>
            <a:picLocks noChangeAspect="1"/>
          </p:cNvPicPr>
          <p:nvPr/>
        </p:nvPicPr>
        <p:blipFill rotWithShape="1">
          <a:blip r:embed="rId4"/>
          <a:srcRect l="48018" t="46330" r="44192" b="39913"/>
          <a:stretch/>
        </p:blipFill>
        <p:spPr>
          <a:xfrm>
            <a:off x="2317031" y="1759554"/>
            <a:ext cx="854829" cy="849160"/>
          </a:xfrm>
          <a:prstGeom prst="rect">
            <a:avLst/>
          </a:prstGeom>
          <a:scene3d>
            <a:camera prst="isometricRightUp"/>
            <a:lightRig rig="threePt" dir="t"/>
          </a:scene3d>
        </p:spPr>
      </p:pic>
      <p:cxnSp>
        <p:nvCxnSpPr>
          <p:cNvPr id="133" name="Straight Connector 132">
            <a:extLst>
              <a:ext uri="{FF2B5EF4-FFF2-40B4-BE49-F238E27FC236}">
                <a16:creationId xmlns:a16="http://schemas.microsoft.com/office/drawing/2014/main" id="{33E886E5-3D80-481C-AD4F-FD50532E5D68}"/>
              </a:ext>
            </a:extLst>
          </p:cNvPr>
          <p:cNvCxnSpPr>
            <a:cxnSpLocks/>
          </p:cNvCxnSpPr>
          <p:nvPr/>
        </p:nvCxnSpPr>
        <p:spPr>
          <a:xfrm>
            <a:off x="1168869" y="2544940"/>
            <a:ext cx="1592966" cy="67904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A88043EA-4A16-4487-B65A-2F23B50403A3}"/>
              </a:ext>
            </a:extLst>
          </p:cNvPr>
          <p:cNvPicPr>
            <a:picLocks noChangeAspect="1"/>
          </p:cNvPicPr>
          <p:nvPr/>
        </p:nvPicPr>
        <p:blipFill rotWithShape="1">
          <a:blip r:embed="rId4"/>
          <a:srcRect l="33839" t="46366" r="58553" b="39877"/>
          <a:stretch/>
        </p:blipFill>
        <p:spPr>
          <a:xfrm>
            <a:off x="2365340" y="2741830"/>
            <a:ext cx="834773" cy="849160"/>
          </a:xfrm>
          <a:prstGeom prst="rect">
            <a:avLst/>
          </a:prstGeom>
          <a:scene3d>
            <a:camera prst="isometricRightUp"/>
            <a:lightRig rig="threePt" dir="t"/>
          </a:scene3d>
        </p:spPr>
      </p:pic>
      <p:cxnSp>
        <p:nvCxnSpPr>
          <p:cNvPr id="163" name="Straight Connector 162">
            <a:extLst>
              <a:ext uri="{FF2B5EF4-FFF2-40B4-BE49-F238E27FC236}">
                <a16:creationId xmlns:a16="http://schemas.microsoft.com/office/drawing/2014/main" id="{1B971D04-6348-4890-B712-D0E6C8CFCE66}"/>
              </a:ext>
            </a:extLst>
          </p:cNvPr>
          <p:cNvCxnSpPr>
            <a:cxnSpLocks/>
          </p:cNvCxnSpPr>
          <p:nvPr/>
        </p:nvCxnSpPr>
        <p:spPr>
          <a:xfrm>
            <a:off x="2761680" y="2185277"/>
            <a:ext cx="1118146" cy="414419"/>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A1AEEC86-C1C2-415E-ABB3-363461B3B8F1}"/>
              </a:ext>
            </a:extLst>
          </p:cNvPr>
          <p:cNvPicPr>
            <a:picLocks noChangeAspect="1"/>
          </p:cNvPicPr>
          <p:nvPr/>
        </p:nvPicPr>
        <p:blipFill rotWithShape="1">
          <a:blip r:embed="rId5"/>
          <a:srcRect l="34328" t="39232" r="58064" b="47010"/>
          <a:stretch/>
        </p:blipFill>
        <p:spPr>
          <a:xfrm>
            <a:off x="3046768" y="1802120"/>
            <a:ext cx="1359853" cy="1383290"/>
          </a:xfrm>
          <a:prstGeom prst="rect">
            <a:avLst/>
          </a:prstGeom>
          <a:scene3d>
            <a:camera prst="isometricRightUp"/>
            <a:lightRig rig="threePt" dir="t"/>
          </a:scene3d>
        </p:spPr>
      </p:pic>
      <p:sp>
        <p:nvSpPr>
          <p:cNvPr id="25" name="Rectangle 24">
            <a:extLst>
              <a:ext uri="{FF2B5EF4-FFF2-40B4-BE49-F238E27FC236}">
                <a16:creationId xmlns:a16="http://schemas.microsoft.com/office/drawing/2014/main" id="{72F9908E-4973-4814-9AFC-31EB8D2F7716}"/>
              </a:ext>
            </a:extLst>
          </p:cNvPr>
          <p:cNvSpPr/>
          <p:nvPr/>
        </p:nvSpPr>
        <p:spPr>
          <a:xfrm>
            <a:off x="3283856" y="2161562"/>
            <a:ext cx="406279" cy="291141"/>
          </a:xfrm>
          <a:prstGeom prst="rect">
            <a:avLst/>
          </a:prstGeom>
          <a:noFill/>
          <a:ln>
            <a:solidFill>
              <a:schemeClr val="accent3"/>
            </a:solid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5" name="Straight Connector 164">
            <a:extLst>
              <a:ext uri="{FF2B5EF4-FFF2-40B4-BE49-F238E27FC236}">
                <a16:creationId xmlns:a16="http://schemas.microsoft.com/office/drawing/2014/main" id="{E378C91C-FC18-466D-94AD-2E60A7837505}"/>
              </a:ext>
            </a:extLst>
          </p:cNvPr>
          <p:cNvCxnSpPr>
            <a:cxnSpLocks/>
          </p:cNvCxnSpPr>
          <p:nvPr/>
        </p:nvCxnSpPr>
        <p:spPr>
          <a:xfrm flipV="1">
            <a:off x="2790693" y="2957417"/>
            <a:ext cx="630266" cy="208747"/>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27" name="Group 226">
            <a:extLst>
              <a:ext uri="{FF2B5EF4-FFF2-40B4-BE49-F238E27FC236}">
                <a16:creationId xmlns:a16="http://schemas.microsoft.com/office/drawing/2014/main" id="{40635107-B0EE-4FBA-AA36-47F5BB8AAC7D}"/>
              </a:ext>
            </a:extLst>
          </p:cNvPr>
          <p:cNvGrpSpPr/>
          <p:nvPr/>
        </p:nvGrpSpPr>
        <p:grpSpPr>
          <a:xfrm>
            <a:off x="3213348" y="2102991"/>
            <a:ext cx="1359853" cy="1379666"/>
            <a:chOff x="3213348" y="2102991"/>
            <a:chExt cx="1359853" cy="1379666"/>
          </a:xfrm>
        </p:grpSpPr>
        <p:pic>
          <p:nvPicPr>
            <p:cNvPr id="14" name="Picture 13">
              <a:extLst>
                <a:ext uri="{FF2B5EF4-FFF2-40B4-BE49-F238E27FC236}">
                  <a16:creationId xmlns:a16="http://schemas.microsoft.com/office/drawing/2014/main" id="{E3A38428-E298-4397-AF8B-3458E9CC468B}"/>
                </a:ext>
              </a:extLst>
            </p:cNvPr>
            <p:cNvPicPr>
              <a:picLocks noChangeAspect="1"/>
            </p:cNvPicPr>
            <p:nvPr/>
          </p:nvPicPr>
          <p:blipFill rotWithShape="1">
            <a:blip r:embed="rId5"/>
            <a:srcRect l="48611" t="39389" r="43867" b="47044"/>
            <a:stretch/>
          </p:blipFill>
          <p:spPr>
            <a:xfrm>
              <a:off x="3213348" y="2102991"/>
              <a:ext cx="1359853" cy="1379666"/>
            </a:xfrm>
            <a:prstGeom prst="rect">
              <a:avLst/>
            </a:prstGeom>
            <a:scene3d>
              <a:camera prst="isometricRightUp"/>
              <a:lightRig rig="threePt" dir="t"/>
            </a:scene3d>
          </p:spPr>
        </p:pic>
        <p:sp>
          <p:nvSpPr>
            <p:cNvPr id="24" name="Rectangle 23">
              <a:extLst>
                <a:ext uri="{FF2B5EF4-FFF2-40B4-BE49-F238E27FC236}">
                  <a16:creationId xmlns:a16="http://schemas.microsoft.com/office/drawing/2014/main" id="{02B6FE73-1C5D-42C1-B827-D153FD03C29F}"/>
                </a:ext>
              </a:extLst>
            </p:cNvPr>
            <p:cNvSpPr/>
            <p:nvPr/>
          </p:nvSpPr>
          <p:spPr>
            <a:xfrm>
              <a:off x="3473547" y="2448480"/>
              <a:ext cx="406279" cy="291141"/>
            </a:xfrm>
            <a:prstGeom prst="rect">
              <a:avLst/>
            </a:prstGeom>
            <a:noFill/>
            <a:ln>
              <a:solidFill>
                <a:schemeClr val="accent3"/>
              </a:solid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69" name="Straight Connector 168">
            <a:extLst>
              <a:ext uri="{FF2B5EF4-FFF2-40B4-BE49-F238E27FC236}">
                <a16:creationId xmlns:a16="http://schemas.microsoft.com/office/drawing/2014/main" id="{2129FD06-7962-41A3-AED3-D581B9A5FA14}"/>
              </a:ext>
            </a:extLst>
          </p:cNvPr>
          <p:cNvCxnSpPr>
            <a:cxnSpLocks/>
          </p:cNvCxnSpPr>
          <p:nvPr/>
        </p:nvCxnSpPr>
        <p:spPr>
          <a:xfrm flipV="1">
            <a:off x="3475551" y="1981220"/>
            <a:ext cx="1521361" cy="337124"/>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C2345732-84A1-4B86-B35F-63DEA99CC8B4}"/>
              </a:ext>
            </a:extLst>
          </p:cNvPr>
          <p:cNvPicPr>
            <a:picLocks noChangeAspect="1"/>
          </p:cNvPicPr>
          <p:nvPr/>
        </p:nvPicPr>
        <p:blipFill rotWithShape="1">
          <a:blip r:embed="rId6"/>
          <a:srcRect l="33839" t="48989" r="58501" b="37066"/>
          <a:stretch/>
        </p:blipFill>
        <p:spPr>
          <a:xfrm>
            <a:off x="4540757" y="1598277"/>
            <a:ext cx="840407" cy="860670"/>
          </a:xfrm>
          <a:prstGeom prst="rect">
            <a:avLst/>
          </a:prstGeom>
          <a:scene3d>
            <a:camera prst="isometricRightUp"/>
            <a:lightRig rig="threePt" dir="t"/>
          </a:scene3d>
        </p:spPr>
      </p:pic>
      <p:cxnSp>
        <p:nvCxnSpPr>
          <p:cNvPr id="171" name="Straight Connector 170">
            <a:extLst>
              <a:ext uri="{FF2B5EF4-FFF2-40B4-BE49-F238E27FC236}">
                <a16:creationId xmlns:a16="http://schemas.microsoft.com/office/drawing/2014/main" id="{C05AAA6F-DD05-4DF8-829D-3846229B35DB}"/>
              </a:ext>
            </a:extLst>
          </p:cNvPr>
          <p:cNvCxnSpPr>
            <a:cxnSpLocks/>
          </p:cNvCxnSpPr>
          <p:nvPr/>
        </p:nvCxnSpPr>
        <p:spPr>
          <a:xfrm>
            <a:off x="3481451" y="2307132"/>
            <a:ext cx="1515461" cy="693267"/>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F87AA52F-8804-42A9-9ACE-113620BDAF32}"/>
              </a:ext>
            </a:extLst>
          </p:cNvPr>
          <p:cNvPicPr>
            <a:picLocks noChangeAspect="1"/>
          </p:cNvPicPr>
          <p:nvPr/>
        </p:nvPicPr>
        <p:blipFill rotWithShape="1">
          <a:blip r:embed="rId6"/>
          <a:srcRect l="48095" t="65776" r="44259" b="20771"/>
          <a:stretch/>
        </p:blipFill>
        <p:spPr>
          <a:xfrm>
            <a:off x="4520125" y="2673276"/>
            <a:ext cx="838907" cy="830314"/>
          </a:xfrm>
          <a:prstGeom prst="rect">
            <a:avLst/>
          </a:prstGeom>
          <a:ln w="3175">
            <a:solidFill>
              <a:srgbClr val="B3B3B3">
                <a:alpha val="56078"/>
              </a:srgbClr>
            </a:solidFill>
          </a:ln>
          <a:scene3d>
            <a:camera prst="isometricRightUp"/>
            <a:lightRig rig="threePt" dir="t"/>
          </a:scene3d>
        </p:spPr>
      </p:pic>
      <p:cxnSp>
        <p:nvCxnSpPr>
          <p:cNvPr id="177" name="Straight Connector 176">
            <a:extLst>
              <a:ext uri="{FF2B5EF4-FFF2-40B4-BE49-F238E27FC236}">
                <a16:creationId xmlns:a16="http://schemas.microsoft.com/office/drawing/2014/main" id="{AA90A321-BE78-412F-9379-A67247A78955}"/>
              </a:ext>
            </a:extLst>
          </p:cNvPr>
          <p:cNvCxnSpPr>
            <a:cxnSpLocks/>
          </p:cNvCxnSpPr>
          <p:nvPr/>
        </p:nvCxnSpPr>
        <p:spPr>
          <a:xfrm>
            <a:off x="3690135" y="2600295"/>
            <a:ext cx="1307232" cy="575086"/>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83FEABE1-C006-4060-B7AB-918A4689D835}"/>
              </a:ext>
            </a:extLst>
          </p:cNvPr>
          <p:cNvPicPr>
            <a:picLocks noChangeAspect="1"/>
          </p:cNvPicPr>
          <p:nvPr/>
        </p:nvPicPr>
        <p:blipFill rotWithShape="1">
          <a:blip r:embed="rId6"/>
          <a:srcRect l="48103" t="65700" r="44252" b="20664"/>
          <a:stretch/>
        </p:blipFill>
        <p:spPr>
          <a:xfrm>
            <a:off x="4602059" y="2745336"/>
            <a:ext cx="838907" cy="841654"/>
          </a:xfrm>
          <a:prstGeom prst="rect">
            <a:avLst/>
          </a:prstGeom>
          <a:scene3d>
            <a:camera prst="isometricRightUp"/>
            <a:lightRig rig="threePt" dir="t"/>
          </a:scene3d>
        </p:spPr>
      </p:pic>
      <p:cxnSp>
        <p:nvCxnSpPr>
          <p:cNvPr id="179" name="Straight Connector 178">
            <a:extLst>
              <a:ext uri="{FF2B5EF4-FFF2-40B4-BE49-F238E27FC236}">
                <a16:creationId xmlns:a16="http://schemas.microsoft.com/office/drawing/2014/main" id="{366B1147-2BD0-4793-BCF0-5F0AE1AF6892}"/>
              </a:ext>
            </a:extLst>
          </p:cNvPr>
          <p:cNvCxnSpPr>
            <a:cxnSpLocks/>
          </p:cNvCxnSpPr>
          <p:nvPr/>
        </p:nvCxnSpPr>
        <p:spPr>
          <a:xfrm flipV="1">
            <a:off x="3676686" y="2116039"/>
            <a:ext cx="1387071" cy="484444"/>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292251AA-E803-4CA7-AFFB-5A95D6B10B3D}"/>
              </a:ext>
            </a:extLst>
          </p:cNvPr>
          <p:cNvPicPr>
            <a:picLocks noChangeAspect="1"/>
          </p:cNvPicPr>
          <p:nvPr/>
        </p:nvPicPr>
        <p:blipFill rotWithShape="1">
          <a:blip r:embed="rId6"/>
          <a:srcRect l="48024" t="49170" r="44231" b="37094"/>
          <a:stretch/>
        </p:blipFill>
        <p:spPr>
          <a:xfrm>
            <a:off x="4627584" y="1686960"/>
            <a:ext cx="860278" cy="858158"/>
          </a:xfrm>
          <a:prstGeom prst="rect">
            <a:avLst/>
          </a:prstGeom>
          <a:scene3d>
            <a:camera prst="isometricRightUp"/>
            <a:lightRig rig="threePt" dir="t"/>
          </a:scene3d>
        </p:spPr>
      </p:pic>
      <p:cxnSp>
        <p:nvCxnSpPr>
          <p:cNvPr id="186" name="Straight Connector 185">
            <a:extLst>
              <a:ext uri="{FF2B5EF4-FFF2-40B4-BE49-F238E27FC236}">
                <a16:creationId xmlns:a16="http://schemas.microsoft.com/office/drawing/2014/main" id="{0C8B21A5-8B64-435F-9F3E-6FC593DBDB37}"/>
              </a:ext>
            </a:extLst>
          </p:cNvPr>
          <p:cNvCxnSpPr>
            <a:cxnSpLocks/>
          </p:cNvCxnSpPr>
          <p:nvPr/>
        </p:nvCxnSpPr>
        <p:spPr>
          <a:xfrm>
            <a:off x="5076035" y="2124250"/>
            <a:ext cx="1118146" cy="414419"/>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780B8A7A-5C45-4FAF-A7F7-7CAD61640BED}"/>
              </a:ext>
            </a:extLst>
          </p:cNvPr>
          <p:cNvPicPr>
            <a:picLocks noChangeAspect="1"/>
          </p:cNvPicPr>
          <p:nvPr/>
        </p:nvPicPr>
        <p:blipFill rotWithShape="1">
          <a:blip r:embed="rId5"/>
          <a:srcRect l="34394" t="55920" r="58015" b="30443"/>
          <a:stretch/>
        </p:blipFill>
        <p:spPr>
          <a:xfrm>
            <a:off x="5398847" y="1753841"/>
            <a:ext cx="1365407" cy="1379665"/>
          </a:xfrm>
          <a:prstGeom prst="rect">
            <a:avLst/>
          </a:prstGeom>
          <a:scene3d>
            <a:camera prst="isometricRightUp"/>
            <a:lightRig rig="threePt" dir="t"/>
          </a:scene3d>
        </p:spPr>
      </p:pic>
      <p:cxnSp>
        <p:nvCxnSpPr>
          <p:cNvPr id="188" name="Straight Connector 187">
            <a:extLst>
              <a:ext uri="{FF2B5EF4-FFF2-40B4-BE49-F238E27FC236}">
                <a16:creationId xmlns:a16="http://schemas.microsoft.com/office/drawing/2014/main" id="{1272530D-0FC3-40FC-8FE5-2D85FE37F36F}"/>
              </a:ext>
            </a:extLst>
          </p:cNvPr>
          <p:cNvCxnSpPr>
            <a:cxnSpLocks/>
          </p:cNvCxnSpPr>
          <p:nvPr/>
        </p:nvCxnSpPr>
        <p:spPr>
          <a:xfrm flipV="1">
            <a:off x="5038357" y="2939950"/>
            <a:ext cx="793147" cy="235432"/>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9631BA80-AF6F-4FAF-8E32-E4A072B4D8B3}"/>
              </a:ext>
            </a:extLst>
          </p:cNvPr>
          <p:cNvPicPr>
            <a:picLocks noChangeAspect="1"/>
          </p:cNvPicPr>
          <p:nvPr/>
        </p:nvPicPr>
        <p:blipFill rotWithShape="1">
          <a:blip r:embed="rId5"/>
          <a:srcRect l="48680" t="55835" r="43764" b="30529"/>
          <a:stretch/>
        </p:blipFill>
        <p:spPr>
          <a:xfrm>
            <a:off x="5554252" y="1991815"/>
            <a:ext cx="1342828" cy="1363370"/>
          </a:xfrm>
          <a:prstGeom prst="rect">
            <a:avLst/>
          </a:prstGeom>
          <a:scene3d>
            <a:camera prst="isometricRightUp"/>
            <a:lightRig rig="threePt" dir="t"/>
          </a:scene3d>
        </p:spPr>
      </p:pic>
      <p:cxnSp>
        <p:nvCxnSpPr>
          <p:cNvPr id="189" name="Straight Connector 188">
            <a:extLst>
              <a:ext uri="{FF2B5EF4-FFF2-40B4-BE49-F238E27FC236}">
                <a16:creationId xmlns:a16="http://schemas.microsoft.com/office/drawing/2014/main" id="{D73926F5-D114-4880-A064-03699E6D8640}"/>
              </a:ext>
            </a:extLst>
          </p:cNvPr>
          <p:cNvCxnSpPr>
            <a:cxnSpLocks/>
          </p:cNvCxnSpPr>
          <p:nvPr/>
        </p:nvCxnSpPr>
        <p:spPr>
          <a:xfrm flipV="1">
            <a:off x="6575885" y="1575682"/>
            <a:ext cx="630784" cy="40278"/>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29916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498347" y="397961"/>
            <a:ext cx="9976104" cy="590931"/>
          </a:xfrm>
        </p:spPr>
        <p:txBody>
          <a:bodyPr/>
          <a:lstStyle/>
          <a:p>
            <a:r>
              <a:rPr lang="en-US" dirty="0" err="1"/>
              <a:t>엣지</a:t>
            </a:r>
            <a:r>
              <a:rPr lang="en-US" dirty="0"/>
              <a:t>(EDGE) </a:t>
            </a:r>
            <a:r>
              <a:rPr lang="en-US" dirty="0" err="1"/>
              <a:t>찾기</a:t>
            </a:r>
            <a:endParaRPr lang="en-US" dirty="0"/>
          </a:p>
        </p:txBody>
      </p:sp>
      <p:pic>
        <p:nvPicPr>
          <p:cNvPr id="8" name="Picture 7">
            <a:extLst>
              <a:ext uri="{FF2B5EF4-FFF2-40B4-BE49-F238E27FC236}">
                <a16:creationId xmlns:a16="http://schemas.microsoft.com/office/drawing/2014/main" id="{2EDA5785-1E43-492D-96C5-4EB923D2004F}"/>
              </a:ext>
            </a:extLst>
          </p:cNvPr>
          <p:cNvPicPr>
            <a:picLocks noChangeAspect="1"/>
          </p:cNvPicPr>
          <p:nvPr/>
        </p:nvPicPr>
        <p:blipFill>
          <a:blip r:embed="rId3"/>
          <a:stretch>
            <a:fillRect/>
          </a:stretch>
        </p:blipFill>
        <p:spPr>
          <a:xfrm>
            <a:off x="4016359" y="1945854"/>
            <a:ext cx="2924175" cy="2743200"/>
          </a:xfrm>
          <a:prstGeom prst="rect">
            <a:avLst/>
          </a:prstGeom>
          <a:ln>
            <a:solidFill>
              <a:srgbClr val="B3B3B3"/>
            </a:solidFill>
          </a:ln>
        </p:spPr>
      </p:pic>
      <p:pic>
        <p:nvPicPr>
          <p:cNvPr id="10" name="Picture 9">
            <a:extLst>
              <a:ext uri="{FF2B5EF4-FFF2-40B4-BE49-F238E27FC236}">
                <a16:creationId xmlns:a16="http://schemas.microsoft.com/office/drawing/2014/main" id="{23380E74-B8B4-489A-A565-6073D39FB22D}"/>
              </a:ext>
            </a:extLst>
          </p:cNvPr>
          <p:cNvPicPr>
            <a:picLocks noChangeAspect="1"/>
          </p:cNvPicPr>
          <p:nvPr/>
        </p:nvPicPr>
        <p:blipFill>
          <a:blip r:embed="rId4"/>
          <a:stretch>
            <a:fillRect/>
          </a:stretch>
        </p:blipFill>
        <p:spPr>
          <a:xfrm>
            <a:off x="640113" y="1945854"/>
            <a:ext cx="2924175" cy="2743200"/>
          </a:xfrm>
          <a:prstGeom prst="rect">
            <a:avLst/>
          </a:prstGeom>
          <a:ln>
            <a:solidFill>
              <a:srgbClr val="B3B3B3"/>
            </a:solidFill>
          </a:ln>
        </p:spPr>
      </p:pic>
      <p:pic>
        <p:nvPicPr>
          <p:cNvPr id="14" name="Picture 13">
            <a:extLst>
              <a:ext uri="{FF2B5EF4-FFF2-40B4-BE49-F238E27FC236}">
                <a16:creationId xmlns:a16="http://schemas.microsoft.com/office/drawing/2014/main" id="{029868EB-A1F0-40A8-A73C-953C76681BA3}"/>
              </a:ext>
            </a:extLst>
          </p:cNvPr>
          <p:cNvPicPr>
            <a:picLocks noChangeAspect="1"/>
          </p:cNvPicPr>
          <p:nvPr/>
        </p:nvPicPr>
        <p:blipFill>
          <a:blip r:embed="rId5"/>
          <a:stretch>
            <a:fillRect/>
          </a:stretch>
        </p:blipFill>
        <p:spPr>
          <a:xfrm>
            <a:off x="7392606" y="1945854"/>
            <a:ext cx="2924175" cy="2743200"/>
          </a:xfrm>
          <a:prstGeom prst="rect">
            <a:avLst/>
          </a:prstGeom>
        </p:spPr>
      </p:pic>
      <p:sp>
        <p:nvSpPr>
          <p:cNvPr id="16" name="Rectangle 15">
            <a:extLst>
              <a:ext uri="{FF2B5EF4-FFF2-40B4-BE49-F238E27FC236}">
                <a16:creationId xmlns:a16="http://schemas.microsoft.com/office/drawing/2014/main" id="{2DED7CC2-F67C-4EDE-A3D2-E9AEBD62CCA2}"/>
              </a:ext>
            </a:extLst>
          </p:cNvPr>
          <p:cNvSpPr/>
          <p:nvPr/>
        </p:nvSpPr>
        <p:spPr>
          <a:xfrm>
            <a:off x="4016361" y="1140680"/>
            <a:ext cx="2924175" cy="670156"/>
          </a:xfrm>
          <a:prstGeom prst="rect">
            <a:avLst/>
          </a:prstGeom>
          <a:gradFill flip="none" rotWithShape="1">
            <a:gsLst>
              <a:gs pos="0">
                <a:schemeClr val="accent6">
                  <a:lumMod val="60000"/>
                  <a:lumOff val="40000"/>
                  <a:shade val="30000"/>
                  <a:satMod val="115000"/>
                </a:schemeClr>
              </a:gs>
              <a:gs pos="50000">
                <a:schemeClr val="accent6">
                  <a:lumMod val="60000"/>
                  <a:lumOff val="40000"/>
                  <a:shade val="67500"/>
                  <a:satMod val="115000"/>
                </a:schemeClr>
              </a:gs>
              <a:gs pos="100000">
                <a:schemeClr val="accent6">
                  <a:lumMod val="60000"/>
                  <a:lumOff val="40000"/>
                  <a:shade val="100000"/>
                  <a:satMod val="115000"/>
                </a:schemeClr>
              </a:gs>
            </a:gsLst>
            <a:path path="circle">
              <a:fillToRect l="50000" t="50000" r="50000" b="50000"/>
            </a:path>
            <a:tileRect/>
          </a:gra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이미지 원본</a:t>
            </a:r>
          </a:p>
        </p:txBody>
      </p:sp>
      <p:sp>
        <p:nvSpPr>
          <p:cNvPr id="18" name="Rectangle 17">
            <a:extLst>
              <a:ext uri="{FF2B5EF4-FFF2-40B4-BE49-F238E27FC236}">
                <a16:creationId xmlns:a16="http://schemas.microsoft.com/office/drawing/2014/main" id="{2C16C15D-DFFD-4D92-B5F2-7EA55A72ECDF}"/>
              </a:ext>
            </a:extLst>
          </p:cNvPr>
          <p:cNvSpPr/>
          <p:nvPr/>
        </p:nvSpPr>
        <p:spPr>
          <a:xfrm>
            <a:off x="640114" y="1140680"/>
            <a:ext cx="2924175" cy="670156"/>
          </a:xfrm>
          <a:prstGeom prst="rect">
            <a:avLst/>
          </a:prstGeom>
          <a:gradFill flip="none" rotWithShape="1">
            <a:gsLst>
              <a:gs pos="0">
                <a:schemeClr val="accent6">
                  <a:lumMod val="60000"/>
                  <a:lumOff val="40000"/>
                  <a:shade val="30000"/>
                  <a:satMod val="115000"/>
                </a:schemeClr>
              </a:gs>
              <a:gs pos="50000">
                <a:schemeClr val="accent6">
                  <a:lumMod val="60000"/>
                  <a:lumOff val="40000"/>
                  <a:shade val="67500"/>
                  <a:satMod val="115000"/>
                </a:schemeClr>
              </a:gs>
              <a:gs pos="100000">
                <a:schemeClr val="accent6">
                  <a:lumMod val="60000"/>
                  <a:lumOff val="40000"/>
                  <a:shade val="100000"/>
                  <a:satMod val="115000"/>
                </a:schemeClr>
              </a:gs>
            </a:gsLst>
            <a:lin ang="10800000" scaled="1"/>
            <a:tileRect/>
          </a:gra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수직 엣지</a:t>
            </a:r>
          </a:p>
        </p:txBody>
      </p:sp>
      <p:sp>
        <p:nvSpPr>
          <p:cNvPr id="20" name="Rectangle 19">
            <a:extLst>
              <a:ext uri="{FF2B5EF4-FFF2-40B4-BE49-F238E27FC236}">
                <a16:creationId xmlns:a16="http://schemas.microsoft.com/office/drawing/2014/main" id="{8E81F19F-FD95-4D6C-B228-454C93557D41}"/>
              </a:ext>
            </a:extLst>
          </p:cNvPr>
          <p:cNvSpPr/>
          <p:nvPr/>
        </p:nvSpPr>
        <p:spPr>
          <a:xfrm>
            <a:off x="7392607" y="1140680"/>
            <a:ext cx="2924175" cy="670156"/>
          </a:xfrm>
          <a:prstGeom prst="rect">
            <a:avLst/>
          </a:prstGeom>
          <a:gradFill flip="none" rotWithShape="1">
            <a:gsLst>
              <a:gs pos="0">
                <a:schemeClr val="accent6">
                  <a:lumMod val="60000"/>
                  <a:lumOff val="40000"/>
                  <a:shade val="30000"/>
                  <a:satMod val="115000"/>
                </a:schemeClr>
              </a:gs>
              <a:gs pos="50000">
                <a:schemeClr val="accent6">
                  <a:lumMod val="60000"/>
                  <a:lumOff val="40000"/>
                  <a:shade val="67500"/>
                  <a:satMod val="115000"/>
                </a:schemeClr>
              </a:gs>
              <a:gs pos="100000">
                <a:schemeClr val="accent6">
                  <a:lumMod val="60000"/>
                  <a:lumOff val="40000"/>
                  <a:shade val="100000"/>
                  <a:satMod val="115000"/>
                </a:schemeClr>
              </a:gs>
            </a:gsLst>
            <a:lin ang="16200000" scaled="1"/>
            <a:tileRect/>
          </a:gra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수평 엣지</a:t>
            </a:r>
          </a:p>
        </p:txBody>
      </p:sp>
      <p:graphicFrame>
        <p:nvGraphicFramePr>
          <p:cNvPr id="22" name="Table 21">
            <a:extLst>
              <a:ext uri="{FF2B5EF4-FFF2-40B4-BE49-F238E27FC236}">
                <a16:creationId xmlns:a16="http://schemas.microsoft.com/office/drawing/2014/main" id="{8A4D0E2A-78D5-4A84-B0F0-B0CD1CC3D0D2}"/>
              </a:ext>
            </a:extLst>
          </p:cNvPr>
          <p:cNvGraphicFramePr>
            <a:graphicFrameLocks noGrp="1"/>
          </p:cNvGraphicFramePr>
          <p:nvPr>
            <p:extLst>
              <p:ext uri="{D42A27DB-BD31-4B8C-83A1-F6EECF244321}">
                <p14:modId xmlns:p14="http://schemas.microsoft.com/office/powerpoint/2010/main" val="3677377803"/>
              </p:ext>
            </p:extLst>
          </p:nvPr>
        </p:nvGraphicFramePr>
        <p:xfrm>
          <a:off x="1258409" y="4824072"/>
          <a:ext cx="1687581" cy="1157846"/>
        </p:xfrm>
        <a:graphic>
          <a:graphicData uri="http://schemas.openxmlformats.org/drawingml/2006/table">
            <a:tbl>
              <a:tblPr firstRow="1" bandRow="1">
                <a:tableStyleId>{5C22544A-7EE6-4342-B048-85BDC9FD1C3A}</a:tableStyleId>
              </a:tblPr>
              <a:tblGrid>
                <a:gridCol w="562527">
                  <a:extLst>
                    <a:ext uri="{9D8B030D-6E8A-4147-A177-3AD203B41FA5}">
                      <a16:colId xmlns:a16="http://schemas.microsoft.com/office/drawing/2014/main" val="3363110549"/>
                    </a:ext>
                  </a:extLst>
                </a:gridCol>
                <a:gridCol w="562527">
                  <a:extLst>
                    <a:ext uri="{9D8B030D-6E8A-4147-A177-3AD203B41FA5}">
                      <a16:colId xmlns:a16="http://schemas.microsoft.com/office/drawing/2014/main" val="2773334811"/>
                    </a:ext>
                  </a:extLst>
                </a:gridCol>
                <a:gridCol w="562527">
                  <a:extLst>
                    <a:ext uri="{9D8B030D-6E8A-4147-A177-3AD203B41FA5}">
                      <a16:colId xmlns:a16="http://schemas.microsoft.com/office/drawing/2014/main" val="3954811565"/>
                    </a:ext>
                  </a:extLst>
                </a:gridCol>
              </a:tblGrid>
              <a:tr h="0">
                <a:tc>
                  <a:txBody>
                    <a:bodyPr/>
                    <a:lstStyle/>
                    <a:p>
                      <a:pPr algn="ctr"/>
                      <a:r>
                        <a:rPr lang="en-US" b="0" dirty="0">
                          <a:solidFill>
                            <a:schemeClr val="bg1"/>
                          </a:solidFill>
                        </a:rPr>
                        <a:t>1</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dirty="0">
                          <a:solidFill>
                            <a:schemeClr val="bg1"/>
                          </a:solidFill>
                        </a:rPr>
                        <a:t>-1</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396043">
                <a:tc>
                  <a:txBody>
                    <a:bodyPr/>
                    <a:lstStyle/>
                    <a:p>
                      <a:pPr algn="ctr"/>
                      <a:r>
                        <a:rPr lang="en-US">
                          <a:solidFill>
                            <a:schemeClr val="bg1"/>
                          </a:solidFill>
                        </a:rPr>
                        <a:t>2</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-2</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02284580"/>
                  </a:ext>
                </a:extLst>
              </a:tr>
              <a:tr h="396043">
                <a:tc>
                  <a:txBody>
                    <a:bodyPr/>
                    <a:lstStyle/>
                    <a:p>
                      <a:pPr algn="ctr"/>
                      <a:r>
                        <a:rPr lang="en-US">
                          <a:solidFill>
                            <a:schemeClr val="bg1"/>
                          </a:solidFill>
                        </a:rPr>
                        <a:t>1</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dirty="0">
                          <a:solidFill>
                            <a:schemeClr val="bg1"/>
                          </a:solidFill>
                        </a:rPr>
                        <a:t>-1</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graphicFrame>
        <p:nvGraphicFramePr>
          <p:cNvPr id="26" name="Table 25">
            <a:extLst>
              <a:ext uri="{FF2B5EF4-FFF2-40B4-BE49-F238E27FC236}">
                <a16:creationId xmlns:a16="http://schemas.microsoft.com/office/drawing/2014/main" id="{1428C12A-3CF2-46FD-BD43-F6684802E23C}"/>
              </a:ext>
            </a:extLst>
          </p:cNvPr>
          <p:cNvGraphicFramePr>
            <a:graphicFrameLocks noGrp="1"/>
          </p:cNvGraphicFramePr>
          <p:nvPr>
            <p:extLst>
              <p:ext uri="{D42A27DB-BD31-4B8C-83A1-F6EECF244321}">
                <p14:modId xmlns:p14="http://schemas.microsoft.com/office/powerpoint/2010/main" val="2408194513"/>
              </p:ext>
            </p:extLst>
          </p:nvPr>
        </p:nvGraphicFramePr>
        <p:xfrm>
          <a:off x="4642608" y="4824072"/>
          <a:ext cx="1687581" cy="1157846"/>
        </p:xfrm>
        <a:graphic>
          <a:graphicData uri="http://schemas.openxmlformats.org/drawingml/2006/table">
            <a:tbl>
              <a:tblPr firstRow="1" bandRow="1">
                <a:tableStyleId>{5C22544A-7EE6-4342-B048-85BDC9FD1C3A}</a:tableStyleId>
              </a:tblPr>
              <a:tblGrid>
                <a:gridCol w="562527">
                  <a:extLst>
                    <a:ext uri="{9D8B030D-6E8A-4147-A177-3AD203B41FA5}">
                      <a16:colId xmlns:a16="http://schemas.microsoft.com/office/drawing/2014/main" val="3363110549"/>
                    </a:ext>
                  </a:extLst>
                </a:gridCol>
                <a:gridCol w="562527">
                  <a:extLst>
                    <a:ext uri="{9D8B030D-6E8A-4147-A177-3AD203B41FA5}">
                      <a16:colId xmlns:a16="http://schemas.microsoft.com/office/drawing/2014/main" val="2773334811"/>
                    </a:ext>
                  </a:extLst>
                </a:gridCol>
                <a:gridCol w="562527">
                  <a:extLst>
                    <a:ext uri="{9D8B030D-6E8A-4147-A177-3AD203B41FA5}">
                      <a16:colId xmlns:a16="http://schemas.microsoft.com/office/drawing/2014/main" val="3954811565"/>
                    </a:ext>
                  </a:extLst>
                </a:gridCol>
              </a:tblGrid>
              <a:tr h="0">
                <a:tc>
                  <a:txBody>
                    <a:bodyPr/>
                    <a:lstStyle/>
                    <a:p>
                      <a:pPr algn="ctr"/>
                      <a:r>
                        <a:rPr lang="en-US" b="0">
                          <a:solidFill>
                            <a:schemeClr val="bg1"/>
                          </a:solidFill>
                        </a:rPr>
                        <a:t>0</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0</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396043">
                <a:tc>
                  <a:txBody>
                    <a:bodyPr/>
                    <a:lstStyle/>
                    <a:p>
                      <a:pPr algn="ctr"/>
                      <a:r>
                        <a:rPr lang="en-US">
                          <a:solidFill>
                            <a:schemeClr val="bg1"/>
                          </a:solidFill>
                        </a:rPr>
                        <a:t>0</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02284580"/>
                  </a:ext>
                </a:extLst>
              </a:tr>
              <a:tr h="396043">
                <a:tc>
                  <a:txBody>
                    <a:bodyPr/>
                    <a:lstStyle/>
                    <a:p>
                      <a:pPr algn="ctr"/>
                      <a:r>
                        <a:rPr lang="en-US">
                          <a:solidFill>
                            <a:schemeClr val="bg1"/>
                          </a:solidFill>
                        </a:rPr>
                        <a:t>0</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dirty="0">
                          <a:solidFill>
                            <a:schemeClr val="bg1"/>
                          </a:solidFill>
                        </a:rPr>
                        <a:t>0</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graphicFrame>
        <p:nvGraphicFramePr>
          <p:cNvPr id="30" name="Table 29">
            <a:extLst>
              <a:ext uri="{FF2B5EF4-FFF2-40B4-BE49-F238E27FC236}">
                <a16:creationId xmlns:a16="http://schemas.microsoft.com/office/drawing/2014/main" id="{3F273CB6-769A-4FC6-8E31-1E514C7D62A2}"/>
              </a:ext>
            </a:extLst>
          </p:cNvPr>
          <p:cNvGraphicFramePr>
            <a:graphicFrameLocks noGrp="1"/>
          </p:cNvGraphicFramePr>
          <p:nvPr>
            <p:extLst>
              <p:ext uri="{D42A27DB-BD31-4B8C-83A1-F6EECF244321}">
                <p14:modId xmlns:p14="http://schemas.microsoft.com/office/powerpoint/2010/main" val="1532505455"/>
              </p:ext>
            </p:extLst>
          </p:nvPr>
        </p:nvGraphicFramePr>
        <p:xfrm>
          <a:off x="8026810" y="4824072"/>
          <a:ext cx="1687581" cy="1157846"/>
        </p:xfrm>
        <a:graphic>
          <a:graphicData uri="http://schemas.openxmlformats.org/drawingml/2006/table">
            <a:tbl>
              <a:tblPr firstRow="1" bandRow="1">
                <a:tableStyleId>{5C22544A-7EE6-4342-B048-85BDC9FD1C3A}</a:tableStyleId>
              </a:tblPr>
              <a:tblGrid>
                <a:gridCol w="562527">
                  <a:extLst>
                    <a:ext uri="{9D8B030D-6E8A-4147-A177-3AD203B41FA5}">
                      <a16:colId xmlns:a16="http://schemas.microsoft.com/office/drawing/2014/main" val="3363110549"/>
                    </a:ext>
                  </a:extLst>
                </a:gridCol>
                <a:gridCol w="562527">
                  <a:extLst>
                    <a:ext uri="{9D8B030D-6E8A-4147-A177-3AD203B41FA5}">
                      <a16:colId xmlns:a16="http://schemas.microsoft.com/office/drawing/2014/main" val="2773334811"/>
                    </a:ext>
                  </a:extLst>
                </a:gridCol>
                <a:gridCol w="562527">
                  <a:extLst>
                    <a:ext uri="{9D8B030D-6E8A-4147-A177-3AD203B41FA5}">
                      <a16:colId xmlns:a16="http://schemas.microsoft.com/office/drawing/2014/main" val="3954811565"/>
                    </a:ext>
                  </a:extLst>
                </a:gridCol>
              </a:tblGrid>
              <a:tr h="0">
                <a:tc>
                  <a:txBody>
                    <a:bodyPr/>
                    <a:lstStyle/>
                    <a:p>
                      <a:pPr algn="ctr"/>
                      <a:r>
                        <a:rPr lang="en-US" b="0">
                          <a:solidFill>
                            <a:schemeClr val="bg1"/>
                          </a:solidFill>
                        </a:rPr>
                        <a:t>1</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dirty="0">
                          <a:solidFill>
                            <a:schemeClr val="bg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solidFill>
                            <a:schemeClr val="bg1"/>
                          </a:solidFill>
                        </a:rPr>
                        <a:t>1</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396043">
                <a:tc>
                  <a:txBody>
                    <a:bodyPr/>
                    <a:lstStyle/>
                    <a:p>
                      <a:pPr algn="ctr"/>
                      <a:r>
                        <a:rPr lang="en-US" dirty="0">
                          <a:solidFill>
                            <a:schemeClr val="bg1"/>
                          </a:solidFill>
                        </a:rPr>
                        <a:t>0</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0</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02284580"/>
                  </a:ext>
                </a:extLst>
              </a:tr>
              <a:tr h="396043">
                <a:tc>
                  <a:txBody>
                    <a:bodyPr/>
                    <a:lstStyle/>
                    <a:p>
                      <a:pPr algn="ctr"/>
                      <a:r>
                        <a:rPr lang="en-US">
                          <a:solidFill>
                            <a:schemeClr val="bg1"/>
                          </a:solidFill>
                        </a:rPr>
                        <a:t>-1</a:t>
                      </a:r>
                    </a:p>
                  </a:txBody>
                  <a:tcPr>
                    <a:lnL w="2857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a:solidFill>
                            <a:schemeClr val="bg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algn="ctr"/>
                      <a:r>
                        <a:rPr lang="en-US" dirty="0">
                          <a:solidFill>
                            <a:schemeClr val="bg1"/>
                          </a:solidFill>
                        </a:rPr>
                        <a:t>-1</a:t>
                      </a:r>
                    </a:p>
                  </a:txBody>
                  <a:tcPr>
                    <a:lnL w="12700" cap="flat" cmpd="sng" algn="ctr">
                      <a:solidFill>
                        <a:schemeClr val="tx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spTree>
    <p:extLst>
      <p:ext uri="{BB962C8B-B14F-4D97-AF65-F5344CB8AC3E}">
        <p14:creationId xmlns:p14="http://schemas.microsoft.com/office/powerpoint/2010/main" val="14003500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9ABED-7C24-4295-B9EA-B076EBBA79BC}"/>
              </a:ext>
            </a:extLst>
          </p:cNvPr>
          <p:cNvSpPr>
            <a:spLocks noGrp="1"/>
          </p:cNvSpPr>
          <p:nvPr>
            <p:ph type="title"/>
          </p:nvPr>
        </p:nvSpPr>
        <p:spPr>
          <a:xfrm>
            <a:off x="1" y="661226"/>
            <a:ext cx="10972800" cy="590931"/>
          </a:xfrm>
        </p:spPr>
        <p:txBody>
          <a:bodyPr/>
          <a:lstStyle/>
          <a:p>
            <a:r>
              <a:rPr lang="en-US" dirty="0" err="1"/>
              <a:t>뉴럴</a:t>
            </a:r>
            <a:r>
              <a:rPr lang="en-US" dirty="0"/>
              <a:t> </a:t>
            </a:r>
            <a:r>
              <a:rPr lang="en-US" dirty="0" err="1"/>
              <a:t>네트워크</a:t>
            </a:r>
            <a:r>
              <a:rPr lang="en-US" dirty="0"/>
              <a:t> </a:t>
            </a:r>
            <a:r>
              <a:rPr lang="en-US" dirty="0" err="1"/>
              <a:t>인식</a:t>
            </a:r>
            <a:r>
              <a:rPr lang="en-US" dirty="0"/>
              <a:t> </a:t>
            </a:r>
            <a:br>
              <a:rPr lang="en-US" dirty="0"/>
            </a:br>
            <a:r>
              <a:rPr lang="en-US" dirty="0"/>
              <a:t>(Neural Network Perception)</a:t>
            </a:r>
          </a:p>
        </p:txBody>
      </p:sp>
      <p:sp>
        <p:nvSpPr>
          <p:cNvPr id="5" name="Rectangle 4">
            <a:extLst>
              <a:ext uri="{FF2B5EF4-FFF2-40B4-BE49-F238E27FC236}">
                <a16:creationId xmlns:a16="http://schemas.microsoft.com/office/drawing/2014/main" id="{E39ED7E3-3237-43B0-872B-0F99B744F1C7}"/>
              </a:ext>
            </a:extLst>
          </p:cNvPr>
          <p:cNvSpPr/>
          <p:nvPr/>
        </p:nvSpPr>
        <p:spPr>
          <a:xfrm rot="16200000">
            <a:off x="1409611" y="1964250"/>
            <a:ext cx="1545536" cy="59093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합성곱</a:t>
            </a:r>
          </a:p>
        </p:txBody>
      </p:sp>
      <p:sp>
        <p:nvSpPr>
          <p:cNvPr id="7" name="Rectangle 6">
            <a:extLst>
              <a:ext uri="{FF2B5EF4-FFF2-40B4-BE49-F238E27FC236}">
                <a16:creationId xmlns:a16="http://schemas.microsoft.com/office/drawing/2014/main" id="{EAABA6B5-1CAC-4D63-8B30-B21526C9647D}"/>
              </a:ext>
            </a:extLst>
          </p:cNvPr>
          <p:cNvSpPr/>
          <p:nvPr/>
        </p:nvSpPr>
        <p:spPr>
          <a:xfrm rot="16200000">
            <a:off x="391548" y="1964250"/>
            <a:ext cx="1215984" cy="5909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입력</a:t>
            </a:r>
          </a:p>
        </p:txBody>
      </p:sp>
      <p:sp>
        <p:nvSpPr>
          <p:cNvPr id="9" name="Rectangle 8">
            <a:extLst>
              <a:ext uri="{FF2B5EF4-FFF2-40B4-BE49-F238E27FC236}">
                <a16:creationId xmlns:a16="http://schemas.microsoft.com/office/drawing/2014/main" id="{F5FDF9BC-04DF-43DB-A785-D7751D4CAA82}"/>
              </a:ext>
            </a:extLst>
          </p:cNvPr>
          <p:cNvSpPr/>
          <p:nvPr/>
        </p:nvSpPr>
        <p:spPr>
          <a:xfrm rot="16200000">
            <a:off x="2592450" y="1964250"/>
            <a:ext cx="1545535" cy="59093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합성곱</a:t>
            </a:r>
          </a:p>
        </p:txBody>
      </p:sp>
      <p:sp>
        <p:nvSpPr>
          <p:cNvPr id="11" name="Rectangle 10">
            <a:extLst>
              <a:ext uri="{FF2B5EF4-FFF2-40B4-BE49-F238E27FC236}">
                <a16:creationId xmlns:a16="http://schemas.microsoft.com/office/drawing/2014/main" id="{5D41F5C6-D633-44D6-A410-34F1569327C2}"/>
              </a:ext>
            </a:extLst>
          </p:cNvPr>
          <p:cNvSpPr/>
          <p:nvPr/>
        </p:nvSpPr>
        <p:spPr>
          <a:xfrm rot="16200000">
            <a:off x="3775289" y="1964250"/>
            <a:ext cx="1545535" cy="59093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합성곱</a:t>
            </a:r>
          </a:p>
        </p:txBody>
      </p:sp>
      <p:sp>
        <p:nvSpPr>
          <p:cNvPr id="13" name="Rectangle 12">
            <a:extLst>
              <a:ext uri="{FF2B5EF4-FFF2-40B4-BE49-F238E27FC236}">
                <a16:creationId xmlns:a16="http://schemas.microsoft.com/office/drawing/2014/main" id="{67B32F75-8AA0-43F5-9D26-38F89A3E07C3}"/>
              </a:ext>
            </a:extLst>
          </p:cNvPr>
          <p:cNvSpPr/>
          <p:nvPr/>
        </p:nvSpPr>
        <p:spPr>
          <a:xfrm rot="16200000">
            <a:off x="4958128" y="1964250"/>
            <a:ext cx="1545535" cy="59093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합성곱</a:t>
            </a:r>
          </a:p>
        </p:txBody>
      </p:sp>
      <p:sp>
        <p:nvSpPr>
          <p:cNvPr id="15" name="Rectangle 14">
            <a:extLst>
              <a:ext uri="{FF2B5EF4-FFF2-40B4-BE49-F238E27FC236}">
                <a16:creationId xmlns:a16="http://schemas.microsoft.com/office/drawing/2014/main" id="{A38B9B4D-0D58-468F-877B-B30E5AC0B261}"/>
              </a:ext>
            </a:extLst>
          </p:cNvPr>
          <p:cNvSpPr/>
          <p:nvPr/>
        </p:nvSpPr>
        <p:spPr>
          <a:xfrm rot="16200000">
            <a:off x="6358298" y="1964250"/>
            <a:ext cx="1110874" cy="590931"/>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밀집</a:t>
            </a:r>
          </a:p>
        </p:txBody>
      </p:sp>
      <p:sp>
        <p:nvSpPr>
          <p:cNvPr id="17" name="Rectangle 16">
            <a:extLst>
              <a:ext uri="{FF2B5EF4-FFF2-40B4-BE49-F238E27FC236}">
                <a16:creationId xmlns:a16="http://schemas.microsoft.com/office/drawing/2014/main" id="{75D1F90A-3A9B-4D18-9F08-4DE517548A33}"/>
              </a:ext>
            </a:extLst>
          </p:cNvPr>
          <p:cNvSpPr/>
          <p:nvPr/>
        </p:nvSpPr>
        <p:spPr>
          <a:xfrm rot="16200000">
            <a:off x="8798605" y="1901216"/>
            <a:ext cx="959662" cy="590931"/>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출력</a:t>
            </a:r>
          </a:p>
        </p:txBody>
      </p:sp>
      <p:sp>
        <p:nvSpPr>
          <p:cNvPr id="19" name="Rectangle 18">
            <a:extLst>
              <a:ext uri="{FF2B5EF4-FFF2-40B4-BE49-F238E27FC236}">
                <a16:creationId xmlns:a16="http://schemas.microsoft.com/office/drawing/2014/main" id="{80586F73-2924-45E7-BA1C-DFDC1938ED7C}"/>
              </a:ext>
            </a:extLst>
          </p:cNvPr>
          <p:cNvSpPr/>
          <p:nvPr/>
        </p:nvSpPr>
        <p:spPr>
          <a:xfrm rot="16200000">
            <a:off x="7693576" y="1964250"/>
            <a:ext cx="805995" cy="590931"/>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밀집</a:t>
            </a:r>
          </a:p>
        </p:txBody>
      </p:sp>
      <p:sp>
        <p:nvSpPr>
          <p:cNvPr id="22" name="Rectangle 21">
            <a:extLst>
              <a:ext uri="{FF2B5EF4-FFF2-40B4-BE49-F238E27FC236}">
                <a16:creationId xmlns:a16="http://schemas.microsoft.com/office/drawing/2014/main" id="{DCD2E43C-FB14-49F7-8204-127133345892}"/>
              </a:ext>
            </a:extLst>
          </p:cNvPr>
          <p:cNvSpPr/>
          <p:nvPr/>
        </p:nvSpPr>
        <p:spPr>
          <a:xfrm>
            <a:off x="3416690" y="3073183"/>
            <a:ext cx="1084175" cy="395215"/>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텍스처</a:t>
            </a:r>
          </a:p>
        </p:txBody>
      </p:sp>
      <p:sp>
        <p:nvSpPr>
          <p:cNvPr id="24" name="Rectangle 23">
            <a:extLst>
              <a:ext uri="{FF2B5EF4-FFF2-40B4-BE49-F238E27FC236}">
                <a16:creationId xmlns:a16="http://schemas.microsoft.com/office/drawing/2014/main" id="{204267E7-2D78-4C2D-A97E-0435FF8393CE}"/>
              </a:ext>
            </a:extLst>
          </p:cNvPr>
          <p:cNvSpPr/>
          <p:nvPr/>
        </p:nvSpPr>
        <p:spPr>
          <a:xfrm>
            <a:off x="1886913" y="3073183"/>
            <a:ext cx="1084175" cy="395215"/>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엣지</a:t>
            </a:r>
            <a:endParaRPr lang="en-US" dirty="0"/>
          </a:p>
        </p:txBody>
      </p:sp>
      <p:sp>
        <p:nvSpPr>
          <p:cNvPr id="26" name="Rectangle 25">
            <a:extLst>
              <a:ext uri="{FF2B5EF4-FFF2-40B4-BE49-F238E27FC236}">
                <a16:creationId xmlns:a16="http://schemas.microsoft.com/office/drawing/2014/main" id="{BAE53A02-BD2B-48C0-A04F-BD1F63D812CF}"/>
              </a:ext>
            </a:extLst>
          </p:cNvPr>
          <p:cNvSpPr/>
          <p:nvPr/>
        </p:nvSpPr>
        <p:spPr>
          <a:xfrm>
            <a:off x="4942186" y="3086100"/>
            <a:ext cx="1084175" cy="395215"/>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개체</a:t>
            </a:r>
            <a:endParaRPr lang="en-US" dirty="0"/>
          </a:p>
        </p:txBody>
      </p:sp>
      <p:cxnSp>
        <p:nvCxnSpPr>
          <p:cNvPr id="28" name="Straight Arrow Connector 27">
            <a:extLst>
              <a:ext uri="{FF2B5EF4-FFF2-40B4-BE49-F238E27FC236}">
                <a16:creationId xmlns:a16="http://schemas.microsoft.com/office/drawing/2014/main" id="{DDD45C70-6278-47FF-A5F0-807223C867C1}"/>
              </a:ext>
            </a:extLst>
          </p:cNvPr>
          <p:cNvCxnSpPr>
            <a:cxnSpLocks/>
          </p:cNvCxnSpPr>
          <p:nvPr/>
        </p:nvCxnSpPr>
        <p:spPr>
          <a:xfrm>
            <a:off x="1295006" y="2196682"/>
            <a:ext cx="591907"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A00C476-4B0D-47C6-A939-C2995649CAD4}"/>
              </a:ext>
            </a:extLst>
          </p:cNvPr>
          <p:cNvCxnSpPr>
            <a:cxnSpLocks/>
          </p:cNvCxnSpPr>
          <p:nvPr/>
        </p:nvCxnSpPr>
        <p:spPr>
          <a:xfrm flipV="1">
            <a:off x="2477845" y="2259715"/>
            <a:ext cx="591907" cy="1"/>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0943CEE-91CB-44B1-898A-7D5F7480DF3F}"/>
              </a:ext>
            </a:extLst>
          </p:cNvPr>
          <p:cNvCxnSpPr>
            <a:cxnSpLocks/>
          </p:cNvCxnSpPr>
          <p:nvPr/>
        </p:nvCxnSpPr>
        <p:spPr>
          <a:xfrm>
            <a:off x="3660683" y="2259715"/>
            <a:ext cx="591908"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5703D8D-06BA-4913-91E7-75A2F11B13AD}"/>
              </a:ext>
            </a:extLst>
          </p:cNvPr>
          <p:cNvCxnSpPr>
            <a:cxnSpLocks/>
          </p:cNvCxnSpPr>
          <p:nvPr/>
        </p:nvCxnSpPr>
        <p:spPr>
          <a:xfrm>
            <a:off x="4843522" y="2259715"/>
            <a:ext cx="591908"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90F3C364-9EEF-4674-A9E3-3792D6DB546A}"/>
              </a:ext>
            </a:extLst>
          </p:cNvPr>
          <p:cNvCxnSpPr>
            <a:cxnSpLocks/>
          </p:cNvCxnSpPr>
          <p:nvPr/>
        </p:nvCxnSpPr>
        <p:spPr>
          <a:xfrm>
            <a:off x="6026361" y="2176577"/>
            <a:ext cx="591909" cy="1"/>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F5B66D0-70CB-46DB-B4C3-D8C2D2F5BA03}"/>
              </a:ext>
            </a:extLst>
          </p:cNvPr>
          <p:cNvCxnSpPr>
            <a:cxnSpLocks/>
          </p:cNvCxnSpPr>
          <p:nvPr/>
        </p:nvCxnSpPr>
        <p:spPr>
          <a:xfrm flipV="1">
            <a:off x="7209201" y="2201402"/>
            <a:ext cx="591907" cy="1"/>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F414DBA-E48E-477A-B4EC-DCEC04D7D453}"/>
              </a:ext>
            </a:extLst>
          </p:cNvPr>
          <p:cNvCxnSpPr>
            <a:cxnSpLocks/>
          </p:cNvCxnSpPr>
          <p:nvPr/>
        </p:nvCxnSpPr>
        <p:spPr>
          <a:xfrm>
            <a:off x="8392039" y="2214059"/>
            <a:ext cx="591913" cy="1"/>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pic>
        <p:nvPicPr>
          <p:cNvPr id="54" name="Picture 53">
            <a:extLst>
              <a:ext uri="{FF2B5EF4-FFF2-40B4-BE49-F238E27FC236}">
                <a16:creationId xmlns:a16="http://schemas.microsoft.com/office/drawing/2014/main" id="{6D3E1102-E444-4A9A-AEFB-31AD17BFFD35}"/>
              </a:ext>
            </a:extLst>
          </p:cNvPr>
          <p:cNvPicPr>
            <a:picLocks noChangeAspect="1"/>
          </p:cNvPicPr>
          <p:nvPr/>
        </p:nvPicPr>
        <p:blipFill rotWithShape="1">
          <a:blip r:embed="rId3"/>
          <a:srcRect l="32577" t="42764" r="39693" b="24091"/>
          <a:stretch/>
        </p:blipFill>
        <p:spPr>
          <a:xfrm>
            <a:off x="1590959" y="3577442"/>
            <a:ext cx="4515437" cy="2336831"/>
          </a:xfrm>
          <a:prstGeom prst="rect">
            <a:avLst/>
          </a:prstGeom>
        </p:spPr>
      </p:pic>
    </p:spTree>
    <p:extLst>
      <p:ext uri="{BB962C8B-B14F-4D97-AF65-F5344CB8AC3E}">
        <p14:creationId xmlns:p14="http://schemas.microsoft.com/office/powerpoint/2010/main" val="20895995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9ABED-7C24-4295-B9EA-B076EBBA79BC}"/>
              </a:ext>
            </a:extLst>
          </p:cNvPr>
          <p:cNvSpPr>
            <a:spLocks noGrp="1"/>
          </p:cNvSpPr>
          <p:nvPr>
            <p:ph type="title"/>
          </p:nvPr>
        </p:nvSpPr>
        <p:spPr/>
        <p:txBody>
          <a:bodyPr/>
          <a:lstStyle/>
          <a:p>
            <a:r>
              <a:rPr lang="en-US" dirty="0" err="1"/>
              <a:t>뉴럴</a:t>
            </a:r>
            <a:r>
              <a:rPr lang="en-US" dirty="0"/>
              <a:t> </a:t>
            </a:r>
            <a:r>
              <a:rPr lang="en-US" dirty="0" err="1"/>
              <a:t>네트워크</a:t>
            </a:r>
            <a:r>
              <a:rPr lang="en-US" dirty="0"/>
              <a:t> </a:t>
            </a:r>
            <a:r>
              <a:rPr lang="en-US" dirty="0" err="1"/>
              <a:t>인식</a:t>
            </a:r>
            <a:r>
              <a:rPr lang="en-US" dirty="0"/>
              <a:t> </a:t>
            </a:r>
            <a:br>
              <a:rPr lang="en-US" dirty="0"/>
            </a:br>
            <a:r>
              <a:rPr lang="en-US" dirty="0"/>
              <a:t>(Neural Network Perception)</a:t>
            </a:r>
          </a:p>
        </p:txBody>
      </p:sp>
      <p:pic>
        <p:nvPicPr>
          <p:cNvPr id="2050" name="Picture 2">
            <a:extLst>
              <a:ext uri="{FF2B5EF4-FFF2-40B4-BE49-F238E27FC236}">
                <a16:creationId xmlns:a16="http://schemas.microsoft.com/office/drawing/2014/main" id="{75FEABF4-325F-4B5F-B8E7-B53DF1B0DC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3170" y="1662749"/>
            <a:ext cx="4721285" cy="3559699"/>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 name="Picture 3" descr="A picture containing table, indoor, sitting, small  Description automatically generated">
            <a:extLst>
              <a:ext uri="{FF2B5EF4-FFF2-40B4-BE49-F238E27FC236}">
                <a16:creationId xmlns:a16="http://schemas.microsoft.com/office/drawing/2014/main" id="{DA6175BB-1E24-4FB2-8F66-A51C869BA2D3}"/>
              </a:ext>
            </a:extLst>
          </p:cNvPr>
          <p:cNvPicPr>
            <a:picLocks noChangeAspect="1"/>
          </p:cNvPicPr>
          <p:nvPr/>
        </p:nvPicPr>
        <p:blipFill>
          <a:blip r:embed="rId4"/>
          <a:stretch>
            <a:fillRect/>
          </a:stretch>
        </p:blipFill>
        <p:spPr>
          <a:xfrm>
            <a:off x="498348" y="1662749"/>
            <a:ext cx="4721284" cy="3559699"/>
          </a:xfrm>
          <a:prstGeom prst="rect">
            <a:avLst/>
          </a:prstGeom>
          <a:ln>
            <a:solidFill>
              <a:schemeClr val="bg1"/>
            </a:solidFill>
          </a:ln>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20235544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49371" y="4224528"/>
            <a:ext cx="5401637" cy="1373939"/>
          </a:xfrm>
        </p:spPr>
        <p:txBody>
          <a:bodyPr wrap="square" anchor="b">
            <a:normAutofit fontScale="90000"/>
          </a:bodyPr>
          <a:lstStyle/>
          <a:p>
            <a:r>
              <a:rPr lang="ko-KR" altLang="en-US" dirty="0"/>
              <a:t>기타</a:t>
            </a:r>
            <a:r>
              <a:rPr lang="en-GB" dirty="0"/>
              <a:t> </a:t>
            </a:r>
            <a:r>
              <a:rPr lang="en-GB" dirty="0" err="1"/>
              <a:t>레이어</a:t>
            </a:r>
            <a:br>
              <a:rPr lang="en-GB" dirty="0"/>
            </a:br>
            <a:r>
              <a:rPr lang="en-GB" dirty="0"/>
              <a:t>Other layers in the Model</a:t>
            </a:r>
            <a:endParaRPr lang="en-US" dirty="0"/>
          </a:p>
        </p:txBody>
      </p:sp>
    </p:spTree>
    <p:extLst>
      <p:ext uri="{BB962C8B-B14F-4D97-AF65-F5344CB8AC3E}">
        <p14:creationId xmlns:p14="http://schemas.microsoft.com/office/powerpoint/2010/main" val="8115967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en-US" dirty="0"/>
              <a:t>Max Pooling</a:t>
            </a:r>
          </a:p>
        </p:txBody>
      </p:sp>
      <p:graphicFrame>
        <p:nvGraphicFramePr>
          <p:cNvPr id="5" name="Table 5">
            <a:extLst>
              <a:ext uri="{FF2B5EF4-FFF2-40B4-BE49-F238E27FC236}">
                <a16:creationId xmlns:a16="http://schemas.microsoft.com/office/drawing/2014/main" id="{3CBDB69E-39FB-44DE-85B8-8059DB7D6795}"/>
              </a:ext>
            </a:extLst>
          </p:cNvPr>
          <p:cNvGraphicFramePr>
            <a:graphicFrameLocks noGrp="1"/>
          </p:cNvGraphicFramePr>
          <p:nvPr>
            <p:extLst>
              <p:ext uri="{D42A27DB-BD31-4B8C-83A1-F6EECF244321}">
                <p14:modId xmlns:p14="http://schemas.microsoft.com/office/powerpoint/2010/main" val="2765461313"/>
              </p:ext>
            </p:extLst>
          </p:nvPr>
        </p:nvGraphicFramePr>
        <p:xfrm>
          <a:off x="1074655" y="1813666"/>
          <a:ext cx="4666268" cy="2906208"/>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1166567">
                  <a:extLst>
                    <a:ext uri="{9D8B030D-6E8A-4147-A177-3AD203B41FA5}">
                      <a16:colId xmlns:a16="http://schemas.microsoft.com/office/drawing/2014/main" val="1625517103"/>
                    </a:ext>
                  </a:extLst>
                </a:gridCol>
                <a:gridCol w="1166567">
                  <a:extLst>
                    <a:ext uri="{9D8B030D-6E8A-4147-A177-3AD203B41FA5}">
                      <a16:colId xmlns:a16="http://schemas.microsoft.com/office/drawing/2014/main" val="3794457829"/>
                    </a:ext>
                  </a:extLst>
                </a:gridCol>
                <a:gridCol w="1166567">
                  <a:extLst>
                    <a:ext uri="{9D8B030D-6E8A-4147-A177-3AD203B41FA5}">
                      <a16:colId xmlns:a16="http://schemas.microsoft.com/office/drawing/2014/main" val="2021949069"/>
                    </a:ext>
                  </a:extLst>
                </a:gridCol>
                <a:gridCol w="1166567">
                  <a:extLst>
                    <a:ext uri="{9D8B030D-6E8A-4147-A177-3AD203B41FA5}">
                      <a16:colId xmlns:a16="http://schemas.microsoft.com/office/drawing/2014/main" val="2945638961"/>
                    </a:ext>
                  </a:extLst>
                </a:gridCol>
              </a:tblGrid>
              <a:tr h="726552">
                <a:tc>
                  <a:txBody>
                    <a:bodyPr/>
                    <a:lstStyle/>
                    <a:p>
                      <a:pPr algn="ctr"/>
                      <a:r>
                        <a:rPr lang="en-US" sz="2000" b="0">
                          <a:solidFill>
                            <a:schemeClr val="bg1"/>
                          </a:solidFill>
                        </a:rPr>
                        <a:t>110</a:t>
                      </a:r>
                    </a:p>
                  </a:txBody>
                  <a:tcPr anchor="ctr">
                    <a:lnL w="38100" cap="flat" cmpd="sng" algn="ctr">
                      <a:solidFill>
                        <a:schemeClr val="accent5">
                          <a:lumMod val="20000"/>
                          <a:lumOff val="8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accent5">
                          <a:lumMod val="20000"/>
                          <a:lumOff val="8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2000" b="0">
                          <a:solidFill>
                            <a:schemeClr val="bg1"/>
                          </a:solidFill>
                        </a:rPr>
                        <a:t>256</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40000"/>
                          <a:lumOff val="60000"/>
                        </a:schemeClr>
                      </a:solidFill>
                      <a:prstDash val="solid"/>
                      <a:round/>
                      <a:headEnd type="none" w="med" len="med"/>
                      <a:tailEnd type="none" w="med" len="med"/>
                    </a:lnR>
                    <a:lnT w="38100" cap="flat" cmpd="sng" algn="ctr">
                      <a:solidFill>
                        <a:schemeClr val="accent5">
                          <a:lumMod val="20000"/>
                          <a:lumOff val="8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2000" b="0" dirty="0">
                          <a:solidFill>
                            <a:schemeClr val="bg1"/>
                          </a:solidFill>
                        </a:rPr>
                        <a:t>153</a:t>
                      </a:r>
                    </a:p>
                  </a:txBody>
                  <a:tcPr anchor="ctr">
                    <a:lnL w="57150" cap="flat" cmpd="sng" algn="ctr">
                      <a:solidFill>
                        <a:schemeClr val="accent5">
                          <a:lumMod val="40000"/>
                          <a:lumOff val="6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5">
                          <a:lumMod val="40000"/>
                          <a:lumOff val="6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2000" b="0">
                          <a:solidFill>
                            <a:schemeClr val="bg1"/>
                          </a:solidFill>
                        </a:rPr>
                        <a:t>67</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40000"/>
                          <a:lumOff val="60000"/>
                        </a:schemeClr>
                      </a:solidFill>
                      <a:prstDash val="solid"/>
                      <a:round/>
                      <a:headEnd type="none" w="med" len="med"/>
                      <a:tailEnd type="none" w="med" len="med"/>
                    </a:lnR>
                    <a:lnT w="57150" cap="flat" cmpd="sng" algn="ctr">
                      <a:solidFill>
                        <a:schemeClr val="accent5">
                          <a:lumMod val="40000"/>
                          <a:lumOff val="6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2103098838"/>
                  </a:ext>
                </a:extLst>
              </a:tr>
              <a:tr h="726552">
                <a:tc>
                  <a:txBody>
                    <a:bodyPr/>
                    <a:lstStyle/>
                    <a:p>
                      <a:pPr algn="ctr"/>
                      <a:r>
                        <a:rPr lang="en-US" sz="2000" b="0">
                          <a:solidFill>
                            <a:schemeClr val="bg1"/>
                          </a:solidFill>
                        </a:rPr>
                        <a:t>12</a:t>
                      </a:r>
                    </a:p>
                  </a:txBody>
                  <a:tcPr anchor="ctr">
                    <a:lnL w="38100" cap="flat" cmpd="sng" algn="ctr">
                      <a:solidFill>
                        <a:schemeClr val="accent5">
                          <a:lumMod val="20000"/>
                          <a:lumOff val="8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2000" b="0">
                          <a:solidFill>
                            <a:schemeClr val="bg1"/>
                          </a:solidFill>
                        </a:rPr>
                        <a:t>89</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2000" b="0">
                          <a:solidFill>
                            <a:schemeClr val="bg1"/>
                          </a:solidFill>
                        </a:rPr>
                        <a:t>88</a:t>
                      </a:r>
                    </a:p>
                  </a:txBody>
                  <a:tcPr anchor="ctr">
                    <a:lnL w="57150" cap="flat" cmpd="sng" algn="ctr">
                      <a:solidFill>
                        <a:schemeClr val="accent5">
                          <a:lumMod val="40000"/>
                          <a:lumOff val="6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2000" b="0">
                          <a:solidFill>
                            <a:schemeClr val="bg1"/>
                          </a:solidFill>
                        </a:rPr>
                        <a:t>43</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2833651798"/>
                  </a:ext>
                </a:extLst>
              </a:tr>
              <a:tr h="726552">
                <a:tc>
                  <a:txBody>
                    <a:bodyPr/>
                    <a:lstStyle/>
                    <a:p>
                      <a:pPr algn="ctr"/>
                      <a:r>
                        <a:rPr lang="en-US" sz="2000" b="0">
                          <a:solidFill>
                            <a:schemeClr val="bg1"/>
                          </a:solidFill>
                        </a:rPr>
                        <a:t>10</a:t>
                      </a:r>
                    </a:p>
                  </a:txBody>
                  <a:tcPr anchor="ctr">
                    <a:lnL w="57150" cap="flat" cmpd="sng" algn="ctr">
                      <a:solidFill>
                        <a:schemeClr val="accent5">
                          <a:lumMod val="60000"/>
                          <a:lumOff val="4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5">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2000" b="0">
                          <a:solidFill>
                            <a:schemeClr val="bg1"/>
                          </a:solidFill>
                        </a:rPr>
                        <a:t>15</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75000"/>
                        </a:schemeClr>
                      </a:solidFill>
                      <a:prstDash val="solid"/>
                      <a:round/>
                      <a:headEnd type="none" w="med" len="med"/>
                      <a:tailEnd type="none" w="med" len="med"/>
                    </a:lnR>
                    <a:lnT w="57150" cap="flat" cmpd="sng" algn="ctr">
                      <a:solidFill>
                        <a:schemeClr val="accent5">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2000" b="0">
                          <a:solidFill>
                            <a:schemeClr val="bg1"/>
                          </a:solidFill>
                        </a:rPr>
                        <a:t>50</a:t>
                      </a:r>
                    </a:p>
                  </a:txBody>
                  <a:tcPr anchor="ctr">
                    <a:lnL w="57150" cap="flat" cmpd="sng" algn="ctr">
                      <a:solidFill>
                        <a:schemeClr val="accent5">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accent5">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2000" b="0">
                          <a:solidFill>
                            <a:schemeClr val="bg1"/>
                          </a:solidFill>
                        </a:rPr>
                        <a:t>55</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75000"/>
                        </a:schemeClr>
                      </a:solidFill>
                      <a:prstDash val="solid"/>
                      <a:round/>
                      <a:headEnd type="none" w="med" len="med"/>
                      <a:tailEnd type="none" w="med" len="med"/>
                    </a:lnR>
                    <a:lnT w="57150" cap="flat" cmpd="sng" algn="ctr">
                      <a:solidFill>
                        <a:schemeClr val="accent5">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232051019"/>
                  </a:ext>
                </a:extLst>
              </a:tr>
              <a:tr h="726552">
                <a:tc>
                  <a:txBody>
                    <a:bodyPr/>
                    <a:lstStyle/>
                    <a:p>
                      <a:pPr algn="ctr"/>
                      <a:r>
                        <a:rPr lang="en-US" sz="2000" b="0">
                          <a:solidFill>
                            <a:schemeClr val="bg1"/>
                          </a:solidFill>
                        </a:rPr>
                        <a:t>23</a:t>
                      </a:r>
                    </a:p>
                  </a:txBody>
                  <a:tcPr anchor="ctr">
                    <a:lnL w="57150" cap="flat" cmpd="sng" algn="ctr">
                      <a:solidFill>
                        <a:schemeClr val="accent5">
                          <a:lumMod val="60000"/>
                          <a:lumOff val="4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2000" b="0">
                          <a:solidFill>
                            <a:schemeClr val="bg1"/>
                          </a:solidFill>
                        </a:rPr>
                        <a:t>9</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2000" b="0">
                          <a:solidFill>
                            <a:schemeClr val="bg1"/>
                          </a:solidFill>
                        </a:rPr>
                        <a:t>49</a:t>
                      </a:r>
                    </a:p>
                  </a:txBody>
                  <a:tcPr anchor="ctr">
                    <a:lnL w="57150" cap="flat" cmpd="sng" algn="ctr">
                      <a:solidFill>
                        <a:schemeClr val="accent5">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2000" b="0" dirty="0">
                          <a:solidFill>
                            <a:schemeClr val="bg1"/>
                          </a:solidFill>
                        </a:rPr>
                        <a:t>23</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681151705"/>
                  </a:ext>
                </a:extLst>
              </a:tr>
            </a:tbl>
          </a:graphicData>
        </a:graphic>
      </p:graphicFrame>
      <p:graphicFrame>
        <p:nvGraphicFramePr>
          <p:cNvPr id="9" name="Table 5">
            <a:extLst>
              <a:ext uri="{FF2B5EF4-FFF2-40B4-BE49-F238E27FC236}">
                <a16:creationId xmlns:a16="http://schemas.microsoft.com/office/drawing/2014/main" id="{EB082E8F-393D-476A-A3CB-B5A3FAC3FFC1}"/>
              </a:ext>
            </a:extLst>
          </p:cNvPr>
          <p:cNvGraphicFramePr>
            <a:graphicFrameLocks noGrp="1"/>
          </p:cNvGraphicFramePr>
          <p:nvPr>
            <p:extLst>
              <p:ext uri="{D42A27DB-BD31-4B8C-83A1-F6EECF244321}">
                <p14:modId xmlns:p14="http://schemas.microsoft.com/office/powerpoint/2010/main" val="1307750470"/>
              </p:ext>
            </p:extLst>
          </p:nvPr>
        </p:nvGraphicFramePr>
        <p:xfrm>
          <a:off x="7392185" y="2540218"/>
          <a:ext cx="2333134" cy="1453104"/>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1166567">
                  <a:extLst>
                    <a:ext uri="{9D8B030D-6E8A-4147-A177-3AD203B41FA5}">
                      <a16:colId xmlns:a16="http://schemas.microsoft.com/office/drawing/2014/main" val="1625517103"/>
                    </a:ext>
                  </a:extLst>
                </a:gridCol>
                <a:gridCol w="1166567">
                  <a:extLst>
                    <a:ext uri="{9D8B030D-6E8A-4147-A177-3AD203B41FA5}">
                      <a16:colId xmlns:a16="http://schemas.microsoft.com/office/drawing/2014/main" val="2945638961"/>
                    </a:ext>
                  </a:extLst>
                </a:gridCol>
              </a:tblGrid>
              <a:tr h="726552">
                <a:tc>
                  <a:txBody>
                    <a:bodyPr/>
                    <a:lstStyle/>
                    <a:p>
                      <a:pPr algn="ctr"/>
                      <a:r>
                        <a:rPr lang="en-US" sz="2000" b="0" dirty="0">
                          <a:solidFill>
                            <a:schemeClr val="bg1"/>
                          </a:solidFill>
                        </a:rPr>
                        <a:t>256</a:t>
                      </a:r>
                    </a:p>
                  </a:txBody>
                  <a:tcPr anchor="ctr">
                    <a:lnL w="38100" cap="flat" cmpd="sng" algn="ctr">
                      <a:solidFill>
                        <a:schemeClr val="accent5">
                          <a:lumMod val="20000"/>
                          <a:lumOff val="8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accent5">
                          <a:lumMod val="20000"/>
                          <a:lumOff val="8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2000" b="0">
                          <a:solidFill>
                            <a:schemeClr val="bg1"/>
                          </a:solidFill>
                        </a:rPr>
                        <a:t>153</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40000"/>
                          <a:lumOff val="60000"/>
                        </a:schemeClr>
                      </a:solidFill>
                      <a:prstDash val="solid"/>
                      <a:round/>
                      <a:headEnd type="none" w="med" len="med"/>
                      <a:tailEnd type="none" w="med" len="med"/>
                    </a:lnR>
                    <a:lnT w="57150" cap="flat" cmpd="sng" algn="ctr">
                      <a:solidFill>
                        <a:schemeClr val="accent5">
                          <a:lumMod val="40000"/>
                          <a:lumOff val="6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2103098838"/>
                  </a:ext>
                </a:extLst>
              </a:tr>
              <a:tr h="726552">
                <a:tc>
                  <a:txBody>
                    <a:bodyPr/>
                    <a:lstStyle/>
                    <a:p>
                      <a:pPr algn="ctr"/>
                      <a:r>
                        <a:rPr lang="en-US" sz="2000" b="0">
                          <a:solidFill>
                            <a:schemeClr val="bg1"/>
                          </a:solidFill>
                        </a:rPr>
                        <a:t>23</a:t>
                      </a:r>
                    </a:p>
                  </a:txBody>
                  <a:tcPr anchor="ctr">
                    <a:lnL w="57150" cap="flat" cmpd="sng" algn="ctr">
                      <a:solidFill>
                        <a:schemeClr val="accent5">
                          <a:lumMod val="60000"/>
                          <a:lumOff val="4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2000" b="0" dirty="0">
                          <a:solidFill>
                            <a:schemeClr val="bg1"/>
                          </a:solidFill>
                        </a:rPr>
                        <a:t>55</a:t>
                      </a:r>
                    </a:p>
                  </a:txBody>
                  <a:tcPr anchor="ctr">
                    <a:lnL w="12700" cap="flat" cmpd="sng" algn="ctr">
                      <a:solidFill>
                        <a:schemeClr val="tx1"/>
                      </a:solidFill>
                      <a:prstDash val="solid"/>
                      <a:round/>
                      <a:headEnd type="none" w="med" len="med"/>
                      <a:tailEnd type="none" w="med" len="med"/>
                    </a:lnL>
                    <a:lnR w="57150" cap="flat" cmpd="sng" algn="ctr">
                      <a:solidFill>
                        <a:schemeClr val="accent5">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681151705"/>
                  </a:ext>
                </a:extLst>
              </a:tr>
            </a:tbl>
          </a:graphicData>
        </a:graphic>
      </p:graphicFrame>
      <p:sp>
        <p:nvSpPr>
          <p:cNvPr id="10" name="Arrow: Right 9">
            <a:extLst>
              <a:ext uri="{FF2B5EF4-FFF2-40B4-BE49-F238E27FC236}">
                <a16:creationId xmlns:a16="http://schemas.microsoft.com/office/drawing/2014/main" id="{B11B4AC4-F9F7-4218-9502-FE4A62E02B94}"/>
              </a:ext>
            </a:extLst>
          </p:cNvPr>
          <p:cNvSpPr/>
          <p:nvPr/>
        </p:nvSpPr>
        <p:spPr>
          <a:xfrm>
            <a:off x="6099142" y="2762054"/>
            <a:ext cx="952107" cy="895546"/>
          </a:xfrm>
          <a:prstGeom prst="rightArrow">
            <a:avLst/>
          </a:prstGeom>
          <a:solidFill>
            <a:schemeClr val="accent5">
              <a:lumMod val="75000"/>
            </a:schemeClr>
          </a:solidFill>
          <a:ln w="38100">
            <a:solidFill>
              <a:schemeClr val="accent5">
                <a:lumMod val="50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634C049F-EB1B-40B7-B5AF-A0D1D5B34878}"/>
                  </a:ext>
                </a:extLst>
              </p14:cNvPr>
              <p14:cNvContentPartPr/>
              <p14:nvPr/>
            </p14:nvContentPartPr>
            <p14:xfrm>
              <a:off x="-1686720" y="365240"/>
              <a:ext cx="360" cy="360"/>
            </p14:xfrm>
          </p:contentPart>
        </mc:Choice>
        <mc:Fallback xmlns="">
          <p:pic>
            <p:nvPicPr>
              <p:cNvPr id="3" name="Ink 2">
                <a:extLst>
                  <a:ext uri="{FF2B5EF4-FFF2-40B4-BE49-F238E27FC236}">
                    <a16:creationId xmlns:a16="http://schemas.microsoft.com/office/drawing/2014/main" id="{634C049F-EB1B-40B7-B5AF-A0D1D5B34878}"/>
                  </a:ext>
                </a:extLst>
              </p:cNvPr>
              <p:cNvPicPr/>
              <p:nvPr/>
            </p:nvPicPr>
            <p:blipFill>
              <a:blip r:embed="rId4"/>
              <a:stretch>
                <a:fillRect/>
              </a:stretch>
            </p:blipFill>
            <p:spPr>
              <a:xfrm>
                <a:off x="-1695720" y="356600"/>
                <a:ext cx="18000" cy="18000"/>
              </a:xfrm>
              <a:prstGeom prst="rect">
                <a:avLst/>
              </a:prstGeom>
            </p:spPr>
          </p:pic>
        </mc:Fallback>
      </mc:AlternateContent>
    </p:spTree>
    <p:extLst>
      <p:ext uri="{BB962C8B-B14F-4D97-AF65-F5344CB8AC3E}">
        <p14:creationId xmlns:p14="http://schemas.microsoft.com/office/powerpoint/2010/main" val="26205695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498348" y="647288"/>
            <a:ext cx="9976104" cy="590931"/>
          </a:xfrm>
        </p:spPr>
        <p:txBody>
          <a:bodyPr/>
          <a:lstStyle/>
          <a:p>
            <a:r>
              <a:rPr lang="en-US" dirty="0" err="1"/>
              <a:t>드롭아웃</a:t>
            </a:r>
            <a:r>
              <a:rPr lang="en-US" dirty="0"/>
              <a:t> (Dropout)</a:t>
            </a:r>
          </a:p>
        </p:txBody>
      </p:sp>
      <p:grpSp>
        <p:nvGrpSpPr>
          <p:cNvPr id="150" name="Group 149">
            <a:extLst>
              <a:ext uri="{FF2B5EF4-FFF2-40B4-BE49-F238E27FC236}">
                <a16:creationId xmlns:a16="http://schemas.microsoft.com/office/drawing/2014/main" id="{B134CB9C-E558-4A94-B6B2-803C6AD71717}"/>
              </a:ext>
            </a:extLst>
          </p:cNvPr>
          <p:cNvGrpSpPr/>
          <p:nvPr/>
        </p:nvGrpSpPr>
        <p:grpSpPr>
          <a:xfrm>
            <a:off x="1216057" y="1727000"/>
            <a:ext cx="1767979" cy="3024613"/>
            <a:chOff x="1350338" y="1845809"/>
            <a:chExt cx="1595991" cy="2730380"/>
          </a:xfrm>
        </p:grpSpPr>
        <p:sp>
          <p:nvSpPr>
            <p:cNvPr id="7" name="Google Shape;219;p33">
              <a:extLst>
                <a:ext uri="{FF2B5EF4-FFF2-40B4-BE49-F238E27FC236}">
                  <a16:creationId xmlns:a16="http://schemas.microsoft.com/office/drawing/2014/main" id="{EE078EEC-D561-45E2-8F95-41D4D283951A}"/>
                </a:ext>
              </a:extLst>
            </p:cNvPr>
            <p:cNvSpPr/>
            <p:nvPr/>
          </p:nvSpPr>
          <p:spPr>
            <a:xfrm rot="5400000">
              <a:off x="2621408" y="1846802"/>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8" name="Google Shape;219;p33">
              <a:extLst>
                <a:ext uri="{FF2B5EF4-FFF2-40B4-BE49-F238E27FC236}">
                  <a16:creationId xmlns:a16="http://schemas.microsoft.com/office/drawing/2014/main" id="{8AAD6705-0F22-431D-8FAC-02ABFC8D9700}"/>
                </a:ext>
              </a:extLst>
            </p:cNvPr>
            <p:cNvSpPr/>
            <p:nvPr/>
          </p:nvSpPr>
          <p:spPr>
            <a:xfrm rot="5400000">
              <a:off x="1985377" y="1846802"/>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9" name="Google Shape;219;p33">
              <a:extLst>
                <a:ext uri="{FF2B5EF4-FFF2-40B4-BE49-F238E27FC236}">
                  <a16:creationId xmlns:a16="http://schemas.microsoft.com/office/drawing/2014/main" id="{B9DFA3AB-E6F9-4405-85C3-C111B7B09838}"/>
                </a:ext>
              </a:extLst>
            </p:cNvPr>
            <p:cNvSpPr/>
            <p:nvPr/>
          </p:nvSpPr>
          <p:spPr>
            <a:xfrm rot="5400000">
              <a:off x="1349345" y="1846803"/>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 name="Google Shape;219;p33">
              <a:extLst>
                <a:ext uri="{FF2B5EF4-FFF2-40B4-BE49-F238E27FC236}">
                  <a16:creationId xmlns:a16="http://schemas.microsoft.com/office/drawing/2014/main" id="{3042B772-8553-4CBE-A54C-6AA65543AD54}"/>
                </a:ext>
              </a:extLst>
            </p:cNvPr>
            <p:cNvSpPr/>
            <p:nvPr/>
          </p:nvSpPr>
          <p:spPr>
            <a:xfrm rot="5400000">
              <a:off x="2621408" y="2954942"/>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1" name="Google Shape;219;p33">
              <a:extLst>
                <a:ext uri="{FF2B5EF4-FFF2-40B4-BE49-F238E27FC236}">
                  <a16:creationId xmlns:a16="http://schemas.microsoft.com/office/drawing/2014/main" id="{C62FC46C-3C44-41B5-8312-5D218CC49DEE}"/>
                </a:ext>
              </a:extLst>
            </p:cNvPr>
            <p:cNvSpPr/>
            <p:nvPr/>
          </p:nvSpPr>
          <p:spPr>
            <a:xfrm rot="5400000">
              <a:off x="1985377" y="2960707"/>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2" name="Google Shape;219;p33">
              <a:extLst>
                <a:ext uri="{FF2B5EF4-FFF2-40B4-BE49-F238E27FC236}">
                  <a16:creationId xmlns:a16="http://schemas.microsoft.com/office/drawing/2014/main" id="{870F7102-6E3A-4685-8CFF-D249780B9B96}"/>
                </a:ext>
              </a:extLst>
            </p:cNvPr>
            <p:cNvSpPr/>
            <p:nvPr/>
          </p:nvSpPr>
          <p:spPr>
            <a:xfrm rot="5400000">
              <a:off x="1349345" y="2960707"/>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3" name="Google Shape;219;p33">
              <a:extLst>
                <a:ext uri="{FF2B5EF4-FFF2-40B4-BE49-F238E27FC236}">
                  <a16:creationId xmlns:a16="http://schemas.microsoft.com/office/drawing/2014/main" id="{6F06654A-CF26-4C58-9447-D8845CB7805E}"/>
                </a:ext>
              </a:extLst>
            </p:cNvPr>
            <p:cNvSpPr/>
            <p:nvPr/>
          </p:nvSpPr>
          <p:spPr>
            <a:xfrm rot="5400000">
              <a:off x="1349345" y="4228879"/>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14" name="Straight Connector 13">
              <a:extLst>
                <a:ext uri="{FF2B5EF4-FFF2-40B4-BE49-F238E27FC236}">
                  <a16:creationId xmlns:a16="http://schemas.microsoft.com/office/drawing/2014/main" id="{E74E253B-4A6F-4F48-BB1A-22A0CF3F09F6}"/>
                </a:ext>
              </a:extLst>
            </p:cNvPr>
            <p:cNvCxnSpPr>
              <a:cxnSpLocks/>
              <a:stCxn id="10" idx="6"/>
              <a:endCxn id="13" idx="2"/>
            </p:cNvCxnSpPr>
            <p:nvPr/>
          </p:nvCxnSpPr>
          <p:spPr>
            <a:xfrm flipH="1">
              <a:off x="1512302" y="3279863"/>
              <a:ext cx="1272063" cy="94802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1316837-0851-471F-B3EC-339FDD4B08D5}"/>
                </a:ext>
              </a:extLst>
            </p:cNvPr>
            <p:cNvCxnSpPr>
              <a:cxnSpLocks/>
              <a:stCxn id="11" idx="6"/>
              <a:endCxn id="13" idx="2"/>
            </p:cNvCxnSpPr>
            <p:nvPr/>
          </p:nvCxnSpPr>
          <p:spPr>
            <a:xfrm flipH="1">
              <a:off x="1512302" y="3285628"/>
              <a:ext cx="636032" cy="94225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BE38B6E-B537-4AC8-8D6E-9CA446704C41}"/>
                </a:ext>
              </a:extLst>
            </p:cNvPr>
            <p:cNvCxnSpPr>
              <a:cxnSpLocks/>
              <a:stCxn id="12" idx="6"/>
              <a:endCxn id="13" idx="2"/>
            </p:cNvCxnSpPr>
            <p:nvPr/>
          </p:nvCxnSpPr>
          <p:spPr>
            <a:xfrm>
              <a:off x="1512302" y="3285628"/>
              <a:ext cx="0" cy="94225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128904A-0FCA-40E7-8931-D1593C7AE4CD}"/>
                </a:ext>
              </a:extLst>
            </p:cNvPr>
            <p:cNvCxnSpPr>
              <a:cxnSpLocks/>
              <a:stCxn id="9" idx="6"/>
              <a:endCxn id="10" idx="2"/>
            </p:cNvCxnSpPr>
            <p:nvPr/>
          </p:nvCxnSpPr>
          <p:spPr>
            <a:xfrm>
              <a:off x="1512302" y="2171724"/>
              <a:ext cx="1272063" cy="782225"/>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2571275-8142-46D5-A72B-91C3F65DCC6C}"/>
                </a:ext>
              </a:extLst>
            </p:cNvPr>
            <p:cNvCxnSpPr>
              <a:cxnSpLocks/>
              <a:stCxn id="9" idx="6"/>
              <a:endCxn id="11" idx="2"/>
            </p:cNvCxnSpPr>
            <p:nvPr/>
          </p:nvCxnSpPr>
          <p:spPr>
            <a:xfrm>
              <a:off x="1512302" y="2171724"/>
              <a:ext cx="636032" cy="78799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C2A812C-46E8-4C8D-8BD5-403A34DEDAF5}"/>
                </a:ext>
              </a:extLst>
            </p:cNvPr>
            <p:cNvCxnSpPr>
              <a:cxnSpLocks/>
              <a:stCxn id="9" idx="6"/>
              <a:endCxn id="12" idx="2"/>
            </p:cNvCxnSpPr>
            <p:nvPr/>
          </p:nvCxnSpPr>
          <p:spPr>
            <a:xfrm>
              <a:off x="1512302" y="2171724"/>
              <a:ext cx="0" cy="78799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90B4511-16EB-4C70-8E3F-4E640BD764F0}"/>
                </a:ext>
              </a:extLst>
            </p:cNvPr>
            <p:cNvCxnSpPr>
              <a:cxnSpLocks/>
              <a:stCxn id="7" idx="6"/>
              <a:endCxn id="10" idx="2"/>
            </p:cNvCxnSpPr>
            <p:nvPr/>
          </p:nvCxnSpPr>
          <p:spPr>
            <a:xfrm>
              <a:off x="2784365" y="2171723"/>
              <a:ext cx="0" cy="782226"/>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29E2BD7-B20E-40E0-B415-7E3460F523B0}"/>
                </a:ext>
              </a:extLst>
            </p:cNvPr>
            <p:cNvCxnSpPr>
              <a:cxnSpLocks/>
              <a:stCxn id="7" idx="6"/>
              <a:endCxn id="11" idx="2"/>
            </p:cNvCxnSpPr>
            <p:nvPr/>
          </p:nvCxnSpPr>
          <p:spPr>
            <a:xfrm flipH="1">
              <a:off x="2148334" y="2171723"/>
              <a:ext cx="636031" cy="787991"/>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214F8CB-C5FF-421B-A9F3-95C3ABC94ED5}"/>
                </a:ext>
              </a:extLst>
            </p:cNvPr>
            <p:cNvCxnSpPr>
              <a:cxnSpLocks/>
              <a:stCxn id="7" idx="6"/>
              <a:endCxn id="12" idx="2"/>
            </p:cNvCxnSpPr>
            <p:nvPr/>
          </p:nvCxnSpPr>
          <p:spPr>
            <a:xfrm flipH="1">
              <a:off x="1512302" y="2171723"/>
              <a:ext cx="1272063" cy="787991"/>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41CD45B-F844-4DC3-8588-EA8593BA9E23}"/>
                </a:ext>
              </a:extLst>
            </p:cNvPr>
            <p:cNvCxnSpPr>
              <a:cxnSpLocks/>
              <a:stCxn id="8" idx="6"/>
              <a:endCxn id="10" idx="2"/>
            </p:cNvCxnSpPr>
            <p:nvPr/>
          </p:nvCxnSpPr>
          <p:spPr>
            <a:xfrm>
              <a:off x="2148334" y="2171723"/>
              <a:ext cx="636031" cy="782226"/>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3787FAE-8E53-441C-8A49-ABF2F9E3F15F}"/>
                </a:ext>
              </a:extLst>
            </p:cNvPr>
            <p:cNvCxnSpPr>
              <a:cxnSpLocks/>
              <a:stCxn id="8" idx="6"/>
              <a:endCxn id="11" idx="2"/>
            </p:cNvCxnSpPr>
            <p:nvPr/>
          </p:nvCxnSpPr>
          <p:spPr>
            <a:xfrm>
              <a:off x="2148334" y="2171723"/>
              <a:ext cx="0" cy="787991"/>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C6A8B92-E87C-488B-968D-A33D9F41B30A}"/>
                </a:ext>
              </a:extLst>
            </p:cNvPr>
            <p:cNvCxnSpPr>
              <a:cxnSpLocks/>
              <a:stCxn id="8" idx="6"/>
              <a:endCxn id="12" idx="2"/>
            </p:cNvCxnSpPr>
            <p:nvPr/>
          </p:nvCxnSpPr>
          <p:spPr>
            <a:xfrm flipH="1">
              <a:off x="1512302" y="2171723"/>
              <a:ext cx="636032" cy="787991"/>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26" name="Google Shape;219;p33">
              <a:extLst>
                <a:ext uri="{FF2B5EF4-FFF2-40B4-BE49-F238E27FC236}">
                  <a16:creationId xmlns:a16="http://schemas.microsoft.com/office/drawing/2014/main" id="{44309116-CE87-4B55-90D0-7EA854A37AEF}"/>
                </a:ext>
              </a:extLst>
            </p:cNvPr>
            <p:cNvSpPr/>
            <p:nvPr/>
          </p:nvSpPr>
          <p:spPr>
            <a:xfrm rot="5400000">
              <a:off x="1985377" y="4220940"/>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7" name="Google Shape;219;p33">
              <a:extLst>
                <a:ext uri="{FF2B5EF4-FFF2-40B4-BE49-F238E27FC236}">
                  <a16:creationId xmlns:a16="http://schemas.microsoft.com/office/drawing/2014/main" id="{E90E965A-3E18-4DB6-8F5F-445228017C47}"/>
                </a:ext>
              </a:extLst>
            </p:cNvPr>
            <p:cNvSpPr/>
            <p:nvPr/>
          </p:nvSpPr>
          <p:spPr>
            <a:xfrm rot="5400000">
              <a:off x="2621408" y="4251268"/>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35" name="Straight Connector 34">
              <a:extLst>
                <a:ext uri="{FF2B5EF4-FFF2-40B4-BE49-F238E27FC236}">
                  <a16:creationId xmlns:a16="http://schemas.microsoft.com/office/drawing/2014/main" id="{501010F9-6752-4733-9DF8-78BFDC718E5A}"/>
                </a:ext>
              </a:extLst>
            </p:cNvPr>
            <p:cNvCxnSpPr>
              <a:cxnSpLocks/>
              <a:stCxn id="12" idx="6"/>
              <a:endCxn id="26" idx="2"/>
            </p:cNvCxnSpPr>
            <p:nvPr/>
          </p:nvCxnSpPr>
          <p:spPr>
            <a:xfrm>
              <a:off x="1512302" y="3285628"/>
              <a:ext cx="636032" cy="93431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6E5DF44-5322-4463-ADDA-B91895D5556D}"/>
                </a:ext>
              </a:extLst>
            </p:cNvPr>
            <p:cNvCxnSpPr>
              <a:cxnSpLocks/>
              <a:stCxn id="11" idx="6"/>
              <a:endCxn id="26" idx="2"/>
            </p:cNvCxnSpPr>
            <p:nvPr/>
          </p:nvCxnSpPr>
          <p:spPr>
            <a:xfrm>
              <a:off x="2148334" y="3285628"/>
              <a:ext cx="0" cy="93431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9600A66-D060-406C-9054-30E091AE6FD7}"/>
                </a:ext>
              </a:extLst>
            </p:cNvPr>
            <p:cNvCxnSpPr>
              <a:cxnSpLocks/>
              <a:stCxn id="10" idx="6"/>
              <a:endCxn id="26" idx="2"/>
            </p:cNvCxnSpPr>
            <p:nvPr/>
          </p:nvCxnSpPr>
          <p:spPr>
            <a:xfrm flipH="1">
              <a:off x="2148334" y="3279863"/>
              <a:ext cx="636031" cy="94008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9AEDB9E-1DDD-489E-81AE-F162976C86A1}"/>
                </a:ext>
              </a:extLst>
            </p:cNvPr>
            <p:cNvCxnSpPr>
              <a:cxnSpLocks/>
              <a:stCxn id="11" idx="6"/>
              <a:endCxn id="27" idx="2"/>
            </p:cNvCxnSpPr>
            <p:nvPr/>
          </p:nvCxnSpPr>
          <p:spPr>
            <a:xfrm>
              <a:off x="2148334" y="3285628"/>
              <a:ext cx="636031" cy="96464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8CA567E-2E96-4978-95C5-581E8B1FC5D3}"/>
                </a:ext>
              </a:extLst>
            </p:cNvPr>
            <p:cNvCxnSpPr>
              <a:cxnSpLocks/>
              <a:stCxn id="12" idx="6"/>
              <a:endCxn id="27" idx="2"/>
            </p:cNvCxnSpPr>
            <p:nvPr/>
          </p:nvCxnSpPr>
          <p:spPr>
            <a:xfrm>
              <a:off x="1512302" y="3285628"/>
              <a:ext cx="1272063" cy="96464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369BA83-F167-4394-9CB6-265A6EA3193F}"/>
                </a:ext>
              </a:extLst>
            </p:cNvPr>
            <p:cNvCxnSpPr>
              <a:cxnSpLocks/>
              <a:stCxn id="10" idx="6"/>
              <a:endCxn id="27" idx="2"/>
            </p:cNvCxnSpPr>
            <p:nvPr/>
          </p:nvCxnSpPr>
          <p:spPr>
            <a:xfrm>
              <a:off x="2784365" y="3279863"/>
              <a:ext cx="0" cy="970412"/>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51" name="Group 150">
            <a:extLst>
              <a:ext uri="{FF2B5EF4-FFF2-40B4-BE49-F238E27FC236}">
                <a16:creationId xmlns:a16="http://schemas.microsoft.com/office/drawing/2014/main" id="{06B3DE42-EB24-434A-8724-405AAD751FA7}"/>
              </a:ext>
            </a:extLst>
          </p:cNvPr>
          <p:cNvGrpSpPr/>
          <p:nvPr/>
        </p:nvGrpSpPr>
        <p:grpSpPr>
          <a:xfrm>
            <a:off x="4602410" y="1727000"/>
            <a:ext cx="1767979" cy="3024613"/>
            <a:chOff x="1350338" y="1845809"/>
            <a:chExt cx="1595991" cy="2730380"/>
          </a:xfrm>
        </p:grpSpPr>
        <p:sp>
          <p:nvSpPr>
            <p:cNvPr id="152" name="Google Shape;219;p33">
              <a:extLst>
                <a:ext uri="{FF2B5EF4-FFF2-40B4-BE49-F238E27FC236}">
                  <a16:creationId xmlns:a16="http://schemas.microsoft.com/office/drawing/2014/main" id="{7BA9CAE9-1084-4538-B755-2CF4623AF383}"/>
                </a:ext>
              </a:extLst>
            </p:cNvPr>
            <p:cNvSpPr/>
            <p:nvPr/>
          </p:nvSpPr>
          <p:spPr>
            <a:xfrm rot="5400000">
              <a:off x="2621408" y="1846802"/>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53" name="Google Shape;219;p33">
              <a:extLst>
                <a:ext uri="{FF2B5EF4-FFF2-40B4-BE49-F238E27FC236}">
                  <a16:creationId xmlns:a16="http://schemas.microsoft.com/office/drawing/2014/main" id="{077EBA02-3682-440B-9E1B-8617EA8DC883}"/>
                </a:ext>
              </a:extLst>
            </p:cNvPr>
            <p:cNvSpPr/>
            <p:nvPr/>
          </p:nvSpPr>
          <p:spPr>
            <a:xfrm rot="5400000">
              <a:off x="1985377" y="1846802"/>
              <a:ext cx="325914" cy="323928"/>
            </a:xfrm>
            <a:prstGeom prst="ellipse">
              <a:avLst/>
            </a:prstGeom>
            <a:solidFill>
              <a:schemeClr val="bg2"/>
            </a:solidFill>
            <a:ln w="38100" cap="flat" cmpd="sng">
              <a:solidFill>
                <a:schemeClr val="bg1">
                  <a:lumMod val="50000"/>
                  <a:lumOff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54" name="Google Shape;219;p33">
              <a:extLst>
                <a:ext uri="{FF2B5EF4-FFF2-40B4-BE49-F238E27FC236}">
                  <a16:creationId xmlns:a16="http://schemas.microsoft.com/office/drawing/2014/main" id="{4D71DE00-DDD8-4040-8E5B-8B0B537F149F}"/>
                </a:ext>
              </a:extLst>
            </p:cNvPr>
            <p:cNvSpPr/>
            <p:nvPr/>
          </p:nvSpPr>
          <p:spPr>
            <a:xfrm rot="5400000">
              <a:off x="1349345" y="1846803"/>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55" name="Google Shape;219;p33">
              <a:extLst>
                <a:ext uri="{FF2B5EF4-FFF2-40B4-BE49-F238E27FC236}">
                  <a16:creationId xmlns:a16="http://schemas.microsoft.com/office/drawing/2014/main" id="{00C233F6-A342-4A30-A5FC-65DF05EB3E36}"/>
                </a:ext>
              </a:extLst>
            </p:cNvPr>
            <p:cNvSpPr/>
            <p:nvPr/>
          </p:nvSpPr>
          <p:spPr>
            <a:xfrm rot="5400000">
              <a:off x="2621408" y="2954942"/>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56" name="Google Shape;219;p33">
              <a:extLst>
                <a:ext uri="{FF2B5EF4-FFF2-40B4-BE49-F238E27FC236}">
                  <a16:creationId xmlns:a16="http://schemas.microsoft.com/office/drawing/2014/main" id="{1E3B97B3-02DD-487A-9F2C-78E825A74552}"/>
                </a:ext>
              </a:extLst>
            </p:cNvPr>
            <p:cNvSpPr/>
            <p:nvPr/>
          </p:nvSpPr>
          <p:spPr>
            <a:xfrm rot="5400000">
              <a:off x="1985377" y="2960707"/>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57" name="Google Shape;219;p33">
              <a:extLst>
                <a:ext uri="{FF2B5EF4-FFF2-40B4-BE49-F238E27FC236}">
                  <a16:creationId xmlns:a16="http://schemas.microsoft.com/office/drawing/2014/main" id="{FE5A9FC8-1E2A-48B6-BF13-0BC434EB0511}"/>
                </a:ext>
              </a:extLst>
            </p:cNvPr>
            <p:cNvSpPr/>
            <p:nvPr/>
          </p:nvSpPr>
          <p:spPr>
            <a:xfrm rot="5400000">
              <a:off x="1349345" y="2960707"/>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58" name="Google Shape;219;p33">
              <a:extLst>
                <a:ext uri="{FF2B5EF4-FFF2-40B4-BE49-F238E27FC236}">
                  <a16:creationId xmlns:a16="http://schemas.microsoft.com/office/drawing/2014/main" id="{07F16C54-90B8-4DF6-9BFB-5CA39A387077}"/>
                </a:ext>
              </a:extLst>
            </p:cNvPr>
            <p:cNvSpPr/>
            <p:nvPr/>
          </p:nvSpPr>
          <p:spPr>
            <a:xfrm rot="5400000">
              <a:off x="1349345" y="4228879"/>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159" name="Straight Connector 158">
              <a:extLst>
                <a:ext uri="{FF2B5EF4-FFF2-40B4-BE49-F238E27FC236}">
                  <a16:creationId xmlns:a16="http://schemas.microsoft.com/office/drawing/2014/main" id="{6B8344CC-7A4D-4F5D-B9FE-860B54BAE12D}"/>
                </a:ext>
              </a:extLst>
            </p:cNvPr>
            <p:cNvCxnSpPr>
              <a:cxnSpLocks/>
              <a:stCxn id="155" idx="6"/>
              <a:endCxn id="158" idx="2"/>
            </p:cNvCxnSpPr>
            <p:nvPr/>
          </p:nvCxnSpPr>
          <p:spPr>
            <a:xfrm flipH="1">
              <a:off x="1512302" y="3279863"/>
              <a:ext cx="1272063" cy="94802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60A6326B-962A-4F25-9541-99B8EDCC898B}"/>
                </a:ext>
              </a:extLst>
            </p:cNvPr>
            <p:cNvCxnSpPr>
              <a:cxnSpLocks/>
              <a:stCxn id="156" idx="6"/>
              <a:endCxn id="158" idx="2"/>
            </p:cNvCxnSpPr>
            <p:nvPr/>
          </p:nvCxnSpPr>
          <p:spPr>
            <a:xfrm flipH="1">
              <a:off x="1512302" y="3285628"/>
              <a:ext cx="636032" cy="94225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078D4275-6AD5-4078-B0DA-A9324018AA85}"/>
                </a:ext>
              </a:extLst>
            </p:cNvPr>
            <p:cNvCxnSpPr>
              <a:cxnSpLocks/>
              <a:stCxn id="157" idx="6"/>
              <a:endCxn id="158" idx="2"/>
            </p:cNvCxnSpPr>
            <p:nvPr/>
          </p:nvCxnSpPr>
          <p:spPr>
            <a:xfrm>
              <a:off x="1512302" y="3285628"/>
              <a:ext cx="0" cy="94225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2A409480-EED6-4D80-85EE-B82A238F040B}"/>
                </a:ext>
              </a:extLst>
            </p:cNvPr>
            <p:cNvCxnSpPr>
              <a:cxnSpLocks/>
              <a:stCxn id="154" idx="6"/>
              <a:endCxn id="155" idx="2"/>
            </p:cNvCxnSpPr>
            <p:nvPr/>
          </p:nvCxnSpPr>
          <p:spPr>
            <a:xfrm>
              <a:off x="1512302" y="2171724"/>
              <a:ext cx="1272063" cy="782225"/>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09E59736-4D93-4196-AD38-614019C3EEF0}"/>
                </a:ext>
              </a:extLst>
            </p:cNvPr>
            <p:cNvCxnSpPr>
              <a:cxnSpLocks/>
              <a:stCxn id="154" idx="6"/>
              <a:endCxn id="156" idx="2"/>
            </p:cNvCxnSpPr>
            <p:nvPr/>
          </p:nvCxnSpPr>
          <p:spPr>
            <a:xfrm>
              <a:off x="1512302" y="2171724"/>
              <a:ext cx="636032" cy="78799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47CB3E73-5B97-46A5-966A-8A0FAE65DE2E}"/>
                </a:ext>
              </a:extLst>
            </p:cNvPr>
            <p:cNvCxnSpPr>
              <a:cxnSpLocks/>
              <a:stCxn id="154" idx="6"/>
              <a:endCxn id="157" idx="2"/>
            </p:cNvCxnSpPr>
            <p:nvPr/>
          </p:nvCxnSpPr>
          <p:spPr>
            <a:xfrm>
              <a:off x="1512302" y="2171724"/>
              <a:ext cx="0" cy="78799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6C9ED632-D9ED-4A25-BA34-9778E8BA36DD}"/>
                </a:ext>
              </a:extLst>
            </p:cNvPr>
            <p:cNvCxnSpPr>
              <a:cxnSpLocks/>
              <a:stCxn id="152" idx="6"/>
              <a:endCxn id="155" idx="2"/>
            </p:cNvCxnSpPr>
            <p:nvPr/>
          </p:nvCxnSpPr>
          <p:spPr>
            <a:xfrm>
              <a:off x="2784365" y="2171723"/>
              <a:ext cx="0" cy="782226"/>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BD6D828C-5CF1-43FE-899D-2D489CEFAC91}"/>
                </a:ext>
              </a:extLst>
            </p:cNvPr>
            <p:cNvCxnSpPr>
              <a:cxnSpLocks/>
              <a:stCxn id="152" idx="6"/>
              <a:endCxn id="156" idx="2"/>
            </p:cNvCxnSpPr>
            <p:nvPr/>
          </p:nvCxnSpPr>
          <p:spPr>
            <a:xfrm flipH="1">
              <a:off x="2148334" y="2171723"/>
              <a:ext cx="636031" cy="787991"/>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4789863D-9001-47E6-91A8-F8E31842286C}"/>
                </a:ext>
              </a:extLst>
            </p:cNvPr>
            <p:cNvCxnSpPr>
              <a:cxnSpLocks/>
              <a:stCxn id="152" idx="6"/>
              <a:endCxn id="157" idx="2"/>
            </p:cNvCxnSpPr>
            <p:nvPr/>
          </p:nvCxnSpPr>
          <p:spPr>
            <a:xfrm flipH="1">
              <a:off x="1512302" y="2171723"/>
              <a:ext cx="1272063" cy="787991"/>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1DE64214-72F9-4982-A28F-CFB91EC8172E}"/>
                </a:ext>
              </a:extLst>
            </p:cNvPr>
            <p:cNvCxnSpPr>
              <a:cxnSpLocks/>
              <a:stCxn id="153" idx="6"/>
              <a:endCxn id="155" idx="2"/>
            </p:cNvCxnSpPr>
            <p:nvPr/>
          </p:nvCxnSpPr>
          <p:spPr>
            <a:xfrm>
              <a:off x="2148334" y="2171723"/>
              <a:ext cx="636031" cy="782226"/>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CFB9158E-5DB9-4B86-AC49-1FFFA5BBA35A}"/>
                </a:ext>
              </a:extLst>
            </p:cNvPr>
            <p:cNvCxnSpPr>
              <a:cxnSpLocks/>
              <a:stCxn id="153" idx="6"/>
              <a:endCxn id="156" idx="2"/>
            </p:cNvCxnSpPr>
            <p:nvPr/>
          </p:nvCxnSpPr>
          <p:spPr>
            <a:xfrm>
              <a:off x="2148334" y="2171723"/>
              <a:ext cx="0" cy="787991"/>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53EBDD5F-E328-42C9-806E-53E91570305F}"/>
                </a:ext>
              </a:extLst>
            </p:cNvPr>
            <p:cNvCxnSpPr>
              <a:cxnSpLocks/>
              <a:stCxn id="153" idx="6"/>
              <a:endCxn id="157" idx="2"/>
            </p:cNvCxnSpPr>
            <p:nvPr/>
          </p:nvCxnSpPr>
          <p:spPr>
            <a:xfrm flipH="1">
              <a:off x="1512302" y="2171723"/>
              <a:ext cx="636032" cy="787991"/>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171" name="Google Shape;219;p33">
              <a:extLst>
                <a:ext uri="{FF2B5EF4-FFF2-40B4-BE49-F238E27FC236}">
                  <a16:creationId xmlns:a16="http://schemas.microsoft.com/office/drawing/2014/main" id="{9AB42606-E8DA-421E-9859-DE559D5A6CE2}"/>
                </a:ext>
              </a:extLst>
            </p:cNvPr>
            <p:cNvSpPr/>
            <p:nvPr/>
          </p:nvSpPr>
          <p:spPr>
            <a:xfrm rot="5400000">
              <a:off x="1985377" y="4220940"/>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72" name="Google Shape;219;p33">
              <a:extLst>
                <a:ext uri="{FF2B5EF4-FFF2-40B4-BE49-F238E27FC236}">
                  <a16:creationId xmlns:a16="http://schemas.microsoft.com/office/drawing/2014/main" id="{99508DDB-FE16-44E7-9AC7-F8FED4B82788}"/>
                </a:ext>
              </a:extLst>
            </p:cNvPr>
            <p:cNvSpPr/>
            <p:nvPr/>
          </p:nvSpPr>
          <p:spPr>
            <a:xfrm rot="5400000">
              <a:off x="2621408" y="4251268"/>
              <a:ext cx="325914" cy="323928"/>
            </a:xfrm>
            <a:prstGeom prst="ellipse">
              <a:avLst/>
            </a:prstGeom>
            <a:solidFill>
              <a:schemeClr val="bg2"/>
            </a:solidFill>
            <a:ln w="38100" cap="flat" cmpd="sng">
              <a:solidFill>
                <a:schemeClr val="bg1">
                  <a:lumMod val="50000"/>
                  <a:lumOff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173" name="Straight Connector 172">
              <a:extLst>
                <a:ext uri="{FF2B5EF4-FFF2-40B4-BE49-F238E27FC236}">
                  <a16:creationId xmlns:a16="http://schemas.microsoft.com/office/drawing/2014/main" id="{15F5FFF1-EBCF-4FE8-A8D3-F014CA7F5661}"/>
                </a:ext>
              </a:extLst>
            </p:cNvPr>
            <p:cNvCxnSpPr>
              <a:cxnSpLocks/>
              <a:stCxn id="157" idx="6"/>
              <a:endCxn id="171" idx="2"/>
            </p:cNvCxnSpPr>
            <p:nvPr/>
          </p:nvCxnSpPr>
          <p:spPr>
            <a:xfrm>
              <a:off x="1512302" y="3285628"/>
              <a:ext cx="636032" cy="93431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426FD561-8821-423E-A47E-75946D8EFE90}"/>
                </a:ext>
              </a:extLst>
            </p:cNvPr>
            <p:cNvCxnSpPr>
              <a:cxnSpLocks/>
              <a:stCxn id="156" idx="6"/>
              <a:endCxn id="171" idx="2"/>
            </p:cNvCxnSpPr>
            <p:nvPr/>
          </p:nvCxnSpPr>
          <p:spPr>
            <a:xfrm>
              <a:off x="2148334" y="3285628"/>
              <a:ext cx="0" cy="93431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F435C373-79D3-495C-B439-52F0FA3015C7}"/>
                </a:ext>
              </a:extLst>
            </p:cNvPr>
            <p:cNvCxnSpPr>
              <a:cxnSpLocks/>
              <a:stCxn id="155" idx="6"/>
              <a:endCxn id="171" idx="2"/>
            </p:cNvCxnSpPr>
            <p:nvPr/>
          </p:nvCxnSpPr>
          <p:spPr>
            <a:xfrm flipH="1">
              <a:off x="2148334" y="3279863"/>
              <a:ext cx="636031" cy="94008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8296A09B-C2C6-4EAE-9E74-116D42B5BBD9}"/>
                </a:ext>
              </a:extLst>
            </p:cNvPr>
            <p:cNvCxnSpPr>
              <a:cxnSpLocks/>
              <a:stCxn id="156" idx="6"/>
              <a:endCxn id="172" idx="2"/>
            </p:cNvCxnSpPr>
            <p:nvPr/>
          </p:nvCxnSpPr>
          <p:spPr>
            <a:xfrm>
              <a:off x="2148334" y="3285628"/>
              <a:ext cx="636031" cy="96464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18EFD6C9-51BB-417D-8A51-70B01F579646}"/>
                </a:ext>
              </a:extLst>
            </p:cNvPr>
            <p:cNvCxnSpPr>
              <a:cxnSpLocks/>
              <a:stCxn id="157" idx="6"/>
              <a:endCxn id="172" idx="2"/>
            </p:cNvCxnSpPr>
            <p:nvPr/>
          </p:nvCxnSpPr>
          <p:spPr>
            <a:xfrm>
              <a:off x="1512302" y="3285628"/>
              <a:ext cx="1272063" cy="96464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ABB4DC26-97B1-4388-A784-2E0BD4835DFD}"/>
                </a:ext>
              </a:extLst>
            </p:cNvPr>
            <p:cNvCxnSpPr>
              <a:cxnSpLocks/>
              <a:stCxn id="155" idx="6"/>
              <a:endCxn id="172" idx="2"/>
            </p:cNvCxnSpPr>
            <p:nvPr/>
          </p:nvCxnSpPr>
          <p:spPr>
            <a:xfrm>
              <a:off x="2784365" y="3279863"/>
              <a:ext cx="0" cy="970412"/>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a:extLst>
              <a:ext uri="{FF2B5EF4-FFF2-40B4-BE49-F238E27FC236}">
                <a16:creationId xmlns:a16="http://schemas.microsoft.com/office/drawing/2014/main" id="{E0829E87-E151-4FF4-827D-7AB377E304DD}"/>
              </a:ext>
            </a:extLst>
          </p:cNvPr>
          <p:cNvGrpSpPr/>
          <p:nvPr/>
        </p:nvGrpSpPr>
        <p:grpSpPr>
          <a:xfrm>
            <a:off x="7986938" y="1728466"/>
            <a:ext cx="1767979" cy="3024613"/>
            <a:chOff x="1350338" y="1845809"/>
            <a:chExt cx="1595991" cy="2730380"/>
          </a:xfrm>
        </p:grpSpPr>
        <p:sp>
          <p:nvSpPr>
            <p:cNvPr id="180" name="Google Shape;219;p33">
              <a:extLst>
                <a:ext uri="{FF2B5EF4-FFF2-40B4-BE49-F238E27FC236}">
                  <a16:creationId xmlns:a16="http://schemas.microsoft.com/office/drawing/2014/main" id="{527E623F-9A0E-4893-B6F1-9171C0C47034}"/>
                </a:ext>
              </a:extLst>
            </p:cNvPr>
            <p:cNvSpPr/>
            <p:nvPr/>
          </p:nvSpPr>
          <p:spPr>
            <a:xfrm rot="5400000">
              <a:off x="2621408" y="1846802"/>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81" name="Google Shape;219;p33">
              <a:extLst>
                <a:ext uri="{FF2B5EF4-FFF2-40B4-BE49-F238E27FC236}">
                  <a16:creationId xmlns:a16="http://schemas.microsoft.com/office/drawing/2014/main" id="{1C28DE39-A710-45C1-B975-6D4C09DCEBD0}"/>
                </a:ext>
              </a:extLst>
            </p:cNvPr>
            <p:cNvSpPr/>
            <p:nvPr/>
          </p:nvSpPr>
          <p:spPr>
            <a:xfrm rot="5400000">
              <a:off x="1985377" y="1846802"/>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82" name="Google Shape;219;p33">
              <a:extLst>
                <a:ext uri="{FF2B5EF4-FFF2-40B4-BE49-F238E27FC236}">
                  <a16:creationId xmlns:a16="http://schemas.microsoft.com/office/drawing/2014/main" id="{6534A19B-FA5D-41A0-8C83-D0060AAF31A1}"/>
                </a:ext>
              </a:extLst>
            </p:cNvPr>
            <p:cNvSpPr/>
            <p:nvPr/>
          </p:nvSpPr>
          <p:spPr>
            <a:xfrm rot="5400000">
              <a:off x="1349345" y="1846803"/>
              <a:ext cx="325914" cy="323928"/>
            </a:xfrm>
            <a:prstGeom prst="ellipse">
              <a:avLst/>
            </a:prstGeom>
            <a:solidFill>
              <a:schemeClr val="bg2"/>
            </a:solidFill>
            <a:ln w="38100" cap="flat" cmpd="sng">
              <a:solidFill>
                <a:schemeClr val="bg1">
                  <a:lumMod val="50000"/>
                  <a:lumOff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83" name="Google Shape;219;p33">
              <a:extLst>
                <a:ext uri="{FF2B5EF4-FFF2-40B4-BE49-F238E27FC236}">
                  <a16:creationId xmlns:a16="http://schemas.microsoft.com/office/drawing/2014/main" id="{251ADBEE-6B1B-4F29-856F-6C3B906D9C2A}"/>
                </a:ext>
              </a:extLst>
            </p:cNvPr>
            <p:cNvSpPr/>
            <p:nvPr/>
          </p:nvSpPr>
          <p:spPr>
            <a:xfrm rot="5400000">
              <a:off x="2621408" y="2954942"/>
              <a:ext cx="325914" cy="323928"/>
            </a:xfrm>
            <a:prstGeom prst="ellipse">
              <a:avLst/>
            </a:prstGeom>
            <a:solidFill>
              <a:schemeClr val="bg2"/>
            </a:solidFill>
            <a:ln w="38100" cap="flat" cmpd="sng">
              <a:solidFill>
                <a:schemeClr val="bg1">
                  <a:lumMod val="50000"/>
                  <a:lumOff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84" name="Google Shape;219;p33">
              <a:extLst>
                <a:ext uri="{FF2B5EF4-FFF2-40B4-BE49-F238E27FC236}">
                  <a16:creationId xmlns:a16="http://schemas.microsoft.com/office/drawing/2014/main" id="{33C4341B-3B72-47A1-A471-A27626B92B20}"/>
                </a:ext>
              </a:extLst>
            </p:cNvPr>
            <p:cNvSpPr/>
            <p:nvPr/>
          </p:nvSpPr>
          <p:spPr>
            <a:xfrm rot="5400000">
              <a:off x="1985377" y="2960707"/>
              <a:ext cx="325914" cy="323928"/>
            </a:xfrm>
            <a:prstGeom prst="ellipse">
              <a:avLst/>
            </a:prstGeom>
            <a:solidFill>
              <a:schemeClr val="bg2"/>
            </a:solidFill>
            <a:ln w="38100" cap="flat" cmpd="sng">
              <a:solidFill>
                <a:schemeClr val="bg1">
                  <a:lumMod val="50000"/>
                  <a:lumOff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85" name="Google Shape;219;p33">
              <a:extLst>
                <a:ext uri="{FF2B5EF4-FFF2-40B4-BE49-F238E27FC236}">
                  <a16:creationId xmlns:a16="http://schemas.microsoft.com/office/drawing/2014/main" id="{08C2B5CF-3B2B-48D4-A08F-A6173ACA0566}"/>
                </a:ext>
              </a:extLst>
            </p:cNvPr>
            <p:cNvSpPr/>
            <p:nvPr/>
          </p:nvSpPr>
          <p:spPr>
            <a:xfrm rot="5400000">
              <a:off x="1349345" y="2960707"/>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86" name="Google Shape;219;p33">
              <a:extLst>
                <a:ext uri="{FF2B5EF4-FFF2-40B4-BE49-F238E27FC236}">
                  <a16:creationId xmlns:a16="http://schemas.microsoft.com/office/drawing/2014/main" id="{126FF985-C009-4735-ACFB-DB7538E23AED}"/>
                </a:ext>
              </a:extLst>
            </p:cNvPr>
            <p:cNvSpPr/>
            <p:nvPr/>
          </p:nvSpPr>
          <p:spPr>
            <a:xfrm rot="5400000">
              <a:off x="1349345" y="4228879"/>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187" name="Straight Connector 186">
              <a:extLst>
                <a:ext uri="{FF2B5EF4-FFF2-40B4-BE49-F238E27FC236}">
                  <a16:creationId xmlns:a16="http://schemas.microsoft.com/office/drawing/2014/main" id="{9648A9DF-A5EB-483C-BA2B-D6F201D7FC7A}"/>
                </a:ext>
              </a:extLst>
            </p:cNvPr>
            <p:cNvCxnSpPr>
              <a:cxnSpLocks/>
              <a:stCxn id="183" idx="6"/>
              <a:endCxn id="186" idx="2"/>
            </p:cNvCxnSpPr>
            <p:nvPr/>
          </p:nvCxnSpPr>
          <p:spPr>
            <a:xfrm flipH="1">
              <a:off x="1512302" y="3279863"/>
              <a:ext cx="1272063" cy="94802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B6AD34CF-5DBB-47A8-A4FA-67E68B4D208F}"/>
                </a:ext>
              </a:extLst>
            </p:cNvPr>
            <p:cNvCxnSpPr>
              <a:cxnSpLocks/>
              <a:stCxn id="184" idx="6"/>
              <a:endCxn id="186" idx="2"/>
            </p:cNvCxnSpPr>
            <p:nvPr/>
          </p:nvCxnSpPr>
          <p:spPr>
            <a:xfrm flipH="1">
              <a:off x="1512302" y="3285628"/>
              <a:ext cx="636032" cy="94225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BBB8B1EE-7A54-43BB-BA07-6E52A1712F98}"/>
                </a:ext>
              </a:extLst>
            </p:cNvPr>
            <p:cNvCxnSpPr>
              <a:cxnSpLocks/>
              <a:stCxn id="185" idx="6"/>
              <a:endCxn id="186" idx="2"/>
            </p:cNvCxnSpPr>
            <p:nvPr/>
          </p:nvCxnSpPr>
          <p:spPr>
            <a:xfrm>
              <a:off x="1512302" y="3285628"/>
              <a:ext cx="0" cy="94225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F08AF87C-5E5F-47EE-9CB0-80ADAC9F14B3}"/>
                </a:ext>
              </a:extLst>
            </p:cNvPr>
            <p:cNvCxnSpPr>
              <a:cxnSpLocks/>
              <a:stCxn id="182" idx="6"/>
              <a:endCxn id="183" idx="2"/>
            </p:cNvCxnSpPr>
            <p:nvPr/>
          </p:nvCxnSpPr>
          <p:spPr>
            <a:xfrm>
              <a:off x="1512302" y="2171724"/>
              <a:ext cx="1272063" cy="782225"/>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612A59EB-E1CF-4437-86A9-0A96AA6C95F7}"/>
                </a:ext>
              </a:extLst>
            </p:cNvPr>
            <p:cNvCxnSpPr>
              <a:cxnSpLocks/>
              <a:stCxn id="182" idx="6"/>
              <a:endCxn id="184" idx="2"/>
            </p:cNvCxnSpPr>
            <p:nvPr/>
          </p:nvCxnSpPr>
          <p:spPr>
            <a:xfrm>
              <a:off x="1512302" y="2171724"/>
              <a:ext cx="636032" cy="78799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9FAA746E-67F5-4CB8-90C6-65A5D07D5EEF}"/>
                </a:ext>
              </a:extLst>
            </p:cNvPr>
            <p:cNvCxnSpPr>
              <a:cxnSpLocks/>
              <a:stCxn id="182" idx="6"/>
              <a:endCxn id="185" idx="2"/>
            </p:cNvCxnSpPr>
            <p:nvPr/>
          </p:nvCxnSpPr>
          <p:spPr>
            <a:xfrm>
              <a:off x="1512302" y="2171724"/>
              <a:ext cx="0" cy="78799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3B5C4F7A-968B-4D7B-AD90-21E56894E72D}"/>
                </a:ext>
              </a:extLst>
            </p:cNvPr>
            <p:cNvCxnSpPr>
              <a:cxnSpLocks/>
              <a:stCxn id="180" idx="6"/>
              <a:endCxn id="183" idx="2"/>
            </p:cNvCxnSpPr>
            <p:nvPr/>
          </p:nvCxnSpPr>
          <p:spPr>
            <a:xfrm>
              <a:off x="2784365" y="2171723"/>
              <a:ext cx="0" cy="782226"/>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05EC14CF-A373-4AF4-9357-12E21EC6CCAE}"/>
                </a:ext>
              </a:extLst>
            </p:cNvPr>
            <p:cNvCxnSpPr>
              <a:cxnSpLocks/>
              <a:stCxn id="180" idx="6"/>
              <a:endCxn id="184" idx="2"/>
            </p:cNvCxnSpPr>
            <p:nvPr/>
          </p:nvCxnSpPr>
          <p:spPr>
            <a:xfrm flipH="1">
              <a:off x="2148334" y="2171723"/>
              <a:ext cx="636031" cy="787991"/>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330BBE56-30CE-4236-AE33-45BEA216ECFA}"/>
                </a:ext>
              </a:extLst>
            </p:cNvPr>
            <p:cNvCxnSpPr>
              <a:cxnSpLocks/>
              <a:stCxn id="180" idx="6"/>
              <a:endCxn id="185" idx="2"/>
            </p:cNvCxnSpPr>
            <p:nvPr/>
          </p:nvCxnSpPr>
          <p:spPr>
            <a:xfrm flipH="1">
              <a:off x="1512302" y="2171723"/>
              <a:ext cx="1272063" cy="787991"/>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C929930D-F9FD-43FB-8769-16E9CA6D3627}"/>
                </a:ext>
              </a:extLst>
            </p:cNvPr>
            <p:cNvCxnSpPr>
              <a:cxnSpLocks/>
              <a:stCxn id="181" idx="6"/>
              <a:endCxn id="183" idx="2"/>
            </p:cNvCxnSpPr>
            <p:nvPr/>
          </p:nvCxnSpPr>
          <p:spPr>
            <a:xfrm>
              <a:off x="2148334" y="2171723"/>
              <a:ext cx="636031" cy="782226"/>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FE14E78F-7817-4E1E-8682-40D7EB226B05}"/>
                </a:ext>
              </a:extLst>
            </p:cNvPr>
            <p:cNvCxnSpPr>
              <a:cxnSpLocks/>
              <a:stCxn id="181" idx="6"/>
              <a:endCxn id="184" idx="2"/>
            </p:cNvCxnSpPr>
            <p:nvPr/>
          </p:nvCxnSpPr>
          <p:spPr>
            <a:xfrm>
              <a:off x="2148334" y="2171723"/>
              <a:ext cx="0" cy="787991"/>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61435645-ED89-4A25-BBB7-3174C47C6AE3}"/>
                </a:ext>
              </a:extLst>
            </p:cNvPr>
            <p:cNvCxnSpPr>
              <a:cxnSpLocks/>
              <a:stCxn id="181" idx="6"/>
              <a:endCxn id="185" idx="2"/>
            </p:cNvCxnSpPr>
            <p:nvPr/>
          </p:nvCxnSpPr>
          <p:spPr>
            <a:xfrm flipH="1">
              <a:off x="1512302" y="2171723"/>
              <a:ext cx="636032" cy="787991"/>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199" name="Google Shape;219;p33">
              <a:extLst>
                <a:ext uri="{FF2B5EF4-FFF2-40B4-BE49-F238E27FC236}">
                  <a16:creationId xmlns:a16="http://schemas.microsoft.com/office/drawing/2014/main" id="{B6BD2FFA-982B-4AD2-935D-C75E022A891C}"/>
                </a:ext>
              </a:extLst>
            </p:cNvPr>
            <p:cNvSpPr/>
            <p:nvPr/>
          </p:nvSpPr>
          <p:spPr>
            <a:xfrm rot="5400000">
              <a:off x="1985377" y="4220940"/>
              <a:ext cx="325914" cy="323928"/>
            </a:xfrm>
            <a:prstGeom prst="ellipse">
              <a:avLst/>
            </a:prstGeom>
            <a:solidFill>
              <a:schemeClr val="bg2"/>
            </a:solidFill>
            <a:ln w="38100" cap="flat" cmpd="sng">
              <a:solidFill>
                <a:schemeClr val="bg1">
                  <a:lumMod val="50000"/>
                  <a:lumOff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00" name="Google Shape;219;p33">
              <a:extLst>
                <a:ext uri="{FF2B5EF4-FFF2-40B4-BE49-F238E27FC236}">
                  <a16:creationId xmlns:a16="http://schemas.microsoft.com/office/drawing/2014/main" id="{0DB5B150-18F1-4451-ADF3-45F3158D4942}"/>
                </a:ext>
              </a:extLst>
            </p:cNvPr>
            <p:cNvSpPr/>
            <p:nvPr/>
          </p:nvSpPr>
          <p:spPr>
            <a:xfrm rot="5400000">
              <a:off x="2621408" y="4251268"/>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201" name="Straight Connector 200">
              <a:extLst>
                <a:ext uri="{FF2B5EF4-FFF2-40B4-BE49-F238E27FC236}">
                  <a16:creationId xmlns:a16="http://schemas.microsoft.com/office/drawing/2014/main" id="{140667F3-4955-4171-8847-9BE3D4B18B41}"/>
                </a:ext>
              </a:extLst>
            </p:cNvPr>
            <p:cNvCxnSpPr>
              <a:cxnSpLocks/>
              <a:stCxn id="185" idx="6"/>
              <a:endCxn id="199" idx="2"/>
            </p:cNvCxnSpPr>
            <p:nvPr/>
          </p:nvCxnSpPr>
          <p:spPr>
            <a:xfrm>
              <a:off x="1512302" y="3285628"/>
              <a:ext cx="636032" cy="93431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E63EB3E2-2225-4FB1-96DF-F885036AE58A}"/>
                </a:ext>
              </a:extLst>
            </p:cNvPr>
            <p:cNvCxnSpPr>
              <a:cxnSpLocks/>
              <a:stCxn id="184" idx="6"/>
              <a:endCxn id="199" idx="2"/>
            </p:cNvCxnSpPr>
            <p:nvPr/>
          </p:nvCxnSpPr>
          <p:spPr>
            <a:xfrm>
              <a:off x="2148334" y="3285628"/>
              <a:ext cx="0" cy="93431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0E19B1CE-B68A-4CE9-B894-DFB8B030CFC4}"/>
                </a:ext>
              </a:extLst>
            </p:cNvPr>
            <p:cNvCxnSpPr>
              <a:cxnSpLocks/>
              <a:stCxn id="183" idx="6"/>
              <a:endCxn id="199" idx="2"/>
            </p:cNvCxnSpPr>
            <p:nvPr/>
          </p:nvCxnSpPr>
          <p:spPr>
            <a:xfrm flipH="1">
              <a:off x="2148334" y="3279863"/>
              <a:ext cx="636031" cy="94008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FBAA0B36-4278-4991-AE6C-79E55A4283E1}"/>
                </a:ext>
              </a:extLst>
            </p:cNvPr>
            <p:cNvCxnSpPr>
              <a:cxnSpLocks/>
              <a:stCxn id="184" idx="6"/>
              <a:endCxn id="200" idx="2"/>
            </p:cNvCxnSpPr>
            <p:nvPr/>
          </p:nvCxnSpPr>
          <p:spPr>
            <a:xfrm>
              <a:off x="2148334" y="3285628"/>
              <a:ext cx="636031" cy="96464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DDEB3D73-D149-4CC6-AAF0-FF522F7781ED}"/>
                </a:ext>
              </a:extLst>
            </p:cNvPr>
            <p:cNvCxnSpPr>
              <a:cxnSpLocks/>
              <a:stCxn id="185" idx="6"/>
              <a:endCxn id="200" idx="2"/>
            </p:cNvCxnSpPr>
            <p:nvPr/>
          </p:nvCxnSpPr>
          <p:spPr>
            <a:xfrm>
              <a:off x="1512302" y="3285628"/>
              <a:ext cx="1272063" cy="96464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BDD0AD70-6706-4DBD-B10B-8327F2B895E8}"/>
                </a:ext>
              </a:extLst>
            </p:cNvPr>
            <p:cNvCxnSpPr>
              <a:cxnSpLocks/>
              <a:stCxn id="183" idx="6"/>
              <a:endCxn id="200" idx="2"/>
            </p:cNvCxnSpPr>
            <p:nvPr/>
          </p:nvCxnSpPr>
          <p:spPr>
            <a:xfrm>
              <a:off x="2784365" y="3279863"/>
              <a:ext cx="0" cy="970412"/>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08" name="Rectangle 207">
            <a:extLst>
              <a:ext uri="{FF2B5EF4-FFF2-40B4-BE49-F238E27FC236}">
                <a16:creationId xmlns:a16="http://schemas.microsoft.com/office/drawing/2014/main" id="{312111BB-84DA-454E-A7FA-8AFDE0828382}"/>
              </a:ext>
            </a:extLst>
          </p:cNvPr>
          <p:cNvSpPr/>
          <p:nvPr/>
        </p:nvSpPr>
        <p:spPr>
          <a:xfrm>
            <a:off x="1395475" y="4915658"/>
            <a:ext cx="1409143" cy="609254"/>
          </a:xfrm>
          <a:prstGeom prst="rect">
            <a:avLst/>
          </a:prstGeom>
          <a:solidFill>
            <a:schemeClr val="accent6">
              <a:lumMod val="60000"/>
              <a:lumOff val="40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lang="en-US" sz="2000" b="1">
                <a:solidFill>
                  <a:srgbClr val="FFFFFF"/>
                </a:solidFill>
                <a:latin typeface="Trebuchet MS"/>
              </a:rPr>
              <a:t>비율</a:t>
            </a:r>
            <a:r>
              <a:rPr kumimoji="0" lang="en-US" sz="2000" b="1" i="0" u="none" strike="noStrike" kern="1200" cap="none" spc="0" normalizeH="0" noProof="0">
                <a:solidFill>
                  <a:srgbClr val="FFFFFF"/>
                </a:solidFill>
                <a:effectLst/>
                <a:uLnTx/>
                <a:uFillTx/>
                <a:latin typeface="Trebuchet MS"/>
                <a:ea typeface="+mn-ea"/>
                <a:cs typeface="+mn-cs"/>
              </a:rPr>
              <a:t> = 0</a:t>
            </a:r>
          </a:p>
        </p:txBody>
      </p:sp>
      <p:sp>
        <p:nvSpPr>
          <p:cNvPr id="210" name="Rectangle 209">
            <a:extLst>
              <a:ext uri="{FF2B5EF4-FFF2-40B4-BE49-F238E27FC236}">
                <a16:creationId xmlns:a16="http://schemas.microsoft.com/office/drawing/2014/main" id="{78F90C15-0A41-49B2-AF55-8947EC1D7262}"/>
              </a:ext>
            </a:extLst>
          </p:cNvPr>
          <p:cNvSpPr/>
          <p:nvPr/>
        </p:nvSpPr>
        <p:spPr>
          <a:xfrm>
            <a:off x="4824391" y="4915658"/>
            <a:ext cx="1409143" cy="609254"/>
          </a:xfrm>
          <a:prstGeom prst="rect">
            <a:avLst/>
          </a:prstGeom>
          <a:solidFill>
            <a:schemeClr val="accent6">
              <a:lumMod val="60000"/>
              <a:lumOff val="40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lang="en-US" sz="2000" b="1">
                <a:solidFill>
                  <a:srgbClr val="FFFFFF"/>
                </a:solidFill>
                <a:latin typeface="Trebuchet MS"/>
              </a:rPr>
              <a:t>비율</a:t>
            </a:r>
            <a:r>
              <a:rPr kumimoji="0" lang="en-US" sz="2000" b="1" i="0" u="none" strike="noStrike" kern="1200" cap="none" spc="0" normalizeH="0" noProof="0">
                <a:solidFill>
                  <a:srgbClr val="FFFFFF"/>
                </a:solidFill>
                <a:effectLst/>
                <a:uLnTx/>
                <a:uFillTx/>
                <a:latin typeface="Trebuchet MS"/>
                <a:ea typeface="+mn-ea"/>
                <a:cs typeface="+mn-cs"/>
              </a:rPr>
              <a:t> = .2</a:t>
            </a:r>
          </a:p>
        </p:txBody>
      </p:sp>
      <p:sp>
        <p:nvSpPr>
          <p:cNvPr id="212" name="Rectangle 211">
            <a:extLst>
              <a:ext uri="{FF2B5EF4-FFF2-40B4-BE49-F238E27FC236}">
                <a16:creationId xmlns:a16="http://schemas.microsoft.com/office/drawing/2014/main" id="{4BF429C7-E558-4B77-8EF9-0C9B983B090C}"/>
              </a:ext>
            </a:extLst>
          </p:cNvPr>
          <p:cNvSpPr/>
          <p:nvPr/>
        </p:nvSpPr>
        <p:spPr>
          <a:xfrm>
            <a:off x="8166355" y="4915658"/>
            <a:ext cx="1409143" cy="609254"/>
          </a:xfrm>
          <a:prstGeom prst="rect">
            <a:avLst/>
          </a:prstGeom>
          <a:solidFill>
            <a:schemeClr val="accent6">
              <a:lumMod val="60000"/>
              <a:lumOff val="40000"/>
            </a:schemeClr>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lang="en-US" sz="2000" b="1">
                <a:solidFill>
                  <a:srgbClr val="FFFFFF"/>
                </a:solidFill>
                <a:latin typeface="Trebuchet MS"/>
              </a:rPr>
              <a:t>비율</a:t>
            </a:r>
            <a:r>
              <a:rPr kumimoji="0" lang="en-US" sz="2000" b="1" i="0" u="none" strike="noStrike" kern="1200" cap="none" spc="0" normalizeH="0" noProof="0">
                <a:solidFill>
                  <a:srgbClr val="FFFFFF"/>
                </a:solidFill>
                <a:effectLst/>
                <a:uLnTx/>
                <a:uFillTx/>
                <a:latin typeface="Trebuchet MS"/>
                <a:ea typeface="+mn-ea"/>
                <a:cs typeface="+mn-cs"/>
              </a:rPr>
              <a:t> = .4</a:t>
            </a:r>
          </a:p>
        </p:txBody>
      </p:sp>
    </p:spTree>
    <p:extLst>
      <p:ext uri="{BB962C8B-B14F-4D97-AF65-F5344CB8AC3E}">
        <p14:creationId xmlns:p14="http://schemas.microsoft.com/office/powerpoint/2010/main" val="22109112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en-US"/>
              <a:t>전체 아키텍처</a:t>
            </a:r>
          </a:p>
        </p:txBody>
      </p:sp>
      <p:grpSp>
        <p:nvGrpSpPr>
          <p:cNvPr id="64" name="Group 63">
            <a:extLst>
              <a:ext uri="{FF2B5EF4-FFF2-40B4-BE49-F238E27FC236}">
                <a16:creationId xmlns:a16="http://schemas.microsoft.com/office/drawing/2014/main" id="{57F4D7A7-BB61-4608-B5A8-126B858C0404}"/>
              </a:ext>
            </a:extLst>
          </p:cNvPr>
          <p:cNvGrpSpPr/>
          <p:nvPr/>
        </p:nvGrpSpPr>
        <p:grpSpPr>
          <a:xfrm>
            <a:off x="867266" y="1545535"/>
            <a:ext cx="9238268" cy="3761295"/>
            <a:chOff x="1055802" y="1593130"/>
            <a:chExt cx="9238268" cy="3761295"/>
          </a:xfrm>
        </p:grpSpPr>
        <p:sp>
          <p:nvSpPr>
            <p:cNvPr id="63" name="Rectangle 62">
              <a:extLst>
                <a:ext uri="{FF2B5EF4-FFF2-40B4-BE49-F238E27FC236}">
                  <a16:creationId xmlns:a16="http://schemas.microsoft.com/office/drawing/2014/main" id="{B2976C42-6CF6-4BD4-8112-15E5F46F8553}"/>
                </a:ext>
              </a:extLst>
            </p:cNvPr>
            <p:cNvSpPr/>
            <p:nvPr/>
          </p:nvSpPr>
          <p:spPr>
            <a:xfrm>
              <a:off x="1055802" y="1593130"/>
              <a:ext cx="9238268" cy="3761295"/>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AE07B786-DF14-40B1-BF58-5ADD7C341CF7}"/>
                </a:ext>
              </a:extLst>
            </p:cNvPr>
            <p:cNvSpPr/>
            <p:nvPr/>
          </p:nvSpPr>
          <p:spPr>
            <a:xfrm rot="16200000">
              <a:off x="1207670" y="3145086"/>
              <a:ext cx="2528873" cy="59093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합성곱</a:t>
              </a:r>
            </a:p>
          </p:txBody>
        </p:sp>
        <p:sp>
          <p:nvSpPr>
            <p:cNvPr id="8" name="Rectangle 7">
              <a:extLst>
                <a:ext uri="{FF2B5EF4-FFF2-40B4-BE49-F238E27FC236}">
                  <a16:creationId xmlns:a16="http://schemas.microsoft.com/office/drawing/2014/main" id="{9872B9C9-6C60-4FE1-B211-29F35633A32C}"/>
                </a:ext>
              </a:extLst>
            </p:cNvPr>
            <p:cNvSpPr/>
            <p:nvPr/>
          </p:nvSpPr>
          <p:spPr>
            <a:xfrm rot="16200000">
              <a:off x="683448" y="3145086"/>
              <a:ext cx="1989647" cy="5909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입력</a:t>
              </a:r>
            </a:p>
          </p:txBody>
        </p:sp>
        <p:sp>
          <p:nvSpPr>
            <p:cNvPr id="9" name="Rectangle 8">
              <a:extLst>
                <a:ext uri="{FF2B5EF4-FFF2-40B4-BE49-F238E27FC236}">
                  <a16:creationId xmlns:a16="http://schemas.microsoft.com/office/drawing/2014/main" id="{00B2B41A-B086-4669-AC3C-B65EA43303D6}"/>
                </a:ext>
              </a:extLst>
            </p:cNvPr>
            <p:cNvSpPr/>
            <p:nvPr/>
          </p:nvSpPr>
          <p:spPr>
            <a:xfrm rot="16200000">
              <a:off x="2795341" y="3145086"/>
              <a:ext cx="2528871" cy="59093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합성곱</a:t>
              </a:r>
            </a:p>
          </p:txBody>
        </p:sp>
        <p:sp>
          <p:nvSpPr>
            <p:cNvPr id="10" name="Rectangle 9">
              <a:extLst>
                <a:ext uri="{FF2B5EF4-FFF2-40B4-BE49-F238E27FC236}">
                  <a16:creationId xmlns:a16="http://schemas.microsoft.com/office/drawing/2014/main" id="{09E88535-F70B-48F4-9561-EE2CA736CAF0}"/>
                </a:ext>
              </a:extLst>
            </p:cNvPr>
            <p:cNvSpPr/>
            <p:nvPr/>
          </p:nvSpPr>
          <p:spPr>
            <a:xfrm rot="16200000">
              <a:off x="5176846" y="3145086"/>
              <a:ext cx="2528871" cy="59093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합성곱</a:t>
              </a:r>
            </a:p>
          </p:txBody>
        </p:sp>
        <p:sp>
          <p:nvSpPr>
            <p:cNvPr id="12" name="Rectangle 11">
              <a:extLst>
                <a:ext uri="{FF2B5EF4-FFF2-40B4-BE49-F238E27FC236}">
                  <a16:creationId xmlns:a16="http://schemas.microsoft.com/office/drawing/2014/main" id="{4F9BD72D-A460-4E96-83CF-AA6569F3A88E}"/>
                </a:ext>
              </a:extLst>
            </p:cNvPr>
            <p:cNvSpPr/>
            <p:nvPr/>
          </p:nvSpPr>
          <p:spPr>
            <a:xfrm rot="16200000">
              <a:off x="7120122" y="3145086"/>
              <a:ext cx="1817660" cy="590931"/>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밀집</a:t>
              </a:r>
            </a:p>
          </p:txBody>
        </p:sp>
        <p:sp>
          <p:nvSpPr>
            <p:cNvPr id="13" name="Rectangle 12">
              <a:extLst>
                <a:ext uri="{FF2B5EF4-FFF2-40B4-BE49-F238E27FC236}">
                  <a16:creationId xmlns:a16="http://schemas.microsoft.com/office/drawing/2014/main" id="{D8354B8E-68E7-413C-9FA7-CB144F97FAAF}"/>
                </a:ext>
              </a:extLst>
            </p:cNvPr>
            <p:cNvSpPr/>
            <p:nvPr/>
          </p:nvSpPr>
          <p:spPr>
            <a:xfrm rot="16200000">
              <a:off x="8831501" y="3145086"/>
              <a:ext cx="1570240" cy="590931"/>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출력</a:t>
              </a:r>
            </a:p>
          </p:txBody>
        </p:sp>
        <p:sp>
          <p:nvSpPr>
            <p:cNvPr id="14" name="Rectangle 13">
              <a:extLst>
                <a:ext uri="{FF2B5EF4-FFF2-40B4-BE49-F238E27FC236}">
                  <a16:creationId xmlns:a16="http://schemas.microsoft.com/office/drawing/2014/main" id="{D18DFB1A-ADFD-4692-8E77-4DF887A56D6C}"/>
                </a:ext>
              </a:extLst>
            </p:cNvPr>
            <p:cNvSpPr/>
            <p:nvPr/>
          </p:nvSpPr>
          <p:spPr>
            <a:xfrm rot="16200000">
              <a:off x="8163385" y="3145086"/>
              <a:ext cx="1318804" cy="590931"/>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밀집</a:t>
              </a:r>
            </a:p>
          </p:txBody>
        </p:sp>
        <p:sp>
          <p:nvSpPr>
            <p:cNvPr id="23" name="Rectangle 22">
              <a:extLst>
                <a:ext uri="{FF2B5EF4-FFF2-40B4-BE49-F238E27FC236}">
                  <a16:creationId xmlns:a16="http://schemas.microsoft.com/office/drawing/2014/main" id="{41EA312A-85E8-4060-B974-62F1C9751F87}"/>
                </a:ext>
              </a:extLst>
            </p:cNvPr>
            <p:cNvSpPr/>
            <p:nvPr/>
          </p:nvSpPr>
          <p:spPr>
            <a:xfrm rot="16200000">
              <a:off x="2001506" y="3145086"/>
              <a:ext cx="2528871" cy="590931"/>
            </a:xfrm>
            <a:prstGeom prst="rect">
              <a:avLst/>
            </a:prstGeom>
            <a:solidFill>
              <a:srgbClr val="D059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Max Pooling</a:t>
              </a:r>
            </a:p>
          </p:txBody>
        </p:sp>
        <p:sp>
          <p:nvSpPr>
            <p:cNvPr id="25" name="Rectangle 24">
              <a:extLst>
                <a:ext uri="{FF2B5EF4-FFF2-40B4-BE49-F238E27FC236}">
                  <a16:creationId xmlns:a16="http://schemas.microsoft.com/office/drawing/2014/main" id="{6F3B548E-0560-4FC0-B43F-FEA7361CAB87}"/>
                </a:ext>
              </a:extLst>
            </p:cNvPr>
            <p:cNvSpPr/>
            <p:nvPr/>
          </p:nvSpPr>
          <p:spPr>
            <a:xfrm rot="16200000">
              <a:off x="3589176" y="3145086"/>
              <a:ext cx="2528871" cy="590931"/>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드롭아웃</a:t>
              </a:r>
            </a:p>
          </p:txBody>
        </p:sp>
        <p:sp>
          <p:nvSpPr>
            <p:cNvPr id="27" name="Rectangle 26">
              <a:extLst>
                <a:ext uri="{FF2B5EF4-FFF2-40B4-BE49-F238E27FC236}">
                  <a16:creationId xmlns:a16="http://schemas.microsoft.com/office/drawing/2014/main" id="{B71459EF-2201-407C-B228-F4BF72CFFA82}"/>
                </a:ext>
              </a:extLst>
            </p:cNvPr>
            <p:cNvSpPr/>
            <p:nvPr/>
          </p:nvSpPr>
          <p:spPr>
            <a:xfrm rot="16200000">
              <a:off x="4383011" y="3145086"/>
              <a:ext cx="2528871" cy="590931"/>
            </a:xfrm>
            <a:prstGeom prst="rect">
              <a:avLst/>
            </a:prstGeom>
            <a:solidFill>
              <a:srgbClr val="D059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Max Pooling</a:t>
              </a:r>
            </a:p>
          </p:txBody>
        </p:sp>
        <p:sp>
          <p:nvSpPr>
            <p:cNvPr id="29" name="Rectangle 28">
              <a:extLst>
                <a:ext uri="{FF2B5EF4-FFF2-40B4-BE49-F238E27FC236}">
                  <a16:creationId xmlns:a16="http://schemas.microsoft.com/office/drawing/2014/main" id="{C1302345-2FCC-4793-8EAE-D34BDC0768B1}"/>
                </a:ext>
              </a:extLst>
            </p:cNvPr>
            <p:cNvSpPr/>
            <p:nvPr/>
          </p:nvSpPr>
          <p:spPr>
            <a:xfrm rot="16200000">
              <a:off x="5970681" y="3145086"/>
              <a:ext cx="2528871" cy="590931"/>
            </a:xfrm>
            <a:prstGeom prst="rect">
              <a:avLst/>
            </a:prstGeom>
            <a:solidFill>
              <a:srgbClr val="D059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Max Pooling</a:t>
              </a:r>
            </a:p>
          </p:txBody>
        </p:sp>
        <p:cxnSp>
          <p:nvCxnSpPr>
            <p:cNvPr id="32" name="Straight Arrow Connector 31">
              <a:extLst>
                <a:ext uri="{FF2B5EF4-FFF2-40B4-BE49-F238E27FC236}">
                  <a16:creationId xmlns:a16="http://schemas.microsoft.com/office/drawing/2014/main" id="{16D19B49-15D5-43E5-9744-175849875986}"/>
                </a:ext>
              </a:extLst>
            </p:cNvPr>
            <p:cNvCxnSpPr>
              <a:cxnSpLocks/>
            </p:cNvCxnSpPr>
            <p:nvPr/>
          </p:nvCxnSpPr>
          <p:spPr>
            <a:xfrm>
              <a:off x="1973737" y="3388134"/>
              <a:ext cx="202904"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81DF978-202D-4446-AEA6-097061D9DD2F}"/>
                </a:ext>
              </a:extLst>
            </p:cNvPr>
            <p:cNvCxnSpPr>
              <a:cxnSpLocks/>
              <a:stCxn id="7" idx="2"/>
              <a:endCxn id="23" idx="0"/>
            </p:cNvCxnSpPr>
            <p:nvPr/>
          </p:nvCxnSpPr>
          <p:spPr>
            <a:xfrm>
              <a:off x="2767572" y="3440551"/>
              <a:ext cx="202904"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FC9F94E-4EFF-4054-BB2F-1CC0F0AE905D}"/>
                </a:ext>
              </a:extLst>
            </p:cNvPr>
            <p:cNvCxnSpPr>
              <a:cxnSpLocks/>
              <a:stCxn id="23" idx="2"/>
              <a:endCxn id="9" idx="0"/>
            </p:cNvCxnSpPr>
            <p:nvPr/>
          </p:nvCxnSpPr>
          <p:spPr>
            <a:xfrm>
              <a:off x="3561407" y="3440551"/>
              <a:ext cx="202904"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B441091-C6A9-45E7-9822-B64145D70ACB}"/>
                </a:ext>
              </a:extLst>
            </p:cNvPr>
            <p:cNvCxnSpPr>
              <a:cxnSpLocks/>
              <a:stCxn id="9" idx="2"/>
              <a:endCxn id="25" idx="0"/>
            </p:cNvCxnSpPr>
            <p:nvPr/>
          </p:nvCxnSpPr>
          <p:spPr>
            <a:xfrm>
              <a:off x="4355242" y="3440551"/>
              <a:ext cx="202904"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C6A17B0-3FE4-4D34-9D7E-BC9435E7F7F8}"/>
                </a:ext>
              </a:extLst>
            </p:cNvPr>
            <p:cNvCxnSpPr>
              <a:cxnSpLocks/>
              <a:stCxn id="25" idx="2"/>
              <a:endCxn id="27" idx="0"/>
            </p:cNvCxnSpPr>
            <p:nvPr/>
          </p:nvCxnSpPr>
          <p:spPr>
            <a:xfrm>
              <a:off x="5149077" y="3440551"/>
              <a:ext cx="202904"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9C81143C-57B3-428B-BB4E-EDBD0E59140C}"/>
                </a:ext>
              </a:extLst>
            </p:cNvPr>
            <p:cNvCxnSpPr>
              <a:cxnSpLocks/>
              <a:stCxn id="27" idx="2"/>
              <a:endCxn id="10" idx="0"/>
            </p:cNvCxnSpPr>
            <p:nvPr/>
          </p:nvCxnSpPr>
          <p:spPr>
            <a:xfrm>
              <a:off x="5942912" y="3440551"/>
              <a:ext cx="202904"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E492611-8077-4187-9C6F-7CF5330F3086}"/>
                </a:ext>
              </a:extLst>
            </p:cNvPr>
            <p:cNvCxnSpPr>
              <a:cxnSpLocks/>
              <a:stCxn id="10" idx="2"/>
              <a:endCxn id="29" idx="0"/>
            </p:cNvCxnSpPr>
            <p:nvPr/>
          </p:nvCxnSpPr>
          <p:spPr>
            <a:xfrm>
              <a:off x="6736747" y="3440551"/>
              <a:ext cx="202904"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AEA3CE51-E51E-4694-83E2-B1EF7C38D16C}"/>
                </a:ext>
              </a:extLst>
            </p:cNvPr>
            <p:cNvCxnSpPr>
              <a:cxnSpLocks/>
              <a:stCxn id="29" idx="2"/>
              <a:endCxn id="12" idx="0"/>
            </p:cNvCxnSpPr>
            <p:nvPr/>
          </p:nvCxnSpPr>
          <p:spPr>
            <a:xfrm>
              <a:off x="7530582" y="3440551"/>
              <a:ext cx="202905" cy="1"/>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70D01906-F3A7-4B5B-8F70-ABC5CC32D49A}"/>
                </a:ext>
              </a:extLst>
            </p:cNvPr>
            <p:cNvCxnSpPr>
              <a:cxnSpLocks/>
              <a:stCxn id="12" idx="2"/>
              <a:endCxn id="14" idx="0"/>
            </p:cNvCxnSpPr>
            <p:nvPr/>
          </p:nvCxnSpPr>
          <p:spPr>
            <a:xfrm>
              <a:off x="8324418" y="3440552"/>
              <a:ext cx="202904"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781484B4-60E4-4564-9990-A42965077F71}"/>
                </a:ext>
              </a:extLst>
            </p:cNvPr>
            <p:cNvCxnSpPr>
              <a:cxnSpLocks/>
              <a:stCxn id="14" idx="2"/>
              <a:endCxn id="13" idx="0"/>
            </p:cNvCxnSpPr>
            <p:nvPr/>
          </p:nvCxnSpPr>
          <p:spPr>
            <a:xfrm>
              <a:off x="9118253" y="3440552"/>
              <a:ext cx="202903"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687849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wrap="square" anchor="b">
            <a:normAutofit/>
          </a:bodyPr>
          <a:lstStyle/>
          <a:p>
            <a:r>
              <a:rPr lang="en-GB"/>
              <a:t>시작하겠습니다!</a:t>
            </a:r>
            <a:endParaRPr lang="en-US"/>
          </a:p>
        </p:txBody>
      </p:sp>
    </p:spTree>
    <p:extLst>
      <p:ext uri="{BB962C8B-B14F-4D97-AF65-F5344CB8AC3E}">
        <p14:creationId xmlns:p14="http://schemas.microsoft.com/office/powerpoint/2010/main" val="34041730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Tree>
    <p:extLst>
      <p:ext uri="{BB962C8B-B14F-4D97-AF65-F5344CB8AC3E}">
        <p14:creationId xmlns:p14="http://schemas.microsoft.com/office/powerpoint/2010/main" val="12469133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pulent">
      <a:majorFont>
        <a:latin typeface="Trebuchet MS"/>
        <a:ea typeface=""/>
        <a:cs typeface=""/>
        <a:font script="Jpan" typeface="HG丸ｺﾞｼｯｸM-PRO"/>
        <a:font script="Hang" typeface="Trebuchet MS"/>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Trebuchet MS"/>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pulent">
      <a:majorFont>
        <a:latin typeface="Trebuchet MS"/>
        <a:ea typeface=""/>
        <a:cs typeface=""/>
        <a:font script="Jpan" typeface="HG丸ｺﾞｼｯｸM-PRO"/>
        <a:font script="Hang" typeface="Trebuchet MS"/>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Trebuchet MS"/>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Gallery">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4.xml><?xml version="1.0" encoding="utf-8"?>
<a:theme xmlns:a="http://schemas.openxmlformats.org/drawingml/2006/main" name="Theme2">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pulent">
      <a:majorFont>
        <a:latin typeface="Trebuchet MS"/>
        <a:ea typeface=""/>
        <a:cs typeface=""/>
        <a:font script="Jpan" typeface="HG丸ｺﾞｼｯｸM-PRO"/>
        <a:font script="Hang" typeface="Trebuchet MS"/>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Trebuchet MS"/>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2" id="{5CAD93B6-D67C-45D3-93C1-BC9116852A6A}" vid="{08DC6F39-8143-49A5-9036-5CDD2C649E5F}"/>
    </a:ext>
  </a:extLst>
</a:theme>
</file>

<file path=ppt/theme/theme5.xml><?xml version="1.0" encoding="utf-8"?>
<a:theme xmlns:a="http://schemas.openxmlformats.org/drawingml/2006/main" name="2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pulent">
      <a:majorFont>
        <a:latin typeface="Trebuchet MS"/>
        <a:ea typeface=""/>
        <a:cs typeface=""/>
        <a:font script="Jpan" typeface="HG丸ｺﾞｼｯｸM-PRO"/>
        <a:font script="Hang" typeface="Trebuchet MS"/>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Trebuchet MS"/>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Trebuchet MS"/>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7.xml><?xml version="1.0" encoding="utf-8"?>
<a:theme xmlns:a="http://schemas.openxmlformats.org/drawingml/2006/main" name="1_Gallery">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8.xml><?xml version="1.0" encoding="utf-8"?>
<a:theme xmlns:a="http://schemas.openxmlformats.org/drawingml/2006/main" name="Theme1">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pulent">
      <a:majorFont>
        <a:latin typeface="Trebuchet MS"/>
        <a:ea typeface=""/>
        <a:cs typeface=""/>
        <a:font script="Jpan" typeface="HG丸ｺﾞｼｯｸM-PRO"/>
        <a:font script="Hang" typeface="Trebuchet MS"/>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Trebuchet MS"/>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sz="1400" dirty="0" smtClean="0">
            <a:solidFill>
              <a:schemeClr val="bg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2DC2ADA4-67A3-4136-9A41-04B6EFCEBBA8}" vid="{8D7F6D3F-7026-4FAE-B40F-848121644610}"/>
    </a:ext>
  </a:extLst>
</a:theme>
</file>

<file path=ppt/theme/theme9.xml><?xml version="1.0" encoding="utf-8"?>
<a:theme xmlns:a="http://schemas.openxmlformats.org/drawingml/2006/main" name="11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3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4_Title &amp; Bullet">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pulent">
      <a:majorFont>
        <a:latin typeface="Trebuchet MS"/>
        <a:ea typeface=""/>
        <a:cs typeface=""/>
        <a:font script="Jpan" typeface="HG丸ｺﾞｼｯｸM-PRO"/>
        <a:font script="Hang" typeface="Trebuchet MS"/>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Trebuchet MS"/>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sz="1400" dirty="0" smtClean="0">
            <a:solidFill>
              <a:schemeClr val="bg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_Theme1">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pulent">
      <a:majorFont>
        <a:latin typeface="Trebuchet MS"/>
        <a:ea typeface=""/>
        <a:cs typeface=""/>
        <a:font script="Jpan" typeface="HG丸ｺﾞｼｯｸM-PRO"/>
        <a:font script="Hang" typeface="Trebuchet MS"/>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Trebuchet MS"/>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sz="1400" dirty="0" smtClean="0">
            <a:solidFill>
              <a:schemeClr val="bg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2DC2ADA4-67A3-4136-9A41-04B6EFCEBBA8}" vid="{8D7F6D3F-7026-4FAE-B40F-848121644610}"/>
    </a:ext>
  </a:extLst>
</a:theme>
</file>

<file path=ppt/theme/theme13.xml><?xml version="1.0" encoding="utf-8"?>
<a:theme xmlns:a="http://schemas.openxmlformats.org/drawingml/2006/main" name="1_Theme2">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pulent">
      <a:majorFont>
        <a:latin typeface="Trebuchet MS"/>
        <a:ea typeface=""/>
        <a:cs typeface=""/>
        <a:font script="Jpan" typeface="HG丸ｺﾞｼｯｸM-PRO"/>
        <a:font script="Hang" typeface="Trebuchet MS"/>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Trebuchet MS"/>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2" id="{5CAD93B6-D67C-45D3-93C1-BC9116852A6A}" vid="{08DC6F39-8143-49A5-9036-5CDD2C649E5F}"/>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4CF33B71089DC448F3A861CCE49DD4C" ma:contentTypeVersion="6" ma:contentTypeDescription="Create a new document." ma:contentTypeScope="" ma:versionID="055b4585b017200913b2de69e56facba">
  <xsd:schema xmlns:xsd="http://www.w3.org/2001/XMLSchema" xmlns:xs="http://www.w3.org/2001/XMLSchema" xmlns:p="http://schemas.microsoft.com/office/2006/metadata/properties" xmlns:ns3="33156d47-4ed2-41b4-b82d-0bdc41d51c72" xmlns:ns4="eac25ff7-bb51-4c67-b289-9013749df816" targetNamespace="http://schemas.microsoft.com/office/2006/metadata/properties" ma:root="true" ma:fieldsID="3e7ed0295b1edb71ed1c82dfbc8434c4" ns3:_="" ns4:_="">
    <xsd:import namespace="33156d47-4ed2-41b4-b82d-0bdc41d51c72"/>
    <xsd:import namespace="eac25ff7-bb51-4c67-b289-9013749df81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156d47-4ed2-41b4-b82d-0bdc41d51c7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ac25ff7-bb51-4c67-b289-9013749df81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C2B57B3-0E0E-464C-8B1C-6BD362FB362D}">
  <ds:schemaRefs>
    <ds:schemaRef ds:uri="33156d47-4ed2-41b4-b82d-0bdc41d51c72"/>
    <ds:schemaRef ds:uri="eac25ff7-bb51-4c67-b289-9013749df8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29B7386-0C5E-43DB-8BF1-052EEAD5F5DF}">
  <ds:schemaRefs>
    <ds:schemaRef ds:uri="http://schemas.microsoft.com/sharepoint/v3/contenttype/forms"/>
  </ds:schemaRefs>
</ds:datastoreItem>
</file>

<file path=customXml/itemProps3.xml><?xml version="1.0" encoding="utf-8"?>
<ds:datastoreItem xmlns:ds="http://schemas.openxmlformats.org/officeDocument/2006/customXml" ds:itemID="{2D83A4C3-53DB-417F-A4D6-C28C20F042F7}">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365</TotalTime>
  <Words>2950</Words>
  <Application>Microsoft Office PowerPoint</Application>
  <PresentationFormat>Custom</PresentationFormat>
  <Paragraphs>943</Paragraphs>
  <Slides>29</Slides>
  <Notes>29</Notes>
  <HiddenSlides>0</HiddenSlides>
  <MMClips>0</MMClips>
  <ScaleCrop>false</ScaleCrop>
  <HeadingPairs>
    <vt:vector size="6" baseType="variant">
      <vt:variant>
        <vt:lpstr>Fonts Used</vt:lpstr>
      </vt:variant>
      <vt:variant>
        <vt:i4>8</vt:i4>
      </vt:variant>
      <vt:variant>
        <vt:lpstr>Theme</vt:lpstr>
      </vt:variant>
      <vt:variant>
        <vt:i4>13</vt:i4>
      </vt:variant>
      <vt:variant>
        <vt:lpstr>Slide Titles</vt:lpstr>
      </vt:variant>
      <vt:variant>
        <vt:i4>29</vt:i4>
      </vt:variant>
    </vt:vector>
  </HeadingPairs>
  <TitlesOfParts>
    <vt:vector size="50" baseType="lpstr">
      <vt:lpstr>Century Gothic</vt:lpstr>
      <vt:lpstr>Wingdings 3</vt:lpstr>
      <vt:lpstr>Arial</vt:lpstr>
      <vt:lpstr>Questrial</vt:lpstr>
      <vt:lpstr>Trebuchet MS</vt:lpstr>
      <vt:lpstr>Cambria Math</vt:lpstr>
      <vt:lpstr>Gill Sans MT</vt:lpstr>
      <vt:lpstr>Wingdings</vt:lpstr>
      <vt:lpstr>Title &amp; Bullet</vt:lpstr>
      <vt:lpstr>1_Title &amp; Bullet</vt:lpstr>
      <vt:lpstr>Gallery</vt:lpstr>
      <vt:lpstr>Theme2</vt:lpstr>
      <vt:lpstr>2_Title &amp; Bullet</vt:lpstr>
      <vt:lpstr>Facet</vt:lpstr>
      <vt:lpstr>1_Gallery</vt:lpstr>
      <vt:lpstr>Theme1</vt:lpstr>
      <vt:lpstr>11_Title &amp; Bullet</vt:lpstr>
      <vt:lpstr>3_Title &amp; Bullet</vt:lpstr>
      <vt:lpstr>4_Title &amp; Bullet</vt:lpstr>
      <vt:lpstr>1_Theme1</vt:lpstr>
      <vt:lpstr>1_Theme2</vt:lpstr>
      <vt:lpstr>딥러닝의  기초</vt:lpstr>
      <vt:lpstr>목차</vt:lpstr>
      <vt:lpstr>목차 – 3부</vt:lpstr>
      <vt:lpstr>Hands-on 요약</vt:lpstr>
      <vt:lpstr>커널과 합성곱 KERNELS and CONVOLUTION</vt:lpstr>
      <vt:lpstr>커널과 합성곱 (KERNELS and CONVOLUTION)</vt:lpstr>
      <vt:lpstr>커널과 합성곱 (KERNELS and CONVOLUTION)</vt:lpstr>
      <vt:lpstr>커널과 합성곱 (KERNELS and CONVOLUTION)</vt:lpstr>
      <vt:lpstr>커널과 합성곱 (KERNELS and CONVOLUTION)</vt:lpstr>
      <vt:lpstr>커널과 합성곱 (KERNELS and CONVOLUTION)</vt:lpstr>
      <vt:lpstr>커널과 합성곱 (KERNELS and CONVOLUTION)</vt:lpstr>
      <vt:lpstr>커널과 합성곱 (KERNELS and CONVOLUTION)</vt:lpstr>
      <vt:lpstr>커널과 합성곱 (KERNELS and CONVOLUTION)</vt:lpstr>
      <vt:lpstr>PowerPoint Presentation</vt:lpstr>
      <vt:lpstr>PowerPoint Presentation</vt:lpstr>
      <vt:lpstr>PowerPoint Presentation</vt:lpstr>
      <vt:lpstr>커널과 뉴럴 네트워크 KERNELS and Neural Networks</vt:lpstr>
      <vt:lpstr>커널과 뉴럴 네트워크</vt:lpstr>
      <vt:lpstr>커널과 뉴럴 네트워크</vt:lpstr>
      <vt:lpstr>커널과 뉴럴 네트워크</vt:lpstr>
      <vt:lpstr>엣지(EDGE) 찾기</vt:lpstr>
      <vt:lpstr>뉴럴 네트워크 인식  (Neural Network Perception)</vt:lpstr>
      <vt:lpstr>뉴럴 네트워크 인식  (Neural Network Perception)</vt:lpstr>
      <vt:lpstr>기타 레이어 Other layers in the Model</vt:lpstr>
      <vt:lpstr>Max Pooling</vt:lpstr>
      <vt:lpstr>드롭아웃 (Dropout)</vt:lpstr>
      <vt:lpstr>전체 아키텍처</vt:lpstr>
      <vt:lpstr>시작하겠습니다!</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deep learning</dc:title>
  <dc:creator>Danielle Detering</dc:creator>
  <cp:lastModifiedBy>Solee Moon</cp:lastModifiedBy>
  <cp:revision>51</cp:revision>
  <dcterms:created xsi:type="dcterms:W3CDTF">2020-10-29T08:22:23Z</dcterms:created>
  <dcterms:modified xsi:type="dcterms:W3CDTF">2021-04-10T00:08:00Z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558183-044c-4105-8d9c-cea02a2a3d86_Enabled">
    <vt:lpwstr>True</vt:lpwstr>
  </property>
  <property fmtid="{D5CDD505-2E9C-101B-9397-08002B2CF9AE}" pid="3" name="MSIP_Label_6b558183-044c-4105-8d9c-cea02a2a3d86_SiteId">
    <vt:lpwstr>43083d15-7273-40c1-b7db-39efd9ccc17a</vt:lpwstr>
  </property>
  <property fmtid="{D5CDD505-2E9C-101B-9397-08002B2CF9AE}" pid="4" name="MSIP_Label_6b558183-044c-4105-8d9c-cea02a2a3d86_Owner">
    <vt:lpwstr>ddetering@nvidia.com</vt:lpwstr>
  </property>
  <property fmtid="{D5CDD505-2E9C-101B-9397-08002B2CF9AE}" pid="5" name="MSIP_Label_6b558183-044c-4105-8d9c-cea02a2a3d86_SetDate">
    <vt:lpwstr>2020-10-29T08:25:09.2076222Z</vt:lpwstr>
  </property>
  <property fmtid="{D5CDD505-2E9C-101B-9397-08002B2CF9AE}" pid="6" name="MSIP_Label_6b558183-044c-4105-8d9c-cea02a2a3d86_Name">
    <vt:lpwstr>Unrestricted</vt:lpwstr>
  </property>
  <property fmtid="{D5CDD505-2E9C-101B-9397-08002B2CF9AE}" pid="7" name="MSIP_Label_6b558183-044c-4105-8d9c-cea02a2a3d86_Application">
    <vt:lpwstr>Microsoft Azure Information Protection</vt:lpwstr>
  </property>
  <property fmtid="{D5CDD505-2E9C-101B-9397-08002B2CF9AE}" pid="8" name="MSIP_Label_6b558183-044c-4105-8d9c-cea02a2a3d86_Extended_MSFT_Method">
    <vt:lpwstr>Automatic</vt:lpwstr>
  </property>
  <property fmtid="{D5CDD505-2E9C-101B-9397-08002B2CF9AE}" pid="9" name="Sensitivity">
    <vt:lpwstr>Unrestricted</vt:lpwstr>
  </property>
</Properties>
</file>