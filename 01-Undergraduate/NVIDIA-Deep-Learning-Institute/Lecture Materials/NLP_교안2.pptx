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9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0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1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2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94" r:id="rId4"/>
  </p:sldMasterIdLst>
  <p:notesMasterIdLst>
    <p:notesMasterId r:id="rId122"/>
  </p:notesMasterIdLst>
  <p:handoutMasterIdLst>
    <p:handoutMasterId r:id="rId123"/>
  </p:handoutMasterIdLst>
  <p:sldIdLst>
    <p:sldId id="754" r:id="rId5"/>
    <p:sldId id="257" r:id="rId6"/>
    <p:sldId id="5971" r:id="rId7"/>
    <p:sldId id="5972" r:id="rId8"/>
    <p:sldId id="762" r:id="rId9"/>
    <p:sldId id="763" r:id="rId10"/>
    <p:sldId id="764" r:id="rId11"/>
    <p:sldId id="765" r:id="rId12"/>
    <p:sldId id="1047" r:id="rId13"/>
    <p:sldId id="857" r:id="rId14"/>
    <p:sldId id="1048" r:id="rId15"/>
    <p:sldId id="5921" r:id="rId16"/>
    <p:sldId id="5922" r:id="rId17"/>
    <p:sldId id="5940" r:id="rId18"/>
    <p:sldId id="767" r:id="rId19"/>
    <p:sldId id="5886" r:id="rId20"/>
    <p:sldId id="5887" r:id="rId21"/>
    <p:sldId id="1051" r:id="rId22"/>
    <p:sldId id="1050" r:id="rId23"/>
    <p:sldId id="1052" r:id="rId24"/>
    <p:sldId id="1053" r:id="rId25"/>
    <p:sldId id="1054" r:id="rId26"/>
    <p:sldId id="5888" r:id="rId27"/>
    <p:sldId id="1055" r:id="rId28"/>
    <p:sldId id="5889" r:id="rId29"/>
    <p:sldId id="5973" r:id="rId30"/>
    <p:sldId id="5890" r:id="rId31"/>
    <p:sldId id="1071" r:id="rId32"/>
    <p:sldId id="5587" r:id="rId33"/>
    <p:sldId id="5588" r:id="rId34"/>
    <p:sldId id="5849" r:id="rId35"/>
    <p:sldId id="5850" r:id="rId36"/>
    <p:sldId id="5851" r:id="rId37"/>
    <p:sldId id="5852" r:id="rId38"/>
    <p:sldId id="5856" r:id="rId39"/>
    <p:sldId id="5874" r:id="rId40"/>
    <p:sldId id="5855" r:id="rId41"/>
    <p:sldId id="5853" r:id="rId42"/>
    <p:sldId id="5974" r:id="rId43"/>
    <p:sldId id="5857" r:id="rId44"/>
    <p:sldId id="5858" r:id="rId45"/>
    <p:sldId id="5854" r:id="rId46"/>
    <p:sldId id="5936" r:id="rId47"/>
    <p:sldId id="5937" r:id="rId48"/>
    <p:sldId id="5939" r:id="rId49"/>
    <p:sldId id="5975" r:id="rId50"/>
    <p:sldId id="5976" r:id="rId51"/>
    <p:sldId id="5860" r:id="rId52"/>
    <p:sldId id="5864" r:id="rId53"/>
    <p:sldId id="5865" r:id="rId54"/>
    <p:sldId id="5867" r:id="rId55"/>
    <p:sldId id="826" r:id="rId56"/>
    <p:sldId id="5869" r:id="rId57"/>
    <p:sldId id="827" r:id="rId58"/>
    <p:sldId id="828" r:id="rId59"/>
    <p:sldId id="5868" r:id="rId60"/>
    <p:sldId id="5863" r:id="rId61"/>
    <p:sldId id="5866" r:id="rId62"/>
    <p:sldId id="5891" r:id="rId63"/>
    <p:sldId id="5861" r:id="rId64"/>
    <p:sldId id="5873" r:id="rId65"/>
    <p:sldId id="5870" r:id="rId66"/>
    <p:sldId id="5872" r:id="rId67"/>
    <p:sldId id="5871" r:id="rId68"/>
    <p:sldId id="5878" r:id="rId69"/>
    <p:sldId id="5892" r:id="rId70"/>
    <p:sldId id="5893" r:id="rId71"/>
    <p:sldId id="5970" r:id="rId72"/>
    <p:sldId id="5881" r:id="rId73"/>
    <p:sldId id="867" r:id="rId74"/>
    <p:sldId id="5895" r:id="rId75"/>
    <p:sldId id="5862" r:id="rId76"/>
    <p:sldId id="5896" r:id="rId77"/>
    <p:sldId id="5897" r:id="rId78"/>
    <p:sldId id="5898" r:id="rId79"/>
    <p:sldId id="5899" r:id="rId80"/>
    <p:sldId id="5900" r:id="rId81"/>
    <p:sldId id="5883" r:id="rId82"/>
    <p:sldId id="5901" r:id="rId83"/>
    <p:sldId id="5902" r:id="rId84"/>
    <p:sldId id="5903" r:id="rId85"/>
    <p:sldId id="824" r:id="rId86"/>
    <p:sldId id="822" r:id="rId87"/>
    <p:sldId id="825" r:id="rId88"/>
    <p:sldId id="5977" r:id="rId89"/>
    <p:sldId id="5904" r:id="rId90"/>
    <p:sldId id="5905" r:id="rId91"/>
    <p:sldId id="5906" r:id="rId92"/>
    <p:sldId id="5907" r:id="rId93"/>
    <p:sldId id="5908" r:id="rId94"/>
    <p:sldId id="5909" r:id="rId95"/>
    <p:sldId id="5910" r:id="rId96"/>
    <p:sldId id="5590" r:id="rId97"/>
    <p:sldId id="5911" r:id="rId98"/>
    <p:sldId id="5912" r:id="rId99"/>
    <p:sldId id="5913" r:id="rId100"/>
    <p:sldId id="5944" r:id="rId101"/>
    <p:sldId id="5592" r:id="rId102"/>
    <p:sldId id="5591" r:id="rId103"/>
    <p:sldId id="5914" r:id="rId104"/>
    <p:sldId id="5915" r:id="rId105"/>
    <p:sldId id="5916" r:id="rId106"/>
    <p:sldId id="5952" r:id="rId107"/>
    <p:sldId id="5953" r:id="rId108"/>
    <p:sldId id="5954" r:id="rId109"/>
    <p:sldId id="5955" r:id="rId110"/>
    <p:sldId id="5956" r:id="rId111"/>
    <p:sldId id="5957" r:id="rId112"/>
    <p:sldId id="5958" r:id="rId113"/>
    <p:sldId id="5918" r:id="rId114"/>
    <p:sldId id="5959" r:id="rId115"/>
    <p:sldId id="5960" r:id="rId116"/>
    <p:sldId id="5917" r:id="rId117"/>
    <p:sldId id="5978" r:id="rId118"/>
    <p:sldId id="5919" r:id="rId119"/>
    <p:sldId id="5920" r:id="rId120"/>
    <p:sldId id="755" r:id="rId121"/>
  </p:sldIdLst>
  <p:sldSz cx="18288000" cy="10287000"/>
  <p:notesSz cx="7010400" cy="9296400"/>
  <p:embeddedFontLst>
    <p:embeddedFont>
      <p:font typeface="Roboto" panose="02000000000000000000" pitchFamily="2" charset="0"/>
      <p:regular r:id="rId124"/>
    </p:embeddedFont>
    <p:embeddedFont>
      <p:font typeface="Trebuchet MS" panose="020B0603020202020204" pitchFamily="34" charset="0"/>
      <p:regular r:id="rId125"/>
      <p:bold r:id="rId126"/>
      <p:italic r:id="rId127"/>
      <p:boldItalic r:id="rId128"/>
    </p:embeddedFont>
  </p:embeddedFontLst>
  <p:defaultTextStyle>
    <a:defPPr>
      <a:defRPr lang="en-US"/>
    </a:defPPr>
    <a:lvl1pPr algn="l" defTabSz="76197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761970" algn="l" defTabSz="76197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1523939" algn="l" defTabSz="76197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2285909" algn="l" defTabSz="76197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3047878" algn="l" defTabSz="76197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3809848" algn="l" defTabSz="1523939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4571817" algn="l" defTabSz="1523939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5333787" algn="l" defTabSz="1523939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6095756" algn="l" defTabSz="1523939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orient="horz" pos="5083" userDrawn="1">
          <p15:clr>
            <a:srgbClr val="A4A3A4"/>
          </p15:clr>
        </p15:guide>
        <p15:guide id="3" orient="horz" pos="5315" userDrawn="1">
          <p15:clr>
            <a:srgbClr val="A4A3A4"/>
          </p15:clr>
        </p15:guide>
        <p15:guide id="4" pos="9092" userDrawn="1">
          <p15:clr>
            <a:srgbClr val="A4A3A4"/>
          </p15:clr>
        </p15:guide>
        <p15:guide id="5" orient="horz" pos="1625" userDrawn="1">
          <p15:clr>
            <a:srgbClr val="A4A3A4"/>
          </p15:clr>
        </p15:guide>
        <p15:guide id="6" pos="57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5EA"/>
    <a:srgbClr val="E8E8E8"/>
    <a:srgbClr val="DEDEDE"/>
    <a:srgbClr val="F8F8F8"/>
    <a:srgbClr val="B3B3B3"/>
    <a:srgbClr val="6E6E6E"/>
    <a:srgbClr val="0071C5"/>
    <a:srgbClr val="4A4A4A"/>
    <a:srgbClr val="0C34BD"/>
    <a:srgbClr val="5D1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7" autoAdjust="0"/>
    <p:restoredTop sz="79367" autoAdjust="0"/>
  </p:normalViewPr>
  <p:slideViewPr>
    <p:cSldViewPr snapToGrid="0">
      <p:cViewPr varScale="1">
        <p:scale>
          <a:sx n="35" d="100"/>
          <a:sy n="35" d="100"/>
        </p:scale>
        <p:origin x="945" y="45"/>
      </p:cViewPr>
      <p:guideLst>
        <p:guide orient="horz" pos="2193"/>
        <p:guide orient="horz" pos="5083"/>
        <p:guide orient="horz" pos="5315"/>
        <p:guide pos="9092"/>
        <p:guide orient="horz" pos="1625"/>
        <p:guide pos="5762"/>
      </p:guideLst>
    </p:cSldViewPr>
  </p:slideViewPr>
  <p:outlineViewPr>
    <p:cViewPr>
      <p:scale>
        <a:sx n="33" d="100"/>
        <a:sy n="33" d="100"/>
      </p:scale>
      <p:origin x="0" y="-49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handoutMaster" Target="handoutMasters/handoutMaster1.xml"/><Relationship Id="rId128" Type="http://schemas.openxmlformats.org/officeDocument/2006/relationships/font" Target="fonts/font5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26" Type="http://schemas.openxmlformats.org/officeDocument/2006/relationships/font" Target="fonts/font3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font" Target="fonts/font1.fntdata"/><Relationship Id="rId12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3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2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notesMaster" Target="notesMasters/notesMaster1.xml"/><Relationship Id="rId13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font" Target="fonts/font2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1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2.bin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C:/Users/lspillman/AppData/Local/Microsoft/Windows/Temporary%20Internet%20Files/Content.Outlook/YA3ZCOMK/GV100_GP100_FP16_GTC_Summary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../embeddings/oleObject3.bin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../embeddings/oleObject4.bin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../embeddings/oleObject5.bin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4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5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6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적은 </a:t>
            </a:r>
            <a:r>
              <a:rPr lang="en-US" dirty="0" err="1"/>
              <a:t>데이터</a:t>
            </a:r>
            <a:r>
              <a:rPr lang="ko-KR" altLang="en-US" dirty="0"/>
              <a:t>에서의 알고리즘</a:t>
            </a:r>
            <a:r>
              <a:rPr lang="en-US" dirty="0"/>
              <a:t> </a:t>
            </a:r>
            <a:r>
              <a:rPr lang="en-US" dirty="0" err="1"/>
              <a:t>성능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1.704333929878037E-2</c:v>
                </c:pt>
                <c:pt idx="2">
                  <c:v>3.3443755486949729E-2</c:v>
                </c:pt>
                <c:pt idx="3">
                  <c:v>4.9248022670181656E-2</c:v>
                </c:pt>
                <c:pt idx="4">
                  <c:v>6.4497989226918531E-2</c:v>
                </c:pt>
                <c:pt idx="5">
                  <c:v>7.9231246047624812E-2</c:v>
                </c:pt>
                <c:pt idx="6">
                  <c:v>9.3481685162235068E-2</c:v>
                </c:pt>
                <c:pt idx="7">
                  <c:v>0.10727996964786837</c:v>
                </c:pt>
                <c:pt idx="8">
                  <c:v>0.12065393120584988</c:v>
                </c:pt>
                <c:pt idx="9">
                  <c:v>0.13362890837021749</c:v>
                </c:pt>
                <c:pt idx="10">
                  <c:v>0.146228035678238</c:v>
                </c:pt>
                <c:pt idx="11">
                  <c:v>0.15847249209524963</c:v>
                </c:pt>
                <c:pt idx="12">
                  <c:v>0.17038171539495739</c:v>
                </c:pt>
                <c:pt idx="13">
                  <c:v>0.18197358794477253</c:v>
                </c:pt>
                <c:pt idx="14">
                  <c:v>0.19326459835446161</c:v>
                </c:pt>
                <c:pt idx="15">
                  <c:v>0.2042699826559248</c:v>
                </c:pt>
                <c:pt idx="16">
                  <c:v>0.2150038480476979</c:v>
                </c:pt>
                <c:pt idx="17">
                  <c:v>0.2254792817258629</c:v>
                </c:pt>
                <c:pt idx="18">
                  <c:v>0.23570844690754897</c:v>
                </c:pt>
                <c:pt idx="19">
                  <c:v>0.24570266781414987</c:v>
                </c:pt>
                <c:pt idx="20">
                  <c:v>0.2554725051033061</c:v>
                </c:pt>
                <c:pt idx="21">
                  <c:v>0.26502782300953653</c:v>
                </c:pt>
                <c:pt idx="22">
                  <c:v>0.27437784926367992</c:v>
                </c:pt>
                <c:pt idx="23">
                  <c:v>0.28353122870354969</c:v>
                </c:pt>
                <c:pt idx="24">
                  <c:v>0.29249607135647615</c:v>
                </c:pt>
                <c:pt idx="25">
                  <c:v>0.30127999566398128</c:v>
                </c:pt>
                <c:pt idx="26">
                  <c:v>0.30989016742589887</c:v>
                </c:pt>
                <c:pt idx="27">
                  <c:v>0.31833333496276167</c:v>
                </c:pt>
                <c:pt idx="28">
                  <c:v>0.32661586092875156</c:v>
                </c:pt>
                <c:pt idx="29">
                  <c:v>0.33474375115093102</c:v>
                </c:pt>
                <c:pt idx="30">
                  <c:v>0.34272268082220636</c:v>
                </c:pt>
                <c:pt idx="31">
                  <c:v>0.35055801833416289</c:v>
                </c:pt>
                <c:pt idx="32">
                  <c:v>0.3582548470004539</c:v>
                </c:pt>
                <c:pt idx="33">
                  <c:v>0.36581798489089978</c:v>
                </c:pt>
                <c:pt idx="34">
                  <c:v>0.37325200297010674</c:v>
                </c:pt>
                <c:pt idx="35">
                  <c:v>0.38056124171160616</c:v>
                </c:pt>
                <c:pt idx="36">
                  <c:v>0.38774982633872962</c:v>
                </c:pt>
                <c:pt idx="37">
                  <c:v>0.39482168082621638</c:v>
                </c:pt>
                <c:pt idx="38">
                  <c:v>0.40178054078154424</c:v>
                </c:pt>
                <c:pt idx="39">
                  <c:v>0.4086299653118497</c:v>
                </c:pt>
                <c:pt idx="40">
                  <c:v>0.41537334797081804</c:v>
                </c:pt>
                <c:pt idx="41">
                  <c:v>0.42201392686983119</c:v>
                </c:pt>
                <c:pt idx="42">
                  <c:v>0.42855479402878888</c:v>
                </c:pt>
                <c:pt idx="43">
                  <c:v>0.43499890403419877</c:v>
                </c:pt>
                <c:pt idx="44">
                  <c:v>0.44134908206521772</c:v>
                </c:pt>
                <c:pt idx="45">
                  <c:v>0.44760803134221921</c:v>
                </c:pt>
                <c:pt idx="46">
                  <c:v>0.45377834004703765</c:v>
                </c:pt>
                <c:pt idx="47">
                  <c:v>0.45986248775923089</c:v>
                </c:pt>
                <c:pt idx="48">
                  <c:v>0.46586285144841827</c:v>
                </c:pt>
                <c:pt idx="49">
                  <c:v>0.47178171105893851</c:v>
                </c:pt>
                <c:pt idx="50">
                  <c:v>0.47762125471966232</c:v>
                </c:pt>
                <c:pt idx="51">
                  <c:v>0.48338358360875361</c:v>
                </c:pt>
                <c:pt idx="52">
                  <c:v>0.48907071650044415</c:v>
                </c:pt>
                <c:pt idx="53">
                  <c:v>0.49468459401844261</c:v>
                </c:pt>
                <c:pt idx="54">
                  <c:v>0.50022708261840365</c:v>
                </c:pt>
                <c:pt idx="55">
                  <c:v>0.50569997831990587</c:v>
                </c:pt>
                <c:pt idx="56">
                  <c:v>0.51110501020661192</c:v>
                </c:pt>
                <c:pt idx="57">
                  <c:v>0.51644384371167884</c:v>
                </c:pt>
                <c:pt idx="58">
                  <c:v>0.52171808370403605</c:v>
                </c:pt>
                <c:pt idx="59">
                  <c:v>0.52692927738984374</c:v>
                </c:pt>
                <c:pt idx="60">
                  <c:v>0.53207891704225496</c:v>
                </c:pt>
                <c:pt idx="61">
                  <c:v>0.53716844257152985</c:v>
                </c:pt>
                <c:pt idx="62">
                  <c:v>0.54219924394658059</c:v>
                </c:pt>
                <c:pt idx="63">
                  <c:v>0.54717266347813076</c:v>
                </c:pt>
                <c:pt idx="64">
                  <c:v>0.55208999797287484</c:v>
                </c:pt>
                <c:pt idx="65">
                  <c:v>0.55695250076728697</c:v>
                </c:pt>
                <c:pt idx="66">
                  <c:v>0.56176138364905559</c:v>
                </c:pt>
                <c:pt idx="67">
                  <c:v>0.56651781867351725</c:v>
                </c:pt>
                <c:pt idx="68">
                  <c:v>0.57122293988189721</c:v>
                </c:pt>
                <c:pt idx="69">
                  <c:v>0.57587784492766059</c:v>
                </c:pt>
                <c:pt idx="70">
                  <c:v>0.58048359661680982</c:v>
                </c:pt>
                <c:pt idx="71">
                  <c:v>0.58504122436753037</c:v>
                </c:pt>
                <c:pt idx="72">
                  <c:v>0.58955172559420688</c:v>
                </c:pt>
                <c:pt idx="73">
                  <c:v>0.59401606702045684</c:v>
                </c:pt>
                <c:pt idx="74">
                  <c:v>0.59843518592551181</c:v>
                </c:pt>
                <c:pt idx="75">
                  <c:v>0.60280999132796198</c:v>
                </c:pt>
                <c:pt idx="76">
                  <c:v>0.60714136511060446</c:v>
                </c:pt>
                <c:pt idx="77">
                  <c:v>0.61143016308987952</c:v>
                </c:pt>
                <c:pt idx="78">
                  <c:v>0.61567721603313419</c:v>
                </c:pt>
                <c:pt idx="79">
                  <c:v>0.61988333062674217</c:v>
                </c:pt>
                <c:pt idx="80">
                  <c:v>0.62404929039790002</c:v>
                </c:pt>
                <c:pt idx="81">
                  <c:v>0.62817585659273212</c:v>
                </c:pt>
                <c:pt idx="82">
                  <c:v>0.63226376901317161</c:v>
                </c:pt>
                <c:pt idx="83">
                  <c:v>0.6363137468149116</c:v>
                </c:pt>
                <c:pt idx="84">
                  <c:v>0.64032648926858537</c:v>
                </c:pt>
                <c:pt idx="85">
                  <c:v>0.644302676486187</c:v>
                </c:pt>
                <c:pt idx="86">
                  <c:v>0.64824297011461918</c:v>
                </c:pt>
                <c:pt idx="87">
                  <c:v>0.65214801399814348</c:v>
                </c:pt>
                <c:pt idx="88">
                  <c:v>0.65601843481138156</c:v>
                </c:pt>
                <c:pt idx="89">
                  <c:v>0.65985484266443428</c:v>
                </c:pt>
                <c:pt idx="90">
                  <c:v>0.66365783168157355</c:v>
                </c:pt>
                <c:pt idx="91">
                  <c:v>0.66742798055488017</c:v>
                </c:pt>
                <c:pt idx="92">
                  <c:v>0.67116585307412346</c:v>
                </c:pt>
                <c:pt idx="93">
                  <c:v>0.6748719986340872</c:v>
                </c:pt>
                <c:pt idx="94">
                  <c:v>0.67854695272049248</c:v>
                </c:pt>
                <c:pt idx="95">
                  <c:v>0.68219123737558662</c:v>
                </c:pt>
                <c:pt idx="96">
                  <c:v>0.68580536164441175</c:v>
                </c:pt>
                <c:pt idx="97">
                  <c:v>0.68938982200271004</c:v>
                </c:pt>
                <c:pt idx="98">
                  <c:v>0.69294510276735966</c:v>
                </c:pt>
                <c:pt idx="99">
                  <c:v>0.69647167649019681</c:v>
                </c:pt>
                <c:pt idx="100">
                  <c:v>0.69997000433601819</c:v>
                </c:pt>
                <c:pt idx="101">
                  <c:v>0.70344053644552451</c:v>
                </c:pt>
                <c:pt idx="102">
                  <c:v>0.70688371228391855</c:v>
                </c:pt>
                <c:pt idx="103">
                  <c:v>0.71029996097583004</c:v>
                </c:pt>
                <c:pt idx="104">
                  <c:v>0.71368970162721068</c:v>
                </c:pt>
                <c:pt idx="105">
                  <c:v>0.71705334363479845</c:v>
                </c:pt>
                <c:pt idx="106">
                  <c:v>0.7203912869837259</c:v>
                </c:pt>
                <c:pt idx="107">
                  <c:v>0.72370392253381155</c:v>
                </c:pt>
                <c:pt idx="108">
                  <c:v>0.72699163229504749</c:v>
                </c:pt>
                <c:pt idx="109">
                  <c:v>0.73025478969276936</c:v>
                </c:pt>
                <c:pt idx="110">
                  <c:v>0.73349375982296772</c:v>
                </c:pt>
                <c:pt idx="111">
                  <c:v>0.7367088996981791</c:v>
                </c:pt>
                <c:pt idx="112">
                  <c:v>0.73990055848436842</c:v>
                </c:pt>
                <c:pt idx="113">
                  <c:v>0.74306907772919817</c:v>
                </c:pt>
                <c:pt idx="114">
                  <c:v>0.74621479158205672</c:v>
                </c:pt>
                <c:pt idx="115">
                  <c:v>0.74933802700619967</c:v>
                </c:pt>
                <c:pt idx="116">
                  <c:v>0.75243910398334157</c:v>
                </c:pt>
                <c:pt idx="117">
                  <c:v>0.75551833571101812</c:v>
                </c:pt>
                <c:pt idx="118">
                  <c:v>0.75857602879302344</c:v>
                </c:pt>
                <c:pt idx="119">
                  <c:v>0.76161248342321131</c:v>
                </c:pt>
                <c:pt idx="120">
                  <c:v>0.76462799356293654</c:v>
                </c:pt>
                <c:pt idx="121">
                  <c:v>0.7676228471123987</c:v>
                </c:pt>
                <c:pt idx="122">
                  <c:v>0.77059732607613773</c:v>
                </c:pt>
                <c:pt idx="123">
                  <c:v>0.77355170672291895</c:v>
                </c:pt>
                <c:pt idx="124">
                  <c:v>0.77648625974023566</c:v>
                </c:pt>
                <c:pt idx="125">
                  <c:v>0.77940125038364283</c:v>
                </c:pt>
                <c:pt idx="126">
                  <c:v>0.78229693862113103</c:v>
                </c:pt>
                <c:pt idx="127">
                  <c:v>0.78517357927273412</c:v>
                </c:pt>
                <c:pt idx="128">
                  <c:v>0.78803142214556032</c:v>
                </c:pt>
                <c:pt idx="129">
                  <c:v>0.79087071216442462</c:v>
                </c:pt>
                <c:pt idx="130">
                  <c:v>0.79369168949825308</c:v>
                </c:pt>
                <c:pt idx="131">
                  <c:v>0.79649458968242315</c:v>
                </c:pt>
                <c:pt idx="132">
                  <c:v>0.79927964373719529</c:v>
                </c:pt>
                <c:pt idx="133">
                  <c:v>0.80204707828238408</c:v>
                </c:pt>
                <c:pt idx="134">
                  <c:v>0.80479711564841305</c:v>
                </c:pt>
                <c:pt idx="135">
                  <c:v>0.80752997398388626</c:v>
                </c:pt>
                <c:pt idx="136">
                  <c:v>0.8102458673598113</c:v>
                </c:pt>
                <c:pt idx="137">
                  <c:v>0.81294500587059249</c:v>
                </c:pt>
                <c:pt idx="138">
                  <c:v>0.81562759573191934</c:v>
                </c:pt>
                <c:pt idx="139">
                  <c:v>0.81829383937565947</c:v>
                </c:pt>
                <c:pt idx="140">
                  <c:v>0.82094393554186784</c:v>
                </c:pt>
                <c:pt idx="141">
                  <c:v>0.82357807936801664</c:v>
                </c:pt>
                <c:pt idx="142">
                  <c:v>0.82619646247554479</c:v>
                </c:pt>
                <c:pt idx="143">
                  <c:v>0.82879927305382439</c:v>
                </c:pt>
                <c:pt idx="144">
                  <c:v>0.83138669594163506</c:v>
                </c:pt>
                <c:pt idx="145">
                  <c:v>0.83395891270623546</c:v>
                </c:pt>
                <c:pt idx="146">
                  <c:v>0.83651610172011537</c:v>
                </c:pt>
                <c:pt idx="147">
                  <c:v>0.83905843823551041</c:v>
                </c:pt>
                <c:pt idx="148">
                  <c:v>0.84158609445675692</c:v>
                </c:pt>
                <c:pt idx="149">
                  <c:v>0.84409923961056121</c:v>
                </c:pt>
                <c:pt idx="150">
                  <c:v>0.84659804001425587</c:v>
                </c:pt>
                <c:pt idx="151">
                  <c:v>0.84908265914211134</c:v>
                </c:pt>
                <c:pt idx="152">
                  <c:v>0.85155325768976808</c:v>
                </c:pt>
                <c:pt idx="153">
                  <c:v>0.85400999363685548</c:v>
                </c:pt>
                <c:pt idx="154">
                  <c:v>0.85645302230785458</c:v>
                </c:pt>
                <c:pt idx="155">
                  <c:v>0.85888249643126757</c:v>
                </c:pt>
                <c:pt idx="156">
                  <c:v>0.86129856619714595</c:v>
                </c:pt>
                <c:pt idx="157">
                  <c:v>0.86370137931303625</c:v>
                </c:pt>
                <c:pt idx="158">
                  <c:v>0.86609108105839094</c:v>
                </c:pt>
                <c:pt idx="159">
                  <c:v>0.86846781433749787</c:v>
                </c:pt>
                <c:pt idx="160">
                  <c:v>0.87083171973097528</c:v>
                </c:pt>
                <c:pt idx="161">
                  <c:v>0.87318293554587778</c:v>
                </c:pt>
                <c:pt idx="162">
                  <c:v>0.87552159786446038</c:v>
                </c:pt>
                <c:pt idx="163">
                  <c:v>0.87784784059164145</c:v>
                </c:pt>
                <c:pt idx="164">
                  <c:v>0.88016179550120566</c:v>
                </c:pt>
                <c:pt idx="165">
                  <c:v>0.88246359228079063</c:v>
                </c:pt>
                <c:pt idx="166">
                  <c:v>0.88475335857568915</c:v>
                </c:pt>
                <c:pt idx="167">
                  <c:v>0.88703122003151125</c:v>
                </c:pt>
                <c:pt idx="168">
                  <c:v>0.88929730033573551</c:v>
                </c:pt>
                <c:pt idx="169">
                  <c:v>0.89155172125818771</c:v>
                </c:pt>
                <c:pt idx="170">
                  <c:v>0.89379460269047983</c:v>
                </c:pt>
                <c:pt idx="171">
                  <c:v>0.89602606268443785</c:v>
                </c:pt>
                <c:pt idx="172">
                  <c:v>0.89824621748955469</c:v>
                </c:pt>
                <c:pt idx="173">
                  <c:v>0.900455181589493</c:v>
                </c:pt>
                <c:pt idx="174">
                  <c:v>0.90265306773766851</c:v>
                </c:pt>
                <c:pt idx="175">
                  <c:v>0.90483998699194323</c:v>
                </c:pt>
                <c:pt idx="176">
                  <c:v>0.90701604874845076</c:v>
                </c:pt>
                <c:pt idx="177">
                  <c:v>0.90918136077458578</c:v>
                </c:pt>
                <c:pt idx="178">
                  <c:v>0.91133602924117496</c:v>
                </c:pt>
                <c:pt idx="179">
                  <c:v>0.91348015875386068</c:v>
                </c:pt>
                <c:pt idx="180">
                  <c:v>0.91561385238371651</c:v>
                </c:pt>
                <c:pt idx="181">
                  <c:v>0.91773721169711553</c:v>
                </c:pt>
                <c:pt idx="182">
                  <c:v>0.91985033678487993</c:v>
                </c:pt>
                <c:pt idx="183">
                  <c:v>0.9219533262907238</c:v>
                </c:pt>
                <c:pt idx="184">
                  <c:v>0.92404627743901613</c:v>
                </c:pt>
                <c:pt idx="185">
                  <c:v>0.92612928606188161</c:v>
                </c:pt>
                <c:pt idx="186">
                  <c:v>0.92820244662565488</c:v>
                </c:pt>
                <c:pt idx="187">
                  <c:v>0.93026585225671377</c:v>
                </c:pt>
                <c:pt idx="188">
                  <c:v>0.93231959476670012</c:v>
                </c:pt>
                <c:pt idx="189">
                  <c:v>0.9343637646771531</c:v>
                </c:pt>
                <c:pt idx="190">
                  <c:v>0.9363984512435678</c:v>
                </c:pt>
                <c:pt idx="191">
                  <c:v>0.93842374247889326</c:v>
                </c:pt>
                <c:pt idx="192">
                  <c:v>0.94043972517649199</c:v>
                </c:pt>
                <c:pt idx="193">
                  <c:v>0.94244648493256733</c:v>
                </c:pt>
                <c:pt idx="194">
                  <c:v>0.94444410616808083</c:v>
                </c:pt>
                <c:pt idx="195">
                  <c:v>0.9464326721501688</c:v>
                </c:pt>
                <c:pt idx="196">
                  <c:v>0.94841226501307319</c:v>
                </c:pt>
                <c:pt idx="197">
                  <c:v>0.95038296577860126</c:v>
                </c:pt>
                <c:pt idx="198">
                  <c:v>0.95234485437612326</c:v>
                </c:pt>
                <c:pt idx="199">
                  <c:v>0.95429800966212541</c:v>
                </c:pt>
                <c:pt idx="200">
                  <c:v>0.95624250943932509</c:v>
                </c:pt>
                <c:pt idx="201">
                  <c:v>0.95817843047536355</c:v>
                </c:pt>
                <c:pt idx="202">
                  <c:v>0.96010584852108549</c:v>
                </c:pt>
                <c:pt idx="203">
                  <c:v>0.96202483832841656</c:v>
                </c:pt>
                <c:pt idx="204">
                  <c:v>0.96393547366785082</c:v>
                </c:pt>
                <c:pt idx="205">
                  <c:v>0.96583782734555568</c:v>
                </c:pt>
                <c:pt idx="206">
                  <c:v>0.96773197122010712</c:v>
                </c:pt>
                <c:pt idx="207">
                  <c:v>0.96961797621886259</c:v>
                </c:pt>
                <c:pt idx="208">
                  <c:v>0.97149591235398181</c:v>
                </c:pt>
                <c:pt idx="209">
                  <c:v>0.97336584873810583</c:v>
                </c:pt>
                <c:pt idx="210">
                  <c:v>0.97522785359969921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43A-4CF5-B476-2ED31FA9E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909287276245148"/>
          <c:y val="0.90623577200542083"/>
          <c:w val="0.10863572183800368"/>
          <c:h val="6.36090415696368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800" b="0" i="0" baseline="0" dirty="0">
                <a:effectLst/>
              </a:rPr>
              <a:t>적은 </a:t>
            </a:r>
            <a:r>
              <a:rPr lang="en-US" sz="1800" b="0" i="0" baseline="0" dirty="0" err="1">
                <a:effectLst/>
              </a:rPr>
              <a:t>데이터</a:t>
            </a:r>
            <a:r>
              <a:rPr lang="ko-KR" sz="1800" b="0" i="0" baseline="0" dirty="0">
                <a:effectLst/>
              </a:rPr>
              <a:t>에서의 알고리즘</a:t>
            </a: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1.704333929878037E-2</c:v>
                </c:pt>
                <c:pt idx="2">
                  <c:v>3.3443755486949729E-2</c:v>
                </c:pt>
                <c:pt idx="3">
                  <c:v>4.9248022670181656E-2</c:v>
                </c:pt>
                <c:pt idx="4">
                  <c:v>6.4497989226918531E-2</c:v>
                </c:pt>
                <c:pt idx="5">
                  <c:v>7.9231246047624812E-2</c:v>
                </c:pt>
                <c:pt idx="6">
                  <c:v>9.3481685162235068E-2</c:v>
                </c:pt>
                <c:pt idx="7">
                  <c:v>0.10727996964786837</c:v>
                </c:pt>
                <c:pt idx="8">
                  <c:v>0.12065393120584988</c:v>
                </c:pt>
                <c:pt idx="9">
                  <c:v>0.13362890837021749</c:v>
                </c:pt>
                <c:pt idx="10">
                  <c:v>0.146228035678238</c:v>
                </c:pt>
                <c:pt idx="11">
                  <c:v>0.15847249209524963</c:v>
                </c:pt>
                <c:pt idx="12">
                  <c:v>0.17038171539495739</c:v>
                </c:pt>
                <c:pt idx="13">
                  <c:v>0.18197358794477253</c:v>
                </c:pt>
                <c:pt idx="14">
                  <c:v>0.19326459835446161</c:v>
                </c:pt>
                <c:pt idx="15">
                  <c:v>0.2042699826559248</c:v>
                </c:pt>
                <c:pt idx="16">
                  <c:v>0.2150038480476979</c:v>
                </c:pt>
                <c:pt idx="17">
                  <c:v>0.2254792817258629</c:v>
                </c:pt>
                <c:pt idx="18">
                  <c:v>0.23570844690754897</c:v>
                </c:pt>
                <c:pt idx="19">
                  <c:v>0.24570266781414987</c:v>
                </c:pt>
                <c:pt idx="20">
                  <c:v>0.2554725051033061</c:v>
                </c:pt>
                <c:pt idx="21">
                  <c:v>0.26502782300953653</c:v>
                </c:pt>
                <c:pt idx="22">
                  <c:v>0.27437784926367992</c:v>
                </c:pt>
                <c:pt idx="23">
                  <c:v>0.28353122870354969</c:v>
                </c:pt>
                <c:pt idx="24">
                  <c:v>0.29249607135647615</c:v>
                </c:pt>
                <c:pt idx="25">
                  <c:v>0.30127999566398128</c:v>
                </c:pt>
                <c:pt idx="26">
                  <c:v>0.30989016742589887</c:v>
                </c:pt>
                <c:pt idx="27">
                  <c:v>0.31833333496276167</c:v>
                </c:pt>
                <c:pt idx="28">
                  <c:v>0.32661586092875156</c:v>
                </c:pt>
                <c:pt idx="29">
                  <c:v>0.33474375115093102</c:v>
                </c:pt>
                <c:pt idx="30">
                  <c:v>0.34272268082220636</c:v>
                </c:pt>
                <c:pt idx="31">
                  <c:v>0.35055801833416289</c:v>
                </c:pt>
                <c:pt idx="32">
                  <c:v>0.3582548470004539</c:v>
                </c:pt>
                <c:pt idx="33">
                  <c:v>0.36581798489089978</c:v>
                </c:pt>
                <c:pt idx="34">
                  <c:v>0.37325200297010674</c:v>
                </c:pt>
                <c:pt idx="35">
                  <c:v>0.38056124171160616</c:v>
                </c:pt>
                <c:pt idx="36">
                  <c:v>0.38774982633872962</c:v>
                </c:pt>
                <c:pt idx="37">
                  <c:v>0.39482168082621638</c:v>
                </c:pt>
                <c:pt idx="38">
                  <c:v>0.40178054078154424</c:v>
                </c:pt>
                <c:pt idx="39">
                  <c:v>0.4086299653118497</c:v>
                </c:pt>
                <c:pt idx="40">
                  <c:v>0.41537334797081804</c:v>
                </c:pt>
                <c:pt idx="41">
                  <c:v>0.42201392686983119</c:v>
                </c:pt>
                <c:pt idx="42">
                  <c:v>0.42855479402878888</c:v>
                </c:pt>
                <c:pt idx="43">
                  <c:v>0.43499890403419877</c:v>
                </c:pt>
                <c:pt idx="44">
                  <c:v>0.44134908206521772</c:v>
                </c:pt>
                <c:pt idx="45">
                  <c:v>0.44760803134221921</c:v>
                </c:pt>
                <c:pt idx="46">
                  <c:v>0.45377834004703765</c:v>
                </c:pt>
                <c:pt idx="47">
                  <c:v>0.45986248775923089</c:v>
                </c:pt>
                <c:pt idx="48">
                  <c:v>0.46586285144841827</c:v>
                </c:pt>
                <c:pt idx="49">
                  <c:v>0.47178171105893851</c:v>
                </c:pt>
                <c:pt idx="50">
                  <c:v>0.47762125471966232</c:v>
                </c:pt>
                <c:pt idx="51">
                  <c:v>0.48338358360875361</c:v>
                </c:pt>
                <c:pt idx="52">
                  <c:v>0.48907071650044415</c:v>
                </c:pt>
                <c:pt idx="53">
                  <c:v>0.49468459401844261</c:v>
                </c:pt>
                <c:pt idx="54">
                  <c:v>0.50022708261840365</c:v>
                </c:pt>
                <c:pt idx="55">
                  <c:v>0.50569997831990587</c:v>
                </c:pt>
                <c:pt idx="56">
                  <c:v>0.51110501020661192</c:v>
                </c:pt>
                <c:pt idx="57">
                  <c:v>0.51644384371167884</c:v>
                </c:pt>
                <c:pt idx="58">
                  <c:v>0.52171808370403605</c:v>
                </c:pt>
                <c:pt idx="59">
                  <c:v>0.52692927738984374</c:v>
                </c:pt>
                <c:pt idx="60">
                  <c:v>0.53207891704225496</c:v>
                </c:pt>
                <c:pt idx="61">
                  <c:v>0.53716844257152985</c:v>
                </c:pt>
                <c:pt idx="62">
                  <c:v>0.54219924394658059</c:v>
                </c:pt>
                <c:pt idx="63">
                  <c:v>0.54717266347813076</c:v>
                </c:pt>
                <c:pt idx="64">
                  <c:v>0.55208999797287484</c:v>
                </c:pt>
                <c:pt idx="65">
                  <c:v>0.55695250076728697</c:v>
                </c:pt>
                <c:pt idx="66">
                  <c:v>0.56176138364905559</c:v>
                </c:pt>
                <c:pt idx="67">
                  <c:v>0.56651781867351725</c:v>
                </c:pt>
                <c:pt idx="68">
                  <c:v>0.57122293988189721</c:v>
                </c:pt>
                <c:pt idx="69">
                  <c:v>0.57587784492766059</c:v>
                </c:pt>
                <c:pt idx="70">
                  <c:v>0.58048359661680982</c:v>
                </c:pt>
                <c:pt idx="71">
                  <c:v>0.58504122436753037</c:v>
                </c:pt>
                <c:pt idx="72">
                  <c:v>0.58955172559420688</c:v>
                </c:pt>
                <c:pt idx="73">
                  <c:v>0.59401606702045684</c:v>
                </c:pt>
                <c:pt idx="74">
                  <c:v>0.59843518592551181</c:v>
                </c:pt>
                <c:pt idx="75">
                  <c:v>0.60280999132796198</c:v>
                </c:pt>
                <c:pt idx="76">
                  <c:v>0.60714136511060446</c:v>
                </c:pt>
                <c:pt idx="77">
                  <c:v>0.61143016308987952</c:v>
                </c:pt>
                <c:pt idx="78">
                  <c:v>0.61567721603313419</c:v>
                </c:pt>
                <c:pt idx="79">
                  <c:v>0.61988333062674217</c:v>
                </c:pt>
                <c:pt idx="80">
                  <c:v>0.62404929039790002</c:v>
                </c:pt>
                <c:pt idx="81">
                  <c:v>0.62817585659273212</c:v>
                </c:pt>
                <c:pt idx="82">
                  <c:v>0.63226376901317161</c:v>
                </c:pt>
                <c:pt idx="83">
                  <c:v>0.6363137468149116</c:v>
                </c:pt>
                <c:pt idx="84">
                  <c:v>0.64032648926858537</c:v>
                </c:pt>
                <c:pt idx="85">
                  <c:v>0.644302676486187</c:v>
                </c:pt>
                <c:pt idx="86">
                  <c:v>0.64824297011461918</c:v>
                </c:pt>
                <c:pt idx="87">
                  <c:v>0.65214801399814348</c:v>
                </c:pt>
                <c:pt idx="88">
                  <c:v>0.65601843481138156</c:v>
                </c:pt>
                <c:pt idx="89">
                  <c:v>0.65985484266443428</c:v>
                </c:pt>
                <c:pt idx="90">
                  <c:v>0.66365783168157355</c:v>
                </c:pt>
                <c:pt idx="91">
                  <c:v>0.66742798055488017</c:v>
                </c:pt>
                <c:pt idx="92">
                  <c:v>0.67116585307412346</c:v>
                </c:pt>
                <c:pt idx="93">
                  <c:v>0.6748719986340872</c:v>
                </c:pt>
                <c:pt idx="94">
                  <c:v>0.67854695272049248</c:v>
                </c:pt>
                <c:pt idx="95">
                  <c:v>0.68219123737558662</c:v>
                </c:pt>
                <c:pt idx="96">
                  <c:v>0.68580536164441175</c:v>
                </c:pt>
                <c:pt idx="97">
                  <c:v>0.68938982200271004</c:v>
                </c:pt>
                <c:pt idx="98">
                  <c:v>0.69294510276735966</c:v>
                </c:pt>
                <c:pt idx="99">
                  <c:v>0.69647167649019681</c:v>
                </c:pt>
                <c:pt idx="100">
                  <c:v>0.69997000433601819</c:v>
                </c:pt>
                <c:pt idx="101">
                  <c:v>0.70344053644552451</c:v>
                </c:pt>
                <c:pt idx="102">
                  <c:v>0.70688371228391855</c:v>
                </c:pt>
                <c:pt idx="103">
                  <c:v>0.71029996097583004</c:v>
                </c:pt>
                <c:pt idx="104">
                  <c:v>0.71368970162721068</c:v>
                </c:pt>
                <c:pt idx="105">
                  <c:v>0.71705334363479845</c:v>
                </c:pt>
                <c:pt idx="106">
                  <c:v>0.7203912869837259</c:v>
                </c:pt>
                <c:pt idx="107">
                  <c:v>0.72370392253381155</c:v>
                </c:pt>
                <c:pt idx="108">
                  <c:v>0.72699163229504749</c:v>
                </c:pt>
                <c:pt idx="109">
                  <c:v>0.73025478969276936</c:v>
                </c:pt>
                <c:pt idx="110">
                  <c:v>0.73349375982296772</c:v>
                </c:pt>
                <c:pt idx="111">
                  <c:v>0.7367088996981791</c:v>
                </c:pt>
                <c:pt idx="112">
                  <c:v>0.73990055848436842</c:v>
                </c:pt>
                <c:pt idx="113">
                  <c:v>0.74306907772919817</c:v>
                </c:pt>
                <c:pt idx="114">
                  <c:v>0.74621479158205672</c:v>
                </c:pt>
                <c:pt idx="115">
                  <c:v>0.74933802700619967</c:v>
                </c:pt>
                <c:pt idx="116">
                  <c:v>0.75243910398334157</c:v>
                </c:pt>
                <c:pt idx="117">
                  <c:v>0.75551833571101812</c:v>
                </c:pt>
                <c:pt idx="118">
                  <c:v>0.75857602879302344</c:v>
                </c:pt>
                <c:pt idx="119">
                  <c:v>0.76161248342321131</c:v>
                </c:pt>
                <c:pt idx="120">
                  <c:v>0.76462799356293654</c:v>
                </c:pt>
                <c:pt idx="121">
                  <c:v>0.7676228471123987</c:v>
                </c:pt>
                <c:pt idx="122">
                  <c:v>0.77059732607613773</c:v>
                </c:pt>
                <c:pt idx="123">
                  <c:v>0.77355170672291895</c:v>
                </c:pt>
                <c:pt idx="124">
                  <c:v>0.77648625974023566</c:v>
                </c:pt>
                <c:pt idx="125">
                  <c:v>0.77940125038364283</c:v>
                </c:pt>
                <c:pt idx="126">
                  <c:v>0.78229693862113103</c:v>
                </c:pt>
                <c:pt idx="127">
                  <c:v>0.78517357927273412</c:v>
                </c:pt>
                <c:pt idx="128">
                  <c:v>0.78803142214556032</c:v>
                </c:pt>
                <c:pt idx="129">
                  <c:v>0.79087071216442462</c:v>
                </c:pt>
                <c:pt idx="130">
                  <c:v>0.79369168949825308</c:v>
                </c:pt>
                <c:pt idx="131">
                  <c:v>0.79649458968242315</c:v>
                </c:pt>
                <c:pt idx="132">
                  <c:v>0.79927964373719529</c:v>
                </c:pt>
                <c:pt idx="133">
                  <c:v>0.80204707828238408</c:v>
                </c:pt>
                <c:pt idx="134">
                  <c:v>0.80479711564841305</c:v>
                </c:pt>
                <c:pt idx="135">
                  <c:v>0.80752997398388626</c:v>
                </c:pt>
                <c:pt idx="136">
                  <c:v>0.8102458673598113</c:v>
                </c:pt>
                <c:pt idx="137">
                  <c:v>0.81294500587059249</c:v>
                </c:pt>
                <c:pt idx="138">
                  <c:v>0.81562759573191934</c:v>
                </c:pt>
                <c:pt idx="139">
                  <c:v>0.81829383937565947</c:v>
                </c:pt>
                <c:pt idx="140">
                  <c:v>0.82094393554186784</c:v>
                </c:pt>
                <c:pt idx="141">
                  <c:v>0.82357807936801664</c:v>
                </c:pt>
                <c:pt idx="142">
                  <c:v>0.82619646247554479</c:v>
                </c:pt>
                <c:pt idx="143">
                  <c:v>0.82879927305382439</c:v>
                </c:pt>
                <c:pt idx="144">
                  <c:v>0.83138669594163506</c:v>
                </c:pt>
                <c:pt idx="145">
                  <c:v>0.83395891270623546</c:v>
                </c:pt>
                <c:pt idx="146">
                  <c:v>0.83651610172011537</c:v>
                </c:pt>
                <c:pt idx="147">
                  <c:v>0.83905843823551041</c:v>
                </c:pt>
                <c:pt idx="148">
                  <c:v>0.84158609445675692</c:v>
                </c:pt>
                <c:pt idx="149">
                  <c:v>0.84409923961056121</c:v>
                </c:pt>
                <c:pt idx="150">
                  <c:v>0.84659804001425587</c:v>
                </c:pt>
                <c:pt idx="151">
                  <c:v>0.84908265914211134</c:v>
                </c:pt>
                <c:pt idx="152">
                  <c:v>0.85155325768976808</c:v>
                </c:pt>
                <c:pt idx="153">
                  <c:v>0.85400999363685548</c:v>
                </c:pt>
                <c:pt idx="154">
                  <c:v>0.85645302230785458</c:v>
                </c:pt>
                <c:pt idx="155">
                  <c:v>0.85888249643126757</c:v>
                </c:pt>
                <c:pt idx="156">
                  <c:v>0.86129856619714595</c:v>
                </c:pt>
                <c:pt idx="157">
                  <c:v>0.86370137931303625</c:v>
                </c:pt>
                <c:pt idx="158">
                  <c:v>0.86609108105839094</c:v>
                </c:pt>
                <c:pt idx="159">
                  <c:v>0.86846781433749787</c:v>
                </c:pt>
                <c:pt idx="160">
                  <c:v>0.87083171973097528</c:v>
                </c:pt>
                <c:pt idx="161">
                  <c:v>0.87318293554587778</c:v>
                </c:pt>
                <c:pt idx="162">
                  <c:v>0.87552159786446038</c:v>
                </c:pt>
                <c:pt idx="163">
                  <c:v>0.87784784059164145</c:v>
                </c:pt>
                <c:pt idx="164">
                  <c:v>0.88016179550120566</c:v>
                </c:pt>
                <c:pt idx="165">
                  <c:v>0.88246359228079063</c:v>
                </c:pt>
                <c:pt idx="166">
                  <c:v>0.88475335857568915</c:v>
                </c:pt>
                <c:pt idx="167">
                  <c:v>0.88703122003151125</c:v>
                </c:pt>
                <c:pt idx="168">
                  <c:v>0.88929730033573551</c:v>
                </c:pt>
                <c:pt idx="169">
                  <c:v>0.89155172125818771</c:v>
                </c:pt>
                <c:pt idx="170">
                  <c:v>0.89379460269047983</c:v>
                </c:pt>
                <c:pt idx="171">
                  <c:v>0.89602606268443785</c:v>
                </c:pt>
                <c:pt idx="172">
                  <c:v>0.89824621748955469</c:v>
                </c:pt>
                <c:pt idx="173">
                  <c:v>0.900455181589493</c:v>
                </c:pt>
                <c:pt idx="174">
                  <c:v>0.90265306773766851</c:v>
                </c:pt>
                <c:pt idx="175">
                  <c:v>0.90483998699194323</c:v>
                </c:pt>
                <c:pt idx="176">
                  <c:v>0.90701604874845076</c:v>
                </c:pt>
                <c:pt idx="177">
                  <c:v>0.90918136077458578</c:v>
                </c:pt>
                <c:pt idx="178">
                  <c:v>0.91133602924117496</c:v>
                </c:pt>
                <c:pt idx="179">
                  <c:v>0.91348015875386068</c:v>
                </c:pt>
                <c:pt idx="180">
                  <c:v>0.91561385238371651</c:v>
                </c:pt>
                <c:pt idx="181">
                  <c:v>0.91773721169711553</c:v>
                </c:pt>
                <c:pt idx="182">
                  <c:v>0.91985033678487993</c:v>
                </c:pt>
                <c:pt idx="183">
                  <c:v>0.9219533262907238</c:v>
                </c:pt>
                <c:pt idx="184">
                  <c:v>0.92404627743901613</c:v>
                </c:pt>
                <c:pt idx="185">
                  <c:v>0.92612928606188161</c:v>
                </c:pt>
                <c:pt idx="186">
                  <c:v>0.92820244662565488</c:v>
                </c:pt>
                <c:pt idx="187">
                  <c:v>0.93026585225671377</c:v>
                </c:pt>
                <c:pt idx="188">
                  <c:v>0.93231959476670012</c:v>
                </c:pt>
                <c:pt idx="189">
                  <c:v>0.9343637646771531</c:v>
                </c:pt>
                <c:pt idx="190">
                  <c:v>0.9363984512435678</c:v>
                </c:pt>
                <c:pt idx="191">
                  <c:v>0.93842374247889326</c:v>
                </c:pt>
                <c:pt idx="192">
                  <c:v>0.94043972517649199</c:v>
                </c:pt>
                <c:pt idx="193">
                  <c:v>0.94244648493256733</c:v>
                </c:pt>
                <c:pt idx="194">
                  <c:v>0.94444410616808083</c:v>
                </c:pt>
                <c:pt idx="195">
                  <c:v>0.9464326721501688</c:v>
                </c:pt>
                <c:pt idx="196">
                  <c:v>0.94841226501307319</c:v>
                </c:pt>
                <c:pt idx="197">
                  <c:v>0.95038296577860126</c:v>
                </c:pt>
                <c:pt idx="198">
                  <c:v>0.95234485437612326</c:v>
                </c:pt>
                <c:pt idx="199">
                  <c:v>0.95429800966212541</c:v>
                </c:pt>
                <c:pt idx="200">
                  <c:v>0.95624250943932509</c:v>
                </c:pt>
                <c:pt idx="201">
                  <c:v>0.95817843047536355</c:v>
                </c:pt>
                <c:pt idx="202">
                  <c:v>0.96010584852108549</c:v>
                </c:pt>
                <c:pt idx="203">
                  <c:v>0.96202483832841656</c:v>
                </c:pt>
                <c:pt idx="204">
                  <c:v>0.96393547366785082</c:v>
                </c:pt>
                <c:pt idx="205">
                  <c:v>0.96583782734555568</c:v>
                </c:pt>
                <c:pt idx="206">
                  <c:v>0.96773197122010712</c:v>
                </c:pt>
                <c:pt idx="207">
                  <c:v>0.96961797621886259</c:v>
                </c:pt>
                <c:pt idx="208">
                  <c:v>0.97149591235398181</c:v>
                </c:pt>
                <c:pt idx="209">
                  <c:v>0.97336584873810583</c:v>
                </c:pt>
                <c:pt idx="210">
                  <c:v>0.97522785359969921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F1F-4889-9C73-E21300679022}"/>
            </c:ext>
          </c:extLst>
        </c:ser>
        <c:ser>
          <c:idx val="2"/>
          <c:order val="1"/>
          <c:tx>
            <c:strRef>
              <c:f>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2.1199299069938091E-2</c:v>
                </c:pt>
                <c:pt idx="2">
                  <c:v>4.1412685158225077E-2</c:v>
                </c:pt>
                <c:pt idx="3">
                  <c:v>6.0727840353611652E-2</c:v>
                </c:pt>
                <c:pt idx="4">
                  <c:v>7.9221246047624816E-2</c:v>
                </c:pt>
                <c:pt idx="5">
                  <c:v>9.6960013008056414E-2</c:v>
                </c:pt>
                <c:pt idx="6">
                  <c:v>0.11400335230683679</c:v>
                </c:pt>
                <c:pt idx="7">
                  <c:v>0.13040376849500612</c:v>
                </c:pt>
                <c:pt idx="8">
                  <c:v>0.14620803567823801</c:v>
                </c:pt>
                <c:pt idx="9">
                  <c:v>0.16145800223497489</c:v>
                </c:pt>
                <c:pt idx="10">
                  <c:v>0.17619125905568123</c:v>
                </c:pt>
                <c:pt idx="11">
                  <c:v>0.19044169817029144</c:v>
                </c:pt>
                <c:pt idx="12">
                  <c:v>0.2042399826559248</c:v>
                </c:pt>
                <c:pt idx="13">
                  <c:v>0.21761394421390626</c:v>
                </c:pt>
                <c:pt idx="14">
                  <c:v>0.23058892137827397</c:v>
                </c:pt>
                <c:pt idx="15">
                  <c:v>0.24318804868629446</c:v>
                </c:pt>
                <c:pt idx="16">
                  <c:v>0.25543250510330612</c:v>
                </c:pt>
                <c:pt idx="17">
                  <c:v>0.26734172840301385</c:v>
                </c:pt>
                <c:pt idx="18">
                  <c:v>0.27893360095282904</c:v>
                </c:pt>
                <c:pt idx="19">
                  <c:v>0.29022461136251809</c:v>
                </c:pt>
                <c:pt idx="20">
                  <c:v>0.30122999566398118</c:v>
                </c:pt>
                <c:pt idx="21">
                  <c:v>0.31196386105575435</c:v>
                </c:pt>
                <c:pt idx="22">
                  <c:v>0.32243929473391936</c:v>
                </c:pt>
                <c:pt idx="23">
                  <c:v>0.3326684599156054</c:v>
                </c:pt>
                <c:pt idx="24">
                  <c:v>0.3426626808222063</c:v>
                </c:pt>
                <c:pt idx="25">
                  <c:v>0.35243251811136256</c:v>
                </c:pt>
                <c:pt idx="26">
                  <c:v>0.36198783601759299</c:v>
                </c:pt>
                <c:pt idx="27">
                  <c:v>0.37133786227173637</c:v>
                </c:pt>
                <c:pt idx="28">
                  <c:v>0.38049124171160609</c:v>
                </c:pt>
                <c:pt idx="29">
                  <c:v>0.38945608436453261</c:v>
                </c:pt>
                <c:pt idx="30">
                  <c:v>0.39824000867203779</c:v>
                </c:pt>
                <c:pt idx="31">
                  <c:v>0.40685018043395527</c:v>
                </c:pt>
                <c:pt idx="32">
                  <c:v>0.41529334797081802</c:v>
                </c:pt>
                <c:pt idx="33">
                  <c:v>0.42357587393680796</c:v>
                </c:pt>
                <c:pt idx="34">
                  <c:v>0.43170376415898748</c:v>
                </c:pt>
                <c:pt idx="35">
                  <c:v>0.43968269383026282</c:v>
                </c:pt>
                <c:pt idx="36">
                  <c:v>0.44751803134221935</c:v>
                </c:pt>
                <c:pt idx="37">
                  <c:v>0.45521486000851036</c:v>
                </c:pt>
                <c:pt idx="38">
                  <c:v>0.46277799789895624</c:v>
                </c:pt>
                <c:pt idx="39">
                  <c:v>0.47021201597816314</c:v>
                </c:pt>
                <c:pt idx="40">
                  <c:v>0.47752125471966256</c:v>
                </c:pt>
                <c:pt idx="41">
                  <c:v>0.48470983934678596</c:v>
                </c:pt>
                <c:pt idx="42">
                  <c:v>0.49178169383427273</c:v>
                </c:pt>
                <c:pt idx="43">
                  <c:v>0.49874055378960053</c:v>
                </c:pt>
                <c:pt idx="44">
                  <c:v>0.50558997831990604</c:v>
                </c:pt>
                <c:pt idx="45">
                  <c:v>0.51233336097887427</c:v>
                </c:pt>
                <c:pt idx="46">
                  <c:v>0.51897393987788742</c:v>
                </c:pt>
                <c:pt idx="47">
                  <c:v>0.52551480703684517</c:v>
                </c:pt>
                <c:pt idx="48">
                  <c:v>0.53195891704225506</c:v>
                </c:pt>
                <c:pt idx="49">
                  <c:v>0.53830909507327407</c:v>
                </c:pt>
                <c:pt idx="50">
                  <c:v>0.5445680443502755</c:v>
                </c:pt>
                <c:pt idx="51">
                  <c:v>0.550738353055094</c:v>
                </c:pt>
                <c:pt idx="52">
                  <c:v>0.55682250076728712</c:v>
                </c:pt>
                <c:pt idx="53">
                  <c:v>0.56282286445647456</c:v>
                </c:pt>
                <c:pt idx="54">
                  <c:v>0.56874172406699475</c:v>
                </c:pt>
                <c:pt idx="55">
                  <c:v>0.57458126772771867</c:v>
                </c:pt>
                <c:pt idx="56">
                  <c:v>0.5803435966168099</c:v>
                </c:pt>
                <c:pt idx="57">
                  <c:v>0.58603072950850044</c:v>
                </c:pt>
                <c:pt idx="58">
                  <c:v>0.59164460702649901</c:v>
                </c:pt>
                <c:pt idx="59">
                  <c:v>0.59718709562645989</c:v>
                </c:pt>
                <c:pt idx="60">
                  <c:v>0.60265999132796211</c:v>
                </c:pt>
                <c:pt idx="61">
                  <c:v>0.60806502321466827</c:v>
                </c:pt>
                <c:pt idx="62">
                  <c:v>0.61340385671973507</c:v>
                </c:pt>
                <c:pt idx="63">
                  <c:v>0.6186780967120924</c:v>
                </c:pt>
                <c:pt idx="64">
                  <c:v>0.62388929039790009</c:v>
                </c:pt>
                <c:pt idx="65">
                  <c:v>0.6290389300503112</c:v>
                </c:pt>
                <c:pt idx="66">
                  <c:v>0.63412845557958619</c:v>
                </c:pt>
                <c:pt idx="67">
                  <c:v>0.63915925695463693</c:v>
                </c:pt>
                <c:pt idx="68">
                  <c:v>0.64413267648618699</c:v>
                </c:pt>
                <c:pt idx="69">
                  <c:v>0.64905001098093118</c:v>
                </c:pt>
                <c:pt idx="70">
                  <c:v>0.65391251377534332</c:v>
                </c:pt>
                <c:pt idx="71">
                  <c:v>0.65872139665711194</c:v>
                </c:pt>
                <c:pt idx="72">
                  <c:v>0.6634778316815737</c:v>
                </c:pt>
                <c:pt idx="73">
                  <c:v>0.66818295288995344</c:v>
                </c:pt>
                <c:pt idx="74">
                  <c:v>0.67283785793571693</c:v>
                </c:pt>
                <c:pt idx="75">
                  <c:v>0.67744360962486616</c:v>
                </c:pt>
                <c:pt idx="76">
                  <c:v>0.68200123737558671</c:v>
                </c:pt>
                <c:pt idx="77">
                  <c:v>0.68651173860226322</c:v>
                </c:pt>
                <c:pt idx="78">
                  <c:v>0.69097608002851318</c:v>
                </c:pt>
                <c:pt idx="79">
                  <c:v>0.69539519893356816</c:v>
                </c:pt>
                <c:pt idx="80">
                  <c:v>0.69977000433601833</c:v>
                </c:pt>
                <c:pt idx="81">
                  <c:v>0.7041013781186608</c:v>
                </c:pt>
                <c:pt idx="82">
                  <c:v>0.70839017609793586</c:v>
                </c:pt>
                <c:pt idx="83">
                  <c:v>0.71263722904119042</c:v>
                </c:pt>
                <c:pt idx="84">
                  <c:v>0.71684334363479851</c:v>
                </c:pt>
                <c:pt idx="85">
                  <c:v>0.72100930340595626</c:v>
                </c:pt>
                <c:pt idx="86">
                  <c:v>0.72513586960078846</c:v>
                </c:pt>
                <c:pt idx="87">
                  <c:v>0.72922378202122784</c:v>
                </c:pt>
                <c:pt idx="88">
                  <c:v>0.73327375982296783</c:v>
                </c:pt>
                <c:pt idx="89">
                  <c:v>0.73728650227664172</c:v>
                </c:pt>
                <c:pt idx="90">
                  <c:v>0.74126268949424323</c:v>
                </c:pt>
                <c:pt idx="91">
                  <c:v>0.74520298312267552</c:v>
                </c:pt>
                <c:pt idx="92">
                  <c:v>0.74910802700619983</c:v>
                </c:pt>
                <c:pt idx="93">
                  <c:v>0.7529784478194379</c:v>
                </c:pt>
                <c:pt idx="94">
                  <c:v>0.75681485567249074</c:v>
                </c:pt>
                <c:pt idx="95">
                  <c:v>0.76061784468962979</c:v>
                </c:pt>
                <c:pt idx="96">
                  <c:v>0.76438799356293652</c:v>
                </c:pt>
                <c:pt idx="97">
                  <c:v>0.76812586608217981</c:v>
                </c:pt>
                <c:pt idx="98">
                  <c:v>0.77183201164214343</c:v>
                </c:pt>
                <c:pt idx="99">
                  <c:v>0.77550696572854894</c:v>
                </c:pt>
                <c:pt idx="100">
                  <c:v>0.77915125038364297</c:v>
                </c:pt>
                <c:pt idx="101">
                  <c:v>0.78276537465246809</c:v>
                </c:pt>
                <c:pt idx="102">
                  <c:v>0.78634983501076638</c:v>
                </c:pt>
                <c:pt idx="103">
                  <c:v>0.789905115775416</c:v>
                </c:pt>
                <c:pt idx="104">
                  <c:v>0.79343168949825316</c:v>
                </c:pt>
                <c:pt idx="105">
                  <c:v>0.79693001734407443</c:v>
                </c:pt>
                <c:pt idx="106">
                  <c:v>0.80040054945358086</c:v>
                </c:pt>
                <c:pt idx="107">
                  <c:v>0.8038437252919749</c:v>
                </c:pt>
                <c:pt idx="108">
                  <c:v>0.80725997398388638</c:v>
                </c:pt>
                <c:pt idx="109">
                  <c:v>0.81064971463526703</c:v>
                </c:pt>
                <c:pt idx="110">
                  <c:v>0.81401335664285479</c:v>
                </c:pt>
                <c:pt idx="111">
                  <c:v>0.81735129999178224</c:v>
                </c:pt>
                <c:pt idx="112">
                  <c:v>0.82066393554186789</c:v>
                </c:pt>
                <c:pt idx="113">
                  <c:v>0.82395164530310372</c:v>
                </c:pt>
                <c:pt idx="114">
                  <c:v>0.8272148027008257</c:v>
                </c:pt>
                <c:pt idx="115">
                  <c:v>0.83045377283102406</c:v>
                </c:pt>
                <c:pt idx="116">
                  <c:v>0.83366891270623555</c:v>
                </c:pt>
                <c:pt idx="117">
                  <c:v>0.83686057149242477</c:v>
                </c:pt>
                <c:pt idx="118">
                  <c:v>0.84002909073725451</c:v>
                </c:pt>
                <c:pt idx="119">
                  <c:v>0.84317480459011307</c:v>
                </c:pt>
                <c:pt idx="120">
                  <c:v>0.84629804001425601</c:v>
                </c:pt>
                <c:pt idx="121">
                  <c:v>0.84939911699139792</c:v>
                </c:pt>
                <c:pt idx="122">
                  <c:v>0.85247834871907446</c:v>
                </c:pt>
                <c:pt idx="123">
                  <c:v>0.85553604180107967</c:v>
                </c:pt>
                <c:pt idx="124">
                  <c:v>0.85857249643126765</c:v>
                </c:pt>
                <c:pt idx="125">
                  <c:v>0.86158800657099277</c:v>
                </c:pt>
                <c:pt idx="126">
                  <c:v>0.86458286012045504</c:v>
                </c:pt>
                <c:pt idx="127">
                  <c:v>0.86755733908419408</c:v>
                </c:pt>
                <c:pt idx="128">
                  <c:v>0.8705117197309753</c:v>
                </c:pt>
                <c:pt idx="129">
                  <c:v>0.87344627274829201</c:v>
                </c:pt>
                <c:pt idx="130">
                  <c:v>0.87636126339169917</c:v>
                </c:pt>
                <c:pt idx="131">
                  <c:v>0.87925695162918738</c:v>
                </c:pt>
                <c:pt idx="132">
                  <c:v>0.88213359228079047</c:v>
                </c:pt>
                <c:pt idx="133">
                  <c:v>0.88499143515361667</c:v>
                </c:pt>
                <c:pt idx="134">
                  <c:v>0.88783072517248096</c:v>
                </c:pt>
                <c:pt idx="135">
                  <c:v>0.89065170250630932</c:v>
                </c:pt>
                <c:pt idx="136">
                  <c:v>0.89345460269047949</c:v>
                </c:pt>
                <c:pt idx="137">
                  <c:v>0.89623965674525163</c:v>
                </c:pt>
                <c:pt idx="138">
                  <c:v>0.89900709129044054</c:v>
                </c:pt>
                <c:pt idx="139">
                  <c:v>0.9017571286564694</c:v>
                </c:pt>
                <c:pt idx="140">
                  <c:v>0.90448998699194261</c:v>
                </c:pt>
                <c:pt idx="141">
                  <c:v>0.90720588036786765</c:v>
                </c:pt>
                <c:pt idx="142">
                  <c:v>0.90990501887864883</c:v>
                </c:pt>
                <c:pt idx="143">
                  <c:v>0.91258760873997569</c:v>
                </c:pt>
                <c:pt idx="144">
                  <c:v>0.9152538523837157</c:v>
                </c:pt>
                <c:pt idx="145">
                  <c:v>0.91790394854992408</c:v>
                </c:pt>
                <c:pt idx="146">
                  <c:v>0.92053809237607298</c:v>
                </c:pt>
                <c:pt idx="147">
                  <c:v>0.92315647548360114</c:v>
                </c:pt>
                <c:pt idx="148">
                  <c:v>0.92575928606188074</c:v>
                </c:pt>
                <c:pt idx="149">
                  <c:v>0.9283467089496914</c:v>
                </c:pt>
                <c:pt idx="150">
                  <c:v>0.9309189257142918</c:v>
                </c:pt>
                <c:pt idx="151">
                  <c:v>0.93347611472817171</c:v>
                </c:pt>
                <c:pt idx="152">
                  <c:v>0.93601845124356664</c:v>
                </c:pt>
                <c:pt idx="153">
                  <c:v>0.93854610746481326</c:v>
                </c:pt>
                <c:pt idx="154">
                  <c:v>0.94105925261861756</c:v>
                </c:pt>
                <c:pt idx="155">
                  <c:v>0.94355805302231233</c:v>
                </c:pt>
                <c:pt idx="156">
                  <c:v>0.94604267215016757</c:v>
                </c:pt>
                <c:pt idx="157">
                  <c:v>0.94851327069782443</c:v>
                </c:pt>
                <c:pt idx="158">
                  <c:v>0.95097000664491182</c:v>
                </c:pt>
                <c:pt idx="159">
                  <c:v>0.95341303531591093</c:v>
                </c:pt>
                <c:pt idx="160">
                  <c:v>0.95584250943932392</c:v>
                </c:pt>
                <c:pt idx="161">
                  <c:v>0.9582585792052023</c:v>
                </c:pt>
                <c:pt idx="162">
                  <c:v>0.9606613923210926</c:v>
                </c:pt>
                <c:pt idx="163">
                  <c:v>0.9630510940664474</c:v>
                </c:pt>
                <c:pt idx="164">
                  <c:v>0.96542782734555432</c:v>
                </c:pt>
                <c:pt idx="165">
                  <c:v>0.96779173273903185</c:v>
                </c:pt>
                <c:pt idx="166">
                  <c:v>0.97014294855393435</c:v>
                </c:pt>
                <c:pt idx="167">
                  <c:v>0.97248161087251694</c:v>
                </c:pt>
                <c:pt idx="168">
                  <c:v>0.9748078535996979</c:v>
                </c:pt>
                <c:pt idx="169">
                  <c:v>0.97712180850926222</c:v>
                </c:pt>
                <c:pt idx="170">
                  <c:v>0.9794236052888472</c:v>
                </c:pt>
                <c:pt idx="171">
                  <c:v>0.98171337158374572</c:v>
                </c:pt>
                <c:pt idx="172">
                  <c:v>0.98399123303956781</c:v>
                </c:pt>
                <c:pt idx="173">
                  <c:v>0.98625731334379207</c:v>
                </c:pt>
                <c:pt idx="174">
                  <c:v>0.98851173426624428</c:v>
                </c:pt>
                <c:pt idx="175">
                  <c:v>0.9907546156985364</c:v>
                </c:pt>
                <c:pt idx="176">
                  <c:v>0.99298607569249442</c:v>
                </c:pt>
                <c:pt idx="177">
                  <c:v>0.99520623049761137</c:v>
                </c:pt>
                <c:pt idx="178">
                  <c:v>0.99741519459754957</c:v>
                </c:pt>
                <c:pt idx="179">
                  <c:v>0.99961308074572508</c:v>
                </c:pt>
                <c:pt idx="180">
                  <c:v>1.0017999999999996</c:v>
                </c:pt>
                <c:pt idx="181">
                  <c:v>1.0039760617565074</c:v>
                </c:pt>
                <c:pt idx="182">
                  <c:v>1.0061413737826423</c:v>
                </c:pt>
                <c:pt idx="183">
                  <c:v>1.0082960422492315</c:v>
                </c:pt>
                <c:pt idx="184">
                  <c:v>1.0104401717619174</c:v>
                </c:pt>
                <c:pt idx="185">
                  <c:v>1.0125738653917729</c:v>
                </c:pt>
                <c:pt idx="186">
                  <c:v>1.014697224705172</c:v>
                </c:pt>
                <c:pt idx="187">
                  <c:v>1.0168103497929366</c:v>
                </c:pt>
                <c:pt idx="188">
                  <c:v>1.0189133392987804</c:v>
                </c:pt>
                <c:pt idx="189">
                  <c:v>1.0210062904470727</c:v>
                </c:pt>
                <c:pt idx="190">
                  <c:v>1.0230892990699381</c:v>
                </c:pt>
                <c:pt idx="191">
                  <c:v>1.0251624596337117</c:v>
                </c:pt>
                <c:pt idx="192">
                  <c:v>1.0272258652647701</c:v>
                </c:pt>
                <c:pt idx="193">
                  <c:v>1.0292796077747566</c:v>
                </c:pt>
                <c:pt idx="194">
                  <c:v>1.0313237776852098</c:v>
                </c:pt>
                <c:pt idx="195">
                  <c:v>1.0333584642516243</c:v>
                </c:pt>
                <c:pt idx="196">
                  <c:v>1.0353837554869498</c:v>
                </c:pt>
                <c:pt idx="197">
                  <c:v>1.0373997381845486</c:v>
                </c:pt>
                <c:pt idx="198">
                  <c:v>1.0394064979406239</c:v>
                </c:pt>
                <c:pt idx="199">
                  <c:v>1.0414041191761374</c:v>
                </c:pt>
                <c:pt idx="200">
                  <c:v>1.0433926851582254</c:v>
                </c:pt>
                <c:pt idx="201">
                  <c:v>1.0453722780211299</c:v>
                </c:pt>
                <c:pt idx="202">
                  <c:v>1.0473429787866577</c:v>
                </c:pt>
                <c:pt idx="203">
                  <c:v>1.0493048673841798</c:v>
                </c:pt>
                <c:pt idx="204">
                  <c:v>1.051258022670182</c:v>
                </c:pt>
                <c:pt idx="205">
                  <c:v>1.0532025224473818</c:v>
                </c:pt>
                <c:pt idx="206">
                  <c:v>1.0551384434834201</c:v>
                </c:pt>
                <c:pt idx="207">
                  <c:v>1.0570658615291419</c:v>
                </c:pt>
                <c:pt idx="208">
                  <c:v>1.0589848513364732</c:v>
                </c:pt>
                <c:pt idx="209">
                  <c:v>1.0608954866759073</c:v>
                </c:pt>
                <c:pt idx="210">
                  <c:v>1.0627978403536122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F1F-4889-9C73-E21300679022}"/>
            </c:ext>
          </c:extLst>
        </c:ser>
        <c:ser>
          <c:idx val="3"/>
          <c:order val="2"/>
          <c:tx>
            <c:strRef>
              <c:f>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2.5315865264770261E-2</c:v>
                </c:pt>
                <c:pt idx="2">
                  <c:v>4.9238022670181653E-2</c:v>
                </c:pt>
                <c:pt idx="3">
                  <c:v>7.1912007306125361E-2</c:v>
                </c:pt>
                <c:pt idx="4">
                  <c:v>9.3461685162235061E-2</c:v>
                </c:pt>
                <c:pt idx="5">
                  <c:v>0.11399335230683678</c:v>
                </c:pt>
                <c:pt idx="6">
                  <c:v>0.13359890837021748</c:v>
                </c:pt>
                <c:pt idx="7">
                  <c:v>0.15235834438305645</c:v>
                </c:pt>
                <c:pt idx="8">
                  <c:v>0.17034171539495738</c:v>
                </c:pt>
                <c:pt idx="9">
                  <c:v>0.18761072083646307</c:v>
                </c:pt>
                <c:pt idx="10">
                  <c:v>0.20421998265592473</c:v>
                </c:pt>
                <c:pt idx="11">
                  <c:v>0.22021808804005508</c:v>
                </c:pt>
                <c:pt idx="12">
                  <c:v>0.23564844690754891</c:v>
                </c:pt>
                <c:pt idx="13">
                  <c:v>0.25055000230889402</c:v>
                </c:pt>
                <c:pt idx="14">
                  <c:v>0.26495782300953646</c:v>
                </c:pt>
                <c:pt idx="15">
                  <c:v>0.27890360095282896</c:v>
                </c:pt>
                <c:pt idx="16">
                  <c:v>0.29241607135647607</c:v>
                </c:pt>
                <c:pt idx="17">
                  <c:v>0.30552136944662389</c:v>
                </c:pt>
                <c:pt idx="18">
                  <c:v>0.31824333496276158</c:v>
                </c:pt>
                <c:pt idx="19">
                  <c:v>0.330603773349191</c:v>
                </c:pt>
                <c:pt idx="20">
                  <c:v>0.34262268082220626</c:v>
                </c:pt>
                <c:pt idx="21">
                  <c:v>0.35431843914740097</c:v>
                </c:pt>
                <c:pt idx="22">
                  <c:v>0.36570798489089973</c:v>
                </c:pt>
                <c:pt idx="23">
                  <c:v>0.37680695705651202</c:v>
                </c:pt>
                <c:pt idx="24">
                  <c:v>0.3876298263387295</c:v>
                </c:pt>
                <c:pt idx="25">
                  <c:v>0.39819000867203763</c:v>
                </c:pt>
                <c:pt idx="26">
                  <c:v>0.40849996531184962</c:v>
                </c:pt>
                <c:pt idx="27">
                  <c:v>0.41857129131974552</c:v>
                </c:pt>
                <c:pt idx="28">
                  <c:v>0.4284147940287889</c:v>
                </c:pt>
                <c:pt idx="29">
                  <c:v>0.43804056282038806</c:v>
                </c:pt>
                <c:pt idx="30">
                  <c:v>0.44745803134221934</c:v>
                </c:pt>
                <c:pt idx="31">
                  <c:v>0.45667603312904309</c:v>
                </c:pt>
                <c:pt idx="32">
                  <c:v>0.46570285144841839</c:v>
                </c:pt>
                <c:pt idx="33">
                  <c:v>0.47454626407625533</c:v>
                </c:pt>
                <c:pt idx="34">
                  <c:v>0.48321358360875388</c:v>
                </c:pt>
                <c:pt idx="35">
                  <c:v>0.49171169383427282</c:v>
                </c:pt>
                <c:pt idx="36">
                  <c:v>0.50004708261840392</c:v>
                </c:pt>
                <c:pt idx="37">
                  <c:v>0.508225871695831</c:v>
                </c:pt>
                <c:pt idx="38">
                  <c:v>0.51625384371167926</c:v>
                </c:pt>
                <c:pt idx="39">
                  <c:v>0.52413646681156467</c:v>
                </c:pt>
                <c:pt idx="40">
                  <c:v>0.53187891704225521</c:v>
                </c:pt>
                <c:pt idx="41">
                  <c:v>0.53948609879277676</c:v>
                </c:pt>
                <c:pt idx="42">
                  <c:v>0.54696266347813105</c:v>
                </c:pt>
                <c:pt idx="43">
                  <c:v>0.5543130266438745</c:v>
                </c:pt>
                <c:pt idx="44">
                  <c:v>0.56154138364905604</c:v>
                </c:pt>
                <c:pt idx="45">
                  <c:v>0.56865172406699493</c:v>
                </c:pt>
                <c:pt idx="46">
                  <c:v>0.57564784492766108</c:v>
                </c:pt>
                <c:pt idx="47">
                  <c:v>0.58253336291170865</c:v>
                </c:pt>
                <c:pt idx="48">
                  <c:v>0.58931172559420719</c:v>
                </c:pt>
                <c:pt idx="49">
                  <c:v>0.59598622182557404</c:v>
                </c:pt>
                <c:pt idx="50">
                  <c:v>0.60255999132796223</c:v>
                </c:pt>
                <c:pt idx="51">
                  <c:v>0.60903603357719394</c:v>
                </c:pt>
                <c:pt idx="52">
                  <c:v>0.61541721603313437</c:v>
                </c:pt>
                <c:pt idx="53">
                  <c:v>0.62170628177503506</c:v>
                </c:pt>
                <c:pt idx="54">
                  <c:v>0.62790585659273246</c:v>
                </c:pt>
                <c:pt idx="55">
                  <c:v>0.63401845557958625</c:v>
                </c:pt>
                <c:pt idx="56">
                  <c:v>0.64004648926858576</c:v>
                </c:pt>
                <c:pt idx="57">
                  <c:v>0.6459922693490916</c:v>
                </c:pt>
                <c:pt idx="58">
                  <c:v>0.65185801399814369</c:v>
                </c:pt>
                <c:pt idx="59">
                  <c:v>0.65764585285710364</c:v>
                </c:pt>
                <c:pt idx="60">
                  <c:v>0.6633578316815737</c:v>
                </c:pt>
                <c:pt idx="61">
                  <c:v>0.6689959166899998</c:v>
                </c:pt>
                <c:pt idx="62">
                  <c:v>0.67456199863408739</c:v>
                </c:pt>
                <c:pt idx="63">
                  <c:v>0.68005789661211857</c:v>
                </c:pt>
                <c:pt idx="64">
                  <c:v>0.68548536164441209</c:v>
                </c:pt>
                <c:pt idx="65">
                  <c:v>0.69084608002851322</c:v>
                </c:pt>
                <c:pt idx="66">
                  <c:v>0.69614167649019709</c:v>
                </c:pt>
                <c:pt idx="67">
                  <c:v>0.70137371714501884</c:v>
                </c:pt>
                <c:pt idx="68">
                  <c:v>0.70654371228391877</c:v>
                </c:pt>
                <c:pt idx="69">
                  <c:v>0.71165311899527517</c:v>
                </c:pt>
                <c:pt idx="70">
                  <c:v>0.71670334363479882</c:v>
                </c:pt>
                <c:pt idx="71">
                  <c:v>0.72169574415373861</c:v>
                </c:pt>
                <c:pt idx="72">
                  <c:v>0.72663163229504779</c:v>
                </c:pt>
                <c:pt idx="73">
                  <c:v>0.73151227566638866</c:v>
                </c:pt>
                <c:pt idx="74">
                  <c:v>0.73633889969817934</c:v>
                </c:pt>
                <c:pt idx="75">
                  <c:v>0.74111268949424336</c:v>
                </c:pt>
                <c:pt idx="76">
                  <c:v>0.7458347915820569</c:v>
                </c:pt>
                <c:pt idx="77">
                  <c:v>0.75050631556906056</c:v>
                </c:pt>
                <c:pt idx="78">
                  <c:v>0.75512833571101834</c:v>
                </c:pt>
                <c:pt idx="79">
                  <c:v>0.75970189239797292</c:v>
                </c:pt>
                <c:pt idx="80">
                  <c:v>0.7642279935629368</c:v>
                </c:pt>
                <c:pt idx="81">
                  <c:v>0.76870761601809001</c:v>
                </c:pt>
                <c:pt idx="82">
                  <c:v>0.77314170672291926</c:v>
                </c:pt>
                <c:pt idx="83">
                  <c:v>0.77753118398841026</c:v>
                </c:pt>
                <c:pt idx="84">
                  <c:v>0.78187693862113117</c:v>
                </c:pt>
                <c:pt idx="85">
                  <c:v>0.78617983501076649</c:v>
                </c:pt>
                <c:pt idx="86">
                  <c:v>0.7904407121644248</c:v>
                </c:pt>
                <c:pt idx="87">
                  <c:v>0.79466038469081812</c:v>
                </c:pt>
                <c:pt idx="88">
                  <c:v>0.79883964373719551</c:v>
                </c:pt>
                <c:pt idx="89">
                  <c:v>0.80297925788173197</c:v>
                </c:pt>
                <c:pt idx="90">
                  <c:v>0.80707997398388653</c:v>
                </c:pt>
                <c:pt idx="91">
                  <c:v>0.81114251799508341</c:v>
                </c:pt>
                <c:pt idx="92">
                  <c:v>0.81516759573191955</c:v>
                </c:pt>
                <c:pt idx="93">
                  <c:v>0.8191558936139548</c:v>
                </c:pt>
                <c:pt idx="94">
                  <c:v>0.82310807936801678</c:v>
                </c:pt>
                <c:pt idx="95">
                  <c:v>0.82702480270082579</c:v>
                </c:pt>
                <c:pt idx="96">
                  <c:v>0.83090669594163524</c:v>
                </c:pt>
                <c:pt idx="97">
                  <c:v>0.83475437465647817</c:v>
                </c:pt>
                <c:pt idx="98">
                  <c:v>0.83856843823551053</c:v>
                </c:pt>
                <c:pt idx="99">
                  <c:v>0.8423494704548542</c:v>
                </c:pt>
                <c:pt idx="100">
                  <c:v>0.84609804001425615</c:v>
                </c:pt>
                <c:pt idx="101">
                  <c:v>0.84981470105180301</c:v>
                </c:pt>
                <c:pt idx="102">
                  <c:v>0.85349999363685569</c:v>
                </c:pt>
                <c:pt idx="103">
                  <c:v>0.85715444424229958</c:v>
                </c:pt>
                <c:pt idx="104">
                  <c:v>0.8607785661971461</c:v>
                </c:pt>
                <c:pt idx="105">
                  <c:v>0.86437286012045511</c:v>
                </c:pt>
                <c:pt idx="106">
                  <c:v>0.86793781433749806</c:v>
                </c:pt>
                <c:pt idx="107">
                  <c:v>0.87147390527902635</c:v>
                </c:pt>
                <c:pt idx="108">
                  <c:v>0.8749815978644605</c:v>
                </c:pt>
                <c:pt idx="109">
                  <c:v>0.87846134586977331</c:v>
                </c:pt>
                <c:pt idx="110">
                  <c:v>0.88191359228079058</c:v>
                </c:pt>
                <c:pt idx="111">
                  <c:v>0.88533876963260305</c:v>
                </c:pt>
                <c:pt idx="112">
                  <c:v>0.88873730033573539</c:v>
                </c:pt>
                <c:pt idx="113">
                  <c:v>0.89210959698968806</c:v>
                </c:pt>
                <c:pt idx="114">
                  <c:v>0.89545606268443767</c:v>
                </c:pt>
                <c:pt idx="115">
                  <c:v>0.89877709129044059</c:v>
                </c:pt>
                <c:pt idx="116">
                  <c:v>0.90207306773766827</c:v>
                </c:pt>
                <c:pt idx="117">
                  <c:v>0.90534436828416276</c:v>
                </c:pt>
                <c:pt idx="118">
                  <c:v>0.90859136077458524</c:v>
                </c:pt>
                <c:pt idx="119">
                  <c:v>0.91181440488920029</c:v>
                </c:pt>
                <c:pt idx="120">
                  <c:v>0.9150138523837158</c:v>
                </c:pt>
                <c:pt idx="121">
                  <c:v>0.91819004732038145</c:v>
                </c:pt>
                <c:pt idx="122">
                  <c:v>0.92134332629072302</c:v>
                </c:pt>
                <c:pt idx="123">
                  <c:v>0.92447401863027556</c:v>
                </c:pt>
                <c:pt idx="124">
                  <c:v>0.92758244662565426</c:v>
                </c:pt>
                <c:pt idx="125">
                  <c:v>0.93066892571429183</c:v>
                </c:pt>
                <c:pt idx="126">
                  <c:v>0.93373376467715241</c:v>
                </c:pt>
                <c:pt idx="127">
                  <c:v>0.93677726582471199</c:v>
                </c:pt>
                <c:pt idx="128">
                  <c:v>0.93979972517649091</c:v>
                </c:pt>
                <c:pt idx="129">
                  <c:v>0.94280143263440208</c:v>
                </c:pt>
                <c:pt idx="130">
                  <c:v>0.94578267215016765</c:v>
                </c:pt>
                <c:pt idx="131">
                  <c:v>0.94874372188704992</c:v>
                </c:pt>
                <c:pt idx="132">
                  <c:v>0.95168485437612205</c:v>
                </c:pt>
                <c:pt idx="133">
                  <c:v>0.95460633666730343</c:v>
                </c:pt>
                <c:pt idx="134">
                  <c:v>0.95750843047536238</c:v>
                </c:pt>
                <c:pt idx="135">
                  <c:v>0.96039139232109261</c:v>
                </c:pt>
                <c:pt idx="136">
                  <c:v>0.96325547366784947</c:v>
                </c:pt>
                <c:pt idx="137">
                  <c:v>0.96610092105362833</c:v>
                </c:pt>
                <c:pt idx="138">
                  <c:v>0.96892797621886118</c:v>
                </c:pt>
                <c:pt idx="139">
                  <c:v>0.97173687623009242</c:v>
                </c:pt>
                <c:pt idx="140">
                  <c:v>0.97452785359969762</c:v>
                </c:pt>
                <c:pt idx="141">
                  <c:v>0.97730113640179184</c:v>
                </c:pt>
                <c:pt idx="142">
                  <c:v>0.98005694838447333</c:v>
                </c:pt>
                <c:pt idx="143">
                  <c:v>0.98279550907854352</c:v>
                </c:pt>
                <c:pt idx="144">
                  <c:v>0.98551703390282985</c:v>
                </c:pt>
                <c:pt idx="145">
                  <c:v>0.98822173426624382</c:v>
                </c:pt>
                <c:pt idx="146">
                  <c:v>0.99090981766669084</c:v>
                </c:pt>
                <c:pt idx="147">
                  <c:v>0.99358148778694866</c:v>
                </c:pt>
                <c:pt idx="148">
                  <c:v>0.99623694458762713</c:v>
                </c:pt>
                <c:pt idx="149">
                  <c:v>0.9988763843973123</c:v>
                </c:pt>
                <c:pt idx="150">
                  <c:v>1.0014999999999989</c:v>
                </c:pt>
                <c:pt idx="151">
                  <c:v>1.0041079807199076</c:v>
                </c:pt>
                <c:pt idx="152">
                  <c:v>1.0067005125037793</c:v>
                </c:pt>
                <c:pt idx="153">
                  <c:v>1.0092777780007389</c:v>
                </c:pt>
                <c:pt idx="154">
                  <c:v>1.0118399566398111</c:v>
                </c:pt>
                <c:pt idx="155">
                  <c:v>1.0143872247051711</c:v>
                </c:pt>
                <c:pt idx="156">
                  <c:v>1.0169197554092133</c:v>
                </c:pt>
                <c:pt idx="157">
                  <c:v>1.0194377189635047</c:v>
                </c:pt>
                <c:pt idx="158">
                  <c:v>1.0219412826477068</c:v>
                </c:pt>
                <c:pt idx="159">
                  <c:v>1.0244306108765269</c:v>
                </c:pt>
                <c:pt idx="160">
                  <c:v>1.0269058652647693</c:v>
                </c:pt>
                <c:pt idx="161">
                  <c:v>1.0293672046905524</c:v>
                </c:pt>
                <c:pt idx="162">
                  <c:v>1.0318147853567501</c:v>
                </c:pt>
                <c:pt idx="163">
                  <c:v>1.0342487608507189</c:v>
                </c:pt>
                <c:pt idx="164">
                  <c:v>1.0366692822023673</c:v>
                </c:pt>
                <c:pt idx="165">
                  <c:v>1.0390764979406226</c:v>
                </c:pt>
                <c:pt idx="166">
                  <c:v>1.0414705541483495</c:v>
                </c:pt>
                <c:pt idx="167">
                  <c:v>1.0438515945157656</c:v>
                </c:pt>
                <c:pt idx="168">
                  <c:v>1.0462197603924102</c:v>
                </c:pt>
                <c:pt idx="169">
                  <c:v>1.0485751908377092</c:v>
                </c:pt>
                <c:pt idx="170">
                  <c:v>1.0509180226701811</c:v>
                </c:pt>
                <c:pt idx="171">
                  <c:v>1.0532483905153269</c:v>
                </c:pt>
                <c:pt idx="172">
                  <c:v>1.055566426852252</c:v>
                </c:pt>
                <c:pt idx="173">
                  <c:v>1.0578722620590517</c:v>
                </c:pt>
                <c:pt idx="174">
                  <c:v>1.0601660244570048</c:v>
                </c:pt>
                <c:pt idx="175">
                  <c:v>1.0624478403536111</c:v>
                </c:pt>
                <c:pt idx="176">
                  <c:v>1.0647178340845098</c:v>
                </c:pt>
                <c:pt idx="177">
                  <c:v>1.0669761280543115</c:v>
                </c:pt>
                <c:pt idx="178">
                  <c:v>1.0692228427763801</c:v>
                </c:pt>
                <c:pt idx="179">
                  <c:v>1.0714580969115952</c:v>
                </c:pt>
                <c:pt idx="180">
                  <c:v>1.0736820073061251</c:v>
                </c:pt>
                <c:pt idx="181">
                  <c:v>1.0758946890282437</c:v>
                </c:pt>
                <c:pt idx="182">
                  <c:v>1.0780962554042173</c:v>
                </c:pt>
                <c:pt idx="183">
                  <c:v>1.0802868180532923</c:v>
                </c:pt>
                <c:pt idx="184">
                  <c:v>1.0824664869218057</c:v>
                </c:pt>
                <c:pt idx="185">
                  <c:v>1.0846353703164497</c:v>
                </c:pt>
                <c:pt idx="186">
                  <c:v>1.0867935749367159</c:v>
                </c:pt>
                <c:pt idx="187">
                  <c:v>1.0889412059065353</c:v>
                </c:pt>
                <c:pt idx="188">
                  <c:v>1.0910783668051489</c:v>
                </c:pt>
                <c:pt idx="189">
                  <c:v>1.0932051596972228</c:v>
                </c:pt>
                <c:pt idx="190">
                  <c:v>1.0953216851622352</c:v>
                </c:pt>
                <c:pt idx="191">
                  <c:v>1.0974280423231508</c:v>
                </c:pt>
                <c:pt idx="192">
                  <c:v>1.0995243288744108</c:v>
                </c:pt>
                <c:pt idx="193">
                  <c:v>1.1016106411092501</c:v>
                </c:pt>
                <c:pt idx="194">
                  <c:v>1.1036870739463664</c:v>
                </c:pt>
                <c:pt idx="195">
                  <c:v>1.1057537209559569</c:v>
                </c:pt>
                <c:pt idx="196">
                  <c:v>1.1078106743851437</c:v>
                </c:pt>
                <c:pt idx="197">
                  <c:v>1.1098580251827987</c:v>
                </c:pt>
                <c:pt idx="198">
                  <c:v>1.1118958630237936</c:v>
                </c:pt>
                <c:pt idx="199">
                  <c:v>1.1139242763326818</c:v>
                </c:pt>
                <c:pt idx="200">
                  <c:v>1.1159433523068372</c:v>
                </c:pt>
                <c:pt idx="201">
                  <c:v>1.1179531769390556</c:v>
                </c:pt>
                <c:pt idx="202">
                  <c:v>1.1199538350396416</c:v>
                </c:pt>
                <c:pt idx="203">
                  <c:v>1.1219454102579913</c:v>
                </c:pt>
                <c:pt idx="204">
                  <c:v>1.1239279851036816</c:v>
                </c:pt>
                <c:pt idx="205">
                  <c:v>1.1259016409670863</c:v>
                </c:pt>
                <c:pt idx="206">
                  <c:v>1.1278664581395272</c:v>
                </c:pt>
                <c:pt idx="207">
                  <c:v>1.1298225158329738</c:v>
                </c:pt>
                <c:pt idx="208">
                  <c:v>1.1317698921993016</c:v>
                </c:pt>
                <c:pt idx="209">
                  <c:v>1.1337086643491259</c:v>
                </c:pt>
                <c:pt idx="210">
                  <c:v>1.1356389083702181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F1F-4889-9C73-E21300679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603665994306599"/>
          <c:y val="0.89115817879294967"/>
          <c:w val="0.32590746355280281"/>
          <c:h val="6.36090415696368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800" b="0" i="0" baseline="0" dirty="0">
                <a:effectLst/>
              </a:rPr>
              <a:t>적은 </a:t>
            </a:r>
            <a:r>
              <a:rPr lang="en-US" sz="1800" b="0" i="0" baseline="0" dirty="0" err="1">
                <a:effectLst/>
              </a:rPr>
              <a:t>데이터</a:t>
            </a:r>
            <a:r>
              <a:rPr lang="ko-KR" sz="1800" b="0" i="0" baseline="0" dirty="0">
                <a:effectLst/>
              </a:rPr>
              <a:t>에서의 알고리즘</a:t>
            </a: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[Plots.xlsx]Sheet1!$E$5</c:f>
              <c:strCache>
                <c:ptCount val="1"/>
                <c:pt idx="0">
                  <c:v>Small NN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[Plots.xlsx]Sheet1!$E$6:$E$216</c:f>
              <c:numCache>
                <c:formatCode>General</c:formatCode>
                <c:ptCount val="211"/>
                <c:pt idx="0">
                  <c:v>0</c:v>
                </c:pt>
                <c:pt idx="1">
                  <c:v>3.5294705536179621E-3</c:v>
                </c:pt>
                <c:pt idx="2">
                  <c:v>7.0379549973171767E-3</c:v>
                </c:pt>
                <c:pt idx="3">
                  <c:v>1.0525742086910208E-2</c:v>
                </c:pt>
                <c:pt idx="4">
                  <c:v>1.3993114659256938E-2</c:v>
                </c:pt>
                <c:pt idx="5">
                  <c:v>1.7440349792936523E-2</c:v>
                </c:pt>
                <c:pt idx="6">
                  <c:v>2.0867718963505685E-2</c:v>
                </c:pt>
                <c:pt idx="7">
                  <c:v>2.4275488193557831E-2</c:v>
                </c:pt>
                <c:pt idx="8">
                  <c:v>2.7663918197793475E-2</c:v>
                </c:pt>
                <c:pt idx="9">
                  <c:v>3.1033264523296734E-2</c:v>
                </c:pt>
                <c:pt idx="10">
                  <c:v>3.4383777685209664E-2</c:v>
                </c:pt>
                <c:pt idx="11">
                  <c:v>3.7715703297981566E-2</c:v>
                </c:pt>
                <c:pt idx="12">
                  <c:v>4.102928220236815E-2</c:v>
                </c:pt>
                <c:pt idx="13">
                  <c:v>4.4324750588341864E-2</c:v>
                </c:pt>
                <c:pt idx="14">
                  <c:v>4.760234011407314E-2</c:v>
                </c:pt>
                <c:pt idx="15">
                  <c:v>5.0862278021129498E-2</c:v>
                </c:pt>
                <c:pt idx="16">
                  <c:v>5.4104787246038705E-2</c:v>
                </c:pt>
                <c:pt idx="17">
                  <c:v>5.733008652835004E-2</c:v>
                </c:pt>
                <c:pt idx="18">
                  <c:v>6.0538390515327466E-2</c:v>
                </c:pt>
                <c:pt idx="19">
                  <c:v>6.3729909863397258E-2</c:v>
                </c:pt>
                <c:pt idx="20">
                  <c:v>6.6904851336472643E-2</c:v>
                </c:pt>
                <c:pt idx="21">
                  <c:v>7.0063417901267688E-2</c:v>
                </c:pt>
                <c:pt idx="22">
                  <c:v>7.320580881971267E-2</c:v>
                </c:pt>
                <c:pt idx="23">
                  <c:v>7.6332219738573848E-2</c:v>
                </c:pt>
                <c:pt idx="24">
                  <c:v>7.9442842776380751E-2</c:v>
                </c:pt>
                <c:pt idx="25">
                  <c:v>8.2537866607755084E-2</c:v>
                </c:pt>
                <c:pt idx="26">
                  <c:v>8.5617476545236632E-2</c:v>
                </c:pt>
                <c:pt idx="27">
                  <c:v>8.8681854618691602E-2</c:v>
                </c:pt>
                <c:pt idx="28">
                  <c:v>9.1731179652392109E-2</c:v>
                </c:pt>
                <c:pt idx="29">
                  <c:v>9.4765627339844782E-2</c:v>
                </c:pt>
                <c:pt idx="30">
                  <c:v>9.7785370316450154E-2</c:v>
                </c:pt>
                <c:pt idx="31">
                  <c:v>0.10079057823006501</c:v>
                </c:pt>
                <c:pt idx="32">
                  <c:v>0.10378141780954248</c:v>
                </c:pt>
                <c:pt idx="33">
                  <c:v>0.10675805293131635</c:v>
                </c:pt>
                <c:pt idx="34">
                  <c:v>0.10972064468409926</c:v>
                </c:pt>
                <c:pt idx="35">
                  <c:v>0.11266935143175519</c:v>
                </c:pt>
                <c:pt idx="36">
                  <c:v>0.11560432887441097</c:v>
                </c:pt>
                <c:pt idx="37">
                  <c:v>0.11852573010786266</c:v>
                </c:pt>
                <c:pt idx="38">
                  <c:v>0.12143370568133638</c:v>
                </c:pt>
                <c:pt idx="39">
                  <c:v>0.12432840365365544</c:v>
                </c:pt>
                <c:pt idx="40">
                  <c:v>0.12720996964786846</c:v>
                </c:pt>
                <c:pt idx="41">
                  <c:v>0.13007854690438675</c:v>
                </c:pt>
                <c:pt idx="42">
                  <c:v>0.13293427633268159</c:v>
                </c:pt>
                <c:pt idx="43">
                  <c:v>0.13577729656158632</c:v>
                </c:pt>
                <c:pt idx="44">
                  <c:v>0.13860774398824849</c:v>
                </c:pt>
                <c:pt idx="45">
                  <c:v>0.14142575282577666</c:v>
                </c:pt>
                <c:pt idx="46">
                  <c:v>0.14423145514962146</c:v>
                </c:pt>
                <c:pt idx="47">
                  <c:v>0.14702498094273198</c:v>
                </c:pt>
                <c:pt idx="48">
                  <c:v>0.14980645813952681</c:v>
                </c:pt>
                <c:pt idx="49">
                  <c:v>0.15257601266871534</c:v>
                </c:pt>
                <c:pt idx="50">
                  <c:v>0.15533376849500607</c:v>
                </c:pt>
                <c:pt idx="51">
                  <c:v>0.15807984765973698</c:v>
                </c:pt>
                <c:pt idx="52">
                  <c:v>0.16081437032046006</c:v>
                </c:pt>
                <c:pt idx="53">
                  <c:v>0.16353745478951259</c:v>
                </c:pt>
                <c:pt idx="54">
                  <c:v>0.16624921757160696</c:v>
                </c:pt>
                <c:pt idx="55">
                  <c:v>0.1689497734004673</c:v>
                </c:pt>
                <c:pt idx="56">
                  <c:v>0.17163923527454317</c:v>
                </c:pt>
                <c:pt idx="57">
                  <c:v>0.17431771449182754</c:v>
                </c:pt>
                <c:pt idx="58">
                  <c:v>0.17698532068380504</c:v>
                </c:pt>
                <c:pt idx="59">
                  <c:v>0.17964216184855852</c:v>
                </c:pt>
                <c:pt idx="60">
                  <c:v>0.18228834438305636</c:v>
                </c:pt>
                <c:pt idx="61">
                  <c:v>0.18492397311464681</c:v>
                </c:pt>
                <c:pt idx="62">
                  <c:v>0.18754915133178121</c:v>
                </c:pt>
                <c:pt idx="63">
                  <c:v>0.19016398081398916</c:v>
                </c:pt>
                <c:pt idx="64">
                  <c:v>0.19276856186112792</c:v>
                </c:pt>
                <c:pt idx="65">
                  <c:v>0.19536299332192594</c:v>
                </c:pt>
                <c:pt idx="66">
                  <c:v>0.19794737262184148</c:v>
                </c:pt>
                <c:pt idx="67">
                  <c:v>0.20052179579025631</c:v>
                </c:pt>
                <c:pt idx="68">
                  <c:v>0.20308635748702258</c:v>
                </c:pt>
                <c:pt idx="69">
                  <c:v>0.20564115102838182</c:v>
                </c:pt>
                <c:pt idx="70">
                  <c:v>0.20818626841227378</c:v>
                </c:pt>
                <c:pt idx="71">
                  <c:v>0.21072180034305213</c:v>
                </c:pt>
                <c:pt idx="72">
                  <c:v>0.21324783625562319</c:v>
                </c:pt>
                <c:pt idx="73">
                  <c:v>0.2157644643390251</c:v>
                </c:pt>
                <c:pt idx="74">
                  <c:v>0.21827177155946131</c:v>
                </c:pt>
                <c:pt idx="75">
                  <c:v>0.22076984368280445</c:v>
                </c:pt>
                <c:pt idx="76">
                  <c:v>0.22325876529658484</c:v>
                </c:pt>
                <c:pt idx="77">
                  <c:v>0.22573861983147844</c:v>
                </c:pt>
                <c:pt idx="78">
                  <c:v>0.22820948958230589</c:v>
                </c:pt>
                <c:pt idx="79">
                  <c:v>0.23067145572855818</c:v>
                </c:pt>
                <c:pt idx="80">
                  <c:v>0.23312459835446131</c:v>
                </c:pt>
                <c:pt idx="81">
                  <c:v>0.23556899646858986</c:v>
                </c:pt>
                <c:pt idx="82">
                  <c:v>0.23800472802304545</c:v>
                </c:pt>
                <c:pt idx="83">
                  <c:v>0.24043186993220872</c:v>
                </c:pt>
                <c:pt idx="84">
                  <c:v>0.24285049809107717</c:v>
                </c:pt>
                <c:pt idx="85">
                  <c:v>0.24526068739319962</c:v>
                </c:pt>
                <c:pt idx="86">
                  <c:v>0.24766251174821852</c:v>
                </c:pt>
                <c:pt idx="87">
                  <c:v>0.25005604409902926</c:v>
                </c:pt>
                <c:pt idx="88">
                  <c:v>0.25244135643856702</c:v>
                </c:pt>
                <c:pt idx="89">
                  <c:v>0.25481851982623149</c:v>
                </c:pt>
                <c:pt idx="90">
                  <c:v>0.25718760440395744</c:v>
                </c:pt>
                <c:pt idx="91">
                  <c:v>0.25954867941194104</c:v>
                </c:pt>
                <c:pt idx="92">
                  <c:v>0.26190181320403122</c:v>
                </c:pt>
                <c:pt idx="93">
                  <c:v>0.26424707326279329</c:v>
                </c:pt>
                <c:pt idx="94">
                  <c:v>0.26658452621425438</c:v>
                </c:pt>
                <c:pt idx="95">
                  <c:v>0.26891423784233826</c:v>
                </c:pt>
                <c:pt idx="96">
                  <c:v>0.27123627310299719</c:v>
                </c:pt>
                <c:pt idx="97">
                  <c:v>0.27355069613804844</c:v>
                </c:pt>
                <c:pt idx="98">
                  <c:v>0.27585757028872304</c:v>
                </c:pt>
                <c:pt idx="99">
                  <c:v>0.27815695810893482</c:v>
                </c:pt>
                <c:pt idx="100">
                  <c:v>0.28044892137827354</c:v>
                </c:pt>
                <c:pt idx="101">
                  <c:v>0.2827335211147331</c:v>
                </c:pt>
                <c:pt idx="102">
                  <c:v>0.28501081758717889</c:v>
                </c:pt>
                <c:pt idx="103">
                  <c:v>0.28728087032755983</c:v>
                </c:pt>
                <c:pt idx="104">
                  <c:v>0.28954373814287404</c:v>
                </c:pt>
                <c:pt idx="105">
                  <c:v>0.29179947912689203</c:v>
                </c:pt>
                <c:pt idx="106">
                  <c:v>0.29404815067164397</c:v>
                </c:pt>
                <c:pt idx="107">
                  <c:v>0.29628980947867606</c:v>
                </c:pt>
                <c:pt idx="108">
                  <c:v>0.29852451157008325</c:v>
                </c:pt>
                <c:pt idx="109">
                  <c:v>0.30075231229932159</c:v>
                </c:pt>
                <c:pt idx="110">
                  <c:v>0.3029732663618061</c:v>
                </c:pt>
                <c:pt idx="111">
                  <c:v>0.305187427805301</c:v>
                </c:pt>
                <c:pt idx="112">
                  <c:v>0.30739485004010375</c:v>
                </c:pt>
                <c:pt idx="113">
                  <c:v>0.30959558584903102</c:v>
                </c:pt>
                <c:pt idx="114">
                  <c:v>0.31178968739720941</c:v>
                </c:pt>
                <c:pt idx="115">
                  <c:v>0.31397720624167624</c:v>
                </c:pt>
                <c:pt idx="116">
                  <c:v>0.31615819334079376</c:v>
                </c:pt>
                <c:pt idx="117">
                  <c:v>0.31833269906348299</c:v>
                </c:pt>
                <c:pt idx="118">
                  <c:v>0.32050077319827963</c:v>
                </c:pt>
                <c:pt idx="119">
                  <c:v>0.32266246496221612</c:v>
                </c:pt>
                <c:pt idx="120">
                  <c:v>0.32481782300953588</c:v>
                </c:pt>
                <c:pt idx="121">
                  <c:v>0.32696689544024088</c:v>
                </c:pt>
                <c:pt idx="122">
                  <c:v>0.32910972980847775</c:v>
                </c:pt>
                <c:pt idx="123">
                  <c:v>0.33124637313076644</c:v>
                </c:pt>
                <c:pt idx="124">
                  <c:v>0.33337687189407395</c:v>
                </c:pt>
                <c:pt idx="125">
                  <c:v>0.33550127206373714</c:v>
                </c:pt>
                <c:pt idx="126">
                  <c:v>0.3376196190912375</c:v>
                </c:pt>
                <c:pt idx="127">
                  <c:v>0.33973195792183297</c:v>
                </c:pt>
                <c:pt idx="128">
                  <c:v>0.34183833300204686</c:v>
                </c:pt>
                <c:pt idx="129">
                  <c:v>0.34393878828701985</c:v>
                </c:pt>
                <c:pt idx="130">
                  <c:v>0.34603336724772688</c:v>
                </c:pt>
                <c:pt idx="131">
                  <c:v>0.348122112878062</c:v>
                </c:pt>
                <c:pt idx="132">
                  <c:v>0.35020506770179355</c:v>
                </c:pt>
                <c:pt idx="133">
                  <c:v>0.35228227377939408</c:v>
                </c:pt>
                <c:pt idx="134">
                  <c:v>0.35435377271474588</c:v>
                </c:pt>
                <c:pt idx="135">
                  <c:v>0.35641960566172592</c:v>
                </c:pt>
                <c:pt idx="136">
                  <c:v>0.35847981333067236</c:v>
                </c:pt>
                <c:pt idx="137">
                  <c:v>0.36053443599473572</c:v>
                </c:pt>
                <c:pt idx="138">
                  <c:v>0.36258351349611617</c:v>
                </c:pt>
                <c:pt idx="139">
                  <c:v>0.36462708525219051</c:v>
                </c:pt>
                <c:pt idx="140">
                  <c:v>0.36666519026153044</c:v>
                </c:pt>
                <c:pt idx="141">
                  <c:v>0.3686978671098145</c:v>
                </c:pt>
                <c:pt idx="142">
                  <c:v>0.37072515397563621</c:v>
                </c:pt>
                <c:pt idx="143">
                  <c:v>0.37274708863621075</c:v>
                </c:pt>
                <c:pt idx="144">
                  <c:v>0.37476370847298102</c:v>
                </c:pt>
                <c:pt idx="145">
                  <c:v>0.37677505047712767</c:v>
                </c:pt>
                <c:pt idx="146">
                  <c:v>0.37878115125498157</c:v>
                </c:pt>
                <c:pt idx="147">
                  <c:v>0.38078204703334517</c:v>
                </c:pt>
                <c:pt idx="148">
                  <c:v>0.38277777366472043</c:v>
                </c:pt>
                <c:pt idx="149">
                  <c:v>0.38476836663244685</c:v>
                </c:pt>
                <c:pt idx="150">
                  <c:v>0.38675386105575349</c:v>
                </c:pt>
                <c:pt idx="151">
                  <c:v>0.3887342916947234</c:v>
                </c:pt>
                <c:pt idx="152">
                  <c:v>0.39070969295517299</c:v>
                </c:pt>
                <c:pt idx="153">
                  <c:v>0.39268009889345185</c:v>
                </c:pt>
                <c:pt idx="154">
                  <c:v>0.39464554322115791</c:v>
                </c:pt>
                <c:pt idx="155">
                  <c:v>0.39660605930977555</c:v>
                </c:pt>
                <c:pt idx="156">
                  <c:v>0.39856168019523591</c:v>
                </c:pt>
                <c:pt idx="157">
                  <c:v>0.40051243858239971</c:v>
                </c:pt>
                <c:pt idx="158">
                  <c:v>0.40245836684946695</c:v>
                </c:pt>
                <c:pt idx="159">
                  <c:v>0.4043994970523126</c:v>
                </c:pt>
                <c:pt idx="160">
                  <c:v>0.40633586092875068</c:v>
                </c:pt>
                <c:pt idx="161">
                  <c:v>0.40826748990272821</c:v>
                </c:pt>
                <c:pt idx="162">
                  <c:v>0.41019441508845034</c:v>
                </c:pt>
                <c:pt idx="163">
                  <c:v>0.41211666729443758</c:v>
                </c:pt>
                <c:pt idx="164">
                  <c:v>0.41403427702751727</c:v>
                </c:pt>
                <c:pt idx="165">
                  <c:v>0.41594727449674973</c:v>
                </c:pt>
                <c:pt idx="166">
                  <c:v>0.41785568961729092</c:v>
                </c:pt>
                <c:pt idx="167">
                  <c:v>0.41975955201419268</c:v>
                </c:pt>
                <c:pt idx="168">
                  <c:v>0.42165889102614174</c:v>
                </c:pt>
                <c:pt idx="169">
                  <c:v>0.42355373570913868</c:v>
                </c:pt>
                <c:pt idx="170">
                  <c:v>0.42544411484011785</c:v>
                </c:pt>
                <c:pt idx="171">
                  <c:v>0.42733005692050985</c:v>
                </c:pt>
                <c:pt idx="172">
                  <c:v>0.42921159017974697</c:v>
                </c:pt>
                <c:pt idx="173">
                  <c:v>0.43108874257871355</c:v>
                </c:pt>
                <c:pt idx="174">
                  <c:v>0.43296154181314084</c:v>
                </c:pt>
                <c:pt idx="175">
                  <c:v>0.43483001531695004</c:v>
                </c:pt>
                <c:pt idx="176">
                  <c:v>0.43669419026554074</c:v>
                </c:pt>
                <c:pt idx="177">
                  <c:v>0.43855409357902997</c:v>
                </c:pt>
                <c:pt idx="178">
                  <c:v>0.44040975192543863</c:v>
                </c:pt>
                <c:pt idx="179">
                  <c:v>0.4422611917238306</c:v>
                </c:pt>
                <c:pt idx="180">
                  <c:v>0.44410843914740061</c:v>
                </c:pt>
                <c:pt idx="181">
                  <c:v>0.44595152012651718</c:v>
                </c:pt>
                <c:pt idx="182">
                  <c:v>0.44779046035171577</c:v>
                </c:pt>
                <c:pt idx="183">
                  <c:v>0.44962528527664847</c:v>
                </c:pt>
                <c:pt idx="184">
                  <c:v>0.45145602012098646</c:v>
                </c:pt>
                <c:pt idx="185">
                  <c:v>0.45328268987328002</c:v>
                </c:pt>
                <c:pt idx="186">
                  <c:v>0.4551053192937729</c:v>
                </c:pt>
                <c:pt idx="187">
                  <c:v>0.45692393291717626</c:v>
                </c:pt>
                <c:pt idx="188">
                  <c:v>0.45873855505539851</c:v>
                </c:pt>
                <c:pt idx="189">
                  <c:v>0.46054920980023539</c:v>
                </c:pt>
                <c:pt idx="190">
                  <c:v>0.46235592102601897</c:v>
                </c:pt>
                <c:pt idx="191">
                  <c:v>0.46415871239222695</c:v>
                </c:pt>
                <c:pt idx="192">
                  <c:v>0.46595760734605313</c:v>
                </c:pt>
                <c:pt idx="193">
                  <c:v>0.46775262912493948</c:v>
                </c:pt>
                <c:pt idx="194">
                  <c:v>0.46954380075907048</c:v>
                </c:pt>
                <c:pt idx="195">
                  <c:v>0.4713311450738305</c:v>
                </c:pt>
                <c:pt idx="196">
                  <c:v>0.47311468469222517</c:v>
                </c:pt>
                <c:pt idx="197">
                  <c:v>0.47489444203726644</c:v>
                </c:pt>
                <c:pt idx="198">
                  <c:v>0.47667043933432329</c:v>
                </c:pt>
                <c:pt idx="199">
                  <c:v>0.47844269861343758</c:v>
                </c:pt>
                <c:pt idx="200">
                  <c:v>0.48021124171160634</c:v>
                </c:pt>
                <c:pt idx="201">
                  <c:v>0.48197609027503024</c:v>
                </c:pt>
                <c:pt idx="202">
                  <c:v>0.48373726576133075</c:v>
                </c:pt>
                <c:pt idx="203">
                  <c:v>0.48549478944173313</c:v>
                </c:pt>
                <c:pt idx="204">
                  <c:v>0.48724868240322039</c:v>
                </c:pt>
                <c:pt idx="205">
                  <c:v>0.48899896555065347</c:v>
                </c:pt>
                <c:pt idx="206">
                  <c:v>0.49074565960886418</c:v>
                </c:pt>
                <c:pt idx="207">
                  <c:v>0.4924887851247145</c:v>
                </c:pt>
                <c:pt idx="208">
                  <c:v>0.4942283624691306</c:v>
                </c:pt>
                <c:pt idx="209">
                  <c:v>0.49596441183910367</c:v>
                </c:pt>
                <c:pt idx="210">
                  <c:v>0.49769695325966629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76F-4B9A-A4D7-7824E879BACD}"/>
            </c:ext>
          </c:extLst>
        </c:ser>
        <c:ser>
          <c:idx val="1"/>
          <c:order val="1"/>
          <c:tx>
            <c:strRef>
              <c:f>[Plots.xlsx]Sheet1!$F$5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1.704333929878037E-2</c:v>
                </c:pt>
                <c:pt idx="2">
                  <c:v>3.3443755486949729E-2</c:v>
                </c:pt>
                <c:pt idx="3">
                  <c:v>4.9248022670181656E-2</c:v>
                </c:pt>
                <c:pt idx="4">
                  <c:v>6.4497989226918531E-2</c:v>
                </c:pt>
                <c:pt idx="5">
                  <c:v>7.9231246047624812E-2</c:v>
                </c:pt>
                <c:pt idx="6">
                  <c:v>9.3481685162235068E-2</c:v>
                </c:pt>
                <c:pt idx="7">
                  <c:v>0.10727996964786837</c:v>
                </c:pt>
                <c:pt idx="8">
                  <c:v>0.12065393120584988</c:v>
                </c:pt>
                <c:pt idx="9">
                  <c:v>0.13362890837021749</c:v>
                </c:pt>
                <c:pt idx="10">
                  <c:v>0.146228035678238</c:v>
                </c:pt>
                <c:pt idx="11">
                  <c:v>0.15847249209524963</c:v>
                </c:pt>
                <c:pt idx="12">
                  <c:v>0.17038171539495739</c:v>
                </c:pt>
                <c:pt idx="13">
                  <c:v>0.18197358794477253</c:v>
                </c:pt>
                <c:pt idx="14">
                  <c:v>0.19326459835446161</c:v>
                </c:pt>
                <c:pt idx="15">
                  <c:v>0.2042699826559248</c:v>
                </c:pt>
                <c:pt idx="16">
                  <c:v>0.2150038480476979</c:v>
                </c:pt>
                <c:pt idx="17">
                  <c:v>0.2254792817258629</c:v>
                </c:pt>
                <c:pt idx="18">
                  <c:v>0.23570844690754897</c:v>
                </c:pt>
                <c:pt idx="19">
                  <c:v>0.24570266781414987</c:v>
                </c:pt>
                <c:pt idx="20">
                  <c:v>0.2554725051033061</c:v>
                </c:pt>
                <c:pt idx="21">
                  <c:v>0.26502782300953653</c:v>
                </c:pt>
                <c:pt idx="22">
                  <c:v>0.27437784926367992</c:v>
                </c:pt>
                <c:pt idx="23">
                  <c:v>0.28353122870354969</c:v>
                </c:pt>
                <c:pt idx="24">
                  <c:v>0.29249607135647615</c:v>
                </c:pt>
                <c:pt idx="25">
                  <c:v>0.30127999566398128</c:v>
                </c:pt>
                <c:pt idx="26">
                  <c:v>0.30989016742589887</c:v>
                </c:pt>
                <c:pt idx="27">
                  <c:v>0.31833333496276167</c:v>
                </c:pt>
                <c:pt idx="28">
                  <c:v>0.32661586092875156</c:v>
                </c:pt>
                <c:pt idx="29">
                  <c:v>0.33474375115093102</c:v>
                </c:pt>
                <c:pt idx="30">
                  <c:v>0.34272268082220636</c:v>
                </c:pt>
                <c:pt idx="31">
                  <c:v>0.35055801833416289</c:v>
                </c:pt>
                <c:pt idx="32">
                  <c:v>0.3582548470004539</c:v>
                </c:pt>
                <c:pt idx="33">
                  <c:v>0.36581798489089978</c:v>
                </c:pt>
                <c:pt idx="34">
                  <c:v>0.37325200297010674</c:v>
                </c:pt>
                <c:pt idx="35">
                  <c:v>0.38056124171160616</c:v>
                </c:pt>
                <c:pt idx="36">
                  <c:v>0.38774982633872962</c:v>
                </c:pt>
                <c:pt idx="37">
                  <c:v>0.39482168082621638</c:v>
                </c:pt>
                <c:pt idx="38">
                  <c:v>0.40178054078154424</c:v>
                </c:pt>
                <c:pt idx="39">
                  <c:v>0.4086299653118497</c:v>
                </c:pt>
                <c:pt idx="40">
                  <c:v>0.41537334797081804</c:v>
                </c:pt>
                <c:pt idx="41">
                  <c:v>0.42201392686983119</c:v>
                </c:pt>
                <c:pt idx="42">
                  <c:v>0.42855479402878888</c:v>
                </c:pt>
                <c:pt idx="43">
                  <c:v>0.43499890403419877</c:v>
                </c:pt>
                <c:pt idx="44">
                  <c:v>0.44134908206521772</c:v>
                </c:pt>
                <c:pt idx="45">
                  <c:v>0.44760803134221921</c:v>
                </c:pt>
                <c:pt idx="46">
                  <c:v>0.45377834004703765</c:v>
                </c:pt>
                <c:pt idx="47">
                  <c:v>0.45986248775923089</c:v>
                </c:pt>
                <c:pt idx="48">
                  <c:v>0.46586285144841827</c:v>
                </c:pt>
                <c:pt idx="49">
                  <c:v>0.47178171105893851</c:v>
                </c:pt>
                <c:pt idx="50">
                  <c:v>0.47762125471966232</c:v>
                </c:pt>
                <c:pt idx="51">
                  <c:v>0.48338358360875361</c:v>
                </c:pt>
                <c:pt idx="52">
                  <c:v>0.48907071650044415</c:v>
                </c:pt>
                <c:pt idx="53">
                  <c:v>0.49468459401844261</c:v>
                </c:pt>
                <c:pt idx="54">
                  <c:v>0.50022708261840365</c:v>
                </c:pt>
                <c:pt idx="55">
                  <c:v>0.50569997831990587</c:v>
                </c:pt>
                <c:pt idx="56">
                  <c:v>0.51110501020661192</c:v>
                </c:pt>
                <c:pt idx="57">
                  <c:v>0.51644384371167884</c:v>
                </c:pt>
                <c:pt idx="58">
                  <c:v>0.52171808370403605</c:v>
                </c:pt>
                <c:pt idx="59">
                  <c:v>0.52692927738984374</c:v>
                </c:pt>
                <c:pt idx="60">
                  <c:v>0.53207891704225496</c:v>
                </c:pt>
                <c:pt idx="61">
                  <c:v>0.53716844257152985</c:v>
                </c:pt>
                <c:pt idx="62">
                  <c:v>0.54219924394658059</c:v>
                </c:pt>
                <c:pt idx="63">
                  <c:v>0.54717266347813076</c:v>
                </c:pt>
                <c:pt idx="64">
                  <c:v>0.55208999797287484</c:v>
                </c:pt>
                <c:pt idx="65">
                  <c:v>0.55695250076728697</c:v>
                </c:pt>
                <c:pt idx="66">
                  <c:v>0.56176138364905559</c:v>
                </c:pt>
                <c:pt idx="67">
                  <c:v>0.56651781867351725</c:v>
                </c:pt>
                <c:pt idx="68">
                  <c:v>0.57122293988189721</c:v>
                </c:pt>
                <c:pt idx="69">
                  <c:v>0.57587784492766059</c:v>
                </c:pt>
                <c:pt idx="70">
                  <c:v>0.58048359661680982</c:v>
                </c:pt>
                <c:pt idx="71">
                  <c:v>0.58504122436753037</c:v>
                </c:pt>
                <c:pt idx="72">
                  <c:v>0.58955172559420688</c:v>
                </c:pt>
                <c:pt idx="73">
                  <c:v>0.59401606702045684</c:v>
                </c:pt>
                <c:pt idx="74">
                  <c:v>0.59843518592551181</c:v>
                </c:pt>
                <c:pt idx="75">
                  <c:v>0.60280999132796198</c:v>
                </c:pt>
                <c:pt idx="76">
                  <c:v>0.60714136511060446</c:v>
                </c:pt>
                <c:pt idx="77">
                  <c:v>0.61143016308987952</c:v>
                </c:pt>
                <c:pt idx="78">
                  <c:v>0.61567721603313419</c:v>
                </c:pt>
                <c:pt idx="79">
                  <c:v>0.61988333062674217</c:v>
                </c:pt>
                <c:pt idx="80">
                  <c:v>0.62404929039790002</c:v>
                </c:pt>
                <c:pt idx="81">
                  <c:v>0.62817585659273212</c:v>
                </c:pt>
                <c:pt idx="82">
                  <c:v>0.63226376901317161</c:v>
                </c:pt>
                <c:pt idx="83">
                  <c:v>0.6363137468149116</c:v>
                </c:pt>
                <c:pt idx="84">
                  <c:v>0.64032648926858537</c:v>
                </c:pt>
                <c:pt idx="85">
                  <c:v>0.644302676486187</c:v>
                </c:pt>
                <c:pt idx="86">
                  <c:v>0.64824297011461918</c:v>
                </c:pt>
                <c:pt idx="87">
                  <c:v>0.65214801399814348</c:v>
                </c:pt>
                <c:pt idx="88">
                  <c:v>0.65601843481138156</c:v>
                </c:pt>
                <c:pt idx="89">
                  <c:v>0.65985484266443428</c:v>
                </c:pt>
                <c:pt idx="90">
                  <c:v>0.66365783168157355</c:v>
                </c:pt>
                <c:pt idx="91">
                  <c:v>0.66742798055488017</c:v>
                </c:pt>
                <c:pt idx="92">
                  <c:v>0.67116585307412346</c:v>
                </c:pt>
                <c:pt idx="93">
                  <c:v>0.6748719986340872</c:v>
                </c:pt>
                <c:pt idx="94">
                  <c:v>0.67854695272049248</c:v>
                </c:pt>
                <c:pt idx="95">
                  <c:v>0.68219123737558662</c:v>
                </c:pt>
                <c:pt idx="96">
                  <c:v>0.68580536164441175</c:v>
                </c:pt>
                <c:pt idx="97">
                  <c:v>0.68938982200271004</c:v>
                </c:pt>
                <c:pt idx="98">
                  <c:v>0.69294510276735966</c:v>
                </c:pt>
                <c:pt idx="99">
                  <c:v>0.69647167649019681</c:v>
                </c:pt>
                <c:pt idx="100">
                  <c:v>0.69997000433601819</c:v>
                </c:pt>
                <c:pt idx="101">
                  <c:v>0.70344053644552451</c:v>
                </c:pt>
                <c:pt idx="102">
                  <c:v>0.70688371228391855</c:v>
                </c:pt>
                <c:pt idx="103">
                  <c:v>0.71029996097583004</c:v>
                </c:pt>
                <c:pt idx="104">
                  <c:v>0.71368970162721068</c:v>
                </c:pt>
                <c:pt idx="105">
                  <c:v>0.71705334363479845</c:v>
                </c:pt>
                <c:pt idx="106">
                  <c:v>0.7203912869837259</c:v>
                </c:pt>
                <c:pt idx="107">
                  <c:v>0.72370392253381155</c:v>
                </c:pt>
                <c:pt idx="108">
                  <c:v>0.72699163229504749</c:v>
                </c:pt>
                <c:pt idx="109">
                  <c:v>0.73025478969276936</c:v>
                </c:pt>
                <c:pt idx="110">
                  <c:v>0.73349375982296772</c:v>
                </c:pt>
                <c:pt idx="111">
                  <c:v>0.7367088996981791</c:v>
                </c:pt>
                <c:pt idx="112">
                  <c:v>0.73990055848436842</c:v>
                </c:pt>
                <c:pt idx="113">
                  <c:v>0.74306907772919817</c:v>
                </c:pt>
                <c:pt idx="114">
                  <c:v>0.74621479158205672</c:v>
                </c:pt>
                <c:pt idx="115">
                  <c:v>0.74933802700619967</c:v>
                </c:pt>
                <c:pt idx="116">
                  <c:v>0.75243910398334157</c:v>
                </c:pt>
                <c:pt idx="117">
                  <c:v>0.75551833571101812</c:v>
                </c:pt>
                <c:pt idx="118">
                  <c:v>0.75857602879302344</c:v>
                </c:pt>
                <c:pt idx="119">
                  <c:v>0.76161248342321131</c:v>
                </c:pt>
                <c:pt idx="120">
                  <c:v>0.76462799356293654</c:v>
                </c:pt>
                <c:pt idx="121">
                  <c:v>0.7676228471123987</c:v>
                </c:pt>
                <c:pt idx="122">
                  <c:v>0.77059732607613773</c:v>
                </c:pt>
                <c:pt idx="123">
                  <c:v>0.77355170672291895</c:v>
                </c:pt>
                <c:pt idx="124">
                  <c:v>0.77648625974023566</c:v>
                </c:pt>
                <c:pt idx="125">
                  <c:v>0.77940125038364283</c:v>
                </c:pt>
                <c:pt idx="126">
                  <c:v>0.78229693862113103</c:v>
                </c:pt>
                <c:pt idx="127">
                  <c:v>0.78517357927273412</c:v>
                </c:pt>
                <c:pt idx="128">
                  <c:v>0.78803142214556032</c:v>
                </c:pt>
                <c:pt idx="129">
                  <c:v>0.79087071216442462</c:v>
                </c:pt>
                <c:pt idx="130">
                  <c:v>0.79369168949825308</c:v>
                </c:pt>
                <c:pt idx="131">
                  <c:v>0.79649458968242315</c:v>
                </c:pt>
                <c:pt idx="132">
                  <c:v>0.79927964373719529</c:v>
                </c:pt>
                <c:pt idx="133">
                  <c:v>0.80204707828238408</c:v>
                </c:pt>
                <c:pt idx="134">
                  <c:v>0.80479711564841305</c:v>
                </c:pt>
                <c:pt idx="135">
                  <c:v>0.80752997398388626</c:v>
                </c:pt>
                <c:pt idx="136">
                  <c:v>0.8102458673598113</c:v>
                </c:pt>
                <c:pt idx="137">
                  <c:v>0.81294500587059249</c:v>
                </c:pt>
                <c:pt idx="138">
                  <c:v>0.81562759573191934</c:v>
                </c:pt>
                <c:pt idx="139">
                  <c:v>0.81829383937565947</c:v>
                </c:pt>
                <c:pt idx="140">
                  <c:v>0.82094393554186784</c:v>
                </c:pt>
                <c:pt idx="141">
                  <c:v>0.82357807936801664</c:v>
                </c:pt>
                <c:pt idx="142">
                  <c:v>0.82619646247554479</c:v>
                </c:pt>
                <c:pt idx="143">
                  <c:v>0.82879927305382439</c:v>
                </c:pt>
                <c:pt idx="144">
                  <c:v>0.83138669594163506</c:v>
                </c:pt>
                <c:pt idx="145">
                  <c:v>0.83395891270623546</c:v>
                </c:pt>
                <c:pt idx="146">
                  <c:v>0.83651610172011537</c:v>
                </c:pt>
                <c:pt idx="147">
                  <c:v>0.83905843823551041</c:v>
                </c:pt>
                <c:pt idx="148">
                  <c:v>0.84158609445675692</c:v>
                </c:pt>
                <c:pt idx="149">
                  <c:v>0.84409923961056121</c:v>
                </c:pt>
                <c:pt idx="150">
                  <c:v>0.84659804001425587</c:v>
                </c:pt>
                <c:pt idx="151">
                  <c:v>0.84908265914211134</c:v>
                </c:pt>
                <c:pt idx="152">
                  <c:v>0.85155325768976808</c:v>
                </c:pt>
                <c:pt idx="153">
                  <c:v>0.85400999363685548</c:v>
                </c:pt>
                <c:pt idx="154">
                  <c:v>0.85645302230785458</c:v>
                </c:pt>
                <c:pt idx="155">
                  <c:v>0.85888249643126757</c:v>
                </c:pt>
                <c:pt idx="156">
                  <c:v>0.86129856619714595</c:v>
                </c:pt>
                <c:pt idx="157">
                  <c:v>0.86370137931303625</c:v>
                </c:pt>
                <c:pt idx="158">
                  <c:v>0.86609108105839094</c:v>
                </c:pt>
                <c:pt idx="159">
                  <c:v>0.86846781433749787</c:v>
                </c:pt>
                <c:pt idx="160">
                  <c:v>0.87083171973097528</c:v>
                </c:pt>
                <c:pt idx="161">
                  <c:v>0.87318293554587778</c:v>
                </c:pt>
                <c:pt idx="162">
                  <c:v>0.87552159786446038</c:v>
                </c:pt>
                <c:pt idx="163">
                  <c:v>0.87784784059164145</c:v>
                </c:pt>
                <c:pt idx="164">
                  <c:v>0.88016179550120566</c:v>
                </c:pt>
                <c:pt idx="165">
                  <c:v>0.88246359228079063</c:v>
                </c:pt>
                <c:pt idx="166">
                  <c:v>0.88475335857568915</c:v>
                </c:pt>
                <c:pt idx="167">
                  <c:v>0.88703122003151125</c:v>
                </c:pt>
                <c:pt idx="168">
                  <c:v>0.88929730033573551</c:v>
                </c:pt>
                <c:pt idx="169">
                  <c:v>0.89155172125818771</c:v>
                </c:pt>
                <c:pt idx="170">
                  <c:v>0.89379460269047983</c:v>
                </c:pt>
                <c:pt idx="171">
                  <c:v>0.89602606268443785</c:v>
                </c:pt>
                <c:pt idx="172">
                  <c:v>0.89824621748955469</c:v>
                </c:pt>
                <c:pt idx="173">
                  <c:v>0.900455181589493</c:v>
                </c:pt>
                <c:pt idx="174">
                  <c:v>0.90265306773766851</c:v>
                </c:pt>
                <c:pt idx="175">
                  <c:v>0.90483998699194323</c:v>
                </c:pt>
                <c:pt idx="176">
                  <c:v>0.90701604874845076</c:v>
                </c:pt>
                <c:pt idx="177">
                  <c:v>0.90918136077458578</c:v>
                </c:pt>
                <c:pt idx="178">
                  <c:v>0.91133602924117496</c:v>
                </c:pt>
                <c:pt idx="179">
                  <c:v>0.91348015875386068</c:v>
                </c:pt>
                <c:pt idx="180">
                  <c:v>0.91561385238371651</c:v>
                </c:pt>
                <c:pt idx="181">
                  <c:v>0.91773721169711553</c:v>
                </c:pt>
                <c:pt idx="182">
                  <c:v>0.91985033678487993</c:v>
                </c:pt>
                <c:pt idx="183">
                  <c:v>0.9219533262907238</c:v>
                </c:pt>
                <c:pt idx="184">
                  <c:v>0.92404627743901613</c:v>
                </c:pt>
                <c:pt idx="185">
                  <c:v>0.92612928606188161</c:v>
                </c:pt>
                <c:pt idx="186">
                  <c:v>0.92820244662565488</c:v>
                </c:pt>
                <c:pt idx="187">
                  <c:v>0.93026585225671377</c:v>
                </c:pt>
                <c:pt idx="188">
                  <c:v>0.93231959476670012</c:v>
                </c:pt>
                <c:pt idx="189">
                  <c:v>0.9343637646771531</c:v>
                </c:pt>
                <c:pt idx="190">
                  <c:v>0.9363984512435678</c:v>
                </c:pt>
                <c:pt idx="191">
                  <c:v>0.93842374247889326</c:v>
                </c:pt>
                <c:pt idx="192">
                  <c:v>0.94043972517649199</c:v>
                </c:pt>
                <c:pt idx="193">
                  <c:v>0.94244648493256733</c:v>
                </c:pt>
                <c:pt idx="194">
                  <c:v>0.94444410616808083</c:v>
                </c:pt>
                <c:pt idx="195">
                  <c:v>0.9464326721501688</c:v>
                </c:pt>
                <c:pt idx="196">
                  <c:v>0.94841226501307319</c:v>
                </c:pt>
                <c:pt idx="197">
                  <c:v>0.95038296577860126</c:v>
                </c:pt>
                <c:pt idx="198">
                  <c:v>0.95234485437612326</c:v>
                </c:pt>
                <c:pt idx="199">
                  <c:v>0.95429800966212541</c:v>
                </c:pt>
                <c:pt idx="200">
                  <c:v>0.95624250943932509</c:v>
                </c:pt>
                <c:pt idx="201">
                  <c:v>0.95817843047536355</c:v>
                </c:pt>
                <c:pt idx="202">
                  <c:v>0.96010584852108549</c:v>
                </c:pt>
                <c:pt idx="203">
                  <c:v>0.96202483832841656</c:v>
                </c:pt>
                <c:pt idx="204">
                  <c:v>0.96393547366785082</c:v>
                </c:pt>
                <c:pt idx="205">
                  <c:v>0.96583782734555568</c:v>
                </c:pt>
                <c:pt idx="206">
                  <c:v>0.96773197122010712</c:v>
                </c:pt>
                <c:pt idx="207">
                  <c:v>0.96961797621886259</c:v>
                </c:pt>
                <c:pt idx="208">
                  <c:v>0.97149591235398181</c:v>
                </c:pt>
                <c:pt idx="209">
                  <c:v>0.97336584873810583</c:v>
                </c:pt>
                <c:pt idx="210">
                  <c:v>0.97522785359969921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76F-4B9A-A4D7-7824E879BACD}"/>
            </c:ext>
          </c:extLst>
        </c:ser>
        <c:ser>
          <c:idx val="2"/>
          <c:order val="2"/>
          <c:tx>
            <c:strRef>
              <c:f>[Plots.xlsx]Sheet1!$G$5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2.1199299069938091E-2</c:v>
                </c:pt>
                <c:pt idx="2">
                  <c:v>4.1412685158225077E-2</c:v>
                </c:pt>
                <c:pt idx="3">
                  <c:v>6.0727840353611652E-2</c:v>
                </c:pt>
                <c:pt idx="4">
                  <c:v>7.9221246047624816E-2</c:v>
                </c:pt>
                <c:pt idx="5">
                  <c:v>9.6960013008056414E-2</c:v>
                </c:pt>
                <c:pt idx="6">
                  <c:v>0.11400335230683679</c:v>
                </c:pt>
                <c:pt idx="7">
                  <c:v>0.13040376849500612</c:v>
                </c:pt>
                <c:pt idx="8">
                  <c:v>0.14620803567823801</c:v>
                </c:pt>
                <c:pt idx="9">
                  <c:v>0.16145800223497489</c:v>
                </c:pt>
                <c:pt idx="10">
                  <c:v>0.17619125905568123</c:v>
                </c:pt>
                <c:pt idx="11">
                  <c:v>0.19044169817029144</c:v>
                </c:pt>
                <c:pt idx="12">
                  <c:v>0.2042399826559248</c:v>
                </c:pt>
                <c:pt idx="13">
                  <c:v>0.21761394421390626</c:v>
                </c:pt>
                <c:pt idx="14">
                  <c:v>0.23058892137827397</c:v>
                </c:pt>
                <c:pt idx="15">
                  <c:v>0.24318804868629446</c:v>
                </c:pt>
                <c:pt idx="16">
                  <c:v>0.25543250510330612</c:v>
                </c:pt>
                <c:pt idx="17">
                  <c:v>0.26734172840301385</c:v>
                </c:pt>
                <c:pt idx="18">
                  <c:v>0.27893360095282904</c:v>
                </c:pt>
                <c:pt idx="19">
                  <c:v>0.29022461136251809</c:v>
                </c:pt>
                <c:pt idx="20">
                  <c:v>0.30122999566398118</c:v>
                </c:pt>
                <c:pt idx="21">
                  <c:v>0.31196386105575435</c:v>
                </c:pt>
                <c:pt idx="22">
                  <c:v>0.32243929473391936</c:v>
                </c:pt>
                <c:pt idx="23">
                  <c:v>0.3326684599156054</c:v>
                </c:pt>
                <c:pt idx="24">
                  <c:v>0.3426626808222063</c:v>
                </c:pt>
                <c:pt idx="25">
                  <c:v>0.35243251811136256</c:v>
                </c:pt>
                <c:pt idx="26">
                  <c:v>0.36198783601759299</c:v>
                </c:pt>
                <c:pt idx="27">
                  <c:v>0.37133786227173637</c:v>
                </c:pt>
                <c:pt idx="28">
                  <c:v>0.38049124171160609</c:v>
                </c:pt>
                <c:pt idx="29">
                  <c:v>0.38945608436453261</c:v>
                </c:pt>
                <c:pt idx="30">
                  <c:v>0.39824000867203779</c:v>
                </c:pt>
                <c:pt idx="31">
                  <c:v>0.40685018043395527</c:v>
                </c:pt>
                <c:pt idx="32">
                  <c:v>0.41529334797081802</c:v>
                </c:pt>
                <c:pt idx="33">
                  <c:v>0.42357587393680796</c:v>
                </c:pt>
                <c:pt idx="34">
                  <c:v>0.43170376415898748</c:v>
                </c:pt>
                <c:pt idx="35">
                  <c:v>0.43968269383026282</c:v>
                </c:pt>
                <c:pt idx="36">
                  <c:v>0.44751803134221935</c:v>
                </c:pt>
                <c:pt idx="37">
                  <c:v>0.45521486000851036</c:v>
                </c:pt>
                <c:pt idx="38">
                  <c:v>0.46277799789895624</c:v>
                </c:pt>
                <c:pt idx="39">
                  <c:v>0.47021201597816314</c:v>
                </c:pt>
                <c:pt idx="40">
                  <c:v>0.47752125471966256</c:v>
                </c:pt>
                <c:pt idx="41">
                  <c:v>0.48470983934678596</c:v>
                </c:pt>
                <c:pt idx="42">
                  <c:v>0.49178169383427273</c:v>
                </c:pt>
                <c:pt idx="43">
                  <c:v>0.49874055378960053</c:v>
                </c:pt>
                <c:pt idx="44">
                  <c:v>0.50558997831990604</c:v>
                </c:pt>
                <c:pt idx="45">
                  <c:v>0.51233336097887427</c:v>
                </c:pt>
                <c:pt idx="46">
                  <c:v>0.51897393987788742</c:v>
                </c:pt>
                <c:pt idx="47">
                  <c:v>0.52551480703684517</c:v>
                </c:pt>
                <c:pt idx="48">
                  <c:v>0.53195891704225506</c:v>
                </c:pt>
                <c:pt idx="49">
                  <c:v>0.53830909507327407</c:v>
                </c:pt>
                <c:pt idx="50">
                  <c:v>0.5445680443502755</c:v>
                </c:pt>
                <c:pt idx="51">
                  <c:v>0.550738353055094</c:v>
                </c:pt>
                <c:pt idx="52">
                  <c:v>0.55682250076728712</c:v>
                </c:pt>
                <c:pt idx="53">
                  <c:v>0.56282286445647456</c:v>
                </c:pt>
                <c:pt idx="54">
                  <c:v>0.56874172406699475</c:v>
                </c:pt>
                <c:pt idx="55">
                  <c:v>0.57458126772771867</c:v>
                </c:pt>
                <c:pt idx="56">
                  <c:v>0.5803435966168099</c:v>
                </c:pt>
                <c:pt idx="57">
                  <c:v>0.58603072950850044</c:v>
                </c:pt>
                <c:pt idx="58">
                  <c:v>0.59164460702649901</c:v>
                </c:pt>
                <c:pt idx="59">
                  <c:v>0.59718709562645989</c:v>
                </c:pt>
                <c:pt idx="60">
                  <c:v>0.60265999132796211</c:v>
                </c:pt>
                <c:pt idx="61">
                  <c:v>0.60806502321466827</c:v>
                </c:pt>
                <c:pt idx="62">
                  <c:v>0.61340385671973507</c:v>
                </c:pt>
                <c:pt idx="63">
                  <c:v>0.6186780967120924</c:v>
                </c:pt>
                <c:pt idx="64">
                  <c:v>0.62388929039790009</c:v>
                </c:pt>
                <c:pt idx="65">
                  <c:v>0.6290389300503112</c:v>
                </c:pt>
                <c:pt idx="66">
                  <c:v>0.63412845557958619</c:v>
                </c:pt>
                <c:pt idx="67">
                  <c:v>0.63915925695463693</c:v>
                </c:pt>
                <c:pt idx="68">
                  <c:v>0.64413267648618699</c:v>
                </c:pt>
                <c:pt idx="69">
                  <c:v>0.64905001098093118</c:v>
                </c:pt>
                <c:pt idx="70">
                  <c:v>0.65391251377534332</c:v>
                </c:pt>
                <c:pt idx="71">
                  <c:v>0.65872139665711194</c:v>
                </c:pt>
                <c:pt idx="72">
                  <c:v>0.6634778316815737</c:v>
                </c:pt>
                <c:pt idx="73">
                  <c:v>0.66818295288995344</c:v>
                </c:pt>
                <c:pt idx="74">
                  <c:v>0.67283785793571693</c:v>
                </c:pt>
                <c:pt idx="75">
                  <c:v>0.67744360962486616</c:v>
                </c:pt>
                <c:pt idx="76">
                  <c:v>0.68200123737558671</c:v>
                </c:pt>
                <c:pt idx="77">
                  <c:v>0.68651173860226322</c:v>
                </c:pt>
                <c:pt idx="78">
                  <c:v>0.69097608002851318</c:v>
                </c:pt>
                <c:pt idx="79">
                  <c:v>0.69539519893356816</c:v>
                </c:pt>
                <c:pt idx="80">
                  <c:v>0.69977000433601833</c:v>
                </c:pt>
                <c:pt idx="81">
                  <c:v>0.7041013781186608</c:v>
                </c:pt>
                <c:pt idx="82">
                  <c:v>0.70839017609793586</c:v>
                </c:pt>
                <c:pt idx="83">
                  <c:v>0.71263722904119042</c:v>
                </c:pt>
                <c:pt idx="84">
                  <c:v>0.71684334363479851</c:v>
                </c:pt>
                <c:pt idx="85">
                  <c:v>0.72100930340595626</c:v>
                </c:pt>
                <c:pt idx="86">
                  <c:v>0.72513586960078846</c:v>
                </c:pt>
                <c:pt idx="87">
                  <c:v>0.72922378202122784</c:v>
                </c:pt>
                <c:pt idx="88">
                  <c:v>0.73327375982296783</c:v>
                </c:pt>
                <c:pt idx="89">
                  <c:v>0.73728650227664172</c:v>
                </c:pt>
                <c:pt idx="90">
                  <c:v>0.74126268949424323</c:v>
                </c:pt>
                <c:pt idx="91">
                  <c:v>0.74520298312267552</c:v>
                </c:pt>
                <c:pt idx="92">
                  <c:v>0.74910802700619983</c:v>
                </c:pt>
                <c:pt idx="93">
                  <c:v>0.7529784478194379</c:v>
                </c:pt>
                <c:pt idx="94">
                  <c:v>0.75681485567249074</c:v>
                </c:pt>
                <c:pt idx="95">
                  <c:v>0.76061784468962979</c:v>
                </c:pt>
                <c:pt idx="96">
                  <c:v>0.76438799356293652</c:v>
                </c:pt>
                <c:pt idx="97">
                  <c:v>0.76812586608217981</c:v>
                </c:pt>
                <c:pt idx="98">
                  <c:v>0.77183201164214343</c:v>
                </c:pt>
                <c:pt idx="99">
                  <c:v>0.77550696572854894</c:v>
                </c:pt>
                <c:pt idx="100">
                  <c:v>0.77915125038364297</c:v>
                </c:pt>
                <c:pt idx="101">
                  <c:v>0.78276537465246809</c:v>
                </c:pt>
                <c:pt idx="102">
                  <c:v>0.78634983501076638</c:v>
                </c:pt>
                <c:pt idx="103">
                  <c:v>0.789905115775416</c:v>
                </c:pt>
                <c:pt idx="104">
                  <c:v>0.79343168949825316</c:v>
                </c:pt>
                <c:pt idx="105">
                  <c:v>0.79693001734407443</c:v>
                </c:pt>
                <c:pt idx="106">
                  <c:v>0.80040054945358086</c:v>
                </c:pt>
                <c:pt idx="107">
                  <c:v>0.8038437252919749</c:v>
                </c:pt>
                <c:pt idx="108">
                  <c:v>0.80725997398388638</c:v>
                </c:pt>
                <c:pt idx="109">
                  <c:v>0.81064971463526703</c:v>
                </c:pt>
                <c:pt idx="110">
                  <c:v>0.81401335664285479</c:v>
                </c:pt>
                <c:pt idx="111">
                  <c:v>0.81735129999178224</c:v>
                </c:pt>
                <c:pt idx="112">
                  <c:v>0.82066393554186789</c:v>
                </c:pt>
                <c:pt idx="113">
                  <c:v>0.82395164530310372</c:v>
                </c:pt>
                <c:pt idx="114">
                  <c:v>0.8272148027008257</c:v>
                </c:pt>
                <c:pt idx="115">
                  <c:v>0.83045377283102406</c:v>
                </c:pt>
                <c:pt idx="116">
                  <c:v>0.83366891270623555</c:v>
                </c:pt>
                <c:pt idx="117">
                  <c:v>0.83686057149242477</c:v>
                </c:pt>
                <c:pt idx="118">
                  <c:v>0.84002909073725451</c:v>
                </c:pt>
                <c:pt idx="119">
                  <c:v>0.84317480459011307</c:v>
                </c:pt>
                <c:pt idx="120">
                  <c:v>0.84629804001425601</c:v>
                </c:pt>
                <c:pt idx="121">
                  <c:v>0.84939911699139792</c:v>
                </c:pt>
                <c:pt idx="122">
                  <c:v>0.85247834871907446</c:v>
                </c:pt>
                <c:pt idx="123">
                  <c:v>0.85553604180107967</c:v>
                </c:pt>
                <c:pt idx="124">
                  <c:v>0.85857249643126765</c:v>
                </c:pt>
                <c:pt idx="125">
                  <c:v>0.86158800657099277</c:v>
                </c:pt>
                <c:pt idx="126">
                  <c:v>0.86458286012045504</c:v>
                </c:pt>
                <c:pt idx="127">
                  <c:v>0.86755733908419408</c:v>
                </c:pt>
                <c:pt idx="128">
                  <c:v>0.8705117197309753</c:v>
                </c:pt>
                <c:pt idx="129">
                  <c:v>0.87344627274829201</c:v>
                </c:pt>
                <c:pt idx="130">
                  <c:v>0.87636126339169917</c:v>
                </c:pt>
                <c:pt idx="131">
                  <c:v>0.87925695162918738</c:v>
                </c:pt>
                <c:pt idx="132">
                  <c:v>0.88213359228079047</c:v>
                </c:pt>
                <c:pt idx="133">
                  <c:v>0.88499143515361667</c:v>
                </c:pt>
                <c:pt idx="134">
                  <c:v>0.88783072517248096</c:v>
                </c:pt>
                <c:pt idx="135">
                  <c:v>0.89065170250630932</c:v>
                </c:pt>
                <c:pt idx="136">
                  <c:v>0.89345460269047949</c:v>
                </c:pt>
                <c:pt idx="137">
                  <c:v>0.89623965674525163</c:v>
                </c:pt>
                <c:pt idx="138">
                  <c:v>0.89900709129044054</c:v>
                </c:pt>
                <c:pt idx="139">
                  <c:v>0.9017571286564694</c:v>
                </c:pt>
                <c:pt idx="140">
                  <c:v>0.90448998699194261</c:v>
                </c:pt>
                <c:pt idx="141">
                  <c:v>0.90720588036786765</c:v>
                </c:pt>
                <c:pt idx="142">
                  <c:v>0.90990501887864883</c:v>
                </c:pt>
                <c:pt idx="143">
                  <c:v>0.91258760873997569</c:v>
                </c:pt>
                <c:pt idx="144">
                  <c:v>0.9152538523837157</c:v>
                </c:pt>
                <c:pt idx="145">
                  <c:v>0.91790394854992408</c:v>
                </c:pt>
                <c:pt idx="146">
                  <c:v>0.92053809237607298</c:v>
                </c:pt>
                <c:pt idx="147">
                  <c:v>0.92315647548360114</c:v>
                </c:pt>
                <c:pt idx="148">
                  <c:v>0.92575928606188074</c:v>
                </c:pt>
                <c:pt idx="149">
                  <c:v>0.9283467089496914</c:v>
                </c:pt>
                <c:pt idx="150">
                  <c:v>0.9309189257142918</c:v>
                </c:pt>
                <c:pt idx="151">
                  <c:v>0.93347611472817171</c:v>
                </c:pt>
                <c:pt idx="152">
                  <c:v>0.93601845124356664</c:v>
                </c:pt>
                <c:pt idx="153">
                  <c:v>0.93854610746481326</c:v>
                </c:pt>
                <c:pt idx="154">
                  <c:v>0.94105925261861756</c:v>
                </c:pt>
                <c:pt idx="155">
                  <c:v>0.94355805302231233</c:v>
                </c:pt>
                <c:pt idx="156">
                  <c:v>0.94604267215016757</c:v>
                </c:pt>
                <c:pt idx="157">
                  <c:v>0.94851327069782443</c:v>
                </c:pt>
                <c:pt idx="158">
                  <c:v>0.95097000664491182</c:v>
                </c:pt>
                <c:pt idx="159">
                  <c:v>0.95341303531591093</c:v>
                </c:pt>
                <c:pt idx="160">
                  <c:v>0.95584250943932392</c:v>
                </c:pt>
                <c:pt idx="161">
                  <c:v>0.9582585792052023</c:v>
                </c:pt>
                <c:pt idx="162">
                  <c:v>0.9606613923210926</c:v>
                </c:pt>
                <c:pt idx="163">
                  <c:v>0.9630510940664474</c:v>
                </c:pt>
                <c:pt idx="164">
                  <c:v>0.96542782734555432</c:v>
                </c:pt>
                <c:pt idx="165">
                  <c:v>0.96779173273903185</c:v>
                </c:pt>
                <c:pt idx="166">
                  <c:v>0.97014294855393435</c:v>
                </c:pt>
                <c:pt idx="167">
                  <c:v>0.97248161087251694</c:v>
                </c:pt>
                <c:pt idx="168">
                  <c:v>0.9748078535996979</c:v>
                </c:pt>
                <c:pt idx="169">
                  <c:v>0.97712180850926222</c:v>
                </c:pt>
                <c:pt idx="170">
                  <c:v>0.9794236052888472</c:v>
                </c:pt>
                <c:pt idx="171">
                  <c:v>0.98171337158374572</c:v>
                </c:pt>
                <c:pt idx="172">
                  <c:v>0.98399123303956781</c:v>
                </c:pt>
                <c:pt idx="173">
                  <c:v>0.98625731334379207</c:v>
                </c:pt>
                <c:pt idx="174">
                  <c:v>0.98851173426624428</c:v>
                </c:pt>
                <c:pt idx="175">
                  <c:v>0.9907546156985364</c:v>
                </c:pt>
                <c:pt idx="176">
                  <c:v>0.99298607569249442</c:v>
                </c:pt>
                <c:pt idx="177">
                  <c:v>0.99520623049761137</c:v>
                </c:pt>
                <c:pt idx="178">
                  <c:v>0.99741519459754957</c:v>
                </c:pt>
                <c:pt idx="179">
                  <c:v>0.99961308074572508</c:v>
                </c:pt>
                <c:pt idx="180">
                  <c:v>1.0017999999999996</c:v>
                </c:pt>
                <c:pt idx="181">
                  <c:v>1.0039760617565074</c:v>
                </c:pt>
                <c:pt idx="182">
                  <c:v>1.0061413737826423</c:v>
                </c:pt>
                <c:pt idx="183">
                  <c:v>1.0082960422492315</c:v>
                </c:pt>
                <c:pt idx="184">
                  <c:v>1.0104401717619174</c:v>
                </c:pt>
                <c:pt idx="185">
                  <c:v>1.0125738653917729</c:v>
                </c:pt>
                <c:pt idx="186">
                  <c:v>1.014697224705172</c:v>
                </c:pt>
                <c:pt idx="187">
                  <c:v>1.0168103497929366</c:v>
                </c:pt>
                <c:pt idx="188">
                  <c:v>1.0189133392987804</c:v>
                </c:pt>
                <c:pt idx="189">
                  <c:v>1.0210062904470727</c:v>
                </c:pt>
                <c:pt idx="190">
                  <c:v>1.0230892990699381</c:v>
                </c:pt>
                <c:pt idx="191">
                  <c:v>1.0251624596337117</c:v>
                </c:pt>
                <c:pt idx="192">
                  <c:v>1.0272258652647701</c:v>
                </c:pt>
                <c:pt idx="193">
                  <c:v>1.0292796077747566</c:v>
                </c:pt>
                <c:pt idx="194">
                  <c:v>1.0313237776852098</c:v>
                </c:pt>
                <c:pt idx="195">
                  <c:v>1.0333584642516243</c:v>
                </c:pt>
                <c:pt idx="196">
                  <c:v>1.0353837554869498</c:v>
                </c:pt>
                <c:pt idx="197">
                  <c:v>1.0373997381845486</c:v>
                </c:pt>
                <c:pt idx="198">
                  <c:v>1.0394064979406239</c:v>
                </c:pt>
                <c:pt idx="199">
                  <c:v>1.0414041191761374</c:v>
                </c:pt>
                <c:pt idx="200">
                  <c:v>1.0433926851582254</c:v>
                </c:pt>
                <c:pt idx="201">
                  <c:v>1.0453722780211299</c:v>
                </c:pt>
                <c:pt idx="202">
                  <c:v>1.0473429787866577</c:v>
                </c:pt>
                <c:pt idx="203">
                  <c:v>1.0493048673841798</c:v>
                </c:pt>
                <c:pt idx="204">
                  <c:v>1.051258022670182</c:v>
                </c:pt>
                <c:pt idx="205">
                  <c:v>1.0532025224473818</c:v>
                </c:pt>
                <c:pt idx="206">
                  <c:v>1.0551384434834201</c:v>
                </c:pt>
                <c:pt idx="207">
                  <c:v>1.0570658615291419</c:v>
                </c:pt>
                <c:pt idx="208">
                  <c:v>1.0589848513364732</c:v>
                </c:pt>
                <c:pt idx="209">
                  <c:v>1.0608954866759073</c:v>
                </c:pt>
                <c:pt idx="210">
                  <c:v>1.0627978403536122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76F-4B9A-A4D7-7824E879BACD}"/>
            </c:ext>
          </c:extLst>
        </c:ser>
        <c:ser>
          <c:idx val="3"/>
          <c:order val="3"/>
          <c:tx>
            <c:strRef>
              <c:f>[Plots.xlsx]Sheet1!$H$5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2.5315865264770261E-2</c:v>
                </c:pt>
                <c:pt idx="2">
                  <c:v>4.9238022670181653E-2</c:v>
                </c:pt>
                <c:pt idx="3">
                  <c:v>7.1912007306125361E-2</c:v>
                </c:pt>
                <c:pt idx="4">
                  <c:v>9.3461685162235061E-2</c:v>
                </c:pt>
                <c:pt idx="5">
                  <c:v>0.11399335230683678</c:v>
                </c:pt>
                <c:pt idx="6">
                  <c:v>0.13359890837021748</c:v>
                </c:pt>
                <c:pt idx="7">
                  <c:v>0.15235834438305645</c:v>
                </c:pt>
                <c:pt idx="8">
                  <c:v>0.17034171539495738</c:v>
                </c:pt>
                <c:pt idx="9">
                  <c:v>0.18761072083646307</c:v>
                </c:pt>
                <c:pt idx="10">
                  <c:v>0.20421998265592473</c:v>
                </c:pt>
                <c:pt idx="11">
                  <c:v>0.22021808804005508</c:v>
                </c:pt>
                <c:pt idx="12">
                  <c:v>0.23564844690754891</c:v>
                </c:pt>
                <c:pt idx="13">
                  <c:v>0.25055000230889402</c:v>
                </c:pt>
                <c:pt idx="14">
                  <c:v>0.26495782300953646</c:v>
                </c:pt>
                <c:pt idx="15">
                  <c:v>0.27890360095282896</c:v>
                </c:pt>
                <c:pt idx="16">
                  <c:v>0.29241607135647607</c:v>
                </c:pt>
                <c:pt idx="17">
                  <c:v>0.30552136944662389</c:v>
                </c:pt>
                <c:pt idx="18">
                  <c:v>0.31824333496276158</c:v>
                </c:pt>
                <c:pt idx="19">
                  <c:v>0.330603773349191</c:v>
                </c:pt>
                <c:pt idx="20">
                  <c:v>0.34262268082220626</c:v>
                </c:pt>
                <c:pt idx="21">
                  <c:v>0.35431843914740097</c:v>
                </c:pt>
                <c:pt idx="22">
                  <c:v>0.36570798489089973</c:v>
                </c:pt>
                <c:pt idx="23">
                  <c:v>0.37680695705651202</c:v>
                </c:pt>
                <c:pt idx="24">
                  <c:v>0.3876298263387295</c:v>
                </c:pt>
                <c:pt idx="25">
                  <c:v>0.39819000867203763</c:v>
                </c:pt>
                <c:pt idx="26">
                  <c:v>0.40849996531184962</c:v>
                </c:pt>
                <c:pt idx="27">
                  <c:v>0.41857129131974552</c:v>
                </c:pt>
                <c:pt idx="28">
                  <c:v>0.4284147940287889</c:v>
                </c:pt>
                <c:pt idx="29">
                  <c:v>0.43804056282038806</c:v>
                </c:pt>
                <c:pt idx="30">
                  <c:v>0.44745803134221934</c:v>
                </c:pt>
                <c:pt idx="31">
                  <c:v>0.45667603312904309</c:v>
                </c:pt>
                <c:pt idx="32">
                  <c:v>0.46570285144841839</c:v>
                </c:pt>
                <c:pt idx="33">
                  <c:v>0.47454626407625533</c:v>
                </c:pt>
                <c:pt idx="34">
                  <c:v>0.48321358360875388</c:v>
                </c:pt>
                <c:pt idx="35">
                  <c:v>0.49171169383427282</c:v>
                </c:pt>
                <c:pt idx="36">
                  <c:v>0.50004708261840392</c:v>
                </c:pt>
                <c:pt idx="37">
                  <c:v>0.508225871695831</c:v>
                </c:pt>
                <c:pt idx="38">
                  <c:v>0.51625384371167926</c:v>
                </c:pt>
                <c:pt idx="39">
                  <c:v>0.52413646681156467</c:v>
                </c:pt>
                <c:pt idx="40">
                  <c:v>0.53187891704225521</c:v>
                </c:pt>
                <c:pt idx="41">
                  <c:v>0.53948609879277676</c:v>
                </c:pt>
                <c:pt idx="42">
                  <c:v>0.54696266347813105</c:v>
                </c:pt>
                <c:pt idx="43">
                  <c:v>0.5543130266438745</c:v>
                </c:pt>
                <c:pt idx="44">
                  <c:v>0.56154138364905604</c:v>
                </c:pt>
                <c:pt idx="45">
                  <c:v>0.56865172406699493</c:v>
                </c:pt>
                <c:pt idx="46">
                  <c:v>0.57564784492766108</c:v>
                </c:pt>
                <c:pt idx="47">
                  <c:v>0.58253336291170865</c:v>
                </c:pt>
                <c:pt idx="48">
                  <c:v>0.58931172559420719</c:v>
                </c:pt>
                <c:pt idx="49">
                  <c:v>0.59598622182557404</c:v>
                </c:pt>
                <c:pt idx="50">
                  <c:v>0.60255999132796223</c:v>
                </c:pt>
                <c:pt idx="51">
                  <c:v>0.60903603357719394</c:v>
                </c:pt>
                <c:pt idx="52">
                  <c:v>0.61541721603313437</c:v>
                </c:pt>
                <c:pt idx="53">
                  <c:v>0.62170628177503506</c:v>
                </c:pt>
                <c:pt idx="54">
                  <c:v>0.62790585659273246</c:v>
                </c:pt>
                <c:pt idx="55">
                  <c:v>0.63401845557958625</c:v>
                </c:pt>
                <c:pt idx="56">
                  <c:v>0.64004648926858576</c:v>
                </c:pt>
                <c:pt idx="57">
                  <c:v>0.6459922693490916</c:v>
                </c:pt>
                <c:pt idx="58">
                  <c:v>0.65185801399814369</c:v>
                </c:pt>
                <c:pt idx="59">
                  <c:v>0.65764585285710364</c:v>
                </c:pt>
                <c:pt idx="60">
                  <c:v>0.6633578316815737</c:v>
                </c:pt>
                <c:pt idx="61">
                  <c:v>0.6689959166899998</c:v>
                </c:pt>
                <c:pt idx="62">
                  <c:v>0.67456199863408739</c:v>
                </c:pt>
                <c:pt idx="63">
                  <c:v>0.68005789661211857</c:v>
                </c:pt>
                <c:pt idx="64">
                  <c:v>0.68548536164441209</c:v>
                </c:pt>
                <c:pt idx="65">
                  <c:v>0.69084608002851322</c:v>
                </c:pt>
                <c:pt idx="66">
                  <c:v>0.69614167649019709</c:v>
                </c:pt>
                <c:pt idx="67">
                  <c:v>0.70137371714501884</c:v>
                </c:pt>
                <c:pt idx="68">
                  <c:v>0.70654371228391877</c:v>
                </c:pt>
                <c:pt idx="69">
                  <c:v>0.71165311899527517</c:v>
                </c:pt>
                <c:pt idx="70">
                  <c:v>0.71670334363479882</c:v>
                </c:pt>
                <c:pt idx="71">
                  <c:v>0.72169574415373861</c:v>
                </c:pt>
                <c:pt idx="72">
                  <c:v>0.72663163229504779</c:v>
                </c:pt>
                <c:pt idx="73">
                  <c:v>0.73151227566638866</c:v>
                </c:pt>
                <c:pt idx="74">
                  <c:v>0.73633889969817934</c:v>
                </c:pt>
                <c:pt idx="75">
                  <c:v>0.74111268949424336</c:v>
                </c:pt>
                <c:pt idx="76">
                  <c:v>0.7458347915820569</c:v>
                </c:pt>
                <c:pt idx="77">
                  <c:v>0.75050631556906056</c:v>
                </c:pt>
                <c:pt idx="78">
                  <c:v>0.75512833571101834</c:v>
                </c:pt>
                <c:pt idx="79">
                  <c:v>0.75970189239797292</c:v>
                </c:pt>
                <c:pt idx="80">
                  <c:v>0.7642279935629368</c:v>
                </c:pt>
                <c:pt idx="81">
                  <c:v>0.76870761601809001</c:v>
                </c:pt>
                <c:pt idx="82">
                  <c:v>0.77314170672291926</c:v>
                </c:pt>
                <c:pt idx="83">
                  <c:v>0.77753118398841026</c:v>
                </c:pt>
                <c:pt idx="84">
                  <c:v>0.78187693862113117</c:v>
                </c:pt>
                <c:pt idx="85">
                  <c:v>0.78617983501076649</c:v>
                </c:pt>
                <c:pt idx="86">
                  <c:v>0.7904407121644248</c:v>
                </c:pt>
                <c:pt idx="87">
                  <c:v>0.79466038469081812</c:v>
                </c:pt>
                <c:pt idx="88">
                  <c:v>0.79883964373719551</c:v>
                </c:pt>
                <c:pt idx="89">
                  <c:v>0.80297925788173197</c:v>
                </c:pt>
                <c:pt idx="90">
                  <c:v>0.80707997398388653</c:v>
                </c:pt>
                <c:pt idx="91">
                  <c:v>0.81114251799508341</c:v>
                </c:pt>
                <c:pt idx="92">
                  <c:v>0.81516759573191955</c:v>
                </c:pt>
                <c:pt idx="93">
                  <c:v>0.8191558936139548</c:v>
                </c:pt>
                <c:pt idx="94">
                  <c:v>0.82310807936801678</c:v>
                </c:pt>
                <c:pt idx="95">
                  <c:v>0.82702480270082579</c:v>
                </c:pt>
                <c:pt idx="96">
                  <c:v>0.83090669594163524</c:v>
                </c:pt>
                <c:pt idx="97">
                  <c:v>0.83475437465647817</c:v>
                </c:pt>
                <c:pt idx="98">
                  <c:v>0.83856843823551053</c:v>
                </c:pt>
                <c:pt idx="99">
                  <c:v>0.8423494704548542</c:v>
                </c:pt>
                <c:pt idx="100">
                  <c:v>0.84609804001425615</c:v>
                </c:pt>
                <c:pt idx="101">
                  <c:v>0.84981470105180301</c:v>
                </c:pt>
                <c:pt idx="102">
                  <c:v>0.85349999363685569</c:v>
                </c:pt>
                <c:pt idx="103">
                  <c:v>0.85715444424229958</c:v>
                </c:pt>
                <c:pt idx="104">
                  <c:v>0.8607785661971461</c:v>
                </c:pt>
                <c:pt idx="105">
                  <c:v>0.86437286012045511</c:v>
                </c:pt>
                <c:pt idx="106">
                  <c:v>0.86793781433749806</c:v>
                </c:pt>
                <c:pt idx="107">
                  <c:v>0.87147390527902635</c:v>
                </c:pt>
                <c:pt idx="108">
                  <c:v>0.8749815978644605</c:v>
                </c:pt>
                <c:pt idx="109">
                  <c:v>0.87846134586977331</c:v>
                </c:pt>
                <c:pt idx="110">
                  <c:v>0.88191359228079058</c:v>
                </c:pt>
                <c:pt idx="111">
                  <c:v>0.88533876963260305</c:v>
                </c:pt>
                <c:pt idx="112">
                  <c:v>0.88873730033573539</c:v>
                </c:pt>
                <c:pt idx="113">
                  <c:v>0.89210959698968806</c:v>
                </c:pt>
                <c:pt idx="114">
                  <c:v>0.89545606268443767</c:v>
                </c:pt>
                <c:pt idx="115">
                  <c:v>0.89877709129044059</c:v>
                </c:pt>
                <c:pt idx="116">
                  <c:v>0.90207306773766827</c:v>
                </c:pt>
                <c:pt idx="117">
                  <c:v>0.90534436828416276</c:v>
                </c:pt>
                <c:pt idx="118">
                  <c:v>0.90859136077458524</c:v>
                </c:pt>
                <c:pt idx="119">
                  <c:v>0.91181440488920029</c:v>
                </c:pt>
                <c:pt idx="120">
                  <c:v>0.9150138523837158</c:v>
                </c:pt>
                <c:pt idx="121">
                  <c:v>0.91819004732038145</c:v>
                </c:pt>
                <c:pt idx="122">
                  <c:v>0.92134332629072302</c:v>
                </c:pt>
                <c:pt idx="123">
                  <c:v>0.92447401863027556</c:v>
                </c:pt>
                <c:pt idx="124">
                  <c:v>0.92758244662565426</c:v>
                </c:pt>
                <c:pt idx="125">
                  <c:v>0.93066892571429183</c:v>
                </c:pt>
                <c:pt idx="126">
                  <c:v>0.93373376467715241</c:v>
                </c:pt>
                <c:pt idx="127">
                  <c:v>0.93677726582471199</c:v>
                </c:pt>
                <c:pt idx="128">
                  <c:v>0.93979972517649091</c:v>
                </c:pt>
                <c:pt idx="129">
                  <c:v>0.94280143263440208</c:v>
                </c:pt>
                <c:pt idx="130">
                  <c:v>0.94578267215016765</c:v>
                </c:pt>
                <c:pt idx="131">
                  <c:v>0.94874372188704992</c:v>
                </c:pt>
                <c:pt idx="132">
                  <c:v>0.95168485437612205</c:v>
                </c:pt>
                <c:pt idx="133">
                  <c:v>0.95460633666730343</c:v>
                </c:pt>
                <c:pt idx="134">
                  <c:v>0.95750843047536238</c:v>
                </c:pt>
                <c:pt idx="135">
                  <c:v>0.96039139232109261</c:v>
                </c:pt>
                <c:pt idx="136">
                  <c:v>0.96325547366784947</c:v>
                </c:pt>
                <c:pt idx="137">
                  <c:v>0.96610092105362833</c:v>
                </c:pt>
                <c:pt idx="138">
                  <c:v>0.96892797621886118</c:v>
                </c:pt>
                <c:pt idx="139">
                  <c:v>0.97173687623009242</c:v>
                </c:pt>
                <c:pt idx="140">
                  <c:v>0.97452785359969762</c:v>
                </c:pt>
                <c:pt idx="141">
                  <c:v>0.97730113640179184</c:v>
                </c:pt>
                <c:pt idx="142">
                  <c:v>0.98005694838447333</c:v>
                </c:pt>
                <c:pt idx="143">
                  <c:v>0.98279550907854352</c:v>
                </c:pt>
                <c:pt idx="144">
                  <c:v>0.98551703390282985</c:v>
                </c:pt>
                <c:pt idx="145">
                  <c:v>0.98822173426624382</c:v>
                </c:pt>
                <c:pt idx="146">
                  <c:v>0.99090981766669084</c:v>
                </c:pt>
                <c:pt idx="147">
                  <c:v>0.99358148778694866</c:v>
                </c:pt>
                <c:pt idx="148">
                  <c:v>0.99623694458762713</c:v>
                </c:pt>
                <c:pt idx="149">
                  <c:v>0.9988763843973123</c:v>
                </c:pt>
                <c:pt idx="150">
                  <c:v>1.0014999999999989</c:v>
                </c:pt>
                <c:pt idx="151">
                  <c:v>1.0041079807199076</c:v>
                </c:pt>
                <c:pt idx="152">
                  <c:v>1.0067005125037793</c:v>
                </c:pt>
                <c:pt idx="153">
                  <c:v>1.0092777780007389</c:v>
                </c:pt>
                <c:pt idx="154">
                  <c:v>1.0118399566398111</c:v>
                </c:pt>
                <c:pt idx="155">
                  <c:v>1.0143872247051711</c:v>
                </c:pt>
                <c:pt idx="156">
                  <c:v>1.0169197554092133</c:v>
                </c:pt>
                <c:pt idx="157">
                  <c:v>1.0194377189635047</c:v>
                </c:pt>
                <c:pt idx="158">
                  <c:v>1.0219412826477068</c:v>
                </c:pt>
                <c:pt idx="159">
                  <c:v>1.0244306108765269</c:v>
                </c:pt>
                <c:pt idx="160">
                  <c:v>1.0269058652647693</c:v>
                </c:pt>
                <c:pt idx="161">
                  <c:v>1.0293672046905524</c:v>
                </c:pt>
                <c:pt idx="162">
                  <c:v>1.0318147853567501</c:v>
                </c:pt>
                <c:pt idx="163">
                  <c:v>1.0342487608507189</c:v>
                </c:pt>
                <c:pt idx="164">
                  <c:v>1.0366692822023673</c:v>
                </c:pt>
                <c:pt idx="165">
                  <c:v>1.0390764979406226</c:v>
                </c:pt>
                <c:pt idx="166">
                  <c:v>1.0414705541483495</c:v>
                </c:pt>
                <c:pt idx="167">
                  <c:v>1.0438515945157656</c:v>
                </c:pt>
                <c:pt idx="168">
                  <c:v>1.0462197603924102</c:v>
                </c:pt>
                <c:pt idx="169">
                  <c:v>1.0485751908377092</c:v>
                </c:pt>
                <c:pt idx="170">
                  <c:v>1.0509180226701811</c:v>
                </c:pt>
                <c:pt idx="171">
                  <c:v>1.0532483905153269</c:v>
                </c:pt>
                <c:pt idx="172">
                  <c:v>1.055566426852252</c:v>
                </c:pt>
                <c:pt idx="173">
                  <c:v>1.0578722620590517</c:v>
                </c:pt>
                <c:pt idx="174">
                  <c:v>1.0601660244570048</c:v>
                </c:pt>
                <c:pt idx="175">
                  <c:v>1.0624478403536111</c:v>
                </c:pt>
                <c:pt idx="176">
                  <c:v>1.0647178340845098</c:v>
                </c:pt>
                <c:pt idx="177">
                  <c:v>1.0669761280543115</c:v>
                </c:pt>
                <c:pt idx="178">
                  <c:v>1.0692228427763801</c:v>
                </c:pt>
                <c:pt idx="179">
                  <c:v>1.0714580969115952</c:v>
                </c:pt>
                <c:pt idx="180">
                  <c:v>1.0736820073061251</c:v>
                </c:pt>
                <c:pt idx="181">
                  <c:v>1.0758946890282437</c:v>
                </c:pt>
                <c:pt idx="182">
                  <c:v>1.0780962554042173</c:v>
                </c:pt>
                <c:pt idx="183">
                  <c:v>1.0802868180532923</c:v>
                </c:pt>
                <c:pt idx="184">
                  <c:v>1.0824664869218057</c:v>
                </c:pt>
                <c:pt idx="185">
                  <c:v>1.0846353703164497</c:v>
                </c:pt>
                <c:pt idx="186">
                  <c:v>1.0867935749367159</c:v>
                </c:pt>
                <c:pt idx="187">
                  <c:v>1.0889412059065353</c:v>
                </c:pt>
                <c:pt idx="188">
                  <c:v>1.0910783668051489</c:v>
                </c:pt>
                <c:pt idx="189">
                  <c:v>1.0932051596972228</c:v>
                </c:pt>
                <c:pt idx="190">
                  <c:v>1.0953216851622352</c:v>
                </c:pt>
                <c:pt idx="191">
                  <c:v>1.0974280423231508</c:v>
                </c:pt>
                <c:pt idx="192">
                  <c:v>1.0995243288744108</c:v>
                </c:pt>
                <c:pt idx="193">
                  <c:v>1.1016106411092501</c:v>
                </c:pt>
                <c:pt idx="194">
                  <c:v>1.1036870739463664</c:v>
                </c:pt>
                <c:pt idx="195">
                  <c:v>1.1057537209559569</c:v>
                </c:pt>
                <c:pt idx="196">
                  <c:v>1.1078106743851437</c:v>
                </c:pt>
                <c:pt idx="197">
                  <c:v>1.1098580251827987</c:v>
                </c:pt>
                <c:pt idx="198">
                  <c:v>1.1118958630237936</c:v>
                </c:pt>
                <c:pt idx="199">
                  <c:v>1.1139242763326818</c:v>
                </c:pt>
                <c:pt idx="200">
                  <c:v>1.1159433523068372</c:v>
                </c:pt>
                <c:pt idx="201">
                  <c:v>1.1179531769390556</c:v>
                </c:pt>
                <c:pt idx="202">
                  <c:v>1.1199538350396416</c:v>
                </c:pt>
                <c:pt idx="203">
                  <c:v>1.1219454102579913</c:v>
                </c:pt>
                <c:pt idx="204">
                  <c:v>1.1239279851036816</c:v>
                </c:pt>
                <c:pt idx="205">
                  <c:v>1.1259016409670863</c:v>
                </c:pt>
                <c:pt idx="206">
                  <c:v>1.1278664581395272</c:v>
                </c:pt>
                <c:pt idx="207">
                  <c:v>1.1298225158329738</c:v>
                </c:pt>
                <c:pt idx="208">
                  <c:v>1.1317698921993016</c:v>
                </c:pt>
                <c:pt idx="209">
                  <c:v>1.1337086643491259</c:v>
                </c:pt>
                <c:pt idx="210">
                  <c:v>1.1356389083702181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76F-4B9A-A4D7-7824E879B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256146886139665"/>
          <c:y val="0.88362487412436097"/>
          <c:w val="0.34377859050448539"/>
          <c:h val="0.116375125875638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800" b="0" i="0" baseline="0" dirty="0">
                <a:effectLst/>
              </a:rPr>
              <a:t>적은 </a:t>
            </a:r>
            <a:r>
              <a:rPr lang="en-US" sz="1800" b="0" i="0" baseline="0" dirty="0" err="1">
                <a:effectLst/>
              </a:rPr>
              <a:t>데이터</a:t>
            </a:r>
            <a:r>
              <a:rPr lang="ko-KR" sz="1800" b="0" i="0" baseline="0" dirty="0">
                <a:effectLst/>
              </a:rPr>
              <a:t>에서의 알고리즘</a:t>
            </a: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[Plots.xlsx]Sheet1!$E$5</c:f>
              <c:strCache>
                <c:ptCount val="1"/>
                <c:pt idx="0">
                  <c:v>Small NN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[Plots.xlsx]Sheet1!$E$6:$E$216</c:f>
              <c:numCache>
                <c:formatCode>General</c:formatCode>
                <c:ptCount val="211"/>
                <c:pt idx="0">
                  <c:v>0</c:v>
                </c:pt>
                <c:pt idx="1">
                  <c:v>3.5294705536179621E-3</c:v>
                </c:pt>
                <c:pt idx="2">
                  <c:v>7.0379549973171767E-3</c:v>
                </c:pt>
                <c:pt idx="3">
                  <c:v>1.0525742086910208E-2</c:v>
                </c:pt>
                <c:pt idx="4">
                  <c:v>1.3993114659256938E-2</c:v>
                </c:pt>
                <c:pt idx="5">
                  <c:v>1.7440349792936523E-2</c:v>
                </c:pt>
                <c:pt idx="6">
                  <c:v>2.0867718963505685E-2</c:v>
                </c:pt>
                <c:pt idx="7">
                  <c:v>2.4275488193557831E-2</c:v>
                </c:pt>
                <c:pt idx="8">
                  <c:v>2.7663918197793475E-2</c:v>
                </c:pt>
                <c:pt idx="9">
                  <c:v>3.1033264523296734E-2</c:v>
                </c:pt>
                <c:pt idx="10">
                  <c:v>3.4383777685209664E-2</c:v>
                </c:pt>
                <c:pt idx="11">
                  <c:v>3.7715703297981566E-2</c:v>
                </c:pt>
                <c:pt idx="12">
                  <c:v>4.102928220236815E-2</c:v>
                </c:pt>
                <c:pt idx="13">
                  <c:v>4.4324750588341864E-2</c:v>
                </c:pt>
                <c:pt idx="14">
                  <c:v>4.760234011407314E-2</c:v>
                </c:pt>
                <c:pt idx="15">
                  <c:v>5.0862278021129498E-2</c:v>
                </c:pt>
                <c:pt idx="16">
                  <c:v>5.4104787246038705E-2</c:v>
                </c:pt>
                <c:pt idx="17">
                  <c:v>5.733008652835004E-2</c:v>
                </c:pt>
                <c:pt idx="18">
                  <c:v>6.0538390515327466E-2</c:v>
                </c:pt>
                <c:pt idx="19">
                  <c:v>6.3729909863397258E-2</c:v>
                </c:pt>
                <c:pt idx="20">
                  <c:v>6.6904851336472643E-2</c:v>
                </c:pt>
                <c:pt idx="21">
                  <c:v>7.0063417901267688E-2</c:v>
                </c:pt>
                <c:pt idx="22">
                  <c:v>7.320580881971267E-2</c:v>
                </c:pt>
                <c:pt idx="23">
                  <c:v>7.6332219738573848E-2</c:v>
                </c:pt>
                <c:pt idx="24">
                  <c:v>7.9442842776380751E-2</c:v>
                </c:pt>
                <c:pt idx="25">
                  <c:v>8.2537866607755084E-2</c:v>
                </c:pt>
                <c:pt idx="26">
                  <c:v>8.5617476545236632E-2</c:v>
                </c:pt>
                <c:pt idx="27">
                  <c:v>8.8681854618691602E-2</c:v>
                </c:pt>
                <c:pt idx="28">
                  <c:v>9.1731179652392109E-2</c:v>
                </c:pt>
                <c:pt idx="29">
                  <c:v>9.4765627339844782E-2</c:v>
                </c:pt>
                <c:pt idx="30">
                  <c:v>9.7785370316450154E-2</c:v>
                </c:pt>
                <c:pt idx="31">
                  <c:v>0.10079057823006501</c:v>
                </c:pt>
                <c:pt idx="32">
                  <c:v>0.10378141780954248</c:v>
                </c:pt>
                <c:pt idx="33">
                  <c:v>0.10675805293131635</c:v>
                </c:pt>
                <c:pt idx="34">
                  <c:v>0.10972064468409926</c:v>
                </c:pt>
                <c:pt idx="35">
                  <c:v>0.11266935143175519</c:v>
                </c:pt>
                <c:pt idx="36">
                  <c:v>0.11560432887441097</c:v>
                </c:pt>
                <c:pt idx="37">
                  <c:v>0.11852573010786266</c:v>
                </c:pt>
                <c:pt idx="38">
                  <c:v>0.12143370568133638</c:v>
                </c:pt>
                <c:pt idx="39">
                  <c:v>0.12432840365365544</c:v>
                </c:pt>
                <c:pt idx="40">
                  <c:v>0.12720996964786846</c:v>
                </c:pt>
                <c:pt idx="41">
                  <c:v>0.13007854690438675</c:v>
                </c:pt>
                <c:pt idx="42">
                  <c:v>0.13293427633268159</c:v>
                </c:pt>
                <c:pt idx="43">
                  <c:v>0.13577729656158632</c:v>
                </c:pt>
                <c:pt idx="44">
                  <c:v>0.13860774398824849</c:v>
                </c:pt>
                <c:pt idx="45">
                  <c:v>0.14142575282577666</c:v>
                </c:pt>
                <c:pt idx="46">
                  <c:v>0.14423145514962146</c:v>
                </c:pt>
                <c:pt idx="47">
                  <c:v>0.14702498094273198</c:v>
                </c:pt>
                <c:pt idx="48">
                  <c:v>0.14980645813952681</c:v>
                </c:pt>
                <c:pt idx="49">
                  <c:v>0.15257601266871534</c:v>
                </c:pt>
                <c:pt idx="50">
                  <c:v>0.15533376849500607</c:v>
                </c:pt>
                <c:pt idx="51">
                  <c:v>0.15807984765973698</c:v>
                </c:pt>
                <c:pt idx="52">
                  <c:v>0.16081437032046006</c:v>
                </c:pt>
                <c:pt idx="53">
                  <c:v>0.16353745478951259</c:v>
                </c:pt>
                <c:pt idx="54">
                  <c:v>0.16624921757160696</c:v>
                </c:pt>
                <c:pt idx="55">
                  <c:v>0.1689497734004673</c:v>
                </c:pt>
                <c:pt idx="56">
                  <c:v>0.17163923527454317</c:v>
                </c:pt>
                <c:pt idx="57">
                  <c:v>0.17431771449182754</c:v>
                </c:pt>
                <c:pt idx="58">
                  <c:v>0.17698532068380504</c:v>
                </c:pt>
                <c:pt idx="59">
                  <c:v>0.17964216184855852</c:v>
                </c:pt>
                <c:pt idx="60">
                  <c:v>0.18228834438305636</c:v>
                </c:pt>
                <c:pt idx="61">
                  <c:v>0.18492397311464681</c:v>
                </c:pt>
                <c:pt idx="62">
                  <c:v>0.18754915133178121</c:v>
                </c:pt>
                <c:pt idx="63">
                  <c:v>0.19016398081398916</c:v>
                </c:pt>
                <c:pt idx="64">
                  <c:v>0.19276856186112792</c:v>
                </c:pt>
                <c:pt idx="65">
                  <c:v>0.19536299332192594</c:v>
                </c:pt>
                <c:pt idx="66">
                  <c:v>0.19794737262184148</c:v>
                </c:pt>
                <c:pt idx="67">
                  <c:v>0.20052179579025631</c:v>
                </c:pt>
                <c:pt idx="68">
                  <c:v>0.20308635748702258</c:v>
                </c:pt>
                <c:pt idx="69">
                  <c:v>0.20564115102838182</c:v>
                </c:pt>
                <c:pt idx="70">
                  <c:v>0.20818626841227378</c:v>
                </c:pt>
                <c:pt idx="71">
                  <c:v>0.21072180034305213</c:v>
                </c:pt>
                <c:pt idx="72">
                  <c:v>0.21324783625562319</c:v>
                </c:pt>
                <c:pt idx="73">
                  <c:v>0.2157644643390251</c:v>
                </c:pt>
                <c:pt idx="74">
                  <c:v>0.21827177155946131</c:v>
                </c:pt>
                <c:pt idx="75">
                  <c:v>0.22076984368280445</c:v>
                </c:pt>
                <c:pt idx="76">
                  <c:v>0.22325876529658484</c:v>
                </c:pt>
                <c:pt idx="77">
                  <c:v>0.22573861983147844</c:v>
                </c:pt>
                <c:pt idx="78">
                  <c:v>0.22820948958230589</c:v>
                </c:pt>
                <c:pt idx="79">
                  <c:v>0.23067145572855818</c:v>
                </c:pt>
                <c:pt idx="80">
                  <c:v>0.23312459835446131</c:v>
                </c:pt>
                <c:pt idx="81">
                  <c:v>0.23556899646858986</c:v>
                </c:pt>
                <c:pt idx="82">
                  <c:v>0.23800472802304545</c:v>
                </c:pt>
                <c:pt idx="83">
                  <c:v>0.24043186993220872</c:v>
                </c:pt>
                <c:pt idx="84">
                  <c:v>0.24285049809107717</c:v>
                </c:pt>
                <c:pt idx="85">
                  <c:v>0.24526068739319962</c:v>
                </c:pt>
                <c:pt idx="86">
                  <c:v>0.24766251174821852</c:v>
                </c:pt>
                <c:pt idx="87">
                  <c:v>0.25005604409902926</c:v>
                </c:pt>
                <c:pt idx="88">
                  <c:v>0.25244135643856702</c:v>
                </c:pt>
                <c:pt idx="89">
                  <c:v>0.25481851982623149</c:v>
                </c:pt>
                <c:pt idx="90">
                  <c:v>0.25718760440395744</c:v>
                </c:pt>
                <c:pt idx="91">
                  <c:v>0.25954867941194104</c:v>
                </c:pt>
                <c:pt idx="92">
                  <c:v>0.26190181320403122</c:v>
                </c:pt>
                <c:pt idx="93">
                  <c:v>0.26424707326279329</c:v>
                </c:pt>
                <c:pt idx="94">
                  <c:v>0.26658452621425438</c:v>
                </c:pt>
                <c:pt idx="95">
                  <c:v>0.26891423784233826</c:v>
                </c:pt>
                <c:pt idx="96">
                  <c:v>0.27123627310299719</c:v>
                </c:pt>
                <c:pt idx="97">
                  <c:v>0.27355069613804844</c:v>
                </c:pt>
                <c:pt idx="98">
                  <c:v>0.27585757028872304</c:v>
                </c:pt>
                <c:pt idx="99">
                  <c:v>0.27815695810893482</c:v>
                </c:pt>
                <c:pt idx="100">
                  <c:v>0.28044892137827354</c:v>
                </c:pt>
                <c:pt idx="101">
                  <c:v>0.2827335211147331</c:v>
                </c:pt>
                <c:pt idx="102">
                  <c:v>0.28501081758717889</c:v>
                </c:pt>
                <c:pt idx="103">
                  <c:v>0.28728087032755983</c:v>
                </c:pt>
                <c:pt idx="104">
                  <c:v>0.28954373814287404</c:v>
                </c:pt>
                <c:pt idx="105">
                  <c:v>0.29179947912689203</c:v>
                </c:pt>
                <c:pt idx="106">
                  <c:v>0.29404815067164397</c:v>
                </c:pt>
                <c:pt idx="107">
                  <c:v>0.29628980947867606</c:v>
                </c:pt>
                <c:pt idx="108">
                  <c:v>0.29852451157008325</c:v>
                </c:pt>
                <c:pt idx="109">
                  <c:v>0.30075231229932159</c:v>
                </c:pt>
                <c:pt idx="110">
                  <c:v>0.3029732663618061</c:v>
                </c:pt>
                <c:pt idx="111">
                  <c:v>0.305187427805301</c:v>
                </c:pt>
                <c:pt idx="112">
                  <c:v>0.30739485004010375</c:v>
                </c:pt>
                <c:pt idx="113">
                  <c:v>0.30959558584903102</c:v>
                </c:pt>
                <c:pt idx="114">
                  <c:v>0.31178968739720941</c:v>
                </c:pt>
                <c:pt idx="115">
                  <c:v>0.31397720624167624</c:v>
                </c:pt>
                <c:pt idx="116">
                  <c:v>0.31615819334079376</c:v>
                </c:pt>
                <c:pt idx="117">
                  <c:v>0.31833269906348299</c:v>
                </c:pt>
                <c:pt idx="118">
                  <c:v>0.32050077319827963</c:v>
                </c:pt>
                <c:pt idx="119">
                  <c:v>0.32266246496221612</c:v>
                </c:pt>
                <c:pt idx="120">
                  <c:v>0.32481782300953588</c:v>
                </c:pt>
                <c:pt idx="121">
                  <c:v>0.32696689544024088</c:v>
                </c:pt>
                <c:pt idx="122">
                  <c:v>0.32910972980847775</c:v>
                </c:pt>
                <c:pt idx="123">
                  <c:v>0.33124637313076644</c:v>
                </c:pt>
                <c:pt idx="124">
                  <c:v>0.33337687189407395</c:v>
                </c:pt>
                <c:pt idx="125">
                  <c:v>0.33550127206373714</c:v>
                </c:pt>
                <c:pt idx="126">
                  <c:v>0.3376196190912375</c:v>
                </c:pt>
                <c:pt idx="127">
                  <c:v>0.33973195792183297</c:v>
                </c:pt>
                <c:pt idx="128">
                  <c:v>0.34183833300204686</c:v>
                </c:pt>
                <c:pt idx="129">
                  <c:v>0.34393878828701985</c:v>
                </c:pt>
                <c:pt idx="130">
                  <c:v>0.34603336724772688</c:v>
                </c:pt>
                <c:pt idx="131">
                  <c:v>0.348122112878062</c:v>
                </c:pt>
                <c:pt idx="132">
                  <c:v>0.35020506770179355</c:v>
                </c:pt>
                <c:pt idx="133">
                  <c:v>0.35228227377939408</c:v>
                </c:pt>
                <c:pt idx="134">
                  <c:v>0.35435377271474588</c:v>
                </c:pt>
                <c:pt idx="135">
                  <c:v>0.35641960566172592</c:v>
                </c:pt>
                <c:pt idx="136">
                  <c:v>0.35847981333067236</c:v>
                </c:pt>
                <c:pt idx="137">
                  <c:v>0.36053443599473572</c:v>
                </c:pt>
                <c:pt idx="138">
                  <c:v>0.36258351349611617</c:v>
                </c:pt>
                <c:pt idx="139">
                  <c:v>0.36462708525219051</c:v>
                </c:pt>
                <c:pt idx="140">
                  <c:v>0.36666519026153044</c:v>
                </c:pt>
                <c:pt idx="141">
                  <c:v>0.3686978671098145</c:v>
                </c:pt>
                <c:pt idx="142">
                  <c:v>0.37072515397563621</c:v>
                </c:pt>
                <c:pt idx="143">
                  <c:v>0.37274708863621075</c:v>
                </c:pt>
                <c:pt idx="144">
                  <c:v>0.37476370847298102</c:v>
                </c:pt>
                <c:pt idx="145">
                  <c:v>0.37677505047712767</c:v>
                </c:pt>
                <c:pt idx="146">
                  <c:v>0.37878115125498157</c:v>
                </c:pt>
                <c:pt idx="147">
                  <c:v>0.38078204703334517</c:v>
                </c:pt>
                <c:pt idx="148">
                  <c:v>0.38277777366472043</c:v>
                </c:pt>
                <c:pt idx="149">
                  <c:v>0.38476836663244685</c:v>
                </c:pt>
                <c:pt idx="150">
                  <c:v>0.38675386105575349</c:v>
                </c:pt>
                <c:pt idx="151">
                  <c:v>0.3887342916947234</c:v>
                </c:pt>
                <c:pt idx="152">
                  <c:v>0.39070969295517299</c:v>
                </c:pt>
                <c:pt idx="153">
                  <c:v>0.39268009889345185</c:v>
                </c:pt>
                <c:pt idx="154">
                  <c:v>0.39464554322115791</c:v>
                </c:pt>
                <c:pt idx="155">
                  <c:v>0.39660605930977555</c:v>
                </c:pt>
                <c:pt idx="156">
                  <c:v>0.39856168019523591</c:v>
                </c:pt>
                <c:pt idx="157">
                  <c:v>0.40051243858239971</c:v>
                </c:pt>
                <c:pt idx="158">
                  <c:v>0.40245836684946695</c:v>
                </c:pt>
                <c:pt idx="159">
                  <c:v>0.4043994970523126</c:v>
                </c:pt>
                <c:pt idx="160">
                  <c:v>0.40633586092875068</c:v>
                </c:pt>
                <c:pt idx="161">
                  <c:v>0.40826748990272821</c:v>
                </c:pt>
                <c:pt idx="162">
                  <c:v>0.41019441508845034</c:v>
                </c:pt>
                <c:pt idx="163">
                  <c:v>0.41211666729443758</c:v>
                </c:pt>
                <c:pt idx="164">
                  <c:v>0.41403427702751727</c:v>
                </c:pt>
                <c:pt idx="165">
                  <c:v>0.41594727449674973</c:v>
                </c:pt>
                <c:pt idx="166">
                  <c:v>0.41785568961729092</c:v>
                </c:pt>
                <c:pt idx="167">
                  <c:v>0.41975955201419268</c:v>
                </c:pt>
                <c:pt idx="168">
                  <c:v>0.42165889102614174</c:v>
                </c:pt>
                <c:pt idx="169">
                  <c:v>0.42355373570913868</c:v>
                </c:pt>
                <c:pt idx="170">
                  <c:v>0.42544411484011785</c:v>
                </c:pt>
                <c:pt idx="171">
                  <c:v>0.42733005692050985</c:v>
                </c:pt>
                <c:pt idx="172">
                  <c:v>0.42921159017974697</c:v>
                </c:pt>
                <c:pt idx="173">
                  <c:v>0.43108874257871355</c:v>
                </c:pt>
                <c:pt idx="174">
                  <c:v>0.43296154181314084</c:v>
                </c:pt>
                <c:pt idx="175">
                  <c:v>0.43483001531695004</c:v>
                </c:pt>
                <c:pt idx="176">
                  <c:v>0.43669419026554074</c:v>
                </c:pt>
                <c:pt idx="177">
                  <c:v>0.43855409357902997</c:v>
                </c:pt>
                <c:pt idx="178">
                  <c:v>0.44040975192543863</c:v>
                </c:pt>
                <c:pt idx="179">
                  <c:v>0.4422611917238306</c:v>
                </c:pt>
                <c:pt idx="180">
                  <c:v>0.44410843914740061</c:v>
                </c:pt>
                <c:pt idx="181">
                  <c:v>0.44595152012651718</c:v>
                </c:pt>
                <c:pt idx="182">
                  <c:v>0.44779046035171577</c:v>
                </c:pt>
                <c:pt idx="183">
                  <c:v>0.44962528527664847</c:v>
                </c:pt>
                <c:pt idx="184">
                  <c:v>0.45145602012098646</c:v>
                </c:pt>
                <c:pt idx="185">
                  <c:v>0.45328268987328002</c:v>
                </c:pt>
                <c:pt idx="186">
                  <c:v>0.4551053192937729</c:v>
                </c:pt>
                <c:pt idx="187">
                  <c:v>0.45692393291717626</c:v>
                </c:pt>
                <c:pt idx="188">
                  <c:v>0.45873855505539851</c:v>
                </c:pt>
                <c:pt idx="189">
                  <c:v>0.46054920980023539</c:v>
                </c:pt>
                <c:pt idx="190">
                  <c:v>0.46235592102601897</c:v>
                </c:pt>
                <c:pt idx="191">
                  <c:v>0.46415871239222695</c:v>
                </c:pt>
                <c:pt idx="192">
                  <c:v>0.46595760734605313</c:v>
                </c:pt>
                <c:pt idx="193">
                  <c:v>0.46775262912493948</c:v>
                </c:pt>
                <c:pt idx="194">
                  <c:v>0.46954380075907048</c:v>
                </c:pt>
                <c:pt idx="195">
                  <c:v>0.4713311450738305</c:v>
                </c:pt>
                <c:pt idx="196">
                  <c:v>0.47311468469222517</c:v>
                </c:pt>
                <c:pt idx="197">
                  <c:v>0.47489444203726644</c:v>
                </c:pt>
                <c:pt idx="198">
                  <c:v>0.47667043933432329</c:v>
                </c:pt>
                <c:pt idx="199">
                  <c:v>0.47844269861343758</c:v>
                </c:pt>
                <c:pt idx="200">
                  <c:v>0.48021124171160634</c:v>
                </c:pt>
                <c:pt idx="201">
                  <c:v>0.48197609027503024</c:v>
                </c:pt>
                <c:pt idx="202">
                  <c:v>0.48373726576133075</c:v>
                </c:pt>
                <c:pt idx="203">
                  <c:v>0.48549478944173313</c:v>
                </c:pt>
                <c:pt idx="204">
                  <c:v>0.48724868240322039</c:v>
                </c:pt>
                <c:pt idx="205">
                  <c:v>0.48899896555065347</c:v>
                </c:pt>
                <c:pt idx="206">
                  <c:v>0.49074565960886418</c:v>
                </c:pt>
                <c:pt idx="207">
                  <c:v>0.4924887851247145</c:v>
                </c:pt>
                <c:pt idx="208">
                  <c:v>0.4942283624691306</c:v>
                </c:pt>
                <c:pt idx="209">
                  <c:v>0.49596441183910367</c:v>
                </c:pt>
                <c:pt idx="210">
                  <c:v>0.49769695325966629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76F-4B9A-A4D7-7824E879BACD}"/>
            </c:ext>
          </c:extLst>
        </c:ser>
        <c:ser>
          <c:idx val="1"/>
          <c:order val="1"/>
          <c:tx>
            <c:strRef>
              <c:f>[Plots.xlsx]Sheet1!$F$5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1.704333929878037E-2</c:v>
                </c:pt>
                <c:pt idx="2">
                  <c:v>3.3443755486949729E-2</c:v>
                </c:pt>
                <c:pt idx="3">
                  <c:v>4.9248022670181656E-2</c:v>
                </c:pt>
                <c:pt idx="4">
                  <c:v>6.4497989226918531E-2</c:v>
                </c:pt>
                <c:pt idx="5">
                  <c:v>7.9231246047624812E-2</c:v>
                </c:pt>
                <c:pt idx="6">
                  <c:v>9.3481685162235068E-2</c:v>
                </c:pt>
                <c:pt idx="7">
                  <c:v>0.10727996964786837</c:v>
                </c:pt>
                <c:pt idx="8">
                  <c:v>0.12065393120584988</c:v>
                </c:pt>
                <c:pt idx="9">
                  <c:v>0.13362890837021749</c:v>
                </c:pt>
                <c:pt idx="10">
                  <c:v>0.146228035678238</c:v>
                </c:pt>
                <c:pt idx="11">
                  <c:v>0.15847249209524963</c:v>
                </c:pt>
                <c:pt idx="12">
                  <c:v>0.17038171539495739</c:v>
                </c:pt>
                <c:pt idx="13">
                  <c:v>0.18197358794477253</c:v>
                </c:pt>
                <c:pt idx="14">
                  <c:v>0.19326459835446161</c:v>
                </c:pt>
                <c:pt idx="15">
                  <c:v>0.2042699826559248</c:v>
                </c:pt>
                <c:pt idx="16">
                  <c:v>0.2150038480476979</c:v>
                </c:pt>
                <c:pt idx="17">
                  <c:v>0.2254792817258629</c:v>
                </c:pt>
                <c:pt idx="18">
                  <c:v>0.23570844690754897</c:v>
                </c:pt>
                <c:pt idx="19">
                  <c:v>0.24570266781414987</c:v>
                </c:pt>
                <c:pt idx="20">
                  <c:v>0.2554725051033061</c:v>
                </c:pt>
                <c:pt idx="21">
                  <c:v>0.26502782300953653</c:v>
                </c:pt>
                <c:pt idx="22">
                  <c:v>0.27437784926367992</c:v>
                </c:pt>
                <c:pt idx="23">
                  <c:v>0.28353122870354969</c:v>
                </c:pt>
                <c:pt idx="24">
                  <c:v>0.29249607135647615</c:v>
                </c:pt>
                <c:pt idx="25">
                  <c:v>0.30127999566398128</c:v>
                </c:pt>
                <c:pt idx="26">
                  <c:v>0.30989016742589887</c:v>
                </c:pt>
                <c:pt idx="27">
                  <c:v>0.31833333496276167</c:v>
                </c:pt>
                <c:pt idx="28">
                  <c:v>0.32661586092875156</c:v>
                </c:pt>
                <c:pt idx="29">
                  <c:v>0.33474375115093102</c:v>
                </c:pt>
                <c:pt idx="30">
                  <c:v>0.34272268082220636</c:v>
                </c:pt>
                <c:pt idx="31">
                  <c:v>0.35055801833416289</c:v>
                </c:pt>
                <c:pt idx="32">
                  <c:v>0.3582548470004539</c:v>
                </c:pt>
                <c:pt idx="33">
                  <c:v>0.36581798489089978</c:v>
                </c:pt>
                <c:pt idx="34">
                  <c:v>0.37325200297010674</c:v>
                </c:pt>
                <c:pt idx="35">
                  <c:v>0.38056124171160616</c:v>
                </c:pt>
                <c:pt idx="36">
                  <c:v>0.38774982633872962</c:v>
                </c:pt>
                <c:pt idx="37">
                  <c:v>0.39482168082621638</c:v>
                </c:pt>
                <c:pt idx="38">
                  <c:v>0.40178054078154424</c:v>
                </c:pt>
                <c:pt idx="39">
                  <c:v>0.4086299653118497</c:v>
                </c:pt>
                <c:pt idx="40">
                  <c:v>0.41537334797081804</c:v>
                </c:pt>
                <c:pt idx="41">
                  <c:v>0.42201392686983119</c:v>
                </c:pt>
                <c:pt idx="42">
                  <c:v>0.42855479402878888</c:v>
                </c:pt>
                <c:pt idx="43">
                  <c:v>0.43499890403419877</c:v>
                </c:pt>
                <c:pt idx="44">
                  <c:v>0.44134908206521772</c:v>
                </c:pt>
                <c:pt idx="45">
                  <c:v>0.44760803134221921</c:v>
                </c:pt>
                <c:pt idx="46">
                  <c:v>0.45377834004703765</c:v>
                </c:pt>
                <c:pt idx="47">
                  <c:v>0.45986248775923089</c:v>
                </c:pt>
                <c:pt idx="48">
                  <c:v>0.46586285144841827</c:v>
                </c:pt>
                <c:pt idx="49">
                  <c:v>0.47178171105893851</c:v>
                </c:pt>
                <c:pt idx="50">
                  <c:v>0.47762125471966232</c:v>
                </c:pt>
                <c:pt idx="51">
                  <c:v>0.48338358360875361</c:v>
                </c:pt>
                <c:pt idx="52">
                  <c:v>0.48907071650044415</c:v>
                </c:pt>
                <c:pt idx="53">
                  <c:v>0.49468459401844261</c:v>
                </c:pt>
                <c:pt idx="54">
                  <c:v>0.50022708261840365</c:v>
                </c:pt>
                <c:pt idx="55">
                  <c:v>0.50569997831990587</c:v>
                </c:pt>
                <c:pt idx="56">
                  <c:v>0.51110501020661192</c:v>
                </c:pt>
                <c:pt idx="57">
                  <c:v>0.51644384371167884</c:v>
                </c:pt>
                <c:pt idx="58">
                  <c:v>0.52171808370403605</c:v>
                </c:pt>
                <c:pt idx="59">
                  <c:v>0.52692927738984374</c:v>
                </c:pt>
                <c:pt idx="60">
                  <c:v>0.53207891704225496</c:v>
                </c:pt>
                <c:pt idx="61">
                  <c:v>0.53716844257152985</c:v>
                </c:pt>
                <c:pt idx="62">
                  <c:v>0.54219924394658059</c:v>
                </c:pt>
                <c:pt idx="63">
                  <c:v>0.54717266347813076</c:v>
                </c:pt>
                <c:pt idx="64">
                  <c:v>0.55208999797287484</c:v>
                </c:pt>
                <c:pt idx="65">
                  <c:v>0.55695250076728697</c:v>
                </c:pt>
                <c:pt idx="66">
                  <c:v>0.56176138364905559</c:v>
                </c:pt>
                <c:pt idx="67">
                  <c:v>0.56651781867351725</c:v>
                </c:pt>
                <c:pt idx="68">
                  <c:v>0.57122293988189721</c:v>
                </c:pt>
                <c:pt idx="69">
                  <c:v>0.57587784492766059</c:v>
                </c:pt>
                <c:pt idx="70">
                  <c:v>0.58048359661680982</c:v>
                </c:pt>
                <c:pt idx="71">
                  <c:v>0.58504122436753037</c:v>
                </c:pt>
                <c:pt idx="72">
                  <c:v>0.58955172559420688</c:v>
                </c:pt>
                <c:pt idx="73">
                  <c:v>0.59401606702045684</c:v>
                </c:pt>
                <c:pt idx="74">
                  <c:v>0.59843518592551181</c:v>
                </c:pt>
                <c:pt idx="75">
                  <c:v>0.60280999132796198</c:v>
                </c:pt>
                <c:pt idx="76">
                  <c:v>0.60714136511060446</c:v>
                </c:pt>
                <c:pt idx="77">
                  <c:v>0.61143016308987952</c:v>
                </c:pt>
                <c:pt idx="78">
                  <c:v>0.61567721603313419</c:v>
                </c:pt>
                <c:pt idx="79">
                  <c:v>0.61988333062674217</c:v>
                </c:pt>
                <c:pt idx="80">
                  <c:v>0.62404929039790002</c:v>
                </c:pt>
                <c:pt idx="81">
                  <c:v>0.62817585659273212</c:v>
                </c:pt>
                <c:pt idx="82">
                  <c:v>0.63226376901317161</c:v>
                </c:pt>
                <c:pt idx="83">
                  <c:v>0.6363137468149116</c:v>
                </c:pt>
                <c:pt idx="84">
                  <c:v>0.64032648926858537</c:v>
                </c:pt>
                <c:pt idx="85">
                  <c:v>0.644302676486187</c:v>
                </c:pt>
                <c:pt idx="86">
                  <c:v>0.64824297011461918</c:v>
                </c:pt>
                <c:pt idx="87">
                  <c:v>0.65214801399814348</c:v>
                </c:pt>
                <c:pt idx="88">
                  <c:v>0.65601843481138156</c:v>
                </c:pt>
                <c:pt idx="89">
                  <c:v>0.65985484266443428</c:v>
                </c:pt>
                <c:pt idx="90">
                  <c:v>0.66365783168157355</c:v>
                </c:pt>
                <c:pt idx="91">
                  <c:v>0.66742798055488017</c:v>
                </c:pt>
                <c:pt idx="92">
                  <c:v>0.67116585307412346</c:v>
                </c:pt>
                <c:pt idx="93">
                  <c:v>0.6748719986340872</c:v>
                </c:pt>
                <c:pt idx="94">
                  <c:v>0.67854695272049248</c:v>
                </c:pt>
                <c:pt idx="95">
                  <c:v>0.68219123737558662</c:v>
                </c:pt>
                <c:pt idx="96">
                  <c:v>0.68580536164441175</c:v>
                </c:pt>
                <c:pt idx="97">
                  <c:v>0.68938982200271004</c:v>
                </c:pt>
                <c:pt idx="98">
                  <c:v>0.69294510276735966</c:v>
                </c:pt>
                <c:pt idx="99">
                  <c:v>0.69647167649019681</c:v>
                </c:pt>
                <c:pt idx="100">
                  <c:v>0.69997000433601819</c:v>
                </c:pt>
                <c:pt idx="101">
                  <c:v>0.70344053644552451</c:v>
                </c:pt>
                <c:pt idx="102">
                  <c:v>0.70688371228391855</c:v>
                </c:pt>
                <c:pt idx="103">
                  <c:v>0.71029996097583004</c:v>
                </c:pt>
                <c:pt idx="104">
                  <c:v>0.71368970162721068</c:v>
                </c:pt>
                <c:pt idx="105">
                  <c:v>0.71705334363479845</c:v>
                </c:pt>
                <c:pt idx="106">
                  <c:v>0.7203912869837259</c:v>
                </c:pt>
                <c:pt idx="107">
                  <c:v>0.72370392253381155</c:v>
                </c:pt>
                <c:pt idx="108">
                  <c:v>0.72699163229504749</c:v>
                </c:pt>
                <c:pt idx="109">
                  <c:v>0.73025478969276936</c:v>
                </c:pt>
                <c:pt idx="110">
                  <c:v>0.73349375982296772</c:v>
                </c:pt>
                <c:pt idx="111">
                  <c:v>0.7367088996981791</c:v>
                </c:pt>
                <c:pt idx="112">
                  <c:v>0.73990055848436842</c:v>
                </c:pt>
                <c:pt idx="113">
                  <c:v>0.74306907772919817</c:v>
                </c:pt>
                <c:pt idx="114">
                  <c:v>0.74621479158205672</c:v>
                </c:pt>
                <c:pt idx="115">
                  <c:v>0.74933802700619967</c:v>
                </c:pt>
                <c:pt idx="116">
                  <c:v>0.75243910398334157</c:v>
                </c:pt>
                <c:pt idx="117">
                  <c:v>0.75551833571101812</c:v>
                </c:pt>
                <c:pt idx="118">
                  <c:v>0.75857602879302344</c:v>
                </c:pt>
                <c:pt idx="119">
                  <c:v>0.76161248342321131</c:v>
                </c:pt>
                <c:pt idx="120">
                  <c:v>0.76462799356293654</c:v>
                </c:pt>
                <c:pt idx="121">
                  <c:v>0.7676228471123987</c:v>
                </c:pt>
                <c:pt idx="122">
                  <c:v>0.77059732607613773</c:v>
                </c:pt>
                <c:pt idx="123">
                  <c:v>0.77355170672291895</c:v>
                </c:pt>
                <c:pt idx="124">
                  <c:v>0.77648625974023566</c:v>
                </c:pt>
                <c:pt idx="125">
                  <c:v>0.77940125038364283</c:v>
                </c:pt>
                <c:pt idx="126">
                  <c:v>0.78229693862113103</c:v>
                </c:pt>
                <c:pt idx="127">
                  <c:v>0.78517357927273412</c:v>
                </c:pt>
                <c:pt idx="128">
                  <c:v>0.78803142214556032</c:v>
                </c:pt>
                <c:pt idx="129">
                  <c:v>0.79087071216442462</c:v>
                </c:pt>
                <c:pt idx="130">
                  <c:v>0.79369168949825308</c:v>
                </c:pt>
                <c:pt idx="131">
                  <c:v>0.79649458968242315</c:v>
                </c:pt>
                <c:pt idx="132">
                  <c:v>0.79927964373719529</c:v>
                </c:pt>
                <c:pt idx="133">
                  <c:v>0.80204707828238408</c:v>
                </c:pt>
                <c:pt idx="134">
                  <c:v>0.80479711564841305</c:v>
                </c:pt>
                <c:pt idx="135">
                  <c:v>0.80752997398388626</c:v>
                </c:pt>
                <c:pt idx="136">
                  <c:v>0.8102458673598113</c:v>
                </c:pt>
                <c:pt idx="137">
                  <c:v>0.81294500587059249</c:v>
                </c:pt>
                <c:pt idx="138">
                  <c:v>0.81562759573191934</c:v>
                </c:pt>
                <c:pt idx="139">
                  <c:v>0.81829383937565947</c:v>
                </c:pt>
                <c:pt idx="140">
                  <c:v>0.82094393554186784</c:v>
                </c:pt>
                <c:pt idx="141">
                  <c:v>0.82357807936801664</c:v>
                </c:pt>
                <c:pt idx="142">
                  <c:v>0.82619646247554479</c:v>
                </c:pt>
                <c:pt idx="143">
                  <c:v>0.82879927305382439</c:v>
                </c:pt>
                <c:pt idx="144">
                  <c:v>0.83138669594163506</c:v>
                </c:pt>
                <c:pt idx="145">
                  <c:v>0.83395891270623546</c:v>
                </c:pt>
                <c:pt idx="146">
                  <c:v>0.83651610172011537</c:v>
                </c:pt>
                <c:pt idx="147">
                  <c:v>0.83905843823551041</c:v>
                </c:pt>
                <c:pt idx="148">
                  <c:v>0.84158609445675692</c:v>
                </c:pt>
                <c:pt idx="149">
                  <c:v>0.84409923961056121</c:v>
                </c:pt>
                <c:pt idx="150">
                  <c:v>0.84659804001425587</c:v>
                </c:pt>
                <c:pt idx="151">
                  <c:v>0.84908265914211134</c:v>
                </c:pt>
                <c:pt idx="152">
                  <c:v>0.85155325768976808</c:v>
                </c:pt>
                <c:pt idx="153">
                  <c:v>0.85400999363685548</c:v>
                </c:pt>
                <c:pt idx="154">
                  <c:v>0.85645302230785458</c:v>
                </c:pt>
                <c:pt idx="155">
                  <c:v>0.85888249643126757</c:v>
                </c:pt>
                <c:pt idx="156">
                  <c:v>0.86129856619714595</c:v>
                </c:pt>
                <c:pt idx="157">
                  <c:v>0.86370137931303625</c:v>
                </c:pt>
                <c:pt idx="158">
                  <c:v>0.86609108105839094</c:v>
                </c:pt>
                <c:pt idx="159">
                  <c:v>0.86846781433749787</c:v>
                </c:pt>
                <c:pt idx="160">
                  <c:v>0.87083171973097528</c:v>
                </c:pt>
                <c:pt idx="161">
                  <c:v>0.87318293554587778</c:v>
                </c:pt>
                <c:pt idx="162">
                  <c:v>0.87552159786446038</c:v>
                </c:pt>
                <c:pt idx="163">
                  <c:v>0.87784784059164145</c:v>
                </c:pt>
                <c:pt idx="164">
                  <c:v>0.88016179550120566</c:v>
                </c:pt>
                <c:pt idx="165">
                  <c:v>0.88246359228079063</c:v>
                </c:pt>
                <c:pt idx="166">
                  <c:v>0.88475335857568915</c:v>
                </c:pt>
                <c:pt idx="167">
                  <c:v>0.88703122003151125</c:v>
                </c:pt>
                <c:pt idx="168">
                  <c:v>0.88929730033573551</c:v>
                </c:pt>
                <c:pt idx="169">
                  <c:v>0.89155172125818771</c:v>
                </c:pt>
                <c:pt idx="170">
                  <c:v>0.89379460269047983</c:v>
                </c:pt>
                <c:pt idx="171">
                  <c:v>0.89602606268443785</c:v>
                </c:pt>
                <c:pt idx="172">
                  <c:v>0.89824621748955469</c:v>
                </c:pt>
                <c:pt idx="173">
                  <c:v>0.900455181589493</c:v>
                </c:pt>
                <c:pt idx="174">
                  <c:v>0.90265306773766851</c:v>
                </c:pt>
                <c:pt idx="175">
                  <c:v>0.90483998699194323</c:v>
                </c:pt>
                <c:pt idx="176">
                  <c:v>0.90701604874845076</c:v>
                </c:pt>
                <c:pt idx="177">
                  <c:v>0.90918136077458578</c:v>
                </c:pt>
                <c:pt idx="178">
                  <c:v>0.91133602924117496</c:v>
                </c:pt>
                <c:pt idx="179">
                  <c:v>0.91348015875386068</c:v>
                </c:pt>
                <c:pt idx="180">
                  <c:v>0.91561385238371651</c:v>
                </c:pt>
                <c:pt idx="181">
                  <c:v>0.91773721169711553</c:v>
                </c:pt>
                <c:pt idx="182">
                  <c:v>0.91985033678487993</c:v>
                </c:pt>
                <c:pt idx="183">
                  <c:v>0.9219533262907238</c:v>
                </c:pt>
                <c:pt idx="184">
                  <c:v>0.92404627743901613</c:v>
                </c:pt>
                <c:pt idx="185">
                  <c:v>0.92612928606188161</c:v>
                </c:pt>
                <c:pt idx="186">
                  <c:v>0.92820244662565488</c:v>
                </c:pt>
                <c:pt idx="187">
                  <c:v>0.93026585225671377</c:v>
                </c:pt>
                <c:pt idx="188">
                  <c:v>0.93231959476670012</c:v>
                </c:pt>
                <c:pt idx="189">
                  <c:v>0.9343637646771531</c:v>
                </c:pt>
                <c:pt idx="190">
                  <c:v>0.9363984512435678</c:v>
                </c:pt>
                <c:pt idx="191">
                  <c:v>0.93842374247889326</c:v>
                </c:pt>
                <c:pt idx="192">
                  <c:v>0.94043972517649199</c:v>
                </c:pt>
                <c:pt idx="193">
                  <c:v>0.94244648493256733</c:v>
                </c:pt>
                <c:pt idx="194">
                  <c:v>0.94444410616808083</c:v>
                </c:pt>
                <c:pt idx="195">
                  <c:v>0.9464326721501688</c:v>
                </c:pt>
                <c:pt idx="196">
                  <c:v>0.94841226501307319</c:v>
                </c:pt>
                <c:pt idx="197">
                  <c:v>0.95038296577860126</c:v>
                </c:pt>
                <c:pt idx="198">
                  <c:v>0.95234485437612326</c:v>
                </c:pt>
                <c:pt idx="199">
                  <c:v>0.95429800966212541</c:v>
                </c:pt>
                <c:pt idx="200">
                  <c:v>0.95624250943932509</c:v>
                </c:pt>
                <c:pt idx="201">
                  <c:v>0.95817843047536355</c:v>
                </c:pt>
                <c:pt idx="202">
                  <c:v>0.96010584852108549</c:v>
                </c:pt>
                <c:pt idx="203">
                  <c:v>0.96202483832841656</c:v>
                </c:pt>
                <c:pt idx="204">
                  <c:v>0.96393547366785082</c:v>
                </c:pt>
                <c:pt idx="205">
                  <c:v>0.96583782734555568</c:v>
                </c:pt>
                <c:pt idx="206">
                  <c:v>0.96773197122010712</c:v>
                </c:pt>
                <c:pt idx="207">
                  <c:v>0.96961797621886259</c:v>
                </c:pt>
                <c:pt idx="208">
                  <c:v>0.97149591235398181</c:v>
                </c:pt>
                <c:pt idx="209">
                  <c:v>0.97336584873810583</c:v>
                </c:pt>
                <c:pt idx="210">
                  <c:v>0.97522785359969921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76F-4B9A-A4D7-7824E879BACD}"/>
            </c:ext>
          </c:extLst>
        </c:ser>
        <c:ser>
          <c:idx val="2"/>
          <c:order val="2"/>
          <c:tx>
            <c:strRef>
              <c:f>[Plots.xlsx]Sheet1!$G$5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2.1199299069938091E-2</c:v>
                </c:pt>
                <c:pt idx="2">
                  <c:v>4.1412685158225077E-2</c:v>
                </c:pt>
                <c:pt idx="3">
                  <c:v>6.0727840353611652E-2</c:v>
                </c:pt>
                <c:pt idx="4">
                  <c:v>7.9221246047624816E-2</c:v>
                </c:pt>
                <c:pt idx="5">
                  <c:v>9.6960013008056414E-2</c:v>
                </c:pt>
                <c:pt idx="6">
                  <c:v>0.11400335230683679</c:v>
                </c:pt>
                <c:pt idx="7">
                  <c:v>0.13040376849500612</c:v>
                </c:pt>
                <c:pt idx="8">
                  <c:v>0.14620803567823801</c:v>
                </c:pt>
                <c:pt idx="9">
                  <c:v>0.16145800223497489</c:v>
                </c:pt>
                <c:pt idx="10">
                  <c:v>0.17619125905568123</c:v>
                </c:pt>
                <c:pt idx="11">
                  <c:v>0.19044169817029144</c:v>
                </c:pt>
                <c:pt idx="12">
                  <c:v>0.2042399826559248</c:v>
                </c:pt>
                <c:pt idx="13">
                  <c:v>0.21761394421390626</c:v>
                </c:pt>
                <c:pt idx="14">
                  <c:v>0.23058892137827397</c:v>
                </c:pt>
                <c:pt idx="15">
                  <c:v>0.24318804868629446</c:v>
                </c:pt>
                <c:pt idx="16">
                  <c:v>0.25543250510330612</c:v>
                </c:pt>
                <c:pt idx="17">
                  <c:v>0.26734172840301385</c:v>
                </c:pt>
                <c:pt idx="18">
                  <c:v>0.27893360095282904</c:v>
                </c:pt>
                <c:pt idx="19">
                  <c:v>0.29022461136251809</c:v>
                </c:pt>
                <c:pt idx="20">
                  <c:v>0.30122999566398118</c:v>
                </c:pt>
                <c:pt idx="21">
                  <c:v>0.31196386105575435</c:v>
                </c:pt>
                <c:pt idx="22">
                  <c:v>0.32243929473391936</c:v>
                </c:pt>
                <c:pt idx="23">
                  <c:v>0.3326684599156054</c:v>
                </c:pt>
                <c:pt idx="24">
                  <c:v>0.3426626808222063</c:v>
                </c:pt>
                <c:pt idx="25">
                  <c:v>0.35243251811136256</c:v>
                </c:pt>
                <c:pt idx="26">
                  <c:v>0.36198783601759299</c:v>
                </c:pt>
                <c:pt idx="27">
                  <c:v>0.37133786227173637</c:v>
                </c:pt>
                <c:pt idx="28">
                  <c:v>0.38049124171160609</c:v>
                </c:pt>
                <c:pt idx="29">
                  <c:v>0.38945608436453261</c:v>
                </c:pt>
                <c:pt idx="30">
                  <c:v>0.39824000867203779</c:v>
                </c:pt>
                <c:pt idx="31">
                  <c:v>0.40685018043395527</c:v>
                </c:pt>
                <c:pt idx="32">
                  <c:v>0.41529334797081802</c:v>
                </c:pt>
                <c:pt idx="33">
                  <c:v>0.42357587393680796</c:v>
                </c:pt>
                <c:pt idx="34">
                  <c:v>0.43170376415898748</c:v>
                </c:pt>
                <c:pt idx="35">
                  <c:v>0.43968269383026282</c:v>
                </c:pt>
                <c:pt idx="36">
                  <c:v>0.44751803134221935</c:v>
                </c:pt>
                <c:pt idx="37">
                  <c:v>0.45521486000851036</c:v>
                </c:pt>
                <c:pt idx="38">
                  <c:v>0.46277799789895624</c:v>
                </c:pt>
                <c:pt idx="39">
                  <c:v>0.47021201597816314</c:v>
                </c:pt>
                <c:pt idx="40">
                  <c:v>0.47752125471966256</c:v>
                </c:pt>
                <c:pt idx="41">
                  <c:v>0.48470983934678596</c:v>
                </c:pt>
                <c:pt idx="42">
                  <c:v>0.49178169383427273</c:v>
                </c:pt>
                <c:pt idx="43">
                  <c:v>0.49874055378960053</c:v>
                </c:pt>
                <c:pt idx="44">
                  <c:v>0.50558997831990604</c:v>
                </c:pt>
                <c:pt idx="45">
                  <c:v>0.51233336097887427</c:v>
                </c:pt>
                <c:pt idx="46">
                  <c:v>0.51897393987788742</c:v>
                </c:pt>
                <c:pt idx="47">
                  <c:v>0.52551480703684517</c:v>
                </c:pt>
                <c:pt idx="48">
                  <c:v>0.53195891704225506</c:v>
                </c:pt>
                <c:pt idx="49">
                  <c:v>0.53830909507327407</c:v>
                </c:pt>
                <c:pt idx="50">
                  <c:v>0.5445680443502755</c:v>
                </c:pt>
                <c:pt idx="51">
                  <c:v>0.550738353055094</c:v>
                </c:pt>
                <c:pt idx="52">
                  <c:v>0.55682250076728712</c:v>
                </c:pt>
                <c:pt idx="53">
                  <c:v>0.56282286445647456</c:v>
                </c:pt>
                <c:pt idx="54">
                  <c:v>0.56874172406699475</c:v>
                </c:pt>
                <c:pt idx="55">
                  <c:v>0.57458126772771867</c:v>
                </c:pt>
                <c:pt idx="56">
                  <c:v>0.5803435966168099</c:v>
                </c:pt>
                <c:pt idx="57">
                  <c:v>0.58603072950850044</c:v>
                </c:pt>
                <c:pt idx="58">
                  <c:v>0.59164460702649901</c:v>
                </c:pt>
                <c:pt idx="59">
                  <c:v>0.59718709562645989</c:v>
                </c:pt>
                <c:pt idx="60">
                  <c:v>0.60265999132796211</c:v>
                </c:pt>
                <c:pt idx="61">
                  <c:v>0.60806502321466827</c:v>
                </c:pt>
                <c:pt idx="62">
                  <c:v>0.61340385671973507</c:v>
                </c:pt>
                <c:pt idx="63">
                  <c:v>0.6186780967120924</c:v>
                </c:pt>
                <c:pt idx="64">
                  <c:v>0.62388929039790009</c:v>
                </c:pt>
                <c:pt idx="65">
                  <c:v>0.6290389300503112</c:v>
                </c:pt>
                <c:pt idx="66">
                  <c:v>0.63412845557958619</c:v>
                </c:pt>
                <c:pt idx="67">
                  <c:v>0.63915925695463693</c:v>
                </c:pt>
                <c:pt idx="68">
                  <c:v>0.64413267648618699</c:v>
                </c:pt>
                <c:pt idx="69">
                  <c:v>0.64905001098093118</c:v>
                </c:pt>
                <c:pt idx="70">
                  <c:v>0.65391251377534332</c:v>
                </c:pt>
                <c:pt idx="71">
                  <c:v>0.65872139665711194</c:v>
                </c:pt>
                <c:pt idx="72">
                  <c:v>0.6634778316815737</c:v>
                </c:pt>
                <c:pt idx="73">
                  <c:v>0.66818295288995344</c:v>
                </c:pt>
                <c:pt idx="74">
                  <c:v>0.67283785793571693</c:v>
                </c:pt>
                <c:pt idx="75">
                  <c:v>0.67744360962486616</c:v>
                </c:pt>
                <c:pt idx="76">
                  <c:v>0.68200123737558671</c:v>
                </c:pt>
                <c:pt idx="77">
                  <c:v>0.68651173860226322</c:v>
                </c:pt>
                <c:pt idx="78">
                  <c:v>0.69097608002851318</c:v>
                </c:pt>
                <c:pt idx="79">
                  <c:v>0.69539519893356816</c:v>
                </c:pt>
                <c:pt idx="80">
                  <c:v>0.69977000433601833</c:v>
                </c:pt>
                <c:pt idx="81">
                  <c:v>0.7041013781186608</c:v>
                </c:pt>
                <c:pt idx="82">
                  <c:v>0.70839017609793586</c:v>
                </c:pt>
                <c:pt idx="83">
                  <c:v>0.71263722904119042</c:v>
                </c:pt>
                <c:pt idx="84">
                  <c:v>0.71684334363479851</c:v>
                </c:pt>
                <c:pt idx="85">
                  <c:v>0.72100930340595626</c:v>
                </c:pt>
                <c:pt idx="86">
                  <c:v>0.72513586960078846</c:v>
                </c:pt>
                <c:pt idx="87">
                  <c:v>0.72922378202122784</c:v>
                </c:pt>
                <c:pt idx="88">
                  <c:v>0.73327375982296783</c:v>
                </c:pt>
                <c:pt idx="89">
                  <c:v>0.73728650227664172</c:v>
                </c:pt>
                <c:pt idx="90">
                  <c:v>0.74126268949424323</c:v>
                </c:pt>
                <c:pt idx="91">
                  <c:v>0.74520298312267552</c:v>
                </c:pt>
                <c:pt idx="92">
                  <c:v>0.74910802700619983</c:v>
                </c:pt>
                <c:pt idx="93">
                  <c:v>0.7529784478194379</c:v>
                </c:pt>
                <c:pt idx="94">
                  <c:v>0.75681485567249074</c:v>
                </c:pt>
                <c:pt idx="95">
                  <c:v>0.76061784468962979</c:v>
                </c:pt>
                <c:pt idx="96">
                  <c:v>0.76438799356293652</c:v>
                </c:pt>
                <c:pt idx="97">
                  <c:v>0.76812586608217981</c:v>
                </c:pt>
                <c:pt idx="98">
                  <c:v>0.77183201164214343</c:v>
                </c:pt>
                <c:pt idx="99">
                  <c:v>0.77550696572854894</c:v>
                </c:pt>
                <c:pt idx="100">
                  <c:v>0.77915125038364297</c:v>
                </c:pt>
                <c:pt idx="101">
                  <c:v>0.78276537465246809</c:v>
                </c:pt>
                <c:pt idx="102">
                  <c:v>0.78634983501076638</c:v>
                </c:pt>
                <c:pt idx="103">
                  <c:v>0.789905115775416</c:v>
                </c:pt>
                <c:pt idx="104">
                  <c:v>0.79343168949825316</c:v>
                </c:pt>
                <c:pt idx="105">
                  <c:v>0.79693001734407443</c:v>
                </c:pt>
                <c:pt idx="106">
                  <c:v>0.80040054945358086</c:v>
                </c:pt>
                <c:pt idx="107">
                  <c:v>0.8038437252919749</c:v>
                </c:pt>
                <c:pt idx="108">
                  <c:v>0.80725997398388638</c:v>
                </c:pt>
                <c:pt idx="109">
                  <c:v>0.81064971463526703</c:v>
                </c:pt>
                <c:pt idx="110">
                  <c:v>0.81401335664285479</c:v>
                </c:pt>
                <c:pt idx="111">
                  <c:v>0.81735129999178224</c:v>
                </c:pt>
                <c:pt idx="112">
                  <c:v>0.82066393554186789</c:v>
                </c:pt>
                <c:pt idx="113">
                  <c:v>0.82395164530310372</c:v>
                </c:pt>
                <c:pt idx="114">
                  <c:v>0.8272148027008257</c:v>
                </c:pt>
                <c:pt idx="115">
                  <c:v>0.83045377283102406</c:v>
                </c:pt>
                <c:pt idx="116">
                  <c:v>0.83366891270623555</c:v>
                </c:pt>
                <c:pt idx="117">
                  <c:v>0.83686057149242477</c:v>
                </c:pt>
                <c:pt idx="118">
                  <c:v>0.84002909073725451</c:v>
                </c:pt>
                <c:pt idx="119">
                  <c:v>0.84317480459011307</c:v>
                </c:pt>
                <c:pt idx="120">
                  <c:v>0.84629804001425601</c:v>
                </c:pt>
                <c:pt idx="121">
                  <c:v>0.84939911699139792</c:v>
                </c:pt>
                <c:pt idx="122">
                  <c:v>0.85247834871907446</c:v>
                </c:pt>
                <c:pt idx="123">
                  <c:v>0.85553604180107967</c:v>
                </c:pt>
                <c:pt idx="124">
                  <c:v>0.85857249643126765</c:v>
                </c:pt>
                <c:pt idx="125">
                  <c:v>0.86158800657099277</c:v>
                </c:pt>
                <c:pt idx="126">
                  <c:v>0.86458286012045504</c:v>
                </c:pt>
                <c:pt idx="127">
                  <c:v>0.86755733908419408</c:v>
                </c:pt>
                <c:pt idx="128">
                  <c:v>0.8705117197309753</c:v>
                </c:pt>
                <c:pt idx="129">
                  <c:v>0.87344627274829201</c:v>
                </c:pt>
                <c:pt idx="130">
                  <c:v>0.87636126339169917</c:v>
                </c:pt>
                <c:pt idx="131">
                  <c:v>0.87925695162918738</c:v>
                </c:pt>
                <c:pt idx="132">
                  <c:v>0.88213359228079047</c:v>
                </c:pt>
                <c:pt idx="133">
                  <c:v>0.88499143515361667</c:v>
                </c:pt>
                <c:pt idx="134">
                  <c:v>0.88783072517248096</c:v>
                </c:pt>
                <c:pt idx="135">
                  <c:v>0.89065170250630932</c:v>
                </c:pt>
                <c:pt idx="136">
                  <c:v>0.89345460269047949</c:v>
                </c:pt>
                <c:pt idx="137">
                  <c:v>0.89623965674525163</c:v>
                </c:pt>
                <c:pt idx="138">
                  <c:v>0.89900709129044054</c:v>
                </c:pt>
                <c:pt idx="139">
                  <c:v>0.9017571286564694</c:v>
                </c:pt>
                <c:pt idx="140">
                  <c:v>0.90448998699194261</c:v>
                </c:pt>
                <c:pt idx="141">
                  <c:v>0.90720588036786765</c:v>
                </c:pt>
                <c:pt idx="142">
                  <c:v>0.90990501887864883</c:v>
                </c:pt>
                <c:pt idx="143">
                  <c:v>0.91258760873997569</c:v>
                </c:pt>
                <c:pt idx="144">
                  <c:v>0.9152538523837157</c:v>
                </c:pt>
                <c:pt idx="145">
                  <c:v>0.91790394854992408</c:v>
                </c:pt>
                <c:pt idx="146">
                  <c:v>0.92053809237607298</c:v>
                </c:pt>
                <c:pt idx="147">
                  <c:v>0.92315647548360114</c:v>
                </c:pt>
                <c:pt idx="148">
                  <c:v>0.92575928606188074</c:v>
                </c:pt>
                <c:pt idx="149">
                  <c:v>0.9283467089496914</c:v>
                </c:pt>
                <c:pt idx="150">
                  <c:v>0.9309189257142918</c:v>
                </c:pt>
                <c:pt idx="151">
                  <c:v>0.93347611472817171</c:v>
                </c:pt>
                <c:pt idx="152">
                  <c:v>0.93601845124356664</c:v>
                </c:pt>
                <c:pt idx="153">
                  <c:v>0.93854610746481326</c:v>
                </c:pt>
                <c:pt idx="154">
                  <c:v>0.94105925261861756</c:v>
                </c:pt>
                <c:pt idx="155">
                  <c:v>0.94355805302231233</c:v>
                </c:pt>
                <c:pt idx="156">
                  <c:v>0.94604267215016757</c:v>
                </c:pt>
                <c:pt idx="157">
                  <c:v>0.94851327069782443</c:v>
                </c:pt>
                <c:pt idx="158">
                  <c:v>0.95097000664491182</c:v>
                </c:pt>
                <c:pt idx="159">
                  <c:v>0.95341303531591093</c:v>
                </c:pt>
                <c:pt idx="160">
                  <c:v>0.95584250943932392</c:v>
                </c:pt>
                <c:pt idx="161">
                  <c:v>0.9582585792052023</c:v>
                </c:pt>
                <c:pt idx="162">
                  <c:v>0.9606613923210926</c:v>
                </c:pt>
                <c:pt idx="163">
                  <c:v>0.9630510940664474</c:v>
                </c:pt>
                <c:pt idx="164">
                  <c:v>0.96542782734555432</c:v>
                </c:pt>
                <c:pt idx="165">
                  <c:v>0.96779173273903185</c:v>
                </c:pt>
                <c:pt idx="166">
                  <c:v>0.97014294855393435</c:v>
                </c:pt>
                <c:pt idx="167">
                  <c:v>0.97248161087251694</c:v>
                </c:pt>
                <c:pt idx="168">
                  <c:v>0.9748078535996979</c:v>
                </c:pt>
                <c:pt idx="169">
                  <c:v>0.97712180850926222</c:v>
                </c:pt>
                <c:pt idx="170">
                  <c:v>0.9794236052888472</c:v>
                </c:pt>
                <c:pt idx="171">
                  <c:v>0.98171337158374572</c:v>
                </c:pt>
                <c:pt idx="172">
                  <c:v>0.98399123303956781</c:v>
                </c:pt>
                <c:pt idx="173">
                  <c:v>0.98625731334379207</c:v>
                </c:pt>
                <c:pt idx="174">
                  <c:v>0.98851173426624428</c:v>
                </c:pt>
                <c:pt idx="175">
                  <c:v>0.9907546156985364</c:v>
                </c:pt>
                <c:pt idx="176">
                  <c:v>0.99298607569249442</c:v>
                </c:pt>
                <c:pt idx="177">
                  <c:v>0.99520623049761137</c:v>
                </c:pt>
                <c:pt idx="178">
                  <c:v>0.99741519459754957</c:v>
                </c:pt>
                <c:pt idx="179">
                  <c:v>0.99961308074572508</c:v>
                </c:pt>
                <c:pt idx="180">
                  <c:v>1.0017999999999996</c:v>
                </c:pt>
                <c:pt idx="181">
                  <c:v>1.0039760617565074</c:v>
                </c:pt>
                <c:pt idx="182">
                  <c:v>1.0061413737826423</c:v>
                </c:pt>
                <c:pt idx="183">
                  <c:v>1.0082960422492315</c:v>
                </c:pt>
                <c:pt idx="184">
                  <c:v>1.0104401717619174</c:v>
                </c:pt>
                <c:pt idx="185">
                  <c:v>1.0125738653917729</c:v>
                </c:pt>
                <c:pt idx="186">
                  <c:v>1.014697224705172</c:v>
                </c:pt>
                <c:pt idx="187">
                  <c:v>1.0168103497929366</c:v>
                </c:pt>
                <c:pt idx="188">
                  <c:v>1.0189133392987804</c:v>
                </c:pt>
                <c:pt idx="189">
                  <c:v>1.0210062904470727</c:v>
                </c:pt>
                <c:pt idx="190">
                  <c:v>1.0230892990699381</c:v>
                </c:pt>
                <c:pt idx="191">
                  <c:v>1.0251624596337117</c:v>
                </c:pt>
                <c:pt idx="192">
                  <c:v>1.0272258652647701</c:v>
                </c:pt>
                <c:pt idx="193">
                  <c:v>1.0292796077747566</c:v>
                </c:pt>
                <c:pt idx="194">
                  <c:v>1.0313237776852098</c:v>
                </c:pt>
                <c:pt idx="195">
                  <c:v>1.0333584642516243</c:v>
                </c:pt>
                <c:pt idx="196">
                  <c:v>1.0353837554869498</c:v>
                </c:pt>
                <c:pt idx="197">
                  <c:v>1.0373997381845486</c:v>
                </c:pt>
                <c:pt idx="198">
                  <c:v>1.0394064979406239</c:v>
                </c:pt>
                <c:pt idx="199">
                  <c:v>1.0414041191761374</c:v>
                </c:pt>
                <c:pt idx="200">
                  <c:v>1.0433926851582254</c:v>
                </c:pt>
                <c:pt idx="201">
                  <c:v>1.0453722780211299</c:v>
                </c:pt>
                <c:pt idx="202">
                  <c:v>1.0473429787866577</c:v>
                </c:pt>
                <c:pt idx="203">
                  <c:v>1.0493048673841798</c:v>
                </c:pt>
                <c:pt idx="204">
                  <c:v>1.051258022670182</c:v>
                </c:pt>
                <c:pt idx="205">
                  <c:v>1.0532025224473818</c:v>
                </c:pt>
                <c:pt idx="206">
                  <c:v>1.0551384434834201</c:v>
                </c:pt>
                <c:pt idx="207">
                  <c:v>1.0570658615291419</c:v>
                </c:pt>
                <c:pt idx="208">
                  <c:v>1.0589848513364732</c:v>
                </c:pt>
                <c:pt idx="209">
                  <c:v>1.0608954866759073</c:v>
                </c:pt>
                <c:pt idx="210">
                  <c:v>1.0627978403536122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76F-4B9A-A4D7-7824E879BACD}"/>
            </c:ext>
          </c:extLst>
        </c:ser>
        <c:ser>
          <c:idx val="3"/>
          <c:order val="3"/>
          <c:tx>
            <c:strRef>
              <c:f>[Plots.xlsx]Sheet1!$H$5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  <c:pt idx="101">
                  <c:v>10.09999999999998</c:v>
                </c:pt>
                <c:pt idx="102">
                  <c:v>10.19999999999998</c:v>
                </c:pt>
                <c:pt idx="103">
                  <c:v>10.299999999999979</c:v>
                </c:pt>
                <c:pt idx="104">
                  <c:v>10.399999999999979</c:v>
                </c:pt>
                <c:pt idx="105">
                  <c:v>10.499999999999979</c:v>
                </c:pt>
                <c:pt idx="106">
                  <c:v>10.599999999999978</c:v>
                </c:pt>
                <c:pt idx="107">
                  <c:v>10.699999999999978</c:v>
                </c:pt>
                <c:pt idx="108">
                  <c:v>10.799999999999978</c:v>
                </c:pt>
                <c:pt idx="109">
                  <c:v>10.899999999999977</c:v>
                </c:pt>
                <c:pt idx="110">
                  <c:v>10.999999999999977</c:v>
                </c:pt>
                <c:pt idx="111">
                  <c:v>11.099999999999977</c:v>
                </c:pt>
                <c:pt idx="112">
                  <c:v>11.199999999999976</c:v>
                </c:pt>
                <c:pt idx="113">
                  <c:v>11.299999999999976</c:v>
                </c:pt>
                <c:pt idx="114">
                  <c:v>11.399999999999975</c:v>
                </c:pt>
                <c:pt idx="115">
                  <c:v>11.499999999999975</c:v>
                </c:pt>
                <c:pt idx="116">
                  <c:v>11.599999999999975</c:v>
                </c:pt>
                <c:pt idx="117">
                  <c:v>11.699999999999974</c:v>
                </c:pt>
                <c:pt idx="118">
                  <c:v>11.799999999999974</c:v>
                </c:pt>
                <c:pt idx="119">
                  <c:v>11.899999999999974</c:v>
                </c:pt>
                <c:pt idx="120">
                  <c:v>11.999999999999973</c:v>
                </c:pt>
                <c:pt idx="121">
                  <c:v>12.099999999999973</c:v>
                </c:pt>
                <c:pt idx="122">
                  <c:v>12.199999999999973</c:v>
                </c:pt>
                <c:pt idx="123">
                  <c:v>12.299999999999972</c:v>
                </c:pt>
                <c:pt idx="124">
                  <c:v>12.399999999999972</c:v>
                </c:pt>
                <c:pt idx="125">
                  <c:v>12.499999999999972</c:v>
                </c:pt>
                <c:pt idx="126">
                  <c:v>12.599999999999971</c:v>
                </c:pt>
                <c:pt idx="127">
                  <c:v>12.699999999999971</c:v>
                </c:pt>
                <c:pt idx="128">
                  <c:v>12.799999999999971</c:v>
                </c:pt>
                <c:pt idx="129">
                  <c:v>12.89999999999997</c:v>
                </c:pt>
                <c:pt idx="130">
                  <c:v>12.99999999999997</c:v>
                </c:pt>
                <c:pt idx="131">
                  <c:v>13.099999999999969</c:v>
                </c:pt>
                <c:pt idx="132">
                  <c:v>13.199999999999969</c:v>
                </c:pt>
                <c:pt idx="133">
                  <c:v>13.299999999999969</c:v>
                </c:pt>
                <c:pt idx="134">
                  <c:v>13.399999999999968</c:v>
                </c:pt>
                <c:pt idx="135">
                  <c:v>13.499999999999968</c:v>
                </c:pt>
                <c:pt idx="136">
                  <c:v>13.599999999999968</c:v>
                </c:pt>
                <c:pt idx="137">
                  <c:v>13.699999999999967</c:v>
                </c:pt>
                <c:pt idx="138">
                  <c:v>13.799999999999967</c:v>
                </c:pt>
                <c:pt idx="139">
                  <c:v>13.899999999999967</c:v>
                </c:pt>
                <c:pt idx="140">
                  <c:v>13.999999999999966</c:v>
                </c:pt>
                <c:pt idx="141">
                  <c:v>14.099999999999966</c:v>
                </c:pt>
                <c:pt idx="142">
                  <c:v>14.199999999999966</c:v>
                </c:pt>
                <c:pt idx="143">
                  <c:v>14.299999999999965</c:v>
                </c:pt>
                <c:pt idx="144">
                  <c:v>14.399999999999965</c:v>
                </c:pt>
                <c:pt idx="145">
                  <c:v>14.499999999999964</c:v>
                </c:pt>
                <c:pt idx="146">
                  <c:v>14.599999999999964</c:v>
                </c:pt>
                <c:pt idx="147">
                  <c:v>14.699999999999964</c:v>
                </c:pt>
                <c:pt idx="148">
                  <c:v>14.799999999999963</c:v>
                </c:pt>
                <c:pt idx="149">
                  <c:v>14.899999999999963</c:v>
                </c:pt>
                <c:pt idx="150">
                  <c:v>14.999999999999963</c:v>
                </c:pt>
                <c:pt idx="151">
                  <c:v>15.099999999999962</c:v>
                </c:pt>
                <c:pt idx="152">
                  <c:v>15.199999999999962</c:v>
                </c:pt>
                <c:pt idx="153">
                  <c:v>15.299999999999962</c:v>
                </c:pt>
                <c:pt idx="154">
                  <c:v>15.399999999999961</c:v>
                </c:pt>
                <c:pt idx="155">
                  <c:v>15.499999999999961</c:v>
                </c:pt>
                <c:pt idx="156">
                  <c:v>15.599999999999961</c:v>
                </c:pt>
                <c:pt idx="157">
                  <c:v>15.69999999999996</c:v>
                </c:pt>
                <c:pt idx="158">
                  <c:v>15.79999999999996</c:v>
                </c:pt>
                <c:pt idx="159">
                  <c:v>15.899999999999959</c:v>
                </c:pt>
                <c:pt idx="160">
                  <c:v>15.999999999999959</c:v>
                </c:pt>
                <c:pt idx="161">
                  <c:v>16.099999999999959</c:v>
                </c:pt>
                <c:pt idx="162">
                  <c:v>16.19999999999996</c:v>
                </c:pt>
                <c:pt idx="163">
                  <c:v>16.299999999999962</c:v>
                </c:pt>
                <c:pt idx="164">
                  <c:v>16.399999999999963</c:v>
                </c:pt>
                <c:pt idx="165">
                  <c:v>16.499999999999964</c:v>
                </c:pt>
                <c:pt idx="166">
                  <c:v>16.599999999999966</c:v>
                </c:pt>
                <c:pt idx="167">
                  <c:v>16.699999999999967</c:v>
                </c:pt>
                <c:pt idx="168">
                  <c:v>16.799999999999969</c:v>
                </c:pt>
                <c:pt idx="169">
                  <c:v>16.89999999999997</c:v>
                </c:pt>
                <c:pt idx="170">
                  <c:v>16.999999999999972</c:v>
                </c:pt>
                <c:pt idx="171">
                  <c:v>17.099999999999973</c:v>
                </c:pt>
                <c:pt idx="172">
                  <c:v>17.199999999999974</c:v>
                </c:pt>
                <c:pt idx="173">
                  <c:v>17.299999999999976</c:v>
                </c:pt>
                <c:pt idx="174">
                  <c:v>17.399999999999977</c:v>
                </c:pt>
                <c:pt idx="175">
                  <c:v>17.499999999999979</c:v>
                </c:pt>
                <c:pt idx="176">
                  <c:v>17.59999999999998</c:v>
                </c:pt>
                <c:pt idx="177">
                  <c:v>17.699999999999982</c:v>
                </c:pt>
                <c:pt idx="178">
                  <c:v>17.799999999999983</c:v>
                </c:pt>
                <c:pt idx="179">
                  <c:v>17.899999999999984</c:v>
                </c:pt>
                <c:pt idx="180">
                  <c:v>17.999999999999986</c:v>
                </c:pt>
                <c:pt idx="181">
                  <c:v>18.099999999999987</c:v>
                </c:pt>
                <c:pt idx="182">
                  <c:v>18.199999999999989</c:v>
                </c:pt>
                <c:pt idx="183">
                  <c:v>18.29999999999999</c:v>
                </c:pt>
                <c:pt idx="184">
                  <c:v>18.399999999999991</c:v>
                </c:pt>
                <c:pt idx="185">
                  <c:v>18.499999999999993</c:v>
                </c:pt>
                <c:pt idx="186">
                  <c:v>18.599999999999994</c:v>
                </c:pt>
                <c:pt idx="187">
                  <c:v>18.699999999999996</c:v>
                </c:pt>
                <c:pt idx="188">
                  <c:v>18.799999999999997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19.200000000000003</c:v>
                </c:pt>
                <c:pt idx="193">
                  <c:v>19.300000000000004</c:v>
                </c:pt>
                <c:pt idx="194">
                  <c:v>19.400000000000006</c:v>
                </c:pt>
                <c:pt idx="195">
                  <c:v>19.500000000000007</c:v>
                </c:pt>
                <c:pt idx="196">
                  <c:v>19.600000000000009</c:v>
                </c:pt>
                <c:pt idx="197">
                  <c:v>19.70000000000001</c:v>
                </c:pt>
                <c:pt idx="198">
                  <c:v>19.800000000000011</c:v>
                </c:pt>
                <c:pt idx="199">
                  <c:v>19.900000000000013</c:v>
                </c:pt>
                <c:pt idx="200">
                  <c:v>20.000000000000014</c:v>
                </c:pt>
                <c:pt idx="201">
                  <c:v>20.100000000000016</c:v>
                </c:pt>
                <c:pt idx="202">
                  <c:v>20.200000000000017</c:v>
                </c:pt>
                <c:pt idx="203">
                  <c:v>20.300000000000018</c:v>
                </c:pt>
                <c:pt idx="204">
                  <c:v>20.40000000000002</c:v>
                </c:pt>
                <c:pt idx="205">
                  <c:v>20.500000000000021</c:v>
                </c:pt>
                <c:pt idx="206">
                  <c:v>20.600000000000023</c:v>
                </c:pt>
                <c:pt idx="207">
                  <c:v>20.700000000000024</c:v>
                </c:pt>
                <c:pt idx="208">
                  <c:v>20.800000000000026</c:v>
                </c:pt>
                <c:pt idx="209">
                  <c:v>20.900000000000027</c:v>
                </c:pt>
                <c:pt idx="210">
                  <c:v>21.000000000000028</c:v>
                </c:pt>
              </c:numCache>
            </c:numRef>
          </c:xVal>
          <c:yVal>
            <c:numRef>
              <c:f>[Plots.xlsx]Sheet1!$H$6:$H$216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2.5315865264770261E-2</c:v>
                </c:pt>
                <c:pt idx="2">
                  <c:v>4.9238022670181653E-2</c:v>
                </c:pt>
                <c:pt idx="3">
                  <c:v>7.1912007306125361E-2</c:v>
                </c:pt>
                <c:pt idx="4">
                  <c:v>9.3461685162235061E-2</c:v>
                </c:pt>
                <c:pt idx="5">
                  <c:v>0.11399335230683678</c:v>
                </c:pt>
                <c:pt idx="6">
                  <c:v>0.13359890837021748</c:v>
                </c:pt>
                <c:pt idx="7">
                  <c:v>0.15235834438305645</c:v>
                </c:pt>
                <c:pt idx="8">
                  <c:v>0.17034171539495738</c:v>
                </c:pt>
                <c:pt idx="9">
                  <c:v>0.18761072083646307</c:v>
                </c:pt>
                <c:pt idx="10">
                  <c:v>0.20421998265592473</c:v>
                </c:pt>
                <c:pt idx="11">
                  <c:v>0.22021808804005508</c:v>
                </c:pt>
                <c:pt idx="12">
                  <c:v>0.23564844690754891</c:v>
                </c:pt>
                <c:pt idx="13">
                  <c:v>0.25055000230889402</c:v>
                </c:pt>
                <c:pt idx="14">
                  <c:v>0.26495782300953646</c:v>
                </c:pt>
                <c:pt idx="15">
                  <c:v>0.27890360095282896</c:v>
                </c:pt>
                <c:pt idx="16">
                  <c:v>0.29241607135647607</c:v>
                </c:pt>
                <c:pt idx="17">
                  <c:v>0.30552136944662389</c:v>
                </c:pt>
                <c:pt idx="18">
                  <c:v>0.31824333496276158</c:v>
                </c:pt>
                <c:pt idx="19">
                  <c:v>0.330603773349191</c:v>
                </c:pt>
                <c:pt idx="20">
                  <c:v>0.34262268082220626</c:v>
                </c:pt>
                <c:pt idx="21">
                  <c:v>0.35431843914740097</c:v>
                </c:pt>
                <c:pt idx="22">
                  <c:v>0.36570798489089973</c:v>
                </c:pt>
                <c:pt idx="23">
                  <c:v>0.37680695705651202</c:v>
                </c:pt>
                <c:pt idx="24">
                  <c:v>0.3876298263387295</c:v>
                </c:pt>
                <c:pt idx="25">
                  <c:v>0.39819000867203763</c:v>
                </c:pt>
                <c:pt idx="26">
                  <c:v>0.40849996531184962</c:v>
                </c:pt>
                <c:pt idx="27">
                  <c:v>0.41857129131974552</c:v>
                </c:pt>
                <c:pt idx="28">
                  <c:v>0.4284147940287889</c:v>
                </c:pt>
                <c:pt idx="29">
                  <c:v>0.43804056282038806</c:v>
                </c:pt>
                <c:pt idx="30">
                  <c:v>0.44745803134221934</c:v>
                </c:pt>
                <c:pt idx="31">
                  <c:v>0.45667603312904309</c:v>
                </c:pt>
                <c:pt idx="32">
                  <c:v>0.46570285144841839</c:v>
                </c:pt>
                <c:pt idx="33">
                  <c:v>0.47454626407625533</c:v>
                </c:pt>
                <c:pt idx="34">
                  <c:v>0.48321358360875388</c:v>
                </c:pt>
                <c:pt idx="35">
                  <c:v>0.49171169383427282</c:v>
                </c:pt>
                <c:pt idx="36">
                  <c:v>0.50004708261840392</c:v>
                </c:pt>
                <c:pt idx="37">
                  <c:v>0.508225871695831</c:v>
                </c:pt>
                <c:pt idx="38">
                  <c:v>0.51625384371167926</c:v>
                </c:pt>
                <c:pt idx="39">
                  <c:v>0.52413646681156467</c:v>
                </c:pt>
                <c:pt idx="40">
                  <c:v>0.53187891704225521</c:v>
                </c:pt>
                <c:pt idx="41">
                  <c:v>0.53948609879277676</c:v>
                </c:pt>
                <c:pt idx="42">
                  <c:v>0.54696266347813105</c:v>
                </c:pt>
                <c:pt idx="43">
                  <c:v>0.5543130266438745</c:v>
                </c:pt>
                <c:pt idx="44">
                  <c:v>0.56154138364905604</c:v>
                </c:pt>
                <c:pt idx="45">
                  <c:v>0.56865172406699493</c:v>
                </c:pt>
                <c:pt idx="46">
                  <c:v>0.57564784492766108</c:v>
                </c:pt>
                <c:pt idx="47">
                  <c:v>0.58253336291170865</c:v>
                </c:pt>
                <c:pt idx="48">
                  <c:v>0.58931172559420719</c:v>
                </c:pt>
                <c:pt idx="49">
                  <c:v>0.59598622182557404</c:v>
                </c:pt>
                <c:pt idx="50">
                  <c:v>0.60255999132796223</c:v>
                </c:pt>
                <c:pt idx="51">
                  <c:v>0.60903603357719394</c:v>
                </c:pt>
                <c:pt idx="52">
                  <c:v>0.61541721603313437</c:v>
                </c:pt>
                <c:pt idx="53">
                  <c:v>0.62170628177503506</c:v>
                </c:pt>
                <c:pt idx="54">
                  <c:v>0.62790585659273246</c:v>
                </c:pt>
                <c:pt idx="55">
                  <c:v>0.63401845557958625</c:v>
                </c:pt>
                <c:pt idx="56">
                  <c:v>0.64004648926858576</c:v>
                </c:pt>
                <c:pt idx="57">
                  <c:v>0.6459922693490916</c:v>
                </c:pt>
                <c:pt idx="58">
                  <c:v>0.65185801399814369</c:v>
                </c:pt>
                <c:pt idx="59">
                  <c:v>0.65764585285710364</c:v>
                </c:pt>
                <c:pt idx="60">
                  <c:v>0.6633578316815737</c:v>
                </c:pt>
                <c:pt idx="61">
                  <c:v>0.6689959166899998</c:v>
                </c:pt>
                <c:pt idx="62">
                  <c:v>0.67456199863408739</c:v>
                </c:pt>
                <c:pt idx="63">
                  <c:v>0.68005789661211857</c:v>
                </c:pt>
                <c:pt idx="64">
                  <c:v>0.68548536164441209</c:v>
                </c:pt>
                <c:pt idx="65">
                  <c:v>0.69084608002851322</c:v>
                </c:pt>
                <c:pt idx="66">
                  <c:v>0.69614167649019709</c:v>
                </c:pt>
                <c:pt idx="67">
                  <c:v>0.70137371714501884</c:v>
                </c:pt>
                <c:pt idx="68">
                  <c:v>0.70654371228391877</c:v>
                </c:pt>
                <c:pt idx="69">
                  <c:v>0.71165311899527517</c:v>
                </c:pt>
                <c:pt idx="70">
                  <c:v>0.71670334363479882</c:v>
                </c:pt>
                <c:pt idx="71">
                  <c:v>0.72169574415373861</c:v>
                </c:pt>
                <c:pt idx="72">
                  <c:v>0.72663163229504779</c:v>
                </c:pt>
                <c:pt idx="73">
                  <c:v>0.73151227566638866</c:v>
                </c:pt>
                <c:pt idx="74">
                  <c:v>0.73633889969817934</c:v>
                </c:pt>
                <c:pt idx="75">
                  <c:v>0.74111268949424336</c:v>
                </c:pt>
                <c:pt idx="76">
                  <c:v>0.7458347915820569</c:v>
                </c:pt>
                <c:pt idx="77">
                  <c:v>0.75050631556906056</c:v>
                </c:pt>
                <c:pt idx="78">
                  <c:v>0.75512833571101834</c:v>
                </c:pt>
                <c:pt idx="79">
                  <c:v>0.75970189239797292</c:v>
                </c:pt>
                <c:pt idx="80">
                  <c:v>0.7642279935629368</c:v>
                </c:pt>
                <c:pt idx="81">
                  <c:v>0.76870761601809001</c:v>
                </c:pt>
                <c:pt idx="82">
                  <c:v>0.77314170672291926</c:v>
                </c:pt>
                <c:pt idx="83">
                  <c:v>0.77753118398841026</c:v>
                </c:pt>
                <c:pt idx="84">
                  <c:v>0.78187693862113117</c:v>
                </c:pt>
                <c:pt idx="85">
                  <c:v>0.78617983501076649</c:v>
                </c:pt>
                <c:pt idx="86">
                  <c:v>0.7904407121644248</c:v>
                </c:pt>
                <c:pt idx="87">
                  <c:v>0.79466038469081812</c:v>
                </c:pt>
                <c:pt idx="88">
                  <c:v>0.79883964373719551</c:v>
                </c:pt>
                <c:pt idx="89">
                  <c:v>0.80297925788173197</c:v>
                </c:pt>
                <c:pt idx="90">
                  <c:v>0.80707997398388653</c:v>
                </c:pt>
                <c:pt idx="91">
                  <c:v>0.81114251799508341</c:v>
                </c:pt>
                <c:pt idx="92">
                  <c:v>0.81516759573191955</c:v>
                </c:pt>
                <c:pt idx="93">
                  <c:v>0.8191558936139548</c:v>
                </c:pt>
                <c:pt idx="94">
                  <c:v>0.82310807936801678</c:v>
                </c:pt>
                <c:pt idx="95">
                  <c:v>0.82702480270082579</c:v>
                </c:pt>
                <c:pt idx="96">
                  <c:v>0.83090669594163524</c:v>
                </c:pt>
                <c:pt idx="97">
                  <c:v>0.83475437465647817</c:v>
                </c:pt>
                <c:pt idx="98">
                  <c:v>0.83856843823551053</c:v>
                </c:pt>
                <c:pt idx="99">
                  <c:v>0.8423494704548542</c:v>
                </c:pt>
                <c:pt idx="100">
                  <c:v>0.84609804001425615</c:v>
                </c:pt>
                <c:pt idx="101">
                  <c:v>0.84981470105180301</c:v>
                </c:pt>
                <c:pt idx="102">
                  <c:v>0.85349999363685569</c:v>
                </c:pt>
                <c:pt idx="103">
                  <c:v>0.85715444424229958</c:v>
                </c:pt>
                <c:pt idx="104">
                  <c:v>0.8607785661971461</c:v>
                </c:pt>
                <c:pt idx="105">
                  <c:v>0.86437286012045511</c:v>
                </c:pt>
                <c:pt idx="106">
                  <c:v>0.86793781433749806</c:v>
                </c:pt>
                <c:pt idx="107">
                  <c:v>0.87147390527902635</c:v>
                </c:pt>
                <c:pt idx="108">
                  <c:v>0.8749815978644605</c:v>
                </c:pt>
                <c:pt idx="109">
                  <c:v>0.87846134586977331</c:v>
                </c:pt>
                <c:pt idx="110">
                  <c:v>0.88191359228079058</c:v>
                </c:pt>
                <c:pt idx="111">
                  <c:v>0.88533876963260305</c:v>
                </c:pt>
                <c:pt idx="112">
                  <c:v>0.88873730033573539</c:v>
                </c:pt>
                <c:pt idx="113">
                  <c:v>0.89210959698968806</c:v>
                </c:pt>
                <c:pt idx="114">
                  <c:v>0.89545606268443767</c:v>
                </c:pt>
                <c:pt idx="115">
                  <c:v>0.89877709129044059</c:v>
                </c:pt>
                <c:pt idx="116">
                  <c:v>0.90207306773766827</c:v>
                </c:pt>
                <c:pt idx="117">
                  <c:v>0.90534436828416276</c:v>
                </c:pt>
                <c:pt idx="118">
                  <c:v>0.90859136077458524</c:v>
                </c:pt>
                <c:pt idx="119">
                  <c:v>0.91181440488920029</c:v>
                </c:pt>
                <c:pt idx="120">
                  <c:v>0.9150138523837158</c:v>
                </c:pt>
                <c:pt idx="121">
                  <c:v>0.91819004732038145</c:v>
                </c:pt>
                <c:pt idx="122">
                  <c:v>0.92134332629072302</c:v>
                </c:pt>
                <c:pt idx="123">
                  <c:v>0.92447401863027556</c:v>
                </c:pt>
                <c:pt idx="124">
                  <c:v>0.92758244662565426</c:v>
                </c:pt>
                <c:pt idx="125">
                  <c:v>0.93066892571429183</c:v>
                </c:pt>
                <c:pt idx="126">
                  <c:v>0.93373376467715241</c:v>
                </c:pt>
                <c:pt idx="127">
                  <c:v>0.93677726582471199</c:v>
                </c:pt>
                <c:pt idx="128">
                  <c:v>0.93979972517649091</c:v>
                </c:pt>
                <c:pt idx="129">
                  <c:v>0.94280143263440208</c:v>
                </c:pt>
                <c:pt idx="130">
                  <c:v>0.94578267215016765</c:v>
                </c:pt>
                <c:pt idx="131">
                  <c:v>0.94874372188704992</c:v>
                </c:pt>
                <c:pt idx="132">
                  <c:v>0.95168485437612205</c:v>
                </c:pt>
                <c:pt idx="133">
                  <c:v>0.95460633666730343</c:v>
                </c:pt>
                <c:pt idx="134">
                  <c:v>0.95750843047536238</c:v>
                </c:pt>
                <c:pt idx="135">
                  <c:v>0.96039139232109261</c:v>
                </c:pt>
                <c:pt idx="136">
                  <c:v>0.96325547366784947</c:v>
                </c:pt>
                <c:pt idx="137">
                  <c:v>0.96610092105362833</c:v>
                </c:pt>
                <c:pt idx="138">
                  <c:v>0.96892797621886118</c:v>
                </c:pt>
                <c:pt idx="139">
                  <c:v>0.97173687623009242</c:v>
                </c:pt>
                <c:pt idx="140">
                  <c:v>0.97452785359969762</c:v>
                </c:pt>
                <c:pt idx="141">
                  <c:v>0.97730113640179184</c:v>
                </c:pt>
                <c:pt idx="142">
                  <c:v>0.98005694838447333</c:v>
                </c:pt>
                <c:pt idx="143">
                  <c:v>0.98279550907854352</c:v>
                </c:pt>
                <c:pt idx="144">
                  <c:v>0.98551703390282985</c:v>
                </c:pt>
                <c:pt idx="145">
                  <c:v>0.98822173426624382</c:v>
                </c:pt>
                <c:pt idx="146">
                  <c:v>0.99090981766669084</c:v>
                </c:pt>
                <c:pt idx="147">
                  <c:v>0.99358148778694866</c:v>
                </c:pt>
                <c:pt idx="148">
                  <c:v>0.99623694458762713</c:v>
                </c:pt>
                <c:pt idx="149">
                  <c:v>0.9988763843973123</c:v>
                </c:pt>
                <c:pt idx="150">
                  <c:v>1.0014999999999989</c:v>
                </c:pt>
                <c:pt idx="151">
                  <c:v>1.0041079807199076</c:v>
                </c:pt>
                <c:pt idx="152">
                  <c:v>1.0067005125037793</c:v>
                </c:pt>
                <c:pt idx="153">
                  <c:v>1.0092777780007389</c:v>
                </c:pt>
                <c:pt idx="154">
                  <c:v>1.0118399566398111</c:v>
                </c:pt>
                <c:pt idx="155">
                  <c:v>1.0143872247051711</c:v>
                </c:pt>
                <c:pt idx="156">
                  <c:v>1.0169197554092133</c:v>
                </c:pt>
                <c:pt idx="157">
                  <c:v>1.0194377189635047</c:v>
                </c:pt>
                <c:pt idx="158">
                  <c:v>1.0219412826477068</c:v>
                </c:pt>
                <c:pt idx="159">
                  <c:v>1.0244306108765269</c:v>
                </c:pt>
                <c:pt idx="160">
                  <c:v>1.0269058652647693</c:v>
                </c:pt>
                <c:pt idx="161">
                  <c:v>1.0293672046905524</c:v>
                </c:pt>
                <c:pt idx="162">
                  <c:v>1.0318147853567501</c:v>
                </c:pt>
                <c:pt idx="163">
                  <c:v>1.0342487608507189</c:v>
                </c:pt>
                <c:pt idx="164">
                  <c:v>1.0366692822023673</c:v>
                </c:pt>
                <c:pt idx="165">
                  <c:v>1.0390764979406226</c:v>
                </c:pt>
                <c:pt idx="166">
                  <c:v>1.0414705541483495</c:v>
                </c:pt>
                <c:pt idx="167">
                  <c:v>1.0438515945157656</c:v>
                </c:pt>
                <c:pt idx="168">
                  <c:v>1.0462197603924102</c:v>
                </c:pt>
                <c:pt idx="169">
                  <c:v>1.0485751908377092</c:v>
                </c:pt>
                <c:pt idx="170">
                  <c:v>1.0509180226701811</c:v>
                </c:pt>
                <c:pt idx="171">
                  <c:v>1.0532483905153269</c:v>
                </c:pt>
                <c:pt idx="172">
                  <c:v>1.055566426852252</c:v>
                </c:pt>
                <c:pt idx="173">
                  <c:v>1.0578722620590517</c:v>
                </c:pt>
                <c:pt idx="174">
                  <c:v>1.0601660244570048</c:v>
                </c:pt>
                <c:pt idx="175">
                  <c:v>1.0624478403536111</c:v>
                </c:pt>
                <c:pt idx="176">
                  <c:v>1.0647178340845098</c:v>
                </c:pt>
                <c:pt idx="177">
                  <c:v>1.0669761280543115</c:v>
                </c:pt>
                <c:pt idx="178">
                  <c:v>1.0692228427763801</c:v>
                </c:pt>
                <c:pt idx="179">
                  <c:v>1.0714580969115952</c:v>
                </c:pt>
                <c:pt idx="180">
                  <c:v>1.0736820073061251</c:v>
                </c:pt>
                <c:pt idx="181">
                  <c:v>1.0758946890282437</c:v>
                </c:pt>
                <c:pt idx="182">
                  <c:v>1.0780962554042173</c:v>
                </c:pt>
                <c:pt idx="183">
                  <c:v>1.0802868180532923</c:v>
                </c:pt>
                <c:pt idx="184">
                  <c:v>1.0824664869218057</c:v>
                </c:pt>
                <c:pt idx="185">
                  <c:v>1.0846353703164497</c:v>
                </c:pt>
                <c:pt idx="186">
                  <c:v>1.0867935749367159</c:v>
                </c:pt>
                <c:pt idx="187">
                  <c:v>1.0889412059065353</c:v>
                </c:pt>
                <c:pt idx="188">
                  <c:v>1.0910783668051489</c:v>
                </c:pt>
                <c:pt idx="189">
                  <c:v>1.0932051596972228</c:v>
                </c:pt>
                <c:pt idx="190">
                  <c:v>1.0953216851622352</c:v>
                </c:pt>
                <c:pt idx="191">
                  <c:v>1.0974280423231508</c:v>
                </c:pt>
                <c:pt idx="192">
                  <c:v>1.0995243288744108</c:v>
                </c:pt>
                <c:pt idx="193">
                  <c:v>1.1016106411092501</c:v>
                </c:pt>
                <c:pt idx="194">
                  <c:v>1.1036870739463664</c:v>
                </c:pt>
                <c:pt idx="195">
                  <c:v>1.1057537209559569</c:v>
                </c:pt>
                <c:pt idx="196">
                  <c:v>1.1078106743851437</c:v>
                </c:pt>
                <c:pt idx="197">
                  <c:v>1.1098580251827987</c:v>
                </c:pt>
                <c:pt idx="198">
                  <c:v>1.1118958630237936</c:v>
                </c:pt>
                <c:pt idx="199">
                  <c:v>1.1139242763326818</c:v>
                </c:pt>
                <c:pt idx="200">
                  <c:v>1.1159433523068372</c:v>
                </c:pt>
                <c:pt idx="201">
                  <c:v>1.1179531769390556</c:v>
                </c:pt>
                <c:pt idx="202">
                  <c:v>1.1199538350396416</c:v>
                </c:pt>
                <c:pt idx="203">
                  <c:v>1.1219454102579913</c:v>
                </c:pt>
                <c:pt idx="204">
                  <c:v>1.1239279851036816</c:v>
                </c:pt>
                <c:pt idx="205">
                  <c:v>1.1259016409670863</c:v>
                </c:pt>
                <c:pt idx="206">
                  <c:v>1.1278664581395272</c:v>
                </c:pt>
                <c:pt idx="207">
                  <c:v>1.1298225158329738</c:v>
                </c:pt>
                <c:pt idx="208">
                  <c:v>1.1317698921993016</c:v>
                </c:pt>
                <c:pt idx="209">
                  <c:v>1.1337086643491259</c:v>
                </c:pt>
                <c:pt idx="210">
                  <c:v>1.1356389083702181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76F-4B9A-A4D7-7824E879B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256146886139665"/>
          <c:y val="0.88362487412436097"/>
          <c:w val="0.34377859050448539"/>
          <c:h val="0.116375125875638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2" tx1="lt1" bg2="dk1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747942356262101"/>
          <c:y val="8.2912463435756797E-2"/>
          <c:w val="0.81276697077379101"/>
          <c:h val="0.81373932939272398"/>
        </c:manualLayout>
      </c:layout>
      <c:scatterChart>
        <c:scatterStyle val="smoothMarker"/>
        <c:varyColors val="0"/>
        <c:ser>
          <c:idx val="0"/>
          <c:order val="0"/>
          <c:tx>
            <c:strRef>
              <c:f>[GV100_GP100_FP16_GTC_Summary.xlsx]Charts!$A$13</c:f>
              <c:strCache>
                <c:ptCount val="1"/>
                <c:pt idx="0">
                  <c:v>GV100-HMMA-fp16acc</c:v>
                </c:pt>
              </c:strCache>
            </c:strRef>
          </c:tx>
          <c:spPr>
            <a:ln w="101600" cap="rnd">
              <a:noFill/>
              <a:round/>
            </a:ln>
            <a:effectLst/>
          </c:spPr>
          <c:marker>
            <c:symbol val="none"/>
          </c:marker>
          <c:xVal>
            <c:numRef>
              <c:f>[GV100_GP100_FP16_GTC_Summary.xlsx]Charts!$B$15:$B$23</c:f>
              <c:numCache>
                <c:formatCode>0</c:formatCode>
                <c:ptCount val="9"/>
                <c:pt idx="0">
                  <c:v>149.14183820208521</c:v>
                </c:pt>
                <c:pt idx="1">
                  <c:v>169.19869046910989</c:v>
                </c:pt>
                <c:pt idx="2">
                  <c:v>188.36190283110179</c:v>
                </c:pt>
                <c:pt idx="3">
                  <c:v>208.24505222377451</c:v>
                </c:pt>
                <c:pt idx="4">
                  <c:v>227.98701526862729</c:v>
                </c:pt>
                <c:pt idx="5">
                  <c:v>246.45664183477439</c:v>
                </c:pt>
                <c:pt idx="6">
                  <c:v>266.98979632881702</c:v>
                </c:pt>
                <c:pt idx="7">
                  <c:v>288.3989556348435</c:v>
                </c:pt>
                <c:pt idx="8">
                  <c:v>308.49089645749609</c:v>
                </c:pt>
              </c:numCache>
            </c:numRef>
          </c:xVal>
          <c:yVal>
            <c:numRef>
              <c:f>[GV100_GP100_FP16_GTC_Summary.xlsx]Charts!$C$15:$C$23</c:f>
              <c:numCache>
                <c:formatCode>0</c:formatCode>
                <c:ptCount val="9"/>
                <c:pt idx="0">
                  <c:v>54.5792</c:v>
                </c:pt>
                <c:pt idx="1">
                  <c:v>68.014080000000007</c:v>
                </c:pt>
                <c:pt idx="2">
                  <c:v>78.929919999999996</c:v>
                </c:pt>
                <c:pt idx="3">
                  <c:v>88.166399999999982</c:v>
                </c:pt>
                <c:pt idx="4">
                  <c:v>94.044160000000005</c:v>
                </c:pt>
                <c:pt idx="5">
                  <c:v>98.242559999999997</c:v>
                </c:pt>
                <c:pt idx="6">
                  <c:v>102.44096</c:v>
                </c:pt>
                <c:pt idx="7">
                  <c:v>106.63936</c:v>
                </c:pt>
                <c:pt idx="8">
                  <c:v>109.99808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E00-4B29-9DFC-7D2E3011DBA9}"/>
            </c:ext>
          </c:extLst>
        </c:ser>
        <c:ser>
          <c:idx val="1"/>
          <c:order val="1"/>
          <c:tx>
            <c:v>GP100-fp16</c:v>
          </c:tx>
          <c:spPr>
            <a:ln w="101600" cap="rnd">
              <a:noFill/>
              <a:round/>
            </a:ln>
            <a:effectLst/>
          </c:spPr>
          <c:marker>
            <c:symbol val="none"/>
          </c:marker>
          <c:xVal>
            <c:numRef>
              <c:f>[GV100_GP100_FP16_GTC_Summary.xlsx]Charts!$B$43:$B$51</c:f>
              <c:numCache>
                <c:formatCode>0</c:formatCode>
                <c:ptCount val="9"/>
                <c:pt idx="0">
                  <c:v>149.04932646112189</c:v>
                </c:pt>
                <c:pt idx="1">
                  <c:v>167.62119997273939</c:v>
                </c:pt>
                <c:pt idx="2">
                  <c:v>189.72362120838511</c:v>
                </c:pt>
                <c:pt idx="3">
                  <c:v>208.0224108851906</c:v>
                </c:pt>
                <c:pt idx="4">
                  <c:v>228.47448680405469</c:v>
                </c:pt>
                <c:pt idx="5">
                  <c:v>246.97706060637111</c:v>
                </c:pt>
                <c:pt idx="6">
                  <c:v>266.8910093566862</c:v>
                </c:pt>
                <c:pt idx="7">
                  <c:v>284.98810365544392</c:v>
                </c:pt>
                <c:pt idx="8">
                  <c:v>305.02689584848321</c:v>
                </c:pt>
              </c:numCache>
            </c:numRef>
          </c:xVal>
          <c:yVal>
            <c:numRef>
              <c:f>[GV100_GP100_FP16_GTC_Summary.xlsx]Charts!$C$43:$C$51</c:f>
              <c:numCache>
                <c:formatCode>0.0</c:formatCode>
                <c:ptCount val="9"/>
                <c:pt idx="0">
                  <c:v>15.33952</c:v>
                </c:pt>
                <c:pt idx="1">
                  <c:v>16.343039999999981</c:v>
                </c:pt>
                <c:pt idx="2">
                  <c:v>17.34656</c:v>
                </c:pt>
                <c:pt idx="3">
                  <c:v>18.063359999999999</c:v>
                </c:pt>
                <c:pt idx="4">
                  <c:v>18.780159999999981</c:v>
                </c:pt>
                <c:pt idx="5">
                  <c:v>19.3536</c:v>
                </c:pt>
                <c:pt idx="6">
                  <c:v>19.927040000000002</c:v>
                </c:pt>
                <c:pt idx="7">
                  <c:v>20.357119999999991</c:v>
                </c:pt>
                <c:pt idx="8">
                  <c:v>20.787199999999981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E00-4B29-9DFC-7D2E3011DB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896381424"/>
        <c:axId val="-896104208"/>
      </c:scatterChart>
      <c:valAx>
        <c:axId val="-896381424"/>
        <c:scaling>
          <c:orientation val="minMax"/>
          <c:max val="2020"/>
          <c:min val="198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25400" cap="flat" cmpd="sng" algn="ctr">
            <a:solidFill>
              <a:srgbClr val="6F6F6F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-896104208"/>
        <c:crosses val="autoZero"/>
        <c:crossBetween val="midCat"/>
        <c:majorUnit val="10"/>
      </c:valAx>
      <c:valAx>
        <c:axId val="-896104208"/>
        <c:scaling>
          <c:orientation val="minMax"/>
          <c:max val="120"/>
          <c:min val="0"/>
        </c:scaling>
        <c:delete val="0"/>
        <c:axPos val="l"/>
        <c:majorGridlines>
          <c:spPr>
            <a:ln w="3175" cap="flat" cmpd="sng" algn="ctr">
              <a:solidFill>
                <a:srgbClr val="6F6F6F">
                  <a:alpha val="25000"/>
                </a:srgbClr>
              </a:solidFill>
              <a:round/>
            </a:ln>
            <a:effectLst/>
          </c:spPr>
        </c:majorGridlines>
        <c:numFmt formatCode="@" sourceLinked="0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96381424"/>
        <c:crosses val="autoZero"/>
        <c:crossBetween val="midCat"/>
        <c:majorUnit val="20"/>
        <c:minorUnit val="4"/>
      </c:valAx>
      <c:spPr>
        <a:solidFill>
          <a:srgbClr val="F2F2F2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800" b="0" i="0" baseline="0" dirty="0">
                <a:effectLst/>
              </a:rPr>
              <a:t>빅 데이터에서의 알고리즘 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[Plots.xlsx]Sheet1!$E$5</c:f>
              <c:strCache>
                <c:ptCount val="1"/>
                <c:pt idx="0">
                  <c:v>Small NN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3.3000000000000003</c:v>
                </c:pt>
                <c:pt idx="4">
                  <c:v>4.4000000000000004</c:v>
                </c:pt>
                <c:pt idx="5">
                  <c:v>5.5</c:v>
                </c:pt>
                <c:pt idx="6">
                  <c:v>6.6</c:v>
                </c:pt>
                <c:pt idx="7">
                  <c:v>7.6999999999999993</c:v>
                </c:pt>
                <c:pt idx="8">
                  <c:v>8.7999999999999989</c:v>
                </c:pt>
                <c:pt idx="9">
                  <c:v>9.8999999999999986</c:v>
                </c:pt>
                <c:pt idx="10">
                  <c:v>10.999999999999998</c:v>
                </c:pt>
                <c:pt idx="11">
                  <c:v>12.099999999999998</c:v>
                </c:pt>
                <c:pt idx="12">
                  <c:v>13.199999999999998</c:v>
                </c:pt>
                <c:pt idx="13">
                  <c:v>14.299999999999997</c:v>
                </c:pt>
                <c:pt idx="14">
                  <c:v>15.399999999999997</c:v>
                </c:pt>
                <c:pt idx="15">
                  <c:v>16.499999999999996</c:v>
                </c:pt>
                <c:pt idx="16">
                  <c:v>17.599999999999998</c:v>
                </c:pt>
                <c:pt idx="17">
                  <c:v>18.7</c:v>
                </c:pt>
                <c:pt idx="18">
                  <c:v>19.8</c:v>
                </c:pt>
                <c:pt idx="19">
                  <c:v>20.900000000000002</c:v>
                </c:pt>
                <c:pt idx="20">
                  <c:v>22.000000000000004</c:v>
                </c:pt>
                <c:pt idx="21">
                  <c:v>23.100000000000005</c:v>
                </c:pt>
                <c:pt idx="22">
                  <c:v>24.200000000000006</c:v>
                </c:pt>
                <c:pt idx="23">
                  <c:v>25.300000000000008</c:v>
                </c:pt>
                <c:pt idx="24">
                  <c:v>26.400000000000009</c:v>
                </c:pt>
                <c:pt idx="25">
                  <c:v>27.500000000000011</c:v>
                </c:pt>
                <c:pt idx="26">
                  <c:v>28.600000000000012</c:v>
                </c:pt>
                <c:pt idx="27">
                  <c:v>29.700000000000014</c:v>
                </c:pt>
                <c:pt idx="28">
                  <c:v>30.800000000000015</c:v>
                </c:pt>
                <c:pt idx="29">
                  <c:v>31.900000000000016</c:v>
                </c:pt>
                <c:pt idx="30">
                  <c:v>33.000000000000014</c:v>
                </c:pt>
                <c:pt idx="31">
                  <c:v>34.100000000000016</c:v>
                </c:pt>
                <c:pt idx="32">
                  <c:v>35.200000000000017</c:v>
                </c:pt>
                <c:pt idx="33">
                  <c:v>36.300000000000018</c:v>
                </c:pt>
                <c:pt idx="34">
                  <c:v>37.40000000000002</c:v>
                </c:pt>
                <c:pt idx="35">
                  <c:v>38.500000000000021</c:v>
                </c:pt>
                <c:pt idx="36">
                  <c:v>39.600000000000023</c:v>
                </c:pt>
                <c:pt idx="37">
                  <c:v>40.700000000000024</c:v>
                </c:pt>
                <c:pt idx="38">
                  <c:v>41.800000000000026</c:v>
                </c:pt>
                <c:pt idx="39">
                  <c:v>42.900000000000027</c:v>
                </c:pt>
                <c:pt idx="40">
                  <c:v>44.000000000000028</c:v>
                </c:pt>
                <c:pt idx="41">
                  <c:v>45.10000000000003</c:v>
                </c:pt>
                <c:pt idx="42">
                  <c:v>46.200000000000031</c:v>
                </c:pt>
                <c:pt idx="43">
                  <c:v>47.300000000000033</c:v>
                </c:pt>
                <c:pt idx="44">
                  <c:v>48.400000000000034</c:v>
                </c:pt>
                <c:pt idx="45">
                  <c:v>49.500000000000036</c:v>
                </c:pt>
                <c:pt idx="46">
                  <c:v>50.600000000000037</c:v>
                </c:pt>
                <c:pt idx="47">
                  <c:v>51.700000000000038</c:v>
                </c:pt>
                <c:pt idx="48">
                  <c:v>52.80000000000004</c:v>
                </c:pt>
                <c:pt idx="49">
                  <c:v>53.900000000000041</c:v>
                </c:pt>
                <c:pt idx="50">
                  <c:v>55.000000000000043</c:v>
                </c:pt>
                <c:pt idx="51">
                  <c:v>56.100000000000044</c:v>
                </c:pt>
                <c:pt idx="52">
                  <c:v>57.200000000000045</c:v>
                </c:pt>
                <c:pt idx="53">
                  <c:v>58.300000000000047</c:v>
                </c:pt>
                <c:pt idx="54">
                  <c:v>59.400000000000048</c:v>
                </c:pt>
                <c:pt idx="55">
                  <c:v>60.50000000000005</c:v>
                </c:pt>
                <c:pt idx="56">
                  <c:v>61.600000000000051</c:v>
                </c:pt>
                <c:pt idx="57">
                  <c:v>62.700000000000053</c:v>
                </c:pt>
                <c:pt idx="58">
                  <c:v>63.800000000000054</c:v>
                </c:pt>
                <c:pt idx="59">
                  <c:v>64.900000000000048</c:v>
                </c:pt>
                <c:pt idx="60">
                  <c:v>66.000000000000043</c:v>
                </c:pt>
                <c:pt idx="61">
                  <c:v>67.100000000000037</c:v>
                </c:pt>
                <c:pt idx="62">
                  <c:v>68.200000000000031</c:v>
                </c:pt>
                <c:pt idx="63">
                  <c:v>69.300000000000026</c:v>
                </c:pt>
                <c:pt idx="64">
                  <c:v>70.40000000000002</c:v>
                </c:pt>
                <c:pt idx="65">
                  <c:v>71.500000000000014</c:v>
                </c:pt>
                <c:pt idx="66">
                  <c:v>72.600000000000009</c:v>
                </c:pt>
                <c:pt idx="67">
                  <c:v>73.7</c:v>
                </c:pt>
                <c:pt idx="68">
                  <c:v>74.8</c:v>
                </c:pt>
                <c:pt idx="69">
                  <c:v>75.899999999999991</c:v>
                </c:pt>
                <c:pt idx="70">
                  <c:v>76.999999999999986</c:v>
                </c:pt>
                <c:pt idx="71">
                  <c:v>78.09999999999998</c:v>
                </c:pt>
                <c:pt idx="72">
                  <c:v>79.199999999999974</c:v>
                </c:pt>
                <c:pt idx="73">
                  <c:v>80.299999999999969</c:v>
                </c:pt>
                <c:pt idx="74">
                  <c:v>81.399999999999963</c:v>
                </c:pt>
                <c:pt idx="75">
                  <c:v>82.499999999999957</c:v>
                </c:pt>
                <c:pt idx="76">
                  <c:v>83.599999999999952</c:v>
                </c:pt>
                <c:pt idx="77">
                  <c:v>84.699999999999946</c:v>
                </c:pt>
                <c:pt idx="78">
                  <c:v>85.79999999999994</c:v>
                </c:pt>
                <c:pt idx="79">
                  <c:v>86.899999999999935</c:v>
                </c:pt>
                <c:pt idx="80">
                  <c:v>87.999999999999929</c:v>
                </c:pt>
                <c:pt idx="81">
                  <c:v>89.099999999999923</c:v>
                </c:pt>
                <c:pt idx="82">
                  <c:v>90.199999999999918</c:v>
                </c:pt>
                <c:pt idx="83">
                  <c:v>91.299999999999912</c:v>
                </c:pt>
                <c:pt idx="84">
                  <c:v>92.399999999999906</c:v>
                </c:pt>
                <c:pt idx="85">
                  <c:v>93.499999999999901</c:v>
                </c:pt>
                <c:pt idx="86">
                  <c:v>94.599999999999895</c:v>
                </c:pt>
                <c:pt idx="87">
                  <c:v>95.699999999999889</c:v>
                </c:pt>
                <c:pt idx="88">
                  <c:v>96.799999999999883</c:v>
                </c:pt>
                <c:pt idx="89">
                  <c:v>97.899999999999878</c:v>
                </c:pt>
                <c:pt idx="90">
                  <c:v>98.999999999999872</c:v>
                </c:pt>
                <c:pt idx="91">
                  <c:v>100.09999999999987</c:v>
                </c:pt>
                <c:pt idx="92">
                  <c:v>101.19999999999986</c:v>
                </c:pt>
                <c:pt idx="93">
                  <c:v>102.29999999999986</c:v>
                </c:pt>
                <c:pt idx="94">
                  <c:v>103.39999999999985</c:v>
                </c:pt>
                <c:pt idx="95">
                  <c:v>104.49999999999984</c:v>
                </c:pt>
                <c:pt idx="96">
                  <c:v>105.59999999999984</c:v>
                </c:pt>
                <c:pt idx="97">
                  <c:v>106.69999999999983</c:v>
                </c:pt>
                <c:pt idx="98">
                  <c:v>107.79999999999983</c:v>
                </c:pt>
                <c:pt idx="99">
                  <c:v>108.89999999999982</c:v>
                </c:pt>
                <c:pt idx="100">
                  <c:v>109.99999999999982</c:v>
                </c:pt>
                <c:pt idx="101">
                  <c:v>111.09999999999981</c:v>
                </c:pt>
                <c:pt idx="102">
                  <c:v>112.1999999999998</c:v>
                </c:pt>
                <c:pt idx="103">
                  <c:v>113.2999999999998</c:v>
                </c:pt>
                <c:pt idx="104">
                  <c:v>114.39999999999979</c:v>
                </c:pt>
                <c:pt idx="105">
                  <c:v>115.49999999999979</c:v>
                </c:pt>
                <c:pt idx="106">
                  <c:v>116.59999999999978</c:v>
                </c:pt>
                <c:pt idx="107">
                  <c:v>117.69999999999978</c:v>
                </c:pt>
                <c:pt idx="108">
                  <c:v>118.79999999999977</c:v>
                </c:pt>
                <c:pt idx="109">
                  <c:v>119.89999999999976</c:v>
                </c:pt>
                <c:pt idx="110">
                  <c:v>120.99999999999976</c:v>
                </c:pt>
                <c:pt idx="111">
                  <c:v>122.09999999999975</c:v>
                </c:pt>
                <c:pt idx="112">
                  <c:v>123.19999999999975</c:v>
                </c:pt>
                <c:pt idx="113">
                  <c:v>124.29999999999974</c:v>
                </c:pt>
                <c:pt idx="114">
                  <c:v>125.39999999999974</c:v>
                </c:pt>
                <c:pt idx="115">
                  <c:v>126.49999999999973</c:v>
                </c:pt>
                <c:pt idx="116">
                  <c:v>127.59999999999972</c:v>
                </c:pt>
                <c:pt idx="117">
                  <c:v>128.69999999999973</c:v>
                </c:pt>
                <c:pt idx="118">
                  <c:v>129.79999999999973</c:v>
                </c:pt>
                <c:pt idx="119">
                  <c:v>130.89999999999972</c:v>
                </c:pt>
                <c:pt idx="120">
                  <c:v>131.99999999999972</c:v>
                </c:pt>
                <c:pt idx="121">
                  <c:v>133.09999999999971</c:v>
                </c:pt>
                <c:pt idx="122">
                  <c:v>134.1999999999997</c:v>
                </c:pt>
                <c:pt idx="123">
                  <c:v>135.2999999999997</c:v>
                </c:pt>
                <c:pt idx="124">
                  <c:v>136.39999999999969</c:v>
                </c:pt>
                <c:pt idx="125">
                  <c:v>137.49999999999969</c:v>
                </c:pt>
                <c:pt idx="126">
                  <c:v>138.59999999999968</c:v>
                </c:pt>
                <c:pt idx="127">
                  <c:v>139.69999999999968</c:v>
                </c:pt>
                <c:pt idx="128">
                  <c:v>140.79999999999967</c:v>
                </c:pt>
                <c:pt idx="129">
                  <c:v>141.89999999999966</c:v>
                </c:pt>
                <c:pt idx="130">
                  <c:v>142.99999999999966</c:v>
                </c:pt>
                <c:pt idx="131">
                  <c:v>144.09999999999965</c:v>
                </c:pt>
                <c:pt idx="132">
                  <c:v>145.19999999999965</c:v>
                </c:pt>
                <c:pt idx="133">
                  <c:v>146.29999999999964</c:v>
                </c:pt>
                <c:pt idx="134">
                  <c:v>147.39999999999964</c:v>
                </c:pt>
                <c:pt idx="135">
                  <c:v>148.49999999999963</c:v>
                </c:pt>
                <c:pt idx="136">
                  <c:v>149.59999999999962</c:v>
                </c:pt>
                <c:pt idx="137">
                  <c:v>150.69999999999962</c:v>
                </c:pt>
                <c:pt idx="138">
                  <c:v>151.79999999999961</c:v>
                </c:pt>
                <c:pt idx="139">
                  <c:v>152.89999999999961</c:v>
                </c:pt>
                <c:pt idx="140">
                  <c:v>153.9999999999996</c:v>
                </c:pt>
                <c:pt idx="141">
                  <c:v>155.0999999999996</c:v>
                </c:pt>
                <c:pt idx="142">
                  <c:v>156.19999999999959</c:v>
                </c:pt>
                <c:pt idx="143">
                  <c:v>157.29999999999959</c:v>
                </c:pt>
                <c:pt idx="144">
                  <c:v>158.39999999999958</c:v>
                </c:pt>
                <c:pt idx="145">
                  <c:v>159.49999999999957</c:v>
                </c:pt>
                <c:pt idx="146">
                  <c:v>160.59999999999957</c:v>
                </c:pt>
                <c:pt idx="147">
                  <c:v>161.69999999999956</c:v>
                </c:pt>
                <c:pt idx="148">
                  <c:v>162.79999999999956</c:v>
                </c:pt>
                <c:pt idx="149">
                  <c:v>163.89999999999955</c:v>
                </c:pt>
                <c:pt idx="150">
                  <c:v>164.99999999999955</c:v>
                </c:pt>
                <c:pt idx="151">
                  <c:v>166.09999999999954</c:v>
                </c:pt>
                <c:pt idx="152">
                  <c:v>167.19999999999953</c:v>
                </c:pt>
                <c:pt idx="153">
                  <c:v>168.29999999999953</c:v>
                </c:pt>
                <c:pt idx="154">
                  <c:v>169.39999999999952</c:v>
                </c:pt>
                <c:pt idx="155">
                  <c:v>170.49999999999952</c:v>
                </c:pt>
                <c:pt idx="156">
                  <c:v>171.59999999999951</c:v>
                </c:pt>
                <c:pt idx="157">
                  <c:v>172.69999999999951</c:v>
                </c:pt>
                <c:pt idx="158">
                  <c:v>173.7999999999995</c:v>
                </c:pt>
                <c:pt idx="159">
                  <c:v>174.89999999999949</c:v>
                </c:pt>
                <c:pt idx="160">
                  <c:v>175.99999999999949</c:v>
                </c:pt>
                <c:pt idx="161">
                  <c:v>177.09999999999948</c:v>
                </c:pt>
                <c:pt idx="162">
                  <c:v>178.19999999999948</c:v>
                </c:pt>
                <c:pt idx="163">
                  <c:v>179.29999999999947</c:v>
                </c:pt>
                <c:pt idx="164">
                  <c:v>180.39999999999947</c:v>
                </c:pt>
                <c:pt idx="165">
                  <c:v>181.49999999999946</c:v>
                </c:pt>
                <c:pt idx="166">
                  <c:v>182.59999999999945</c:v>
                </c:pt>
                <c:pt idx="167">
                  <c:v>183.69999999999945</c:v>
                </c:pt>
                <c:pt idx="168">
                  <c:v>184.79999999999944</c:v>
                </c:pt>
                <c:pt idx="169">
                  <c:v>185.89999999999944</c:v>
                </c:pt>
                <c:pt idx="170">
                  <c:v>186.99999999999943</c:v>
                </c:pt>
                <c:pt idx="171">
                  <c:v>188.09999999999943</c:v>
                </c:pt>
                <c:pt idx="172">
                  <c:v>189.19999999999942</c:v>
                </c:pt>
                <c:pt idx="173">
                  <c:v>190.29999999999941</c:v>
                </c:pt>
                <c:pt idx="174">
                  <c:v>191.39999999999941</c:v>
                </c:pt>
                <c:pt idx="175">
                  <c:v>192.4999999999994</c:v>
                </c:pt>
                <c:pt idx="176">
                  <c:v>193.5999999999994</c:v>
                </c:pt>
                <c:pt idx="177">
                  <c:v>194.69999999999939</c:v>
                </c:pt>
                <c:pt idx="178">
                  <c:v>195.79999999999939</c:v>
                </c:pt>
                <c:pt idx="179">
                  <c:v>196.89999999999938</c:v>
                </c:pt>
                <c:pt idx="180">
                  <c:v>197.99999999999937</c:v>
                </c:pt>
                <c:pt idx="181">
                  <c:v>199.09999999999937</c:v>
                </c:pt>
                <c:pt idx="182">
                  <c:v>200.19999999999936</c:v>
                </c:pt>
                <c:pt idx="183">
                  <c:v>201.29999999999936</c:v>
                </c:pt>
                <c:pt idx="184">
                  <c:v>202.39999999999935</c:v>
                </c:pt>
                <c:pt idx="185">
                  <c:v>203.49999999999935</c:v>
                </c:pt>
                <c:pt idx="186">
                  <c:v>204.59999999999934</c:v>
                </c:pt>
                <c:pt idx="187">
                  <c:v>205.69999999999933</c:v>
                </c:pt>
                <c:pt idx="188">
                  <c:v>206.79999999999933</c:v>
                </c:pt>
                <c:pt idx="189">
                  <c:v>207.89999999999932</c:v>
                </c:pt>
                <c:pt idx="190">
                  <c:v>208.99999999999932</c:v>
                </c:pt>
                <c:pt idx="191">
                  <c:v>210.09999999999931</c:v>
                </c:pt>
                <c:pt idx="192">
                  <c:v>211.19999999999931</c:v>
                </c:pt>
                <c:pt idx="193">
                  <c:v>212.2999999999993</c:v>
                </c:pt>
                <c:pt idx="194">
                  <c:v>213.3999999999993</c:v>
                </c:pt>
                <c:pt idx="195">
                  <c:v>214.49999999999929</c:v>
                </c:pt>
                <c:pt idx="196">
                  <c:v>215.59999999999928</c:v>
                </c:pt>
                <c:pt idx="197">
                  <c:v>216.69999999999928</c:v>
                </c:pt>
                <c:pt idx="198">
                  <c:v>217.79999999999927</c:v>
                </c:pt>
                <c:pt idx="199">
                  <c:v>218.89999999999927</c:v>
                </c:pt>
                <c:pt idx="200">
                  <c:v>219.99999999999926</c:v>
                </c:pt>
                <c:pt idx="201">
                  <c:v>221.09999999999926</c:v>
                </c:pt>
                <c:pt idx="202">
                  <c:v>222.19999999999925</c:v>
                </c:pt>
                <c:pt idx="203">
                  <c:v>223.29999999999924</c:v>
                </c:pt>
                <c:pt idx="204">
                  <c:v>224.39999999999924</c:v>
                </c:pt>
                <c:pt idx="205">
                  <c:v>225.49999999999923</c:v>
                </c:pt>
                <c:pt idx="206">
                  <c:v>226.59999999999923</c:v>
                </c:pt>
                <c:pt idx="207">
                  <c:v>227.69999999999922</c:v>
                </c:pt>
                <c:pt idx="208">
                  <c:v>228.79999999999922</c:v>
                </c:pt>
                <c:pt idx="209">
                  <c:v>229.89999999999921</c:v>
                </c:pt>
                <c:pt idx="210">
                  <c:v>230.9999999999992</c:v>
                </c:pt>
              </c:numCache>
            </c:numRef>
          </c:xVal>
          <c:yVal>
            <c:numRef>
              <c:f>[Plots.xlsx]Sheet1!$E$6:$E$216</c:f>
              <c:numCache>
                <c:formatCode>General</c:formatCode>
                <c:ptCount val="211"/>
                <c:pt idx="0">
                  <c:v>0</c:v>
                </c:pt>
                <c:pt idx="1">
                  <c:v>3.7715703297981566E-2</c:v>
                </c:pt>
                <c:pt idx="2">
                  <c:v>7.3205808819712587E-2</c:v>
                </c:pt>
                <c:pt idx="3">
                  <c:v>0.10675805293131634</c:v>
                </c:pt>
                <c:pt idx="4">
                  <c:v>0.13860774398824849</c:v>
                </c:pt>
                <c:pt idx="5">
                  <c:v>0.16894977340046735</c:v>
                </c:pt>
                <c:pt idx="6">
                  <c:v>0.19794737262184164</c:v>
                </c:pt>
                <c:pt idx="7">
                  <c:v>0.22573861983147875</c:v>
                </c:pt>
                <c:pt idx="8">
                  <c:v>0.25244135643856735</c:v>
                </c:pt>
                <c:pt idx="9">
                  <c:v>0.27815695810893526</c:v>
                </c:pt>
                <c:pt idx="10">
                  <c:v>0.30297326636180666</c:v>
                </c:pt>
                <c:pt idx="11">
                  <c:v>0.32696689544024138</c:v>
                </c:pt>
                <c:pt idx="12">
                  <c:v>0.35020506770179416</c:v>
                </c:pt>
                <c:pt idx="13">
                  <c:v>0.37274708863621137</c:v>
                </c:pt>
                <c:pt idx="14">
                  <c:v>0.39464554322115852</c:v>
                </c:pt>
                <c:pt idx="15">
                  <c:v>0.4159472744967504</c:v>
                </c:pt>
                <c:pt idx="16">
                  <c:v>0.43669419026554113</c:v>
                </c:pt>
                <c:pt idx="17">
                  <c:v>0.45692393291717637</c:v>
                </c:pt>
                <c:pt idx="18">
                  <c:v>0.47667043933432307</c:v>
                </c:pt>
                <c:pt idx="19">
                  <c:v>0.49596441183910323</c:v>
                </c:pt>
                <c:pt idx="20">
                  <c:v>0.51483371661993815</c:v>
                </c:pt>
                <c:pt idx="21">
                  <c:v>0.53330372263988102</c:v>
                </c:pt>
                <c:pt idx="22">
                  <c:v>0.55139759138696698</c:v>
                </c:pt>
                <c:pt idx="23">
                  <c:v>0.56913652578223184</c:v>
                </c:pt>
                <c:pt idx="24">
                  <c:v>0.58653998496481896</c:v>
                </c:pt>
                <c:pt idx="25">
                  <c:v>0.60362587041819937</c:v>
                </c:pt>
                <c:pt idx="26">
                  <c:v>0.62041068790725173</c:v>
                </c:pt>
                <c:pt idx="27">
                  <c:v>0.63690968890319832</c:v>
                </c:pt>
                <c:pt idx="28">
                  <c:v>0.65313699453738305</c:v>
                </c:pt>
                <c:pt idx="29">
                  <c:v>0.66910570461155638</c:v>
                </c:pt>
                <c:pt idx="30">
                  <c:v>0.6848279937757189</c:v>
                </c:pt>
                <c:pt idx="31">
                  <c:v>0.7003151966446306</c:v>
                </c:pt>
                <c:pt idx="32">
                  <c:v>0.71557788334530925</c:v>
                </c:pt>
                <c:pt idx="33">
                  <c:v>0.73062592675811133</c:v>
                </c:pt>
                <c:pt idx="34">
                  <c:v>0.74546856252379534</c:v>
                </c:pt>
                <c:pt idx="35">
                  <c:v>0.76011444273084483</c:v>
                </c:pt>
                <c:pt idx="36">
                  <c:v>0.7745716840652912</c:v>
                </c:pt>
                <c:pt idx="37">
                  <c:v>0.78884791109459129</c:v>
                </c:pt>
                <c:pt idx="38">
                  <c:v>0.80295029526398776</c:v>
                </c:pt>
                <c:pt idx="39">
                  <c:v>0.81688559010510542</c:v>
                </c:pt>
                <c:pt idx="40">
                  <c:v>0.83066016308988022</c:v>
                </c:pt>
                <c:pt idx="41">
                  <c:v>0.84428002450621509</c:v>
                </c:pt>
                <c:pt idx="42">
                  <c:v>0.85775085368339354</c:v>
                </c:pt>
                <c:pt idx="43">
                  <c:v>0.87107802285388847</c:v>
                </c:pt>
                <c:pt idx="44">
                  <c:v>0.884266618902674</c:v>
                </c:pt>
                <c:pt idx="45">
                  <c:v>0.89732146322456574</c:v>
                </c:pt>
                <c:pt idx="46">
                  <c:v>0.91024712988371692</c:v>
                </c:pt>
                <c:pt idx="47">
                  <c:v>0.92304796224654717</c:v>
                </c:pt>
                <c:pt idx="48">
                  <c:v>0.93572808823955844</c:v>
                </c:pt>
                <c:pt idx="49">
                  <c:v>0.94829143436624452</c:v>
                </c:pt>
                <c:pt idx="50">
                  <c:v>0.96074173860226419</c:v>
                </c:pt>
                <c:pt idx="51">
                  <c:v>0.97308256227490975</c:v>
                </c:pt>
                <c:pt idx="52">
                  <c:v>0.98531730102138293</c:v>
                </c:pt>
                <c:pt idx="53">
                  <c:v>0.99744919491029638</c:v>
                </c:pt>
                <c:pt idx="54">
                  <c:v>1.0094813378019194</c:v>
                </c:pt>
                <c:pt idx="55">
                  <c:v>1.0214166860148617</c:v>
                </c:pt>
                <c:pt idx="56">
                  <c:v>1.0332580663599615</c:v>
                </c:pt>
                <c:pt idx="57">
                  <c:v>1.0450081835960261</c:v>
                </c:pt>
                <c:pt idx="58">
                  <c:v>1.0566696273566425</c:v>
                </c:pt>
                <c:pt idx="59">
                  <c:v>1.0682448785924619</c:v>
                </c:pt>
                <c:pt idx="60">
                  <c:v>1.0797363155690616</c:v>
                </c:pt>
                <c:pt idx="61">
                  <c:v>1.0911462194566803</c:v>
                </c:pt>
                <c:pt idx="62">
                  <c:v>1.1024767795447019</c:v>
                </c:pt>
                <c:pt idx="63">
                  <c:v>1.1137300981107185</c:v>
                </c:pt>
                <c:pt idx="64">
                  <c:v>1.124908194971272</c:v>
                </c:pt>
                <c:pt idx="65">
                  <c:v>1.1360130117389251</c:v>
                </c:pt>
                <c:pt idx="66">
                  <c:v>1.1470464158081135</c:v>
                </c:pt>
                <c:pt idx="67">
                  <c:v>1.1580102040902545</c:v>
                </c:pt>
                <c:pt idx="68">
                  <c:v>1.168906106516804</c:v>
                </c:pt>
                <c:pt idx="69">
                  <c:v>1.1797357893273537</c:v>
                </c:pt>
                <c:pt idx="70">
                  <c:v>1.1905008581584</c:v>
                </c:pt>
                <c:pt idx="71">
                  <c:v>1.2012028609471166</c:v>
                </c:pt>
                <c:pt idx="72">
                  <c:v>1.2118432906632663</c:v>
                </c:pt>
                <c:pt idx="73">
                  <c:v>1.2224235878813172</c:v>
                </c:pt>
                <c:pt idx="74">
                  <c:v>1.2329451432038478</c:v>
                </c:pt>
                <c:pt idx="75">
                  <c:v>1.243409299546443</c:v>
                </c:pt>
                <c:pt idx="76">
                  <c:v>1.2538173542934725</c:v>
                </c:pt>
                <c:pt idx="77">
                  <c:v>1.2641705613334087</c:v>
                </c:pt>
                <c:pt idx="78">
                  <c:v>1.2744701329816732</c:v>
                </c:pt>
                <c:pt idx="79">
                  <c:v>1.284717241798389</c:v>
                </c:pt>
                <c:pt idx="80">
                  <c:v>1.2949130223078549</c:v>
                </c:pt>
                <c:pt idx="81">
                  <c:v>1.3050585726260528</c:v>
                </c:pt>
                <c:pt idx="82">
                  <c:v>1.3151549560020248</c:v>
                </c:pt>
                <c:pt idx="83">
                  <c:v>1.3252032022785358</c:v>
                </c:pt>
                <c:pt idx="84">
                  <c:v>1.3352043092770398</c:v>
                </c:pt>
                <c:pt idx="85">
                  <c:v>1.3451592441116078</c:v>
                </c:pt>
                <c:pt idx="86">
                  <c:v>1.3550689444361474</c:v>
                </c:pt>
                <c:pt idx="87">
                  <c:v>1.3649343196289374</c:v>
                </c:pt>
                <c:pt idx="88">
                  <c:v>1.374756251918217</c:v>
                </c:pt>
                <c:pt idx="89">
                  <c:v>1.3845355974523215</c:v>
                </c:pt>
                <c:pt idx="90">
                  <c:v>1.3942731873176026</c:v>
                </c:pt>
                <c:pt idx="91">
                  <c:v>1.4039698285071691</c:v>
                </c:pt>
                <c:pt idx="92">
                  <c:v>1.4136263048432651</c:v>
                </c:pt>
                <c:pt idx="93">
                  <c:v>1.4232433778559304</c:v>
                </c:pt>
                <c:pt idx="94">
                  <c:v>1.4328217876203975</c:v>
                </c:pt>
                <c:pt idx="95">
                  <c:v>1.4423622535555367</c:v>
                </c:pt>
                <c:pt idx="96">
                  <c:v>1.4518654751855</c:v>
                </c:pt>
                <c:pt idx="97">
                  <c:v>1.4613321328665805</c:v>
                </c:pt>
                <c:pt idx="98">
                  <c:v>1.4707628884811763</c:v>
                </c:pt>
                <c:pt idx="99">
                  <c:v>1.4801583861006327</c:v>
                </c:pt>
                <c:pt idx="100">
                  <c:v>1.489519252618617</c:v>
                </c:pt>
                <c:pt idx="101">
                  <c:v>1.498846098356589</c:v>
                </c:pt>
                <c:pt idx="102">
                  <c:v>1.5081395176428276</c:v>
                </c:pt>
                <c:pt idx="103">
                  <c:v>1.5174000893663857</c:v>
                </c:pt>
                <c:pt idx="104">
                  <c:v>1.5266283775072693</c:v>
                </c:pt>
                <c:pt idx="105">
                  <c:v>1.5358249316440515</c:v>
                </c:pt>
                <c:pt idx="106">
                  <c:v>1.5449902874400632</c:v>
                </c:pt>
                <c:pt idx="107">
                  <c:v>1.554124967109241</c:v>
                </c:pt>
                <c:pt idx="108">
                  <c:v>1.5632294798626414</c:v>
                </c:pt>
                <c:pt idx="109">
                  <c:v>1.5723043223365758</c:v>
                </c:pt>
                <c:pt idx="110">
                  <c:v>1.5813499790032715</c:v>
                </c:pt>
                <c:pt idx="111">
                  <c:v>1.5903669225649009</c:v>
                </c:pt>
                <c:pt idx="112">
                  <c:v>1.5993556143317864</c:v>
                </c:pt>
                <c:pt idx="113">
                  <c:v>1.6083165045855343</c:v>
                </c:pt>
                <c:pt idx="114">
                  <c:v>1.6172500329278146</c:v>
                </c:pt>
                <c:pt idx="115">
                  <c:v>1.6261566286154598</c:v>
                </c:pt>
                <c:pt idx="116">
                  <c:v>1.6350367108825246</c:v>
                </c:pt>
                <c:pt idx="117">
                  <c:v>1.6438906892499081</c:v>
                </c:pt>
                <c:pt idx="118">
                  <c:v>1.6527189638231126</c:v>
                </c:pt>
                <c:pt idx="119">
                  <c:v>1.6615219255786786</c:v>
                </c:pt>
                <c:pt idx="120">
                  <c:v>1.6702999566398098</c:v>
                </c:pt>
                <c:pt idx="121">
                  <c:v>1.6790534305416736</c:v>
                </c:pt>
                <c:pt idx="122">
                  <c:v>1.6877827124868383</c:v>
                </c:pt>
                <c:pt idx="123">
                  <c:v>1.6964881595912831</c:v>
                </c:pt>
                <c:pt idx="124">
                  <c:v>1.7051701211213945</c:v>
                </c:pt>
                <c:pt idx="125">
                  <c:v>1.7138289387223467</c:v>
                </c:pt>
                <c:pt idx="126">
                  <c:v>1.7224649466382336</c:v>
                </c:pt>
                <c:pt idx="127">
                  <c:v>1.7310784719243093</c:v>
                </c:pt>
                <c:pt idx="128">
                  <c:v>1.7396698346516781</c:v>
                </c:pt>
                <c:pt idx="129">
                  <c:v>1.7482393481047462</c:v>
                </c:pt>
                <c:pt idx="130">
                  <c:v>1.7567873189717491</c:v>
                </c:pt>
                <c:pt idx="131">
                  <c:v>1.7653140475286353</c:v>
                </c:pt>
                <c:pt idx="132">
                  <c:v>1.7738198278165906</c:v>
                </c:pt>
                <c:pt idx="133">
                  <c:v>1.7823049478134578</c:v>
                </c:pt>
                <c:pt idx="134">
                  <c:v>1.7907696895993066</c:v>
                </c:pt>
                <c:pt idx="135">
                  <c:v>1.7992143295163916</c:v>
                </c:pt>
                <c:pt idx="136">
                  <c:v>1.8076391383237222</c:v>
                </c:pt>
                <c:pt idx="137">
                  <c:v>1.816044381346462</c:v>
                </c:pt>
                <c:pt idx="138">
                  <c:v>1.8244303186203665</c:v>
                </c:pt>
                <c:pt idx="139">
                  <c:v>1.8327972050314507</c:v>
                </c:pt>
                <c:pt idx="140">
                  <c:v>1.8411452904510799</c:v>
                </c:pt>
                <c:pt idx="141">
                  <c:v>1.8494748198666557</c:v>
                </c:pt>
                <c:pt idx="142">
                  <c:v>1.857786033508076</c:v>
                </c:pt>
                <c:pt idx="143">
                  <c:v>1.866079166970128</c:v>
                </c:pt>
                <c:pt idx="144">
                  <c:v>1.8743544513309658</c:v>
                </c:pt>
                <c:pt idx="145">
                  <c:v>1.8826121132668341</c:v>
                </c:pt>
                <c:pt idx="146">
                  <c:v>1.8908523751631656</c:v>
                </c:pt>
                <c:pt idx="147">
                  <c:v>1.8990754552221984</c:v>
                </c:pt>
                <c:pt idx="148">
                  <c:v>1.9072815675672423</c:v>
                </c:pt>
                <c:pt idx="149">
                  <c:v>1.9154709223437112</c:v>
                </c:pt>
                <c:pt idx="150">
                  <c:v>1.9236437258170536</c:v>
                </c:pt>
                <c:pt idx="151">
                  <c:v>1.9318001804676812</c:v>
                </c:pt>
                <c:pt idx="152">
                  <c:v>1.9399404850830175</c:v>
                </c:pt>
                <c:pt idx="153">
                  <c:v>1.9480648348467609</c:v>
                </c:pt>
                <c:pt idx="154">
                  <c:v>1.9561734214254689</c:v>
                </c:pt>
                <c:pt idx="155">
                  <c:v>1.9642664330525588</c:v>
                </c:pt>
                <c:pt idx="156">
                  <c:v>1.9723440546098123</c:v>
                </c:pt>
                <c:pt idx="157">
                  <c:v>1.980406467706479</c:v>
                </c:pt>
                <c:pt idx="158">
                  <c:v>1.9884538507560565</c:v>
                </c:pt>
                <c:pt idx="159">
                  <c:v>1.9964863790508347</c:v>
                </c:pt>
                <c:pt idx="160">
                  <c:v>2.0045042248342786</c:v>
                </c:pt>
                <c:pt idx="161">
                  <c:v>2.0125075573713231</c:v>
                </c:pt>
                <c:pt idx="162">
                  <c:v>2.0204965430166557</c:v>
                </c:pt>
                <c:pt idx="163">
                  <c:v>2.0284713452810532</c:v>
                </c:pt>
                <c:pt idx="164">
                  <c:v>2.0364321248958359</c:v>
                </c:pt>
                <c:pt idx="165">
                  <c:v>2.0443790398755133</c:v>
                </c:pt>
                <c:pt idx="166">
                  <c:v>2.052312245578666</c:v>
                </c:pt>
                <c:pt idx="167">
                  <c:v>2.0602318947671368</c:v>
                </c:pt>
                <c:pt idx="168">
                  <c:v>2.0681381376635839</c:v>
                </c:pt>
                <c:pt idx="169">
                  <c:v>2.0760311220074414</c:v>
                </c:pt>
                <c:pt idx="170">
                  <c:v>2.0839109931093525</c:v>
                </c:pt>
                <c:pt idx="171">
                  <c:v>2.0917778939041187</c:v>
                </c:pt>
                <c:pt idx="172">
                  <c:v>2.0996319650022119</c:v>
                </c:pt>
                <c:pt idx="173">
                  <c:v>2.1074733447398981</c:v>
                </c:pt>
                <c:pt idx="174">
                  <c:v>2.1153021692280185</c:v>
                </c:pt>
                <c:pt idx="175">
                  <c:v>2.1231185723994699</c:v>
                </c:pt>
                <c:pt idx="176">
                  <c:v>2.1309226860554227</c:v>
                </c:pt>
                <c:pt idx="177">
                  <c:v>2.138714639910325</c:v>
                </c:pt>
                <c:pt idx="178">
                  <c:v>2.1464945616357172</c:v>
                </c:pt>
                <c:pt idx="179">
                  <c:v>2.1542625769029105</c:v>
                </c:pt>
                <c:pt idx="180">
                  <c:v>2.162018809424552</c:v>
                </c:pt>
                <c:pt idx="181">
                  <c:v>2.1697633809951173</c:v>
                </c:pt>
                <c:pt idx="182">
                  <c:v>2.1774964115303623</c:v>
                </c:pt>
                <c:pt idx="183">
                  <c:v>2.185218019105764</c:v>
                </c:pt>
                <c:pt idx="184">
                  <c:v>2.1929283199939862</c:v>
                </c:pt>
                <c:pt idx="185">
                  <c:v>2.2006274287013952</c:v>
                </c:pt>
                <c:pt idx="186">
                  <c:v>2.2083154580036517</c:v>
                </c:pt>
                <c:pt idx="187">
                  <c:v>2.2159925189804204</c:v>
                </c:pt>
                <c:pt idx="188">
                  <c:v>2.2236587210492029</c:v>
                </c:pt>
                <c:pt idx="189">
                  <c:v>2.2313141719983367</c:v>
                </c:pt>
                <c:pt idx="190">
                  <c:v>2.2389589780191823</c:v>
                </c:pt>
                <c:pt idx="191">
                  <c:v>2.24659324373751</c:v>
                </c:pt>
                <c:pt idx="192">
                  <c:v>2.2542170722441299</c:v>
                </c:pt>
                <c:pt idx="193">
                  <c:v>2.261830565124769</c:v>
                </c:pt>
                <c:pt idx="194">
                  <c:v>2.2694338224892281</c:v>
                </c:pt>
                <c:pt idx="195">
                  <c:v>2.2770269429998358</c:v>
                </c:pt>
                <c:pt idx="196">
                  <c:v>2.2846100238992189</c:v>
                </c:pt>
                <c:pt idx="197">
                  <c:v>2.2921831610374119</c:v>
                </c:pt>
                <c:pt idx="198">
                  <c:v>2.299746448898321</c:v>
                </c:pt>
                <c:pt idx="199">
                  <c:v>2.3072999806255616</c:v>
                </c:pt>
                <c:pt idx="200">
                  <c:v>2.3148438480476932</c:v>
                </c:pt>
                <c:pt idx="201">
                  <c:v>2.3223781417028517</c:v>
                </c:pt>
                <c:pt idx="202">
                  <c:v>2.3299029508628237</c:v>
                </c:pt>
                <c:pt idx="203">
                  <c:v>2.3374183635565475</c:v>
                </c:pt>
                <c:pt idx="204">
                  <c:v>2.3449244665930782</c:v>
                </c:pt>
                <c:pt idx="205">
                  <c:v>2.3524213455840259</c:v>
                </c:pt>
                <c:pt idx="206">
                  <c:v>2.3599090849654769</c:v>
                </c:pt>
                <c:pt idx="207">
                  <c:v>2.367387768019416</c:v>
                </c:pt>
                <c:pt idx="208">
                  <c:v>2.3748574768946673</c:v>
                </c:pt>
                <c:pt idx="209">
                  <c:v>2.3823182926273549</c:v>
                </c:pt>
                <c:pt idx="210">
                  <c:v>2.3897702951609112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D3E-46A3-AD2B-F5894357C614}"/>
            </c:ext>
          </c:extLst>
        </c:ser>
        <c:ser>
          <c:idx val="1"/>
          <c:order val="1"/>
          <c:tx>
            <c:strRef>
              <c:f>[Plots.xlsx]Sheet1!$F$5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3.3000000000000003</c:v>
                </c:pt>
                <c:pt idx="4">
                  <c:v>4.4000000000000004</c:v>
                </c:pt>
                <c:pt idx="5">
                  <c:v>5.5</c:v>
                </c:pt>
                <c:pt idx="6">
                  <c:v>6.6</c:v>
                </c:pt>
                <c:pt idx="7">
                  <c:v>7.6999999999999993</c:v>
                </c:pt>
                <c:pt idx="8">
                  <c:v>8.7999999999999989</c:v>
                </c:pt>
                <c:pt idx="9">
                  <c:v>9.8999999999999986</c:v>
                </c:pt>
                <c:pt idx="10">
                  <c:v>10.999999999999998</c:v>
                </c:pt>
                <c:pt idx="11">
                  <c:v>12.099999999999998</c:v>
                </c:pt>
                <c:pt idx="12">
                  <c:v>13.199999999999998</c:v>
                </c:pt>
                <c:pt idx="13">
                  <c:v>14.299999999999997</c:v>
                </c:pt>
                <c:pt idx="14">
                  <c:v>15.399999999999997</c:v>
                </c:pt>
                <c:pt idx="15">
                  <c:v>16.499999999999996</c:v>
                </c:pt>
                <c:pt idx="16">
                  <c:v>17.599999999999998</c:v>
                </c:pt>
                <c:pt idx="17">
                  <c:v>18.7</c:v>
                </c:pt>
                <c:pt idx="18">
                  <c:v>19.8</c:v>
                </c:pt>
                <c:pt idx="19">
                  <c:v>20.900000000000002</c:v>
                </c:pt>
                <c:pt idx="20">
                  <c:v>22.000000000000004</c:v>
                </c:pt>
                <c:pt idx="21">
                  <c:v>23.100000000000005</c:v>
                </c:pt>
                <c:pt idx="22">
                  <c:v>24.200000000000006</c:v>
                </c:pt>
                <c:pt idx="23">
                  <c:v>25.300000000000008</c:v>
                </c:pt>
                <c:pt idx="24">
                  <c:v>26.400000000000009</c:v>
                </c:pt>
                <c:pt idx="25">
                  <c:v>27.500000000000011</c:v>
                </c:pt>
                <c:pt idx="26">
                  <c:v>28.600000000000012</c:v>
                </c:pt>
                <c:pt idx="27">
                  <c:v>29.700000000000014</c:v>
                </c:pt>
                <c:pt idx="28">
                  <c:v>30.800000000000015</c:v>
                </c:pt>
                <c:pt idx="29">
                  <c:v>31.900000000000016</c:v>
                </c:pt>
                <c:pt idx="30">
                  <c:v>33.000000000000014</c:v>
                </c:pt>
                <c:pt idx="31">
                  <c:v>34.100000000000016</c:v>
                </c:pt>
                <c:pt idx="32">
                  <c:v>35.200000000000017</c:v>
                </c:pt>
                <c:pt idx="33">
                  <c:v>36.300000000000018</c:v>
                </c:pt>
                <c:pt idx="34">
                  <c:v>37.40000000000002</c:v>
                </c:pt>
                <c:pt idx="35">
                  <c:v>38.500000000000021</c:v>
                </c:pt>
                <c:pt idx="36">
                  <c:v>39.600000000000023</c:v>
                </c:pt>
                <c:pt idx="37">
                  <c:v>40.700000000000024</c:v>
                </c:pt>
                <c:pt idx="38">
                  <c:v>41.800000000000026</c:v>
                </c:pt>
                <c:pt idx="39">
                  <c:v>42.900000000000027</c:v>
                </c:pt>
                <c:pt idx="40">
                  <c:v>44.000000000000028</c:v>
                </c:pt>
                <c:pt idx="41">
                  <c:v>45.10000000000003</c:v>
                </c:pt>
                <c:pt idx="42">
                  <c:v>46.200000000000031</c:v>
                </c:pt>
                <c:pt idx="43">
                  <c:v>47.300000000000033</c:v>
                </c:pt>
                <c:pt idx="44">
                  <c:v>48.400000000000034</c:v>
                </c:pt>
                <c:pt idx="45">
                  <c:v>49.500000000000036</c:v>
                </c:pt>
                <c:pt idx="46">
                  <c:v>50.600000000000037</c:v>
                </c:pt>
                <c:pt idx="47">
                  <c:v>51.700000000000038</c:v>
                </c:pt>
                <c:pt idx="48">
                  <c:v>52.80000000000004</c:v>
                </c:pt>
                <c:pt idx="49">
                  <c:v>53.900000000000041</c:v>
                </c:pt>
                <c:pt idx="50">
                  <c:v>55.000000000000043</c:v>
                </c:pt>
                <c:pt idx="51">
                  <c:v>56.100000000000044</c:v>
                </c:pt>
                <c:pt idx="52">
                  <c:v>57.200000000000045</c:v>
                </c:pt>
                <c:pt idx="53">
                  <c:v>58.300000000000047</c:v>
                </c:pt>
                <c:pt idx="54">
                  <c:v>59.400000000000048</c:v>
                </c:pt>
                <c:pt idx="55">
                  <c:v>60.50000000000005</c:v>
                </c:pt>
                <c:pt idx="56">
                  <c:v>61.600000000000051</c:v>
                </c:pt>
                <c:pt idx="57">
                  <c:v>62.700000000000053</c:v>
                </c:pt>
                <c:pt idx="58">
                  <c:v>63.800000000000054</c:v>
                </c:pt>
                <c:pt idx="59">
                  <c:v>64.900000000000048</c:v>
                </c:pt>
                <c:pt idx="60">
                  <c:v>66.000000000000043</c:v>
                </c:pt>
                <c:pt idx="61">
                  <c:v>67.100000000000037</c:v>
                </c:pt>
                <c:pt idx="62">
                  <c:v>68.200000000000031</c:v>
                </c:pt>
                <c:pt idx="63">
                  <c:v>69.300000000000026</c:v>
                </c:pt>
                <c:pt idx="64">
                  <c:v>70.40000000000002</c:v>
                </c:pt>
                <c:pt idx="65">
                  <c:v>71.500000000000014</c:v>
                </c:pt>
                <c:pt idx="66">
                  <c:v>72.600000000000009</c:v>
                </c:pt>
                <c:pt idx="67">
                  <c:v>73.7</c:v>
                </c:pt>
                <c:pt idx="68">
                  <c:v>74.8</c:v>
                </c:pt>
                <c:pt idx="69">
                  <c:v>75.899999999999991</c:v>
                </c:pt>
                <c:pt idx="70">
                  <c:v>76.999999999999986</c:v>
                </c:pt>
                <c:pt idx="71">
                  <c:v>78.09999999999998</c:v>
                </c:pt>
                <c:pt idx="72">
                  <c:v>79.199999999999974</c:v>
                </c:pt>
                <c:pt idx="73">
                  <c:v>80.299999999999969</c:v>
                </c:pt>
                <c:pt idx="74">
                  <c:v>81.399999999999963</c:v>
                </c:pt>
                <c:pt idx="75">
                  <c:v>82.499999999999957</c:v>
                </c:pt>
                <c:pt idx="76">
                  <c:v>83.599999999999952</c:v>
                </c:pt>
                <c:pt idx="77">
                  <c:v>84.699999999999946</c:v>
                </c:pt>
                <c:pt idx="78">
                  <c:v>85.79999999999994</c:v>
                </c:pt>
                <c:pt idx="79">
                  <c:v>86.899999999999935</c:v>
                </c:pt>
                <c:pt idx="80">
                  <c:v>87.999999999999929</c:v>
                </c:pt>
                <c:pt idx="81">
                  <c:v>89.099999999999923</c:v>
                </c:pt>
                <c:pt idx="82">
                  <c:v>90.199999999999918</c:v>
                </c:pt>
                <c:pt idx="83">
                  <c:v>91.299999999999912</c:v>
                </c:pt>
                <c:pt idx="84">
                  <c:v>92.399999999999906</c:v>
                </c:pt>
                <c:pt idx="85">
                  <c:v>93.499999999999901</c:v>
                </c:pt>
                <c:pt idx="86">
                  <c:v>94.599999999999895</c:v>
                </c:pt>
                <c:pt idx="87">
                  <c:v>95.699999999999889</c:v>
                </c:pt>
                <c:pt idx="88">
                  <c:v>96.799999999999883</c:v>
                </c:pt>
                <c:pt idx="89">
                  <c:v>97.899999999999878</c:v>
                </c:pt>
                <c:pt idx="90">
                  <c:v>98.999999999999872</c:v>
                </c:pt>
                <c:pt idx="91">
                  <c:v>100.09999999999987</c:v>
                </c:pt>
                <c:pt idx="92">
                  <c:v>101.19999999999986</c:v>
                </c:pt>
                <c:pt idx="93">
                  <c:v>102.29999999999986</c:v>
                </c:pt>
                <c:pt idx="94">
                  <c:v>103.39999999999985</c:v>
                </c:pt>
                <c:pt idx="95">
                  <c:v>104.49999999999984</c:v>
                </c:pt>
                <c:pt idx="96">
                  <c:v>105.59999999999984</c:v>
                </c:pt>
                <c:pt idx="97">
                  <c:v>106.69999999999983</c:v>
                </c:pt>
                <c:pt idx="98">
                  <c:v>107.79999999999983</c:v>
                </c:pt>
                <c:pt idx="99">
                  <c:v>108.89999999999982</c:v>
                </c:pt>
                <c:pt idx="100">
                  <c:v>109.99999999999982</c:v>
                </c:pt>
                <c:pt idx="101">
                  <c:v>111.09999999999981</c:v>
                </c:pt>
                <c:pt idx="102">
                  <c:v>112.1999999999998</c:v>
                </c:pt>
                <c:pt idx="103">
                  <c:v>113.2999999999998</c:v>
                </c:pt>
                <c:pt idx="104">
                  <c:v>114.39999999999979</c:v>
                </c:pt>
                <c:pt idx="105">
                  <c:v>115.49999999999979</c:v>
                </c:pt>
                <c:pt idx="106">
                  <c:v>116.59999999999978</c:v>
                </c:pt>
                <c:pt idx="107">
                  <c:v>117.69999999999978</c:v>
                </c:pt>
                <c:pt idx="108">
                  <c:v>118.79999999999977</c:v>
                </c:pt>
                <c:pt idx="109">
                  <c:v>119.89999999999976</c:v>
                </c:pt>
                <c:pt idx="110">
                  <c:v>120.99999999999976</c:v>
                </c:pt>
                <c:pt idx="111">
                  <c:v>122.09999999999975</c:v>
                </c:pt>
                <c:pt idx="112">
                  <c:v>123.19999999999975</c:v>
                </c:pt>
                <c:pt idx="113">
                  <c:v>124.29999999999974</c:v>
                </c:pt>
                <c:pt idx="114">
                  <c:v>125.39999999999974</c:v>
                </c:pt>
                <c:pt idx="115">
                  <c:v>126.49999999999973</c:v>
                </c:pt>
                <c:pt idx="116">
                  <c:v>127.59999999999972</c:v>
                </c:pt>
                <c:pt idx="117">
                  <c:v>128.69999999999973</c:v>
                </c:pt>
                <c:pt idx="118">
                  <c:v>129.79999999999973</c:v>
                </c:pt>
                <c:pt idx="119">
                  <c:v>130.89999999999972</c:v>
                </c:pt>
                <c:pt idx="120">
                  <c:v>131.99999999999972</c:v>
                </c:pt>
                <c:pt idx="121">
                  <c:v>133.09999999999971</c:v>
                </c:pt>
                <c:pt idx="122">
                  <c:v>134.1999999999997</c:v>
                </c:pt>
                <c:pt idx="123">
                  <c:v>135.2999999999997</c:v>
                </c:pt>
                <c:pt idx="124">
                  <c:v>136.39999999999969</c:v>
                </c:pt>
                <c:pt idx="125">
                  <c:v>137.49999999999969</c:v>
                </c:pt>
                <c:pt idx="126">
                  <c:v>138.59999999999968</c:v>
                </c:pt>
                <c:pt idx="127">
                  <c:v>139.69999999999968</c:v>
                </c:pt>
                <c:pt idx="128">
                  <c:v>140.79999999999967</c:v>
                </c:pt>
                <c:pt idx="129">
                  <c:v>141.89999999999966</c:v>
                </c:pt>
                <c:pt idx="130">
                  <c:v>142.99999999999966</c:v>
                </c:pt>
                <c:pt idx="131">
                  <c:v>144.09999999999965</c:v>
                </c:pt>
                <c:pt idx="132">
                  <c:v>145.19999999999965</c:v>
                </c:pt>
                <c:pt idx="133">
                  <c:v>146.29999999999964</c:v>
                </c:pt>
                <c:pt idx="134">
                  <c:v>147.39999999999964</c:v>
                </c:pt>
                <c:pt idx="135">
                  <c:v>148.49999999999963</c:v>
                </c:pt>
                <c:pt idx="136">
                  <c:v>149.59999999999962</c:v>
                </c:pt>
                <c:pt idx="137">
                  <c:v>150.69999999999962</c:v>
                </c:pt>
                <c:pt idx="138">
                  <c:v>151.79999999999961</c:v>
                </c:pt>
                <c:pt idx="139">
                  <c:v>152.89999999999961</c:v>
                </c:pt>
                <c:pt idx="140">
                  <c:v>153.9999999999996</c:v>
                </c:pt>
                <c:pt idx="141">
                  <c:v>155.0999999999996</c:v>
                </c:pt>
                <c:pt idx="142">
                  <c:v>156.19999999999959</c:v>
                </c:pt>
                <c:pt idx="143">
                  <c:v>157.29999999999959</c:v>
                </c:pt>
                <c:pt idx="144">
                  <c:v>158.39999999999958</c:v>
                </c:pt>
                <c:pt idx="145">
                  <c:v>159.49999999999957</c:v>
                </c:pt>
                <c:pt idx="146">
                  <c:v>160.59999999999957</c:v>
                </c:pt>
                <c:pt idx="147">
                  <c:v>161.69999999999956</c:v>
                </c:pt>
                <c:pt idx="148">
                  <c:v>162.79999999999956</c:v>
                </c:pt>
                <c:pt idx="149">
                  <c:v>163.89999999999955</c:v>
                </c:pt>
                <c:pt idx="150">
                  <c:v>164.99999999999955</c:v>
                </c:pt>
                <c:pt idx="151">
                  <c:v>166.09999999999954</c:v>
                </c:pt>
                <c:pt idx="152">
                  <c:v>167.19999999999953</c:v>
                </c:pt>
                <c:pt idx="153">
                  <c:v>168.29999999999953</c:v>
                </c:pt>
                <c:pt idx="154">
                  <c:v>169.39999999999952</c:v>
                </c:pt>
                <c:pt idx="155">
                  <c:v>170.49999999999952</c:v>
                </c:pt>
                <c:pt idx="156">
                  <c:v>171.59999999999951</c:v>
                </c:pt>
                <c:pt idx="157">
                  <c:v>172.69999999999951</c:v>
                </c:pt>
                <c:pt idx="158">
                  <c:v>173.7999999999995</c:v>
                </c:pt>
                <c:pt idx="159">
                  <c:v>174.89999999999949</c:v>
                </c:pt>
                <c:pt idx="160">
                  <c:v>175.99999999999949</c:v>
                </c:pt>
                <c:pt idx="161">
                  <c:v>177.09999999999948</c:v>
                </c:pt>
                <c:pt idx="162">
                  <c:v>178.19999999999948</c:v>
                </c:pt>
                <c:pt idx="163">
                  <c:v>179.29999999999947</c:v>
                </c:pt>
                <c:pt idx="164">
                  <c:v>180.39999999999947</c:v>
                </c:pt>
                <c:pt idx="165">
                  <c:v>181.49999999999946</c:v>
                </c:pt>
                <c:pt idx="166">
                  <c:v>182.59999999999945</c:v>
                </c:pt>
                <c:pt idx="167">
                  <c:v>183.69999999999945</c:v>
                </c:pt>
                <c:pt idx="168">
                  <c:v>184.79999999999944</c:v>
                </c:pt>
                <c:pt idx="169">
                  <c:v>185.89999999999944</c:v>
                </c:pt>
                <c:pt idx="170">
                  <c:v>186.99999999999943</c:v>
                </c:pt>
                <c:pt idx="171">
                  <c:v>188.09999999999943</c:v>
                </c:pt>
                <c:pt idx="172">
                  <c:v>189.19999999999942</c:v>
                </c:pt>
                <c:pt idx="173">
                  <c:v>190.29999999999941</c:v>
                </c:pt>
                <c:pt idx="174">
                  <c:v>191.39999999999941</c:v>
                </c:pt>
                <c:pt idx="175">
                  <c:v>192.4999999999994</c:v>
                </c:pt>
                <c:pt idx="176">
                  <c:v>193.5999999999994</c:v>
                </c:pt>
                <c:pt idx="177">
                  <c:v>194.69999999999939</c:v>
                </c:pt>
                <c:pt idx="178">
                  <c:v>195.79999999999939</c:v>
                </c:pt>
                <c:pt idx="179">
                  <c:v>196.89999999999938</c:v>
                </c:pt>
                <c:pt idx="180">
                  <c:v>197.99999999999937</c:v>
                </c:pt>
                <c:pt idx="181">
                  <c:v>199.09999999999937</c:v>
                </c:pt>
                <c:pt idx="182">
                  <c:v>200.19999999999936</c:v>
                </c:pt>
                <c:pt idx="183">
                  <c:v>201.29999999999936</c:v>
                </c:pt>
                <c:pt idx="184">
                  <c:v>202.39999999999935</c:v>
                </c:pt>
                <c:pt idx="185">
                  <c:v>203.49999999999935</c:v>
                </c:pt>
                <c:pt idx="186">
                  <c:v>204.59999999999934</c:v>
                </c:pt>
                <c:pt idx="187">
                  <c:v>205.69999999999933</c:v>
                </c:pt>
                <c:pt idx="188">
                  <c:v>206.79999999999933</c:v>
                </c:pt>
                <c:pt idx="189">
                  <c:v>207.89999999999932</c:v>
                </c:pt>
                <c:pt idx="190">
                  <c:v>208.99999999999932</c:v>
                </c:pt>
                <c:pt idx="191">
                  <c:v>210.09999999999931</c:v>
                </c:pt>
                <c:pt idx="192">
                  <c:v>211.19999999999931</c:v>
                </c:pt>
                <c:pt idx="193">
                  <c:v>212.2999999999993</c:v>
                </c:pt>
                <c:pt idx="194">
                  <c:v>213.3999999999993</c:v>
                </c:pt>
                <c:pt idx="195">
                  <c:v>214.49999999999929</c:v>
                </c:pt>
                <c:pt idx="196">
                  <c:v>215.59999999999928</c:v>
                </c:pt>
                <c:pt idx="197">
                  <c:v>216.69999999999928</c:v>
                </c:pt>
                <c:pt idx="198">
                  <c:v>217.79999999999927</c:v>
                </c:pt>
                <c:pt idx="199">
                  <c:v>218.89999999999927</c:v>
                </c:pt>
                <c:pt idx="200">
                  <c:v>219.99999999999926</c:v>
                </c:pt>
                <c:pt idx="201">
                  <c:v>221.09999999999926</c:v>
                </c:pt>
                <c:pt idx="202">
                  <c:v>222.19999999999925</c:v>
                </c:pt>
                <c:pt idx="203">
                  <c:v>223.29999999999924</c:v>
                </c:pt>
                <c:pt idx="204">
                  <c:v>224.39999999999924</c:v>
                </c:pt>
                <c:pt idx="205">
                  <c:v>225.49999999999923</c:v>
                </c:pt>
                <c:pt idx="206">
                  <c:v>226.59999999999923</c:v>
                </c:pt>
                <c:pt idx="207">
                  <c:v>227.69999999999922</c:v>
                </c:pt>
                <c:pt idx="208">
                  <c:v>228.79999999999922</c:v>
                </c:pt>
                <c:pt idx="209">
                  <c:v>229.89999999999921</c:v>
                </c:pt>
                <c:pt idx="210">
                  <c:v>230.9999999999992</c:v>
                </c:pt>
              </c:numCache>
            </c:numRef>
          </c:xVal>
          <c:yVal>
            <c:numRef>
              <c:f>[Plots.xlsx]Sheet1!$F$6:$F$216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0.15847249209524963</c:v>
                </c:pt>
                <c:pt idx="2">
                  <c:v>0.27437784926367986</c:v>
                </c:pt>
                <c:pt idx="3">
                  <c:v>0.36581798489089973</c:v>
                </c:pt>
                <c:pt idx="4">
                  <c:v>0.44134908206521772</c:v>
                </c:pt>
                <c:pt idx="5">
                  <c:v>0.5056999783199061</c:v>
                </c:pt>
                <c:pt idx="6">
                  <c:v>0.56176138364905603</c:v>
                </c:pt>
                <c:pt idx="7">
                  <c:v>0.61143016308987996</c:v>
                </c:pt>
                <c:pt idx="8">
                  <c:v>0.65601843481138211</c:v>
                </c:pt>
                <c:pt idx="9">
                  <c:v>0.69647167649019748</c:v>
                </c:pt>
                <c:pt idx="10">
                  <c:v>0.73349375982296849</c:v>
                </c:pt>
                <c:pt idx="11">
                  <c:v>0.76762284711239948</c:v>
                </c:pt>
                <c:pt idx="12">
                  <c:v>0.79927964373719607</c:v>
                </c:pt>
                <c:pt idx="13">
                  <c:v>0.82879927305382517</c:v>
                </c:pt>
                <c:pt idx="14">
                  <c:v>0.85645302230785547</c:v>
                </c:pt>
                <c:pt idx="15">
                  <c:v>0.8824635922807913</c:v>
                </c:pt>
                <c:pt idx="16">
                  <c:v>0.90701604874845121</c:v>
                </c:pt>
                <c:pt idx="17">
                  <c:v>0.93026585225671388</c:v>
                </c:pt>
                <c:pt idx="18">
                  <c:v>0.95234485437612315</c:v>
                </c:pt>
                <c:pt idx="19">
                  <c:v>0.97336584873810528</c:v>
                </c:pt>
                <c:pt idx="20">
                  <c:v>0.99342607569249497</c:v>
                </c:pt>
                <c:pt idx="21">
                  <c:v>1.0126099566398121</c:v>
                </c:pt>
                <c:pt idx="22">
                  <c:v>1.0309912526925378</c:v>
                </c:pt>
                <c:pt idx="23">
                  <c:v>1.0486347872460389</c:v>
                </c:pt>
                <c:pt idx="24">
                  <c:v>1.0655978340845105</c:v>
                </c:pt>
                <c:pt idx="25">
                  <c:v>1.0819312460476251</c:v>
                </c:pt>
                <c:pt idx="26">
                  <c:v>1.0976803803548001</c:v>
                </c:pt>
                <c:pt idx="27">
                  <c:v>1.1128858630237934</c:v>
                </c:pt>
                <c:pt idx="28">
                  <c:v>1.1275842248342824</c:v>
                </c:pt>
                <c:pt idx="29">
                  <c:v>1.1418084338994927</c:v>
                </c:pt>
                <c:pt idx="30">
                  <c:v>1.1555883443830568</c:v>
                </c:pt>
                <c:pt idx="31">
                  <c:v>1.1689510767223732</c:v>
                </c:pt>
                <c:pt idx="32">
                  <c:v>1.1819213415337555</c:v>
                </c:pt>
                <c:pt idx="33">
                  <c:v>1.1945217169221698</c:v>
                </c:pt>
                <c:pt idx="34">
                  <c:v>1.206772887014711</c:v>
                </c:pt>
                <c:pt idx="35">
                  <c:v>1.2186938480476981</c:v>
                </c:pt>
                <c:pt idx="36">
                  <c:v>1.230302087163631</c:v>
                </c:pt>
                <c:pt idx="37">
                  <c:v>1.2416137381428749</c:v>
                </c:pt>
                <c:pt idx="38">
                  <c:v>1.2526437175510323</c:v>
                </c:pt>
                <c:pt idx="39">
                  <c:v>1.2634058441850664</c:v>
                </c:pt>
                <c:pt idx="40">
                  <c:v>1.2739129442179165</c:v>
                </c:pt>
                <c:pt idx="41">
                  <c:v>1.2841769440484558</c:v>
                </c:pt>
                <c:pt idx="42">
                  <c:v>1.294208952542597</c:v>
                </c:pt>
                <c:pt idx="43">
                  <c:v>1.30401933408768</c:v>
                </c:pt>
                <c:pt idx="44">
                  <c:v>1.3136177736647214</c:v>
                </c:pt>
                <c:pt idx="45">
                  <c:v>1.323013334962762</c:v>
                </c:pt>
                <c:pt idx="46">
                  <c:v>1.3322145124094318</c:v>
                </c:pt>
                <c:pt idx="47">
                  <c:v>1.3412292778663495</c:v>
                </c:pt>
                <c:pt idx="48">
                  <c:v>1.350065122632661</c:v>
                </c:pt>
                <c:pt idx="49">
                  <c:v>1.3587290953113049</c:v>
                </c:pt>
                <c:pt idx="50">
                  <c:v>1.3672278360175933</c:v>
                </c:pt>
                <c:pt idx="51">
                  <c:v>1.3755676073460534</c:v>
                </c:pt>
                <c:pt idx="52">
                  <c:v>1.3837543224573319</c:v>
                </c:pt>
                <c:pt idx="53">
                  <c:v>1.3917935706006976</c:v>
                </c:pt>
                <c:pt idx="54">
                  <c:v>1.3996906403480807</c:v>
                </c:pt>
                <c:pt idx="55">
                  <c:v>1.4074505407815445</c:v>
                </c:pt>
                <c:pt idx="56">
                  <c:v>1.4150780208467801</c:v>
                </c:pt>
                <c:pt idx="57">
                  <c:v>1.4225775870598829</c:v>
                </c:pt>
                <c:pt idx="58">
                  <c:v>1.429953519732736</c:v>
                </c:pt>
                <c:pt idx="59">
                  <c:v>1.4372098878632826</c:v>
                </c:pt>
                <c:pt idx="60">
                  <c:v>1.4443505628203883</c:v>
                </c:pt>
                <c:pt idx="61">
                  <c:v>1.4513792309385247</c:v>
                </c:pt>
                <c:pt idx="62">
                  <c:v>1.4582994051248621</c:v>
                </c:pt>
                <c:pt idx="63">
                  <c:v>1.465114435570263</c:v>
                </c:pt>
                <c:pt idx="64">
                  <c:v>1.4718275196459372</c:v>
                </c:pt>
                <c:pt idx="65">
                  <c:v>1.4784417110589387</c:v>
                </c:pt>
                <c:pt idx="66">
                  <c:v>1.4849599283321309</c:v>
                </c:pt>
                <c:pt idx="67">
                  <c:v>1.491384962667563</c:v>
                </c:pt>
                <c:pt idx="68">
                  <c:v>1.4977194852462872</c:v>
                </c:pt>
                <c:pt idx="69">
                  <c:v>1.5039660540124009</c:v>
                </c:pt>
                <c:pt idx="70">
                  <c:v>1.5101271199844326</c:v>
                </c:pt>
                <c:pt idx="71">
                  <c:v>1.516205033133053</c:v>
                </c:pt>
                <c:pt idx="72">
                  <c:v>1.5222020478603777</c:v>
                </c:pt>
                <c:pt idx="73">
                  <c:v>1.5281203281128424</c:v>
                </c:pt>
                <c:pt idx="74">
                  <c:v>1.5339619521566625</c:v>
                </c:pt>
                <c:pt idx="75">
                  <c:v>1.539728917042255</c:v>
                </c:pt>
                <c:pt idx="76">
                  <c:v>1.545423142781617</c:v>
                </c:pt>
                <c:pt idx="77">
                  <c:v>1.5510464762605294</c:v>
                </c:pt>
                <c:pt idx="78">
                  <c:v>1.5566006949055307</c:v>
                </c:pt>
                <c:pt idx="79">
                  <c:v>1.5620875101238798</c:v>
                </c:pt>
                <c:pt idx="80">
                  <c:v>1.5675085705331653</c:v>
                </c:pt>
                <c:pt idx="81">
                  <c:v>1.5728654649958125</c:v>
                </c:pt>
                <c:pt idx="82">
                  <c:v>1.5781597254724591</c:v>
                </c:pt>
                <c:pt idx="83">
                  <c:v>1.5833928297070266</c:v>
                </c:pt>
                <c:pt idx="84">
                  <c:v>1.5885662037552546</c:v>
                </c:pt>
                <c:pt idx="85">
                  <c:v>1.5936812243675305</c:v>
                </c:pt>
                <c:pt idx="86">
                  <c:v>1.5987392212359668</c:v>
                </c:pt>
                <c:pt idx="87">
                  <c:v>1.6037414791149116</c:v>
                </c:pt>
                <c:pt idx="88">
                  <c:v>1.608689239823343</c:v>
                </c:pt>
                <c:pt idx="89">
                  <c:v>1.6135837041369623</c:v>
                </c:pt>
                <c:pt idx="90">
                  <c:v>1.6184260335771936</c:v>
                </c:pt>
                <c:pt idx="91">
                  <c:v>1.6232173521037594</c:v>
                </c:pt>
                <c:pt idx="92">
                  <c:v>1.6279587477170028</c:v>
                </c:pt>
                <c:pt idx="93">
                  <c:v>1.6326512739756696</c:v>
                </c:pt>
                <c:pt idx="94">
                  <c:v>1.6372959514354468</c:v>
                </c:pt>
                <c:pt idx="95">
                  <c:v>1.6418937690131714</c:v>
                </c:pt>
                <c:pt idx="96">
                  <c:v>1.6464456852812721</c:v>
                </c:pt>
                <c:pt idx="97">
                  <c:v>1.6509526296966801</c:v>
                </c:pt>
                <c:pt idx="98">
                  <c:v>1.6554155037681524</c:v>
                </c:pt>
                <c:pt idx="99">
                  <c:v>1.6598351821656718</c:v>
                </c:pt>
                <c:pt idx="100">
                  <c:v>1.664212513775343</c:v>
                </c:pt>
                <c:pt idx="101">
                  <c:v>1.6685483227029616</c:v>
                </c:pt>
                <c:pt idx="102">
                  <c:v>1.6728434092292293</c:v>
                </c:pt>
                <c:pt idx="103">
                  <c:v>1.6770985507193792</c:v>
                </c:pt>
                <c:pt idx="104">
                  <c:v>1.6813145024898017</c:v>
                </c:pt>
                <c:pt idx="105">
                  <c:v>1.6854919986340871</c:v>
                </c:pt>
                <c:pt idx="106">
                  <c:v>1.6896317528107392</c:v>
                </c:pt>
                <c:pt idx="107">
                  <c:v>1.6937344589946823</c:v>
                </c:pt>
                <c:pt idx="108">
                  <c:v>1.6978007921945344</c:v>
                </c:pt>
                <c:pt idx="109">
                  <c:v>1.701831409137504</c:v>
                </c:pt>
                <c:pt idx="110">
                  <c:v>1.7058269489236462</c:v>
                </c:pt>
                <c:pt idx="111">
                  <c:v>1.7097880336511124</c:v>
                </c:pt>
                <c:pt idx="112">
                  <c:v>1.7137152690139192</c:v>
                </c:pt>
                <c:pt idx="113">
                  <c:v>1.7176092448736753</c:v>
                </c:pt>
                <c:pt idx="114">
                  <c:v>1.7214705358066154</c:v>
                </c:pt>
                <c:pt idx="115">
                  <c:v>1.7252997016272105</c:v>
                </c:pt>
                <c:pt idx="116">
                  <c:v>1.7290972878895476</c:v>
                </c:pt>
                <c:pt idx="117">
                  <c:v>1.7328638263676031</c:v>
                </c:pt>
                <c:pt idx="118">
                  <c:v>1.7365998355154626</c:v>
                </c:pt>
                <c:pt idx="119">
                  <c:v>1.7403058209084916</c:v>
                </c:pt>
                <c:pt idx="120">
                  <c:v>1.7439822756663881</c:v>
                </c:pt>
                <c:pt idx="121">
                  <c:v>1.7476296808590059</c:v>
                </c:pt>
                <c:pt idx="122">
                  <c:v>1.7512485058957838</c:v>
                </c:pt>
                <c:pt idx="123">
                  <c:v>1.7548392088995686</c:v>
                </c:pt>
                <c:pt idx="124">
                  <c:v>1.758402237065577</c:v>
                </c:pt>
                <c:pt idx="125">
                  <c:v>1.7619380270061995</c:v>
                </c:pt>
                <c:pt idx="126">
                  <c:v>1.7654470050823092</c:v>
                </c:pt>
                <c:pt idx="127">
                  <c:v>1.7689295877217091</c:v>
                </c:pt>
                <c:pt idx="128">
                  <c:v>1.7723861817253057</c:v>
                </c:pt>
                <c:pt idx="129">
                  <c:v>1.7758171845615816</c:v>
                </c:pt>
                <c:pt idx="130">
                  <c:v>1.7792229846498875</c:v>
                </c:pt>
                <c:pt idx="131">
                  <c:v>1.7826039616330707</c:v>
                </c:pt>
                <c:pt idx="132">
                  <c:v>1.7859604866399108</c:v>
                </c:pt>
                <c:pt idx="133">
                  <c:v>1.7892929225378211</c:v>
                </c:pt>
                <c:pt idx="134">
                  <c:v>1.7926016241762408</c:v>
                </c:pt>
                <c:pt idx="135">
                  <c:v>1.7958869386211309</c:v>
                </c:pt>
                <c:pt idx="136">
                  <c:v>1.7991492053809597</c:v>
                </c:pt>
                <c:pt idx="137">
                  <c:v>1.8023887566245465</c:v>
                </c:pt>
                <c:pt idx="138">
                  <c:v>1.8056059173911096</c:v>
                </c:pt>
                <c:pt idx="139">
                  <c:v>1.8088010057928567</c:v>
                </c:pt>
                <c:pt idx="140">
                  <c:v>1.8119743332104286</c:v>
                </c:pt>
                <c:pt idx="141">
                  <c:v>1.8151262044814978</c:v>
                </c:pt>
                <c:pt idx="142">
                  <c:v>1.8182569180828094</c:v>
                </c:pt>
                <c:pt idx="143">
                  <c:v>1.8213667663059339</c:v>
                </c:pt>
                <c:pt idx="144">
                  <c:v>1.8244560354269908</c:v>
                </c:pt>
                <c:pt idx="145">
                  <c:v>1.8275250058705921</c:v>
                </c:pt>
                <c:pt idx="146">
                  <c:v>1.8305739523682369</c:v>
                </c:pt>
                <c:pt idx="147">
                  <c:v>1.8336031441113831</c:v>
                </c:pt>
                <c:pt idx="148">
                  <c:v>1.8366128448994086</c:v>
                </c:pt>
                <c:pt idx="149">
                  <c:v>1.8396033132826661</c:v>
                </c:pt>
                <c:pt idx="150">
                  <c:v>1.8425748027008253</c:v>
                </c:pt>
                <c:pt idx="151">
                  <c:v>1.8455275616166846</c:v>
                </c:pt>
                <c:pt idx="152">
                  <c:v>1.8484618336456369</c:v>
                </c:pt>
                <c:pt idx="153">
                  <c:v>1.8513778576809474</c:v>
                </c:pt>
                <c:pt idx="154">
                  <c:v>1.8542758680150135</c:v>
                </c:pt>
                <c:pt idx="155">
                  <c:v>1.8571560944567567</c:v>
                </c:pt>
                <c:pt idx="156">
                  <c:v>1.8600187624452924</c:v>
                </c:pt>
                <c:pt idx="157">
                  <c:v>1.8628640931600229</c:v>
                </c:pt>
                <c:pt idx="158">
                  <c:v>1.8656923036272832</c:v>
                </c:pt>
                <c:pt idx="159">
                  <c:v>1.8685036068236687</c:v>
                </c:pt>
                <c:pt idx="160">
                  <c:v>1.8712982117761729</c:v>
                </c:pt>
                <c:pt idx="161">
                  <c:v>1.8740763236592466</c:v>
                </c:pt>
                <c:pt idx="162">
                  <c:v>1.8768381438888928</c:v>
                </c:pt>
                <c:pt idx="163">
                  <c:v>1.8795838702139098</c:v>
                </c:pt>
                <c:pt idx="164">
                  <c:v>1.8823136968043781</c:v>
                </c:pt>
                <c:pt idx="165">
                  <c:v>1.8850278143374974</c:v>
                </c:pt>
                <c:pt idx="166">
                  <c:v>1.8877264100808651</c:v>
                </c:pt>
                <c:pt idx="167">
                  <c:v>1.8904096679732849</c:v>
                </c:pt>
                <c:pt idx="168">
                  <c:v>1.8930777687031985</c:v>
                </c:pt>
                <c:pt idx="169">
                  <c:v>1.8957308897848195</c:v>
                </c:pt>
                <c:pt idx="170">
                  <c:v>1.8983692056320522</c:v>
                </c:pt>
                <c:pt idx="171">
                  <c:v>1.9009928876302686</c:v>
                </c:pt>
                <c:pt idx="172">
                  <c:v>1.9036021042060236</c:v>
                </c:pt>
                <c:pt idx="173">
                  <c:v>1.9061970208947729</c:v>
                </c:pt>
                <c:pt idx="174">
                  <c:v>1.9087778004066664</c:v>
                </c:pt>
                <c:pt idx="175">
                  <c:v>1.9113446026904792</c:v>
                </c:pt>
                <c:pt idx="176">
                  <c:v>1.9138975849957451</c:v>
                </c:pt>
                <c:pt idx="177">
                  <c:v>1.9164369019331533</c:v>
                </c:pt>
                <c:pt idx="178">
                  <c:v>1.9189627055332636</c:v>
                </c:pt>
                <c:pt idx="179">
                  <c:v>1.9214751453035981</c:v>
                </c:pt>
                <c:pt idx="180">
                  <c:v>1.9239743682841624</c:v>
                </c:pt>
                <c:pt idx="181">
                  <c:v>1.9264605191014486</c:v>
                </c:pt>
                <c:pt idx="182">
                  <c:v>1.9289337400209696</c:v>
                </c:pt>
                <c:pt idx="183">
                  <c:v>1.9313941709983686</c:v>
                </c:pt>
                <c:pt idx="184">
                  <c:v>1.9338419497291561</c:v>
                </c:pt>
                <c:pt idx="185">
                  <c:v>1.9362772116971143</c:v>
                </c:pt>
                <c:pt idx="186">
                  <c:v>1.9387000902214135</c:v>
                </c:pt>
                <c:pt idx="187">
                  <c:v>1.9411107165024784</c:v>
                </c:pt>
                <c:pt idx="188">
                  <c:v>1.9435092196666475</c:v>
                </c:pt>
                <c:pt idx="189">
                  <c:v>1.9458957268096624</c:v>
                </c:pt>
                <c:pt idx="190">
                  <c:v>1.9482703630390221</c:v>
                </c:pt>
                <c:pt idx="191">
                  <c:v>1.9506332515152389</c:v>
                </c:pt>
                <c:pt idx="192">
                  <c:v>1.9529845134920305</c:v>
                </c:pt>
                <c:pt idx="193">
                  <c:v>1.9553242683554788</c:v>
                </c:pt>
                <c:pt idx="194">
                  <c:v>1.9576526336621918</c:v>
                </c:pt>
                <c:pt idx="195">
                  <c:v>1.9599697251764905</c:v>
                </c:pt>
                <c:pt idx="196">
                  <c:v>1.9622756569066613</c:v>
                </c:pt>
                <c:pt idx="197">
                  <c:v>1.9645705411402925</c:v>
                </c:pt>
                <c:pt idx="198">
                  <c:v>1.9668544884787285</c:v>
                </c:pt>
                <c:pt idx="199">
                  <c:v>1.969127607870665</c:v>
                </c:pt>
                <c:pt idx="200">
                  <c:v>1.9713900066449115</c:v>
                </c:pt>
                <c:pt idx="201">
                  <c:v>1.9736417905423465</c:v>
                </c:pt>
                <c:pt idx="202">
                  <c:v>1.9758830637470899</c:v>
                </c:pt>
                <c:pt idx="203">
                  <c:v>1.9781139289169101</c:v>
                </c:pt>
                <c:pt idx="204">
                  <c:v>1.980334487212897</c:v>
                </c:pt>
                <c:pt idx="205">
                  <c:v>1.9825448383284145</c:v>
                </c:pt>
                <c:pt idx="206">
                  <c:v>1.9847450805173583</c:v>
                </c:pt>
                <c:pt idx="207">
                  <c:v>1.986935310621734</c:v>
                </c:pt>
                <c:pt idx="208">
                  <c:v>1.9891156240985803</c:v>
                </c:pt>
                <c:pt idx="209">
                  <c:v>1.991286115046254</c:v>
                </c:pt>
                <c:pt idx="210">
                  <c:v>1.9934468762300919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D3E-46A3-AD2B-F5894357C614}"/>
            </c:ext>
          </c:extLst>
        </c:ser>
        <c:ser>
          <c:idx val="2"/>
          <c:order val="2"/>
          <c:tx>
            <c:strRef>
              <c:f>[Plots.xlsx]Sheet1!$G$5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3.3000000000000003</c:v>
                </c:pt>
                <c:pt idx="4">
                  <c:v>4.4000000000000004</c:v>
                </c:pt>
                <c:pt idx="5">
                  <c:v>5.5</c:v>
                </c:pt>
                <c:pt idx="6">
                  <c:v>6.6</c:v>
                </c:pt>
                <c:pt idx="7">
                  <c:v>7.6999999999999993</c:v>
                </c:pt>
                <c:pt idx="8">
                  <c:v>8.7999999999999989</c:v>
                </c:pt>
                <c:pt idx="9">
                  <c:v>9.8999999999999986</c:v>
                </c:pt>
                <c:pt idx="10">
                  <c:v>10.999999999999998</c:v>
                </c:pt>
                <c:pt idx="11">
                  <c:v>12.099999999999998</c:v>
                </c:pt>
                <c:pt idx="12">
                  <c:v>13.199999999999998</c:v>
                </c:pt>
                <c:pt idx="13">
                  <c:v>14.299999999999997</c:v>
                </c:pt>
                <c:pt idx="14">
                  <c:v>15.399999999999997</c:v>
                </c:pt>
                <c:pt idx="15">
                  <c:v>16.499999999999996</c:v>
                </c:pt>
                <c:pt idx="16">
                  <c:v>17.599999999999998</c:v>
                </c:pt>
                <c:pt idx="17">
                  <c:v>18.7</c:v>
                </c:pt>
                <c:pt idx="18">
                  <c:v>19.8</c:v>
                </c:pt>
                <c:pt idx="19">
                  <c:v>20.900000000000002</c:v>
                </c:pt>
                <c:pt idx="20">
                  <c:v>22.000000000000004</c:v>
                </c:pt>
                <c:pt idx="21">
                  <c:v>23.100000000000005</c:v>
                </c:pt>
                <c:pt idx="22">
                  <c:v>24.200000000000006</c:v>
                </c:pt>
                <c:pt idx="23">
                  <c:v>25.300000000000008</c:v>
                </c:pt>
                <c:pt idx="24">
                  <c:v>26.400000000000009</c:v>
                </c:pt>
                <c:pt idx="25">
                  <c:v>27.500000000000011</c:v>
                </c:pt>
                <c:pt idx="26">
                  <c:v>28.600000000000012</c:v>
                </c:pt>
                <c:pt idx="27">
                  <c:v>29.700000000000014</c:v>
                </c:pt>
                <c:pt idx="28">
                  <c:v>30.800000000000015</c:v>
                </c:pt>
                <c:pt idx="29">
                  <c:v>31.900000000000016</c:v>
                </c:pt>
                <c:pt idx="30">
                  <c:v>33.000000000000014</c:v>
                </c:pt>
                <c:pt idx="31">
                  <c:v>34.100000000000016</c:v>
                </c:pt>
                <c:pt idx="32">
                  <c:v>35.200000000000017</c:v>
                </c:pt>
                <c:pt idx="33">
                  <c:v>36.300000000000018</c:v>
                </c:pt>
                <c:pt idx="34">
                  <c:v>37.40000000000002</c:v>
                </c:pt>
                <c:pt idx="35">
                  <c:v>38.500000000000021</c:v>
                </c:pt>
                <c:pt idx="36">
                  <c:v>39.600000000000023</c:v>
                </c:pt>
                <c:pt idx="37">
                  <c:v>40.700000000000024</c:v>
                </c:pt>
                <c:pt idx="38">
                  <c:v>41.800000000000026</c:v>
                </c:pt>
                <c:pt idx="39">
                  <c:v>42.900000000000027</c:v>
                </c:pt>
                <c:pt idx="40">
                  <c:v>44.000000000000028</c:v>
                </c:pt>
                <c:pt idx="41">
                  <c:v>45.10000000000003</c:v>
                </c:pt>
                <c:pt idx="42">
                  <c:v>46.200000000000031</c:v>
                </c:pt>
                <c:pt idx="43">
                  <c:v>47.300000000000033</c:v>
                </c:pt>
                <c:pt idx="44">
                  <c:v>48.400000000000034</c:v>
                </c:pt>
                <c:pt idx="45">
                  <c:v>49.500000000000036</c:v>
                </c:pt>
                <c:pt idx="46">
                  <c:v>50.600000000000037</c:v>
                </c:pt>
                <c:pt idx="47">
                  <c:v>51.700000000000038</c:v>
                </c:pt>
                <c:pt idx="48">
                  <c:v>52.80000000000004</c:v>
                </c:pt>
                <c:pt idx="49">
                  <c:v>53.900000000000041</c:v>
                </c:pt>
                <c:pt idx="50">
                  <c:v>55.000000000000043</c:v>
                </c:pt>
                <c:pt idx="51">
                  <c:v>56.100000000000044</c:v>
                </c:pt>
                <c:pt idx="52">
                  <c:v>57.200000000000045</c:v>
                </c:pt>
                <c:pt idx="53">
                  <c:v>58.300000000000047</c:v>
                </c:pt>
                <c:pt idx="54">
                  <c:v>59.400000000000048</c:v>
                </c:pt>
                <c:pt idx="55">
                  <c:v>60.50000000000005</c:v>
                </c:pt>
                <c:pt idx="56">
                  <c:v>61.600000000000051</c:v>
                </c:pt>
                <c:pt idx="57">
                  <c:v>62.700000000000053</c:v>
                </c:pt>
                <c:pt idx="58">
                  <c:v>63.800000000000054</c:v>
                </c:pt>
                <c:pt idx="59">
                  <c:v>64.900000000000048</c:v>
                </c:pt>
                <c:pt idx="60">
                  <c:v>66.000000000000043</c:v>
                </c:pt>
                <c:pt idx="61">
                  <c:v>67.100000000000037</c:v>
                </c:pt>
                <c:pt idx="62">
                  <c:v>68.200000000000031</c:v>
                </c:pt>
                <c:pt idx="63">
                  <c:v>69.300000000000026</c:v>
                </c:pt>
                <c:pt idx="64">
                  <c:v>70.40000000000002</c:v>
                </c:pt>
                <c:pt idx="65">
                  <c:v>71.500000000000014</c:v>
                </c:pt>
                <c:pt idx="66">
                  <c:v>72.600000000000009</c:v>
                </c:pt>
                <c:pt idx="67">
                  <c:v>73.7</c:v>
                </c:pt>
                <c:pt idx="68">
                  <c:v>74.8</c:v>
                </c:pt>
                <c:pt idx="69">
                  <c:v>75.899999999999991</c:v>
                </c:pt>
                <c:pt idx="70">
                  <c:v>76.999999999999986</c:v>
                </c:pt>
                <c:pt idx="71">
                  <c:v>78.09999999999998</c:v>
                </c:pt>
                <c:pt idx="72">
                  <c:v>79.199999999999974</c:v>
                </c:pt>
                <c:pt idx="73">
                  <c:v>80.299999999999969</c:v>
                </c:pt>
                <c:pt idx="74">
                  <c:v>81.399999999999963</c:v>
                </c:pt>
                <c:pt idx="75">
                  <c:v>82.499999999999957</c:v>
                </c:pt>
                <c:pt idx="76">
                  <c:v>83.599999999999952</c:v>
                </c:pt>
                <c:pt idx="77">
                  <c:v>84.699999999999946</c:v>
                </c:pt>
                <c:pt idx="78">
                  <c:v>85.79999999999994</c:v>
                </c:pt>
                <c:pt idx="79">
                  <c:v>86.899999999999935</c:v>
                </c:pt>
                <c:pt idx="80">
                  <c:v>87.999999999999929</c:v>
                </c:pt>
                <c:pt idx="81">
                  <c:v>89.099999999999923</c:v>
                </c:pt>
                <c:pt idx="82">
                  <c:v>90.199999999999918</c:v>
                </c:pt>
                <c:pt idx="83">
                  <c:v>91.299999999999912</c:v>
                </c:pt>
                <c:pt idx="84">
                  <c:v>92.399999999999906</c:v>
                </c:pt>
                <c:pt idx="85">
                  <c:v>93.499999999999901</c:v>
                </c:pt>
                <c:pt idx="86">
                  <c:v>94.599999999999895</c:v>
                </c:pt>
                <c:pt idx="87">
                  <c:v>95.699999999999889</c:v>
                </c:pt>
                <c:pt idx="88">
                  <c:v>96.799999999999883</c:v>
                </c:pt>
                <c:pt idx="89">
                  <c:v>97.899999999999878</c:v>
                </c:pt>
                <c:pt idx="90">
                  <c:v>98.999999999999872</c:v>
                </c:pt>
                <c:pt idx="91">
                  <c:v>100.09999999999987</c:v>
                </c:pt>
                <c:pt idx="92">
                  <c:v>101.19999999999986</c:v>
                </c:pt>
                <c:pt idx="93">
                  <c:v>102.29999999999986</c:v>
                </c:pt>
                <c:pt idx="94">
                  <c:v>103.39999999999985</c:v>
                </c:pt>
                <c:pt idx="95">
                  <c:v>104.49999999999984</c:v>
                </c:pt>
                <c:pt idx="96">
                  <c:v>105.59999999999984</c:v>
                </c:pt>
                <c:pt idx="97">
                  <c:v>106.69999999999983</c:v>
                </c:pt>
                <c:pt idx="98">
                  <c:v>107.79999999999983</c:v>
                </c:pt>
                <c:pt idx="99">
                  <c:v>108.89999999999982</c:v>
                </c:pt>
                <c:pt idx="100">
                  <c:v>109.99999999999982</c:v>
                </c:pt>
                <c:pt idx="101">
                  <c:v>111.09999999999981</c:v>
                </c:pt>
                <c:pt idx="102">
                  <c:v>112.1999999999998</c:v>
                </c:pt>
                <c:pt idx="103">
                  <c:v>113.2999999999998</c:v>
                </c:pt>
                <c:pt idx="104">
                  <c:v>114.39999999999979</c:v>
                </c:pt>
                <c:pt idx="105">
                  <c:v>115.49999999999979</c:v>
                </c:pt>
                <c:pt idx="106">
                  <c:v>116.59999999999978</c:v>
                </c:pt>
                <c:pt idx="107">
                  <c:v>117.69999999999978</c:v>
                </c:pt>
                <c:pt idx="108">
                  <c:v>118.79999999999977</c:v>
                </c:pt>
                <c:pt idx="109">
                  <c:v>119.89999999999976</c:v>
                </c:pt>
                <c:pt idx="110">
                  <c:v>120.99999999999976</c:v>
                </c:pt>
                <c:pt idx="111">
                  <c:v>122.09999999999975</c:v>
                </c:pt>
                <c:pt idx="112">
                  <c:v>123.19999999999975</c:v>
                </c:pt>
                <c:pt idx="113">
                  <c:v>124.29999999999974</c:v>
                </c:pt>
                <c:pt idx="114">
                  <c:v>125.39999999999974</c:v>
                </c:pt>
                <c:pt idx="115">
                  <c:v>126.49999999999973</c:v>
                </c:pt>
                <c:pt idx="116">
                  <c:v>127.59999999999972</c:v>
                </c:pt>
                <c:pt idx="117">
                  <c:v>128.69999999999973</c:v>
                </c:pt>
                <c:pt idx="118">
                  <c:v>129.79999999999973</c:v>
                </c:pt>
                <c:pt idx="119">
                  <c:v>130.89999999999972</c:v>
                </c:pt>
                <c:pt idx="120">
                  <c:v>131.99999999999972</c:v>
                </c:pt>
                <c:pt idx="121">
                  <c:v>133.09999999999971</c:v>
                </c:pt>
                <c:pt idx="122">
                  <c:v>134.1999999999997</c:v>
                </c:pt>
                <c:pt idx="123">
                  <c:v>135.2999999999997</c:v>
                </c:pt>
                <c:pt idx="124">
                  <c:v>136.39999999999969</c:v>
                </c:pt>
                <c:pt idx="125">
                  <c:v>137.49999999999969</c:v>
                </c:pt>
                <c:pt idx="126">
                  <c:v>138.59999999999968</c:v>
                </c:pt>
                <c:pt idx="127">
                  <c:v>139.69999999999968</c:v>
                </c:pt>
                <c:pt idx="128">
                  <c:v>140.79999999999967</c:v>
                </c:pt>
                <c:pt idx="129">
                  <c:v>141.89999999999966</c:v>
                </c:pt>
                <c:pt idx="130">
                  <c:v>142.99999999999966</c:v>
                </c:pt>
                <c:pt idx="131">
                  <c:v>144.09999999999965</c:v>
                </c:pt>
                <c:pt idx="132">
                  <c:v>145.19999999999965</c:v>
                </c:pt>
                <c:pt idx="133">
                  <c:v>146.29999999999964</c:v>
                </c:pt>
                <c:pt idx="134">
                  <c:v>147.39999999999964</c:v>
                </c:pt>
                <c:pt idx="135">
                  <c:v>148.49999999999963</c:v>
                </c:pt>
                <c:pt idx="136">
                  <c:v>149.59999999999962</c:v>
                </c:pt>
                <c:pt idx="137">
                  <c:v>150.69999999999962</c:v>
                </c:pt>
                <c:pt idx="138">
                  <c:v>151.79999999999961</c:v>
                </c:pt>
                <c:pt idx="139">
                  <c:v>152.89999999999961</c:v>
                </c:pt>
                <c:pt idx="140">
                  <c:v>153.9999999999996</c:v>
                </c:pt>
                <c:pt idx="141">
                  <c:v>155.0999999999996</c:v>
                </c:pt>
                <c:pt idx="142">
                  <c:v>156.19999999999959</c:v>
                </c:pt>
                <c:pt idx="143">
                  <c:v>157.29999999999959</c:v>
                </c:pt>
                <c:pt idx="144">
                  <c:v>158.39999999999958</c:v>
                </c:pt>
                <c:pt idx="145">
                  <c:v>159.49999999999957</c:v>
                </c:pt>
                <c:pt idx="146">
                  <c:v>160.59999999999957</c:v>
                </c:pt>
                <c:pt idx="147">
                  <c:v>161.69999999999956</c:v>
                </c:pt>
                <c:pt idx="148">
                  <c:v>162.79999999999956</c:v>
                </c:pt>
                <c:pt idx="149">
                  <c:v>163.89999999999955</c:v>
                </c:pt>
                <c:pt idx="150">
                  <c:v>164.99999999999955</c:v>
                </c:pt>
                <c:pt idx="151">
                  <c:v>166.09999999999954</c:v>
                </c:pt>
                <c:pt idx="152">
                  <c:v>167.19999999999953</c:v>
                </c:pt>
                <c:pt idx="153">
                  <c:v>168.29999999999953</c:v>
                </c:pt>
                <c:pt idx="154">
                  <c:v>169.39999999999952</c:v>
                </c:pt>
                <c:pt idx="155">
                  <c:v>170.49999999999952</c:v>
                </c:pt>
                <c:pt idx="156">
                  <c:v>171.59999999999951</c:v>
                </c:pt>
                <c:pt idx="157">
                  <c:v>172.69999999999951</c:v>
                </c:pt>
                <c:pt idx="158">
                  <c:v>173.7999999999995</c:v>
                </c:pt>
                <c:pt idx="159">
                  <c:v>174.89999999999949</c:v>
                </c:pt>
                <c:pt idx="160">
                  <c:v>175.99999999999949</c:v>
                </c:pt>
                <c:pt idx="161">
                  <c:v>177.09999999999948</c:v>
                </c:pt>
                <c:pt idx="162">
                  <c:v>178.19999999999948</c:v>
                </c:pt>
                <c:pt idx="163">
                  <c:v>179.29999999999947</c:v>
                </c:pt>
                <c:pt idx="164">
                  <c:v>180.39999999999947</c:v>
                </c:pt>
                <c:pt idx="165">
                  <c:v>181.49999999999946</c:v>
                </c:pt>
                <c:pt idx="166">
                  <c:v>182.59999999999945</c:v>
                </c:pt>
                <c:pt idx="167">
                  <c:v>183.69999999999945</c:v>
                </c:pt>
                <c:pt idx="168">
                  <c:v>184.79999999999944</c:v>
                </c:pt>
                <c:pt idx="169">
                  <c:v>185.89999999999944</c:v>
                </c:pt>
                <c:pt idx="170">
                  <c:v>186.99999999999943</c:v>
                </c:pt>
                <c:pt idx="171">
                  <c:v>188.09999999999943</c:v>
                </c:pt>
                <c:pt idx="172">
                  <c:v>189.19999999999942</c:v>
                </c:pt>
                <c:pt idx="173">
                  <c:v>190.29999999999941</c:v>
                </c:pt>
                <c:pt idx="174">
                  <c:v>191.39999999999941</c:v>
                </c:pt>
                <c:pt idx="175">
                  <c:v>192.4999999999994</c:v>
                </c:pt>
                <c:pt idx="176">
                  <c:v>193.5999999999994</c:v>
                </c:pt>
                <c:pt idx="177">
                  <c:v>194.69999999999939</c:v>
                </c:pt>
                <c:pt idx="178">
                  <c:v>195.79999999999939</c:v>
                </c:pt>
                <c:pt idx="179">
                  <c:v>196.89999999999938</c:v>
                </c:pt>
                <c:pt idx="180">
                  <c:v>197.99999999999937</c:v>
                </c:pt>
                <c:pt idx="181">
                  <c:v>199.09999999999937</c:v>
                </c:pt>
                <c:pt idx="182">
                  <c:v>200.19999999999936</c:v>
                </c:pt>
                <c:pt idx="183">
                  <c:v>201.29999999999936</c:v>
                </c:pt>
                <c:pt idx="184">
                  <c:v>202.39999999999935</c:v>
                </c:pt>
                <c:pt idx="185">
                  <c:v>203.49999999999935</c:v>
                </c:pt>
                <c:pt idx="186">
                  <c:v>204.59999999999934</c:v>
                </c:pt>
                <c:pt idx="187">
                  <c:v>205.69999999999933</c:v>
                </c:pt>
                <c:pt idx="188">
                  <c:v>206.79999999999933</c:v>
                </c:pt>
                <c:pt idx="189">
                  <c:v>207.89999999999932</c:v>
                </c:pt>
                <c:pt idx="190">
                  <c:v>208.99999999999932</c:v>
                </c:pt>
                <c:pt idx="191">
                  <c:v>210.09999999999931</c:v>
                </c:pt>
                <c:pt idx="192">
                  <c:v>211.19999999999931</c:v>
                </c:pt>
                <c:pt idx="193">
                  <c:v>212.2999999999993</c:v>
                </c:pt>
                <c:pt idx="194">
                  <c:v>213.3999999999993</c:v>
                </c:pt>
                <c:pt idx="195">
                  <c:v>214.49999999999929</c:v>
                </c:pt>
                <c:pt idx="196">
                  <c:v>215.59999999999928</c:v>
                </c:pt>
                <c:pt idx="197">
                  <c:v>216.69999999999928</c:v>
                </c:pt>
                <c:pt idx="198">
                  <c:v>217.79999999999927</c:v>
                </c:pt>
                <c:pt idx="199">
                  <c:v>218.89999999999927</c:v>
                </c:pt>
                <c:pt idx="200">
                  <c:v>219.99999999999926</c:v>
                </c:pt>
                <c:pt idx="201">
                  <c:v>221.09999999999926</c:v>
                </c:pt>
                <c:pt idx="202">
                  <c:v>222.19999999999925</c:v>
                </c:pt>
                <c:pt idx="203">
                  <c:v>223.29999999999924</c:v>
                </c:pt>
                <c:pt idx="204">
                  <c:v>224.39999999999924</c:v>
                </c:pt>
                <c:pt idx="205">
                  <c:v>225.49999999999923</c:v>
                </c:pt>
                <c:pt idx="206">
                  <c:v>226.59999999999923</c:v>
                </c:pt>
                <c:pt idx="207">
                  <c:v>227.69999999999922</c:v>
                </c:pt>
                <c:pt idx="208">
                  <c:v>228.79999999999922</c:v>
                </c:pt>
                <c:pt idx="209">
                  <c:v>229.89999999999921</c:v>
                </c:pt>
                <c:pt idx="210">
                  <c:v>230.9999999999992</c:v>
                </c:pt>
              </c:numCache>
            </c:numRef>
          </c:xVal>
          <c:yVal>
            <c:numRef>
              <c:f>[Plots.xlsx]Sheet1!$G$6:$G$216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0.1904416981702915</c:v>
                </c:pt>
                <c:pt idx="2">
                  <c:v>0.3224392947339193</c:v>
                </c:pt>
                <c:pt idx="3">
                  <c:v>0.4235758739368079</c:v>
                </c:pt>
                <c:pt idx="4">
                  <c:v>0.50558997831990604</c:v>
                </c:pt>
                <c:pt idx="5">
                  <c:v>0.57458126772771889</c:v>
                </c:pt>
                <c:pt idx="6">
                  <c:v>0.63412845557958653</c:v>
                </c:pt>
                <c:pt idx="7">
                  <c:v>0.68651173860226367</c:v>
                </c:pt>
                <c:pt idx="8">
                  <c:v>0.7332737598229685</c:v>
                </c:pt>
                <c:pt idx="9">
                  <c:v>0.7755069657285496</c:v>
                </c:pt>
                <c:pt idx="10">
                  <c:v>0.81401335664285546</c:v>
                </c:pt>
                <c:pt idx="11">
                  <c:v>0.84939911699139869</c:v>
                </c:pt>
                <c:pt idx="12">
                  <c:v>0.88213359228079125</c:v>
                </c:pt>
                <c:pt idx="13">
                  <c:v>0.91258760873997657</c:v>
                </c:pt>
                <c:pt idx="14">
                  <c:v>0.94105925261861845</c:v>
                </c:pt>
                <c:pt idx="15">
                  <c:v>0.96779173273903252</c:v>
                </c:pt>
                <c:pt idx="16">
                  <c:v>0.99298607569249475</c:v>
                </c:pt>
                <c:pt idx="17">
                  <c:v>1.0168103497929366</c:v>
                </c:pt>
                <c:pt idx="18">
                  <c:v>1.0394064979406237</c:v>
                </c:pt>
                <c:pt idx="19">
                  <c:v>1.0608954866759068</c:v>
                </c:pt>
                <c:pt idx="20">
                  <c:v>1.0813812460476249</c:v>
                </c:pt>
                <c:pt idx="21">
                  <c:v>1.100953725817057</c:v>
                </c:pt>
                <c:pt idx="22">
                  <c:v>1.1196912956557645</c:v>
                </c:pt>
                <c:pt idx="23">
                  <c:v>1.1376626513767749</c:v>
                </c:pt>
                <c:pt idx="24">
                  <c:v>1.1549283443830567</c:v>
                </c:pt>
                <c:pt idx="25">
                  <c:v>1.171542020314182</c:v>
                </c:pt>
                <c:pt idx="26">
                  <c:v>1.187551430817599</c:v>
                </c:pt>
                <c:pt idx="27">
                  <c:v>1.2029992665537703</c:v>
                </c:pt>
                <c:pt idx="28">
                  <c:v>1.2179238480476979</c:v>
                </c:pt>
                <c:pt idx="29">
                  <c:v>1.2323597025391013</c:v>
                </c:pt>
                <c:pt idx="30">
                  <c:v>1.2463380486862947</c:v>
                </c:pt>
                <c:pt idx="31">
                  <c:v>1.2598872062416768</c:v>
                </c:pt>
                <c:pt idx="32">
                  <c:v>1.2730329442179165</c:v>
                </c:pt>
                <c:pt idx="33">
                  <c:v>1.2857987783046418</c:v>
                </c:pt>
                <c:pt idx="34">
                  <c:v>1.2982062261615932</c:v>
                </c:pt>
                <c:pt idx="35">
                  <c:v>1.3102750275506876</c:v>
                </c:pt>
                <c:pt idx="36">
                  <c:v>1.3220233349627617</c:v>
                </c:pt>
                <c:pt idx="37">
                  <c:v>1.3334678793610428</c:v>
                </c:pt>
                <c:pt idx="38">
                  <c:v>1.3446241148401186</c:v>
                </c:pt>
                <c:pt idx="39">
                  <c:v>1.3555063453393421</c:v>
                </c:pt>
                <c:pt idx="40">
                  <c:v>1.366127836017593</c:v>
                </c:pt>
                <c:pt idx="41">
                  <c:v>1.3765009114649154</c:v>
                </c:pt>
                <c:pt idx="42">
                  <c:v>1.3866370425748686</c:v>
                </c:pt>
                <c:pt idx="43">
                  <c:v>1.3965469236132491</c:v>
                </c:pt>
                <c:pt idx="44">
                  <c:v>1.4062405407815444</c:v>
                </c:pt>
                <c:pt idx="45">
                  <c:v>1.4157272333772102</c:v>
                </c:pt>
                <c:pt idx="46">
                  <c:v>1.4250157484897583</c:v>
                </c:pt>
                <c:pt idx="47">
                  <c:v>1.4341142900355746</c:v>
                </c:pt>
                <c:pt idx="48">
                  <c:v>1.4430305628203883</c:v>
                </c:pt>
                <c:pt idx="49">
                  <c:v>1.4517718122224423</c:v>
                </c:pt>
                <c:pt idx="50">
                  <c:v>1.4603448600085105</c:v>
                </c:pt>
                <c:pt idx="51">
                  <c:v>1.46875613672635</c:v>
                </c:pt>
                <c:pt idx="52">
                  <c:v>1.4770117110589389</c:v>
                </c:pt>
                <c:pt idx="53">
                  <c:v>1.4851173164761704</c:v>
                </c:pt>
                <c:pt idx="54">
                  <c:v>1.4930783754771868</c:v>
                </c:pt>
                <c:pt idx="55">
                  <c:v>1.5009000216800945</c:v>
                </c:pt>
                <c:pt idx="56">
                  <c:v>1.508587119984433</c:v>
                </c:pt>
                <c:pt idx="57">
                  <c:v>1.5161442850047195</c:v>
                </c:pt>
                <c:pt idx="58">
                  <c:v>1.5235758979499747</c:v>
                </c:pt>
                <c:pt idx="59">
                  <c:v>1.5308861221038423</c:v>
                </c:pt>
                <c:pt idx="60">
                  <c:v>1.5380789170422553</c:v>
                </c:pt>
                <c:pt idx="61">
                  <c:v>1.5451580517102175</c:v>
                </c:pt>
                <c:pt idx="62">
                  <c:v>1.5521271164658244</c:v>
                </c:pt>
                <c:pt idx="63">
                  <c:v>1.5589895341878846</c:v>
                </c:pt>
                <c:pt idx="64">
                  <c:v>1.5657485705331657</c:v>
                </c:pt>
                <c:pt idx="65">
                  <c:v>1.5724073434202137</c:v>
                </c:pt>
                <c:pt idx="66">
                  <c:v>1.5789688318086876</c:v>
                </c:pt>
                <c:pt idx="67">
                  <c:v>1.5854358838360916</c:v>
                </c:pt>
                <c:pt idx="68">
                  <c:v>1.5918112243675306</c:v>
                </c:pt>
                <c:pt idx="69">
                  <c:v>1.5980974620085833</c:v>
                </c:pt>
                <c:pt idx="70">
                  <c:v>1.6042970956264602</c:v>
                </c:pt>
                <c:pt idx="71">
                  <c:v>1.6104125204202564</c:v>
                </c:pt>
                <c:pt idx="72">
                  <c:v>1.616446033577194</c:v>
                </c:pt>
                <c:pt idx="73">
                  <c:v>1.6223998395482884</c:v>
                </c:pt>
                <c:pt idx="74">
                  <c:v>1.6282760549737574</c:v>
                </c:pt>
                <c:pt idx="75">
                  <c:v>1.634076713285711</c:v>
                </c:pt>
                <c:pt idx="76">
                  <c:v>1.6398037690131717</c:v>
                </c:pt>
                <c:pt idx="77">
                  <c:v>1.6454591018122289</c:v>
                </c:pt>
                <c:pt idx="78">
                  <c:v>1.6510445202421211</c:v>
                </c:pt>
                <c:pt idx="79">
                  <c:v>1.6565617653062323</c:v>
                </c:pt>
                <c:pt idx="80">
                  <c:v>1.6620125137753432</c:v>
                </c:pt>
                <c:pt idx="81">
                  <c:v>1.6673983813090167</c:v>
                </c:pt>
                <c:pt idx="82">
                  <c:v>1.6727209253896478</c:v>
                </c:pt>
                <c:pt idx="83">
                  <c:v>1.6779816480825185</c:v>
                </c:pt>
                <c:pt idx="84">
                  <c:v>1.6831819986340872</c:v>
                </c:pt>
                <c:pt idx="85">
                  <c:v>1.6883233759197647</c:v>
                </c:pt>
                <c:pt idx="86">
                  <c:v>1.6934071307515117</c:v>
                </c:pt>
                <c:pt idx="87">
                  <c:v>1.6984345680547914</c:v>
                </c:pt>
                <c:pt idx="88">
                  <c:v>1.7034069489236463</c:v>
                </c:pt>
                <c:pt idx="89">
                  <c:v>1.7083254925620006</c:v>
                </c:pt>
                <c:pt idx="90">
                  <c:v>1.713191378118661</c:v>
                </c:pt>
                <c:pt idx="91">
                  <c:v>1.7180057464229286</c:v>
                </c:pt>
                <c:pt idx="92">
                  <c:v>1.7227697016272108</c:v>
                </c:pt>
                <c:pt idx="93">
                  <c:v>1.727484312762549</c:v>
                </c:pt>
                <c:pt idx="94">
                  <c:v>1.7321506152125461</c:v>
                </c:pt>
                <c:pt idx="95">
                  <c:v>1.7367696121107747</c:v>
                </c:pt>
                <c:pt idx="96">
                  <c:v>1.7413422756663883</c:v>
                </c:pt>
                <c:pt idx="97">
                  <c:v>1.7458695484223126</c:v>
                </c:pt>
                <c:pt idx="98">
                  <c:v>1.7503523444500912</c:v>
                </c:pt>
                <c:pt idx="99">
                  <c:v>1.7547915504851783</c:v>
                </c:pt>
                <c:pt idx="100">
                  <c:v>1.7591880270061997</c:v>
                </c:pt>
                <c:pt idx="101">
                  <c:v>1.7635426092614732</c:v>
                </c:pt>
                <c:pt idx="102">
                  <c:v>1.7678561082458473</c:v>
                </c:pt>
                <c:pt idx="103">
                  <c:v>1.7721293116307171</c:v>
                </c:pt>
                <c:pt idx="104">
                  <c:v>1.7763629846498876</c:v>
                </c:pt>
                <c:pt idx="105">
                  <c:v>1.780557870943773</c:v>
                </c:pt>
                <c:pt idx="106">
                  <c:v>1.7847146933642619</c:v>
                </c:pt>
                <c:pt idx="107">
                  <c:v>1.7888341547424287</c:v>
                </c:pt>
                <c:pt idx="108">
                  <c:v>1.792916938621131</c:v>
                </c:pt>
                <c:pt idx="109">
                  <c:v>1.7969637099543998</c:v>
                </c:pt>
                <c:pt idx="110">
                  <c:v>1.8009751157754159</c:v>
                </c:pt>
                <c:pt idx="111">
                  <c:v>1.8049517858347479</c:v>
                </c:pt>
                <c:pt idx="112">
                  <c:v>1.8088943332104286</c:v>
                </c:pt>
                <c:pt idx="113">
                  <c:v>1.8128033548913487</c:v>
                </c:pt>
                <c:pt idx="114">
                  <c:v>1.8166794323353495</c:v>
                </c:pt>
                <c:pt idx="115">
                  <c:v>1.8205231320033313</c:v>
                </c:pt>
                <c:pt idx="116">
                  <c:v>1.8243350058705923</c:v>
                </c:pt>
                <c:pt idx="117">
                  <c:v>1.8281155919165621</c:v>
                </c:pt>
                <c:pt idx="118">
                  <c:v>1.831865414594009</c:v>
                </c:pt>
                <c:pt idx="119">
                  <c:v>1.83558498527875</c:v>
                </c:pt>
                <c:pt idx="120">
                  <c:v>1.8392748027008254</c:v>
                </c:pt>
                <c:pt idx="121">
                  <c:v>1.8429353533580484</c:v>
                </c:pt>
                <c:pt idx="122">
                  <c:v>1.8465671119127842</c:v>
                </c:pt>
                <c:pt idx="123">
                  <c:v>1.8501705415727729</c:v>
                </c:pt>
                <c:pt idx="124">
                  <c:v>1.8537460944567568</c:v>
                </c:pt>
                <c:pt idx="125">
                  <c:v>1.8572942119456342</c:v>
                </c:pt>
                <c:pt idx="126">
                  <c:v>1.8608153250198229</c:v>
                </c:pt>
                <c:pt idx="127">
                  <c:v>1.8643098545834782</c:v>
                </c:pt>
                <c:pt idx="128">
                  <c:v>1.8677782117761732</c:v>
                </c:pt>
                <c:pt idx="129">
                  <c:v>1.871220798272623</c:v>
                </c:pt>
                <c:pt idx="130">
                  <c:v>1.8746380065709927</c:v>
                </c:pt>
                <c:pt idx="131">
                  <c:v>1.8780302202703145</c:v>
                </c:pt>
                <c:pt idx="132">
                  <c:v>1.8813978143374976</c:v>
                </c:pt>
                <c:pt idx="133">
                  <c:v>1.8847411553643998</c:v>
                </c:pt>
                <c:pt idx="134">
                  <c:v>1.8880606018153976</c:v>
                </c:pt>
                <c:pt idx="135">
                  <c:v>1.89135650426588</c:v>
                </c:pt>
                <c:pt idx="136">
                  <c:v>1.8946292056320524</c:v>
                </c:pt>
                <c:pt idx="137">
                  <c:v>1.8978790413924389</c:v>
                </c:pt>
                <c:pt idx="138">
                  <c:v>1.9011063398014298</c:v>
                </c:pt>
                <c:pt idx="139">
                  <c:v>1.9043114220952237</c:v>
                </c:pt>
                <c:pt idx="140">
                  <c:v>1.9074946026904791</c:v>
                </c:pt>
                <c:pt idx="141">
                  <c:v>1.910656189375991</c:v>
                </c:pt>
                <c:pt idx="142">
                  <c:v>1.9137964834976755</c:v>
                </c:pt>
                <c:pt idx="143">
                  <c:v>1.9169157801371492</c:v>
                </c:pt>
                <c:pt idx="144">
                  <c:v>1.9200143682841622</c:v>
                </c:pt>
                <c:pt idx="145">
                  <c:v>1.9230925310031393</c:v>
                </c:pt>
                <c:pt idx="146">
                  <c:v>1.9261505455940671</c:v>
                </c:pt>
                <c:pt idx="147">
                  <c:v>1.929188683747959</c:v>
                </c:pt>
                <c:pt idx="148">
                  <c:v>1.9322072116971145</c:v>
                </c:pt>
                <c:pt idx="149">
                  <c:v>1.9352063903603782</c:v>
                </c:pt>
                <c:pt idx="150">
                  <c:v>1.9381864754836009</c:v>
                </c:pt>
                <c:pt idx="151">
                  <c:v>1.9411477177754886</c:v>
                </c:pt>
                <c:pt idx="152">
                  <c:v>1.9440903630390223</c:v>
                </c:pt>
                <c:pt idx="153">
                  <c:v>1.9470146522986185</c:v>
                </c:pt>
                <c:pt idx="154">
                  <c:v>1.9499208219231969</c:v>
                </c:pt>
                <c:pt idx="155">
                  <c:v>1.9528091037453106</c:v>
                </c:pt>
                <c:pt idx="156">
                  <c:v>1.9556797251764908</c:v>
                </c:pt>
                <c:pt idx="157">
                  <c:v>1.9585329093189485</c:v>
                </c:pt>
                <c:pt idx="158">
                  <c:v>1.9613688750737706</c:v>
                </c:pt>
                <c:pt idx="159">
                  <c:v>1.9641878372457406</c:v>
                </c:pt>
                <c:pt idx="160">
                  <c:v>1.9669900066449113</c:v>
                </c:pt>
                <c:pt idx="161">
                  <c:v>1.9697755901850489</c:v>
                </c:pt>
                <c:pt idx="162">
                  <c:v>1.9725447909790617</c:v>
                </c:pt>
                <c:pt idx="163">
                  <c:v>1.9752978084315262</c:v>
                </c:pt>
                <c:pt idx="164">
                  <c:v>1.978034838328415</c:v>
                </c:pt>
                <c:pt idx="165">
                  <c:v>1.9807560729241256</c:v>
                </c:pt>
                <c:pt idx="166">
                  <c:v>1.9834617010259108</c:v>
                </c:pt>
                <c:pt idx="167">
                  <c:v>1.9861519080757979</c:v>
                </c:pt>
                <c:pt idx="168">
                  <c:v>1.988826876230092</c:v>
                </c:pt>
                <c:pt idx="169">
                  <c:v>1.9914867844365429</c:v>
                </c:pt>
                <c:pt idx="170">
                  <c:v>1.9941318085092616</c:v>
                </c:pt>
                <c:pt idx="171">
                  <c:v>1.9967621212014606</c:v>
                </c:pt>
                <c:pt idx="172">
                  <c:v>1.9993778922760987</c:v>
                </c:pt>
                <c:pt idx="173">
                  <c:v>2.0019792885744971</c:v>
                </c:pt>
                <c:pt idx="174">
                  <c:v>2.0045664740830005</c:v>
                </c:pt>
                <c:pt idx="175">
                  <c:v>2.0071396099977439</c:v>
                </c:pt>
                <c:pt idx="176">
                  <c:v>2.0096988547876</c:v>
                </c:pt>
                <c:pt idx="177">
                  <c:v>2.0122443642553542</c:v>
                </c:pt>
                <c:pt idx="178">
                  <c:v>2.0147762915971783</c:v>
                </c:pt>
                <c:pt idx="179">
                  <c:v>2.017294787460453</c:v>
                </c:pt>
                <c:pt idx="180">
                  <c:v>2.0197999999999987</c:v>
                </c:pt>
                <c:pt idx="181">
                  <c:v>2.0222920749327593</c:v>
                </c:pt>
                <c:pt idx="182">
                  <c:v>2.024771155591</c:v>
                </c:pt>
                <c:pt idx="183">
                  <c:v>2.027237382974056</c:v>
                </c:pt>
                <c:pt idx="184">
                  <c:v>2.0296908957986926</c:v>
                </c:pt>
                <c:pt idx="185">
                  <c:v>2.0321318305481055</c:v>
                </c:pt>
                <c:pt idx="186">
                  <c:v>2.0345603215196193</c:v>
                </c:pt>
                <c:pt idx="187">
                  <c:v>2.0369765008711163</c:v>
                </c:pt>
                <c:pt idx="188">
                  <c:v>2.039380498666242</c:v>
                </c:pt>
                <c:pt idx="189">
                  <c:v>2.0417724429184179</c:v>
                </c:pt>
                <c:pt idx="190">
                  <c:v>2.0441524596337102</c:v>
                </c:pt>
                <c:pt idx="191">
                  <c:v>2.0465206728525791</c:v>
                </c:pt>
                <c:pt idx="192">
                  <c:v>2.0488772046905517</c:v>
                </c:pt>
                <c:pt idx="193">
                  <c:v>2.0512221753778461</c:v>
                </c:pt>
                <c:pt idx="194">
                  <c:v>2.0535557032979801</c:v>
                </c:pt>
                <c:pt idx="195">
                  <c:v>2.0558779050254015</c:v>
                </c:pt>
                <c:pt idx="196">
                  <c:v>2.0581888953621599</c:v>
                </c:pt>
                <c:pt idx="197">
                  <c:v>2.0604887873736542</c:v>
                </c:pt>
                <c:pt idx="198">
                  <c:v>2.0627776924234893</c:v>
                </c:pt>
                <c:pt idx="199">
                  <c:v>2.0650557202074524</c:v>
                </c:pt>
                <c:pt idx="200">
                  <c:v>2.0673229787866556</c:v>
                </c:pt>
                <c:pt idx="201">
                  <c:v>2.0695795746198553</c:v>
                </c:pt>
                <c:pt idx="202">
                  <c:v>2.0718256125949717</c:v>
                </c:pt>
                <c:pt idx="203">
                  <c:v>2.0740611960598478</c:v>
                </c:pt>
                <c:pt idx="204">
                  <c:v>2.0762864268522514</c:v>
                </c:pt>
                <c:pt idx="205">
                  <c:v>2.0785014053291482</c:v>
                </c:pt>
                <c:pt idx="206">
                  <c:v>2.0807062303952804</c:v>
                </c:pt>
                <c:pt idx="207">
                  <c:v>2.0829009995310432</c:v>
                </c:pt>
                <c:pt idx="208">
                  <c:v>2.0850858088197111</c:v>
                </c:pt>
                <c:pt idx="209">
                  <c:v>2.0872607529740046</c:v>
                </c:pt>
                <c:pt idx="210">
                  <c:v>2.0894259253620362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D3E-46A3-AD2B-F5894357C614}"/>
            </c:ext>
          </c:extLst>
        </c:ser>
        <c:ser>
          <c:idx val="3"/>
          <c:order val="3"/>
          <c:tx>
            <c:strRef>
              <c:f>[Plots.xlsx]Sheet1!$H$5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3.3000000000000003</c:v>
                </c:pt>
                <c:pt idx="4">
                  <c:v>4.4000000000000004</c:v>
                </c:pt>
                <c:pt idx="5">
                  <c:v>5.5</c:v>
                </c:pt>
                <c:pt idx="6">
                  <c:v>6.6</c:v>
                </c:pt>
                <c:pt idx="7">
                  <c:v>7.6999999999999993</c:v>
                </c:pt>
                <c:pt idx="8">
                  <c:v>8.7999999999999989</c:v>
                </c:pt>
                <c:pt idx="9">
                  <c:v>9.8999999999999986</c:v>
                </c:pt>
                <c:pt idx="10">
                  <c:v>10.999999999999998</c:v>
                </c:pt>
                <c:pt idx="11">
                  <c:v>12.099999999999998</c:v>
                </c:pt>
                <c:pt idx="12">
                  <c:v>13.199999999999998</c:v>
                </c:pt>
                <c:pt idx="13">
                  <c:v>14.299999999999997</c:v>
                </c:pt>
                <c:pt idx="14">
                  <c:v>15.399999999999997</c:v>
                </c:pt>
                <c:pt idx="15">
                  <c:v>16.499999999999996</c:v>
                </c:pt>
                <c:pt idx="16">
                  <c:v>17.599999999999998</c:v>
                </c:pt>
                <c:pt idx="17">
                  <c:v>18.7</c:v>
                </c:pt>
                <c:pt idx="18">
                  <c:v>19.8</c:v>
                </c:pt>
                <c:pt idx="19">
                  <c:v>20.900000000000002</c:v>
                </c:pt>
                <c:pt idx="20">
                  <c:v>22.000000000000004</c:v>
                </c:pt>
                <c:pt idx="21">
                  <c:v>23.100000000000005</c:v>
                </c:pt>
                <c:pt idx="22">
                  <c:v>24.200000000000006</c:v>
                </c:pt>
                <c:pt idx="23">
                  <c:v>25.300000000000008</c:v>
                </c:pt>
                <c:pt idx="24">
                  <c:v>26.400000000000009</c:v>
                </c:pt>
                <c:pt idx="25">
                  <c:v>27.500000000000011</c:v>
                </c:pt>
                <c:pt idx="26">
                  <c:v>28.600000000000012</c:v>
                </c:pt>
                <c:pt idx="27">
                  <c:v>29.700000000000014</c:v>
                </c:pt>
                <c:pt idx="28">
                  <c:v>30.800000000000015</c:v>
                </c:pt>
                <c:pt idx="29">
                  <c:v>31.900000000000016</c:v>
                </c:pt>
                <c:pt idx="30">
                  <c:v>33.000000000000014</c:v>
                </c:pt>
                <c:pt idx="31">
                  <c:v>34.100000000000016</c:v>
                </c:pt>
                <c:pt idx="32">
                  <c:v>35.200000000000017</c:v>
                </c:pt>
                <c:pt idx="33">
                  <c:v>36.300000000000018</c:v>
                </c:pt>
                <c:pt idx="34">
                  <c:v>37.40000000000002</c:v>
                </c:pt>
                <c:pt idx="35">
                  <c:v>38.500000000000021</c:v>
                </c:pt>
                <c:pt idx="36">
                  <c:v>39.600000000000023</c:v>
                </c:pt>
                <c:pt idx="37">
                  <c:v>40.700000000000024</c:v>
                </c:pt>
                <c:pt idx="38">
                  <c:v>41.800000000000026</c:v>
                </c:pt>
                <c:pt idx="39">
                  <c:v>42.900000000000027</c:v>
                </c:pt>
                <c:pt idx="40">
                  <c:v>44.000000000000028</c:v>
                </c:pt>
                <c:pt idx="41">
                  <c:v>45.10000000000003</c:v>
                </c:pt>
                <c:pt idx="42">
                  <c:v>46.200000000000031</c:v>
                </c:pt>
                <c:pt idx="43">
                  <c:v>47.300000000000033</c:v>
                </c:pt>
                <c:pt idx="44">
                  <c:v>48.400000000000034</c:v>
                </c:pt>
                <c:pt idx="45">
                  <c:v>49.500000000000036</c:v>
                </c:pt>
                <c:pt idx="46">
                  <c:v>50.600000000000037</c:v>
                </c:pt>
                <c:pt idx="47">
                  <c:v>51.700000000000038</c:v>
                </c:pt>
                <c:pt idx="48">
                  <c:v>52.80000000000004</c:v>
                </c:pt>
                <c:pt idx="49">
                  <c:v>53.900000000000041</c:v>
                </c:pt>
                <c:pt idx="50">
                  <c:v>55.000000000000043</c:v>
                </c:pt>
                <c:pt idx="51">
                  <c:v>56.100000000000044</c:v>
                </c:pt>
                <c:pt idx="52">
                  <c:v>57.200000000000045</c:v>
                </c:pt>
                <c:pt idx="53">
                  <c:v>58.300000000000047</c:v>
                </c:pt>
                <c:pt idx="54">
                  <c:v>59.400000000000048</c:v>
                </c:pt>
                <c:pt idx="55">
                  <c:v>60.50000000000005</c:v>
                </c:pt>
                <c:pt idx="56">
                  <c:v>61.600000000000051</c:v>
                </c:pt>
                <c:pt idx="57">
                  <c:v>62.700000000000053</c:v>
                </c:pt>
                <c:pt idx="58">
                  <c:v>63.800000000000054</c:v>
                </c:pt>
                <c:pt idx="59">
                  <c:v>64.900000000000048</c:v>
                </c:pt>
                <c:pt idx="60">
                  <c:v>66.000000000000043</c:v>
                </c:pt>
                <c:pt idx="61">
                  <c:v>67.100000000000037</c:v>
                </c:pt>
                <c:pt idx="62">
                  <c:v>68.200000000000031</c:v>
                </c:pt>
                <c:pt idx="63">
                  <c:v>69.300000000000026</c:v>
                </c:pt>
                <c:pt idx="64">
                  <c:v>70.40000000000002</c:v>
                </c:pt>
                <c:pt idx="65">
                  <c:v>71.500000000000014</c:v>
                </c:pt>
                <c:pt idx="66">
                  <c:v>72.600000000000009</c:v>
                </c:pt>
                <c:pt idx="67">
                  <c:v>73.7</c:v>
                </c:pt>
                <c:pt idx="68">
                  <c:v>74.8</c:v>
                </c:pt>
                <c:pt idx="69">
                  <c:v>75.899999999999991</c:v>
                </c:pt>
                <c:pt idx="70">
                  <c:v>76.999999999999986</c:v>
                </c:pt>
                <c:pt idx="71">
                  <c:v>78.09999999999998</c:v>
                </c:pt>
                <c:pt idx="72">
                  <c:v>79.199999999999974</c:v>
                </c:pt>
                <c:pt idx="73">
                  <c:v>80.299999999999969</c:v>
                </c:pt>
                <c:pt idx="74">
                  <c:v>81.399999999999963</c:v>
                </c:pt>
                <c:pt idx="75">
                  <c:v>82.499999999999957</c:v>
                </c:pt>
                <c:pt idx="76">
                  <c:v>83.599999999999952</c:v>
                </c:pt>
                <c:pt idx="77">
                  <c:v>84.699999999999946</c:v>
                </c:pt>
                <c:pt idx="78">
                  <c:v>85.79999999999994</c:v>
                </c:pt>
                <c:pt idx="79">
                  <c:v>86.899999999999935</c:v>
                </c:pt>
                <c:pt idx="80">
                  <c:v>87.999999999999929</c:v>
                </c:pt>
                <c:pt idx="81">
                  <c:v>89.099999999999923</c:v>
                </c:pt>
                <c:pt idx="82">
                  <c:v>90.199999999999918</c:v>
                </c:pt>
                <c:pt idx="83">
                  <c:v>91.299999999999912</c:v>
                </c:pt>
                <c:pt idx="84">
                  <c:v>92.399999999999906</c:v>
                </c:pt>
                <c:pt idx="85">
                  <c:v>93.499999999999901</c:v>
                </c:pt>
                <c:pt idx="86">
                  <c:v>94.599999999999895</c:v>
                </c:pt>
                <c:pt idx="87">
                  <c:v>95.699999999999889</c:v>
                </c:pt>
                <c:pt idx="88">
                  <c:v>96.799999999999883</c:v>
                </c:pt>
                <c:pt idx="89">
                  <c:v>97.899999999999878</c:v>
                </c:pt>
                <c:pt idx="90">
                  <c:v>98.999999999999872</c:v>
                </c:pt>
                <c:pt idx="91">
                  <c:v>100.09999999999987</c:v>
                </c:pt>
                <c:pt idx="92">
                  <c:v>101.19999999999986</c:v>
                </c:pt>
                <c:pt idx="93">
                  <c:v>102.29999999999986</c:v>
                </c:pt>
                <c:pt idx="94">
                  <c:v>103.39999999999985</c:v>
                </c:pt>
                <c:pt idx="95">
                  <c:v>104.49999999999984</c:v>
                </c:pt>
                <c:pt idx="96">
                  <c:v>105.59999999999984</c:v>
                </c:pt>
                <c:pt idx="97">
                  <c:v>106.69999999999983</c:v>
                </c:pt>
                <c:pt idx="98">
                  <c:v>107.79999999999983</c:v>
                </c:pt>
                <c:pt idx="99">
                  <c:v>108.89999999999982</c:v>
                </c:pt>
                <c:pt idx="100">
                  <c:v>109.99999999999982</c:v>
                </c:pt>
                <c:pt idx="101">
                  <c:v>111.09999999999981</c:v>
                </c:pt>
                <c:pt idx="102">
                  <c:v>112.1999999999998</c:v>
                </c:pt>
                <c:pt idx="103">
                  <c:v>113.2999999999998</c:v>
                </c:pt>
                <c:pt idx="104">
                  <c:v>114.39999999999979</c:v>
                </c:pt>
                <c:pt idx="105">
                  <c:v>115.49999999999979</c:v>
                </c:pt>
                <c:pt idx="106">
                  <c:v>116.59999999999978</c:v>
                </c:pt>
                <c:pt idx="107">
                  <c:v>117.69999999999978</c:v>
                </c:pt>
                <c:pt idx="108">
                  <c:v>118.79999999999977</c:v>
                </c:pt>
                <c:pt idx="109">
                  <c:v>119.89999999999976</c:v>
                </c:pt>
                <c:pt idx="110">
                  <c:v>120.99999999999976</c:v>
                </c:pt>
                <c:pt idx="111">
                  <c:v>122.09999999999975</c:v>
                </c:pt>
                <c:pt idx="112">
                  <c:v>123.19999999999975</c:v>
                </c:pt>
                <c:pt idx="113">
                  <c:v>124.29999999999974</c:v>
                </c:pt>
                <c:pt idx="114">
                  <c:v>125.39999999999974</c:v>
                </c:pt>
                <c:pt idx="115">
                  <c:v>126.49999999999973</c:v>
                </c:pt>
                <c:pt idx="116">
                  <c:v>127.59999999999972</c:v>
                </c:pt>
                <c:pt idx="117">
                  <c:v>128.69999999999973</c:v>
                </c:pt>
                <c:pt idx="118">
                  <c:v>129.79999999999973</c:v>
                </c:pt>
                <c:pt idx="119">
                  <c:v>130.89999999999972</c:v>
                </c:pt>
                <c:pt idx="120">
                  <c:v>131.99999999999972</c:v>
                </c:pt>
                <c:pt idx="121">
                  <c:v>133.09999999999971</c:v>
                </c:pt>
                <c:pt idx="122">
                  <c:v>134.1999999999997</c:v>
                </c:pt>
                <c:pt idx="123">
                  <c:v>135.2999999999997</c:v>
                </c:pt>
                <c:pt idx="124">
                  <c:v>136.39999999999969</c:v>
                </c:pt>
                <c:pt idx="125">
                  <c:v>137.49999999999969</c:v>
                </c:pt>
                <c:pt idx="126">
                  <c:v>138.59999999999968</c:v>
                </c:pt>
                <c:pt idx="127">
                  <c:v>139.69999999999968</c:v>
                </c:pt>
                <c:pt idx="128">
                  <c:v>140.79999999999967</c:v>
                </c:pt>
                <c:pt idx="129">
                  <c:v>141.89999999999966</c:v>
                </c:pt>
                <c:pt idx="130">
                  <c:v>142.99999999999966</c:v>
                </c:pt>
                <c:pt idx="131">
                  <c:v>144.09999999999965</c:v>
                </c:pt>
                <c:pt idx="132">
                  <c:v>145.19999999999965</c:v>
                </c:pt>
                <c:pt idx="133">
                  <c:v>146.29999999999964</c:v>
                </c:pt>
                <c:pt idx="134">
                  <c:v>147.39999999999964</c:v>
                </c:pt>
                <c:pt idx="135">
                  <c:v>148.49999999999963</c:v>
                </c:pt>
                <c:pt idx="136">
                  <c:v>149.59999999999962</c:v>
                </c:pt>
                <c:pt idx="137">
                  <c:v>150.69999999999962</c:v>
                </c:pt>
                <c:pt idx="138">
                  <c:v>151.79999999999961</c:v>
                </c:pt>
                <c:pt idx="139">
                  <c:v>152.89999999999961</c:v>
                </c:pt>
                <c:pt idx="140">
                  <c:v>153.9999999999996</c:v>
                </c:pt>
                <c:pt idx="141">
                  <c:v>155.0999999999996</c:v>
                </c:pt>
                <c:pt idx="142">
                  <c:v>156.19999999999959</c:v>
                </c:pt>
                <c:pt idx="143">
                  <c:v>157.29999999999959</c:v>
                </c:pt>
                <c:pt idx="144">
                  <c:v>158.39999999999958</c:v>
                </c:pt>
                <c:pt idx="145">
                  <c:v>159.49999999999957</c:v>
                </c:pt>
                <c:pt idx="146">
                  <c:v>160.59999999999957</c:v>
                </c:pt>
                <c:pt idx="147">
                  <c:v>161.69999999999956</c:v>
                </c:pt>
                <c:pt idx="148">
                  <c:v>162.79999999999956</c:v>
                </c:pt>
                <c:pt idx="149">
                  <c:v>163.89999999999955</c:v>
                </c:pt>
                <c:pt idx="150">
                  <c:v>164.99999999999955</c:v>
                </c:pt>
                <c:pt idx="151">
                  <c:v>166.09999999999954</c:v>
                </c:pt>
                <c:pt idx="152">
                  <c:v>167.19999999999953</c:v>
                </c:pt>
                <c:pt idx="153">
                  <c:v>168.29999999999953</c:v>
                </c:pt>
                <c:pt idx="154">
                  <c:v>169.39999999999952</c:v>
                </c:pt>
                <c:pt idx="155">
                  <c:v>170.49999999999952</c:v>
                </c:pt>
                <c:pt idx="156">
                  <c:v>171.59999999999951</c:v>
                </c:pt>
                <c:pt idx="157">
                  <c:v>172.69999999999951</c:v>
                </c:pt>
                <c:pt idx="158">
                  <c:v>173.7999999999995</c:v>
                </c:pt>
                <c:pt idx="159">
                  <c:v>174.89999999999949</c:v>
                </c:pt>
                <c:pt idx="160">
                  <c:v>175.99999999999949</c:v>
                </c:pt>
                <c:pt idx="161">
                  <c:v>177.09999999999948</c:v>
                </c:pt>
                <c:pt idx="162">
                  <c:v>178.19999999999948</c:v>
                </c:pt>
                <c:pt idx="163">
                  <c:v>179.29999999999947</c:v>
                </c:pt>
                <c:pt idx="164">
                  <c:v>180.39999999999947</c:v>
                </c:pt>
                <c:pt idx="165">
                  <c:v>181.49999999999946</c:v>
                </c:pt>
                <c:pt idx="166">
                  <c:v>182.59999999999945</c:v>
                </c:pt>
                <c:pt idx="167">
                  <c:v>183.69999999999945</c:v>
                </c:pt>
                <c:pt idx="168">
                  <c:v>184.79999999999944</c:v>
                </c:pt>
                <c:pt idx="169">
                  <c:v>185.89999999999944</c:v>
                </c:pt>
                <c:pt idx="170">
                  <c:v>186.99999999999943</c:v>
                </c:pt>
                <c:pt idx="171">
                  <c:v>188.09999999999943</c:v>
                </c:pt>
                <c:pt idx="172">
                  <c:v>189.19999999999942</c:v>
                </c:pt>
                <c:pt idx="173">
                  <c:v>190.29999999999941</c:v>
                </c:pt>
                <c:pt idx="174">
                  <c:v>191.39999999999941</c:v>
                </c:pt>
                <c:pt idx="175">
                  <c:v>192.4999999999994</c:v>
                </c:pt>
                <c:pt idx="176">
                  <c:v>193.5999999999994</c:v>
                </c:pt>
                <c:pt idx="177">
                  <c:v>194.69999999999939</c:v>
                </c:pt>
                <c:pt idx="178">
                  <c:v>195.79999999999939</c:v>
                </c:pt>
                <c:pt idx="179">
                  <c:v>196.89999999999938</c:v>
                </c:pt>
                <c:pt idx="180">
                  <c:v>197.99999999999937</c:v>
                </c:pt>
                <c:pt idx="181">
                  <c:v>199.09999999999937</c:v>
                </c:pt>
                <c:pt idx="182">
                  <c:v>200.19999999999936</c:v>
                </c:pt>
                <c:pt idx="183">
                  <c:v>201.29999999999936</c:v>
                </c:pt>
                <c:pt idx="184">
                  <c:v>202.39999999999935</c:v>
                </c:pt>
                <c:pt idx="185">
                  <c:v>203.49999999999935</c:v>
                </c:pt>
                <c:pt idx="186">
                  <c:v>204.59999999999934</c:v>
                </c:pt>
                <c:pt idx="187">
                  <c:v>205.69999999999933</c:v>
                </c:pt>
                <c:pt idx="188">
                  <c:v>206.79999999999933</c:v>
                </c:pt>
                <c:pt idx="189">
                  <c:v>207.89999999999932</c:v>
                </c:pt>
                <c:pt idx="190">
                  <c:v>208.99999999999932</c:v>
                </c:pt>
                <c:pt idx="191">
                  <c:v>210.09999999999931</c:v>
                </c:pt>
                <c:pt idx="192">
                  <c:v>211.19999999999931</c:v>
                </c:pt>
                <c:pt idx="193">
                  <c:v>212.2999999999993</c:v>
                </c:pt>
                <c:pt idx="194">
                  <c:v>213.3999999999993</c:v>
                </c:pt>
                <c:pt idx="195">
                  <c:v>214.49999999999929</c:v>
                </c:pt>
                <c:pt idx="196">
                  <c:v>215.59999999999928</c:v>
                </c:pt>
                <c:pt idx="197">
                  <c:v>216.69999999999928</c:v>
                </c:pt>
                <c:pt idx="198">
                  <c:v>217.79999999999927</c:v>
                </c:pt>
                <c:pt idx="199">
                  <c:v>218.89999999999927</c:v>
                </c:pt>
                <c:pt idx="200">
                  <c:v>219.99999999999926</c:v>
                </c:pt>
                <c:pt idx="201">
                  <c:v>221.09999999999926</c:v>
                </c:pt>
                <c:pt idx="202">
                  <c:v>222.19999999999925</c:v>
                </c:pt>
                <c:pt idx="203">
                  <c:v>223.29999999999924</c:v>
                </c:pt>
                <c:pt idx="204">
                  <c:v>224.39999999999924</c:v>
                </c:pt>
                <c:pt idx="205">
                  <c:v>225.49999999999923</c:v>
                </c:pt>
                <c:pt idx="206">
                  <c:v>226.59999999999923</c:v>
                </c:pt>
                <c:pt idx="207">
                  <c:v>227.69999999999922</c:v>
                </c:pt>
                <c:pt idx="208">
                  <c:v>228.79999999999922</c:v>
                </c:pt>
                <c:pt idx="209">
                  <c:v>229.89999999999921</c:v>
                </c:pt>
                <c:pt idx="210">
                  <c:v>230.9999999999992</c:v>
                </c:pt>
              </c:numCache>
            </c:numRef>
          </c:xVal>
          <c:yVal>
            <c:numRef>
              <c:f>[Plots.xlsx]Sheet1!$H$6:$H$216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0.22021808804005513</c:v>
                </c:pt>
                <c:pt idx="2">
                  <c:v>0.36570798489089973</c:v>
                </c:pt>
                <c:pt idx="3">
                  <c:v>0.47454626407625522</c:v>
                </c:pt>
                <c:pt idx="4">
                  <c:v>0.56154138364905604</c:v>
                </c:pt>
                <c:pt idx="5">
                  <c:v>0.63401845557958658</c:v>
                </c:pt>
                <c:pt idx="6">
                  <c:v>0.69614167649019743</c:v>
                </c:pt>
                <c:pt idx="7">
                  <c:v>0.75050631556906111</c:v>
                </c:pt>
                <c:pt idx="8">
                  <c:v>0.79883964373719607</c:v>
                </c:pt>
                <c:pt idx="9">
                  <c:v>0.84234947045485487</c:v>
                </c:pt>
                <c:pt idx="10">
                  <c:v>0.88191359228079125</c:v>
                </c:pt>
                <c:pt idx="11">
                  <c:v>0.91819004732038212</c:v>
                </c:pt>
                <c:pt idx="12">
                  <c:v>0.95168485437612294</c:v>
                </c:pt>
                <c:pt idx="13">
                  <c:v>0.9827955090785444</c:v>
                </c:pt>
                <c:pt idx="14">
                  <c:v>1.011839956639812</c:v>
                </c:pt>
                <c:pt idx="15">
                  <c:v>1.0390764979406235</c:v>
                </c:pt>
                <c:pt idx="16">
                  <c:v>1.0647178340845103</c:v>
                </c:pt>
                <c:pt idx="17">
                  <c:v>1.0889412059065355</c:v>
                </c:pt>
                <c:pt idx="18">
                  <c:v>1.1118958630237934</c:v>
                </c:pt>
                <c:pt idx="19">
                  <c:v>1.1337086643491254</c:v>
                </c:pt>
                <c:pt idx="20">
                  <c:v>1.1544883443830565</c:v>
                </c:pt>
                <c:pt idx="21">
                  <c:v>1.1743288094245565</c:v>
                </c:pt>
                <c:pt idx="22">
                  <c:v>1.1933117169221699</c:v>
                </c:pt>
                <c:pt idx="23">
                  <c:v>1.2115085172762534</c:v>
                </c:pt>
                <c:pt idx="24">
                  <c:v>1.2289820871636308</c:v>
                </c:pt>
                <c:pt idx="25">
                  <c:v>1.2457880486862947</c:v>
                </c:pt>
                <c:pt idx="26">
                  <c:v>1.2619758441850666</c:v>
                </c:pt>
                <c:pt idx="27">
                  <c:v>1.2775896190912381</c:v>
                </c:pt>
                <c:pt idx="28">
                  <c:v>1.2926689525425969</c:v>
                </c:pt>
                <c:pt idx="29">
                  <c:v>1.3072494662175993</c:v>
                </c:pt>
                <c:pt idx="30">
                  <c:v>1.3213633349627618</c:v>
                </c:pt>
                <c:pt idx="31">
                  <c:v>1.3350397176299325</c:v>
                </c:pt>
                <c:pt idx="32">
                  <c:v>1.3483051226326608</c:v>
                </c:pt>
                <c:pt idx="33">
                  <c:v>1.3611837197430818</c:v>
                </c:pt>
                <c:pt idx="34">
                  <c:v>1.3736976073460534</c:v>
                </c:pt>
                <c:pt idx="35">
                  <c:v>1.3858670425748685</c:v>
                </c:pt>
                <c:pt idx="36">
                  <c:v>1.3977106403480806</c:v>
                </c:pt>
                <c:pt idx="37">
                  <c:v>1.4092455462179896</c:v>
                </c:pt>
                <c:pt idx="38">
                  <c:v>1.420487587059883</c:v>
                </c:pt>
                <c:pt idx="39">
                  <c:v>1.4314514029259657</c:v>
                </c:pt>
                <c:pt idx="40">
                  <c:v>1.4421505628203881</c:v>
                </c:pt>
                <c:pt idx="41">
                  <c:v>1.4525976666923415</c:v>
                </c:pt>
                <c:pt idx="42">
                  <c:v>1.462804435570263</c:v>
                </c:pt>
                <c:pt idx="43">
                  <c:v>1.4727817914542378</c:v>
                </c:pt>
                <c:pt idx="44">
                  <c:v>1.482539928332131</c:v>
                </c:pt>
                <c:pt idx="45">
                  <c:v>1.4920883754771868</c:v>
                </c:pt>
                <c:pt idx="46">
                  <c:v>1.5014360540124012</c:v>
                </c:pt>
                <c:pt idx="47">
                  <c:v>1.5105913275832812</c:v>
                </c:pt>
                <c:pt idx="48">
                  <c:v>1.5195620478603782</c:v>
                </c:pt>
                <c:pt idx="49">
                  <c:v>1.5283555954919867</c:v>
                </c:pt>
                <c:pt idx="50">
                  <c:v>1.5369789170422554</c:v>
                </c:pt>
                <c:pt idx="51">
                  <c:v>1.5454385583778987</c:v>
                </c:pt>
                <c:pt idx="52">
                  <c:v>1.5537406949055312</c:v>
                </c:pt>
                <c:pt idx="53">
                  <c:v>1.5618911590095328</c:v>
                </c:pt>
                <c:pt idx="54">
                  <c:v>1.5698954649958132</c:v>
                </c:pt>
                <c:pt idx="55">
                  <c:v>1.5777588318086879</c:v>
                </c:pt>
                <c:pt idx="56">
                  <c:v>1.5854862037552553</c:v>
                </c:pt>
                <c:pt idx="57">
                  <c:v>1.5930822694433762</c:v>
                </c:pt>
                <c:pt idx="58">
                  <c:v>1.6005514791149125</c:v>
                </c:pt>
                <c:pt idx="59">
                  <c:v>1.6078980605346842</c:v>
                </c:pt>
                <c:pt idx="60">
                  <c:v>1.6151260335771942</c:v>
                </c:pt>
                <c:pt idx="61">
                  <c:v>1.622239223637133</c:v>
                </c:pt>
                <c:pt idx="62">
                  <c:v>1.6292412739756705</c:v>
                </c:pt>
                <c:pt idx="63">
                  <c:v>1.636135657102304</c:v>
                </c:pt>
                <c:pt idx="64">
                  <c:v>1.6429256852812728</c:v>
                </c:pt>
                <c:pt idx="65">
                  <c:v>1.6496145202421215</c:v>
                </c:pt>
                <c:pt idx="66">
                  <c:v>1.6562051821656725</c:v>
                </c:pt>
                <c:pt idx="67">
                  <c:v>1.662700558009341</c:v>
                </c:pt>
                <c:pt idx="68">
                  <c:v>1.6691034092292301</c:v>
                </c:pt>
                <c:pt idx="69">
                  <c:v>1.675416378950711</c:v>
                </c:pt>
                <c:pt idx="70">
                  <c:v>1.6816419986340878</c:v>
                </c:pt>
                <c:pt idx="71">
                  <c:v>1.6877826942774186</c:v>
                </c:pt>
                <c:pt idx="72">
                  <c:v>1.6938407921945351</c:v>
                </c:pt>
                <c:pt idx="73">
                  <c:v>1.6998185244026982</c:v>
                </c:pt>
                <c:pt idx="74">
                  <c:v>1.7057180336511131</c:v>
                </c:pt>
                <c:pt idx="75">
                  <c:v>1.7115413781186612</c:v>
                </c:pt>
                <c:pt idx="76">
                  <c:v>1.7172905358066159</c:v>
                </c:pt>
                <c:pt idx="77">
                  <c:v>1.7229674086498057</c:v>
                </c:pt>
                <c:pt idx="78">
                  <c:v>1.7285738263676036</c:v>
                </c:pt>
                <c:pt idx="79">
                  <c:v>1.7341115500742585</c:v>
                </c:pt>
                <c:pt idx="80">
                  <c:v>1.7395822756663888</c:v>
                </c:pt>
                <c:pt idx="81">
                  <c:v>1.7449876370039454</c:v>
                </c:pt>
                <c:pt idx="82">
                  <c:v>1.750329208899569</c:v>
                </c:pt>
                <c:pt idx="83">
                  <c:v>1.7556085099300307</c:v>
                </c:pt>
                <c:pt idx="84">
                  <c:v>1.7608270050823096</c:v>
                </c:pt>
                <c:pt idx="85">
                  <c:v>1.7659861082458475</c:v>
                </c:pt>
                <c:pt idx="86">
                  <c:v>1.7710871845615823</c:v>
                </c:pt>
                <c:pt idx="87">
                  <c:v>1.7761315526375305</c:v>
                </c:pt>
                <c:pt idx="88">
                  <c:v>1.7811204866399113</c:v>
                </c:pt>
                <c:pt idx="89">
                  <c:v>1.7860552182681089</c:v>
                </c:pt>
                <c:pt idx="90">
                  <c:v>1.7909369386211313</c:v>
                </c:pt>
                <c:pt idx="91">
                  <c:v>1.7957667999626425</c:v>
                </c:pt>
                <c:pt idx="92">
                  <c:v>1.80054591739111</c:v>
                </c:pt>
                <c:pt idx="93">
                  <c:v>1.8052753704211244</c:v>
                </c:pt>
                <c:pt idx="94">
                  <c:v>1.8099562044814983</c:v>
                </c:pt>
                <c:pt idx="95">
                  <c:v>1.8145894323353498</c:v>
                </c:pt>
                <c:pt idx="96">
                  <c:v>1.8191760354269912</c:v>
                </c:pt>
                <c:pt idx="97">
                  <c:v>1.8237169651601071</c:v>
                </c:pt>
                <c:pt idx="98">
                  <c:v>1.8282131441113836</c:v>
                </c:pt>
                <c:pt idx="99">
                  <c:v>1.8326654671834628</c:v>
                </c:pt>
                <c:pt idx="100">
                  <c:v>1.8370748027008257</c:v>
                </c:pt>
                <c:pt idx="101">
                  <c:v>1.841441993451961</c:v>
                </c:pt>
                <c:pt idx="102">
                  <c:v>1.845767857680948</c:v>
                </c:pt>
                <c:pt idx="103">
                  <c:v>1.8500531900313713</c:v>
                </c:pt>
                <c:pt idx="104">
                  <c:v>1.8542987624452927</c:v>
                </c:pt>
                <c:pt idx="105">
                  <c:v>1.8585053250198231</c:v>
                </c:pt>
                <c:pt idx="106">
                  <c:v>1.8626736068236691</c:v>
                </c:pt>
                <c:pt idx="107">
                  <c:v>1.8668043166758834</c:v>
                </c:pt>
                <c:pt idx="108">
                  <c:v>1.8708981438888932</c:v>
                </c:pt>
                <c:pt idx="109">
                  <c:v>1.8749557589777617</c:v>
                </c:pt>
                <c:pt idx="110">
                  <c:v>1.878977814337498</c:v>
                </c:pt>
                <c:pt idx="111">
                  <c:v>1.8829649448901393</c:v>
                </c:pt>
                <c:pt idx="112">
                  <c:v>1.8869177687031988</c:v>
                </c:pt>
                <c:pt idx="113">
                  <c:v>1.8908368875809947</c:v>
                </c:pt>
                <c:pt idx="114">
                  <c:v>1.8947228876302691</c:v>
                </c:pt>
                <c:pt idx="115">
                  <c:v>1.8985763398014301</c:v>
                </c:pt>
                <c:pt idx="116">
                  <c:v>1.9023978004066666</c:v>
                </c:pt>
                <c:pt idx="117">
                  <c:v>1.9061878116161111</c:v>
                </c:pt>
                <c:pt idx="118">
                  <c:v>1.9099469019331539</c:v>
                </c:pt>
                <c:pt idx="119">
                  <c:v>1.9136755866499606</c:v>
                </c:pt>
                <c:pt idx="120">
                  <c:v>1.9173743682841624</c:v>
                </c:pt>
                <c:pt idx="121">
                  <c:v>1.9210437369976545</c:v>
                </c:pt>
                <c:pt idx="122">
                  <c:v>1.9246841709983691</c:v>
                </c:pt>
                <c:pt idx="123">
                  <c:v>1.9282961369258516</c:v>
                </c:pt>
                <c:pt idx="124">
                  <c:v>1.9318800902214139</c:v>
                </c:pt>
                <c:pt idx="125">
                  <c:v>1.9354364754836011</c:v>
                </c:pt>
                <c:pt idx="126">
                  <c:v>1.9389657268096629</c:v>
                </c:pt>
                <c:pt idx="127">
                  <c:v>1.9424682681236898</c:v>
                </c:pt>
                <c:pt idx="128">
                  <c:v>1.9459445134920308</c:v>
                </c:pt>
                <c:pt idx="129">
                  <c:v>1.9493948674265802</c:v>
                </c:pt>
                <c:pt idx="130">
                  <c:v>1.9528197251764909</c:v>
                </c:pt>
                <c:pt idx="131">
                  <c:v>1.9562194730088371</c:v>
                </c:pt>
                <c:pt idx="132">
                  <c:v>1.9595944884787289</c:v>
                </c:pt>
                <c:pt idx="133">
                  <c:v>1.9629451406893468</c:v>
                </c:pt>
                <c:pt idx="134">
                  <c:v>1.966271790542347</c:v>
                </c:pt>
                <c:pt idx="135">
                  <c:v>1.969574790979062</c:v>
                </c:pt>
                <c:pt idx="136">
                  <c:v>1.9728544872128972</c:v>
                </c:pt>
                <c:pt idx="137">
                  <c:v>1.9761112169533108</c:v>
                </c:pt>
                <c:pt idx="138">
                  <c:v>1.9793453106217342</c:v>
                </c:pt>
                <c:pt idx="139">
                  <c:v>1.9825570915597845</c:v>
                </c:pt>
                <c:pt idx="140">
                  <c:v>1.9857468762300921</c:v>
                </c:pt>
                <c:pt idx="141">
                  <c:v>1.9889149744100596</c:v>
                </c:pt>
                <c:pt idx="142">
                  <c:v>1.9920616893788434</c:v>
                </c:pt>
                <c:pt idx="143">
                  <c:v>1.9951873180978472</c:v>
                </c:pt>
                <c:pt idx="144">
                  <c:v>1.9982921513849885</c:v>
                </c:pt>
                <c:pt idx="145">
                  <c:v>2.0013764740830005</c:v>
                </c:pt>
                <c:pt idx="146">
                  <c:v>2.0044405652220072</c:v>
                </c:pt>
                <c:pt idx="147">
                  <c:v>2.0074846981766097</c:v>
                </c:pt>
                <c:pt idx="148">
                  <c:v>2.0105091408176974</c:v>
                </c:pt>
                <c:pt idx="149">
                  <c:v>2.0135141556592036</c:v>
                </c:pt>
                <c:pt idx="150">
                  <c:v>2.0164999999999988</c:v>
                </c:pt>
                <c:pt idx="151">
                  <c:v>2.0194669260611193</c:v>
                </c:pt>
                <c:pt idx="152">
                  <c:v>2.0224151811185092</c:v>
                </c:pt>
                <c:pt idx="153">
                  <c:v>2.0253450076314539</c:v>
                </c:pt>
                <c:pt idx="154">
                  <c:v>2.0282566433668707</c:v>
                </c:pt>
                <c:pt idx="155">
                  <c:v>2.0311503215196192</c:v>
                </c:pt>
                <c:pt idx="156">
                  <c:v>2.0340262708289738</c:v>
                </c:pt>
                <c:pt idx="157">
                  <c:v>2.036884715691416</c:v>
                </c:pt>
                <c:pt idx="158">
                  <c:v>2.0397258762698787</c:v>
                </c:pt>
                <c:pt idx="159">
                  <c:v>2.0425499685995776</c:v>
                </c:pt>
                <c:pt idx="160">
                  <c:v>2.0453572046905522</c:v>
                </c:pt>
                <c:pt idx="161">
                  <c:v>2.0481477926270482</c:v>
                </c:pt>
                <c:pt idx="162">
                  <c:v>2.0509219366638467</c:v>
                </c:pt>
                <c:pt idx="163">
                  <c:v>2.0536798373196596</c:v>
                </c:pt>
                <c:pt idx="164">
                  <c:v>2.0564216914676945</c:v>
                </c:pt>
                <c:pt idx="165">
                  <c:v>2.0591476924234891</c:v>
                </c:pt>
                <c:pt idx="166">
                  <c:v>2.0618580300301219</c:v>
                </c:pt>
                <c:pt idx="167">
                  <c:v>2.0645528907408801</c:v>
                </c:pt>
                <c:pt idx="168">
                  <c:v>2.0672324576994883</c:v>
                </c:pt>
                <c:pt idx="169">
                  <c:v>2.0698969108179726</c:v>
                </c:pt>
                <c:pt idx="170">
                  <c:v>2.0725464268522513</c:v>
                </c:pt>
                <c:pt idx="171">
                  <c:v>2.075181179475527</c:v>
                </c:pt>
                <c:pt idx="172">
                  <c:v>2.0778013393495596</c:v>
                </c:pt>
                <c:pt idx="173">
                  <c:v>2.0804070741938863</c:v>
                </c:pt>
                <c:pt idx="174">
                  <c:v>2.0829985488530705</c:v>
                </c:pt>
                <c:pt idx="175">
                  <c:v>2.0855759253620363</c:v>
                </c:pt>
                <c:pt idx="176">
                  <c:v>2.0881393630095597</c:v>
                </c:pt>
                <c:pt idx="177">
                  <c:v>2.0906890183999733</c:v>
                </c:pt>
                <c:pt idx="178">
                  <c:v>2.0932250455131505</c:v>
                </c:pt>
                <c:pt idx="179">
                  <c:v>2.0957475957628242</c:v>
                </c:pt>
                <c:pt idx="180">
                  <c:v>2.098256818053291</c:v>
                </c:pt>
                <c:pt idx="181">
                  <c:v>2.1007528588345603</c:v>
                </c:pt>
                <c:pt idx="182">
                  <c:v>2.1032358621559961</c:v>
                </c:pt>
                <c:pt idx="183">
                  <c:v>2.1057059697185023</c:v>
                </c:pt>
                <c:pt idx="184">
                  <c:v>2.1081633209252955</c:v>
                </c:pt>
                <c:pt idx="185">
                  <c:v>2.1106080529313149</c:v>
                </c:pt>
                <c:pt idx="186">
                  <c:v>2.1130403006913094</c:v>
                </c:pt>
                <c:pt idx="187">
                  <c:v>2.1154601970066493</c:v>
                </c:pt>
                <c:pt idx="188">
                  <c:v>2.1178678725708941</c:v>
                </c:pt>
                <c:pt idx="189">
                  <c:v>2.1202634560141669</c:v>
                </c:pt>
                <c:pt idx="190">
                  <c:v>2.1226470739463648</c:v>
                </c:pt>
                <c:pt idx="191">
                  <c:v>2.1250188509992416</c:v>
                </c:pt>
                <c:pt idx="192">
                  <c:v>2.1273789098674056</c:v>
                </c:pt>
                <c:pt idx="193">
                  <c:v>2.1297273713482578</c:v>
                </c:pt>
                <c:pt idx="194">
                  <c:v>2.1320643543809035</c:v>
                </c:pt>
                <c:pt idx="195">
                  <c:v>2.1343899760840785</c:v>
                </c:pt>
                <c:pt idx="196">
                  <c:v>2.1367043517931052</c:v>
                </c:pt>
                <c:pt idx="197">
                  <c:v>2.1390075950959195</c:v>
                </c:pt>
                <c:pt idx="198">
                  <c:v>2.1412998178681932</c:v>
                </c:pt>
                <c:pt idx="199">
                  <c:v>2.1435811303075751</c:v>
                </c:pt>
                <c:pt idx="200">
                  <c:v>2.1458516409670843</c:v>
                </c:pt>
                <c:pt idx="201">
                  <c:v>2.1481114567876731</c:v>
                </c:pt>
                <c:pt idx="202">
                  <c:v>2.1503606831299908</c:v>
                </c:pt>
                <c:pt idx="203">
                  <c:v>2.1525994238053685</c:v>
                </c:pt>
                <c:pt idx="204">
                  <c:v>2.154827781106047</c:v>
                </c:pt>
                <c:pt idx="205">
                  <c:v>2.1570458558346717</c:v>
                </c:pt>
                <c:pt idx="206">
                  <c:v>2.1592537473330768</c:v>
                </c:pt>
                <c:pt idx="207">
                  <c:v>2.1614515535103722</c:v>
                </c:pt>
                <c:pt idx="208">
                  <c:v>2.1636393708703676</c:v>
                </c:pt>
                <c:pt idx="209">
                  <c:v>2.1658172945383352</c:v>
                </c:pt>
                <c:pt idx="210">
                  <c:v>2.1679854182871408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D3E-46A3-AD2B-F5894357C6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452370192287264"/>
          <c:y val="0.89115817879294967"/>
          <c:w val="0.3936829463173866"/>
          <c:h val="9.7533626297697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800" b="0" i="0" baseline="0" dirty="0">
                <a:effectLst/>
              </a:rPr>
              <a:t>빅 데이터에서의 알고리즘 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[Plots.xlsx]Sheet1!$E$5</c:f>
              <c:strCache>
                <c:ptCount val="1"/>
                <c:pt idx="0">
                  <c:v>Small NN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</c:numCache>
            </c:numRef>
          </c:xVal>
          <c:yVal>
            <c:numRef>
              <c:f>[Plots.xlsx]Sheet1!$E$6:$E$216</c:f>
              <c:numCache>
                <c:formatCode>General</c:formatCode>
                <c:ptCount val="211"/>
                <c:pt idx="0">
                  <c:v>0</c:v>
                </c:pt>
                <c:pt idx="1">
                  <c:v>6.6904851336472643E-2</c:v>
                </c:pt>
                <c:pt idx="2">
                  <c:v>0.12720996964786838</c:v>
                </c:pt>
                <c:pt idx="3">
                  <c:v>0.18228834438305647</c:v>
                </c:pt>
                <c:pt idx="4">
                  <c:v>0.23312459835446162</c:v>
                </c:pt>
                <c:pt idx="5">
                  <c:v>0.28044892137827399</c:v>
                </c:pt>
                <c:pt idx="6">
                  <c:v>0.32481782300953649</c:v>
                </c:pt>
                <c:pt idx="7">
                  <c:v>0.3666651902615311</c:v>
                </c:pt>
                <c:pt idx="8">
                  <c:v>0.40633586092875146</c:v>
                </c:pt>
                <c:pt idx="9">
                  <c:v>0.44410843914740095</c:v>
                </c:pt>
                <c:pt idx="10">
                  <c:v>0.48021124171160612</c:v>
                </c:pt>
                <c:pt idx="11">
                  <c:v>0.51483371661993804</c:v>
                </c:pt>
                <c:pt idx="12">
                  <c:v>0.54813479402878884</c:v>
                </c:pt>
                <c:pt idx="13">
                  <c:v>0.58024910831936116</c:v>
                </c:pt>
                <c:pt idx="14">
                  <c:v>0.61129171105893865</c:v>
                </c:pt>
                <c:pt idx="15">
                  <c:v>0.64136169383427266</c:v>
                </c:pt>
                <c:pt idx="16">
                  <c:v>0.67054501020661217</c:v>
                </c:pt>
                <c:pt idx="17">
                  <c:v>0.69891670027765485</c:v>
                </c:pt>
                <c:pt idx="18">
                  <c:v>0.72654266347813112</c:v>
                </c:pt>
                <c:pt idx="19">
                  <c:v>0.75348108539441072</c:v>
                </c:pt>
                <c:pt idx="20">
                  <c:v>0.77978359661681029</c:v>
                </c:pt>
                <c:pt idx="21">
                  <c:v>0.80549622182557412</c:v>
                </c:pt>
                <c:pt idx="22">
                  <c:v>0.83066016308987989</c:v>
                </c:pt>
                <c:pt idx="23">
                  <c:v>0.85531245096167385</c:v>
                </c:pt>
                <c:pt idx="24">
                  <c:v>0.87948648926858608</c:v>
                </c:pt>
                <c:pt idx="25">
                  <c:v>0.90321251377534373</c:v>
                </c:pt>
                <c:pt idx="26">
                  <c:v>0.92651798055488088</c:v>
                </c:pt>
                <c:pt idx="27">
                  <c:v>0.9494278966121189</c:v>
                </c:pt>
                <c:pt idx="28">
                  <c:v>0.97196510276736037</c:v>
                </c:pt>
                <c:pt idx="29">
                  <c:v>0.99415051683979905</c:v>
                </c:pt>
                <c:pt idx="30">
                  <c:v>1.0160033436347993</c:v>
                </c:pt>
                <c:pt idx="31">
                  <c:v>1.0375412570285565</c:v>
                </c:pt>
                <c:pt idx="32">
                  <c:v>1.0587805584843692</c:v>
                </c:pt>
                <c:pt idx="33">
                  <c:v>1.0797363155690611</c:v>
                </c:pt>
                <c:pt idx="34">
                  <c:v>1.1004224834232121</c:v>
                </c:pt>
                <c:pt idx="35">
                  <c:v>1.1208520116421443</c:v>
                </c:pt>
                <c:pt idx="36">
                  <c:v>1.1410369386211319</c:v>
                </c:pt>
                <c:pt idx="37">
                  <c:v>1.160988475088816</c:v>
                </c:pt>
                <c:pt idx="38">
                  <c:v>1.180717078282385</c:v>
                </c:pt>
                <c:pt idx="39">
                  <c:v>1.2002325179950841</c:v>
                </c:pt>
                <c:pt idx="40">
                  <c:v>1.2195439355418687</c:v>
                </c:pt>
                <c:pt idx="41">
                  <c:v>1.2386598965353199</c:v>
                </c:pt>
                <c:pt idx="42">
                  <c:v>1.2575884382355114</c:v>
                </c:pt>
                <c:pt idx="43">
                  <c:v>1.2763371121298053</c:v>
                </c:pt>
                <c:pt idx="44">
                  <c:v>1.2949130223078555</c:v>
                </c:pt>
                <c:pt idx="45">
                  <c:v>1.3133228601204558</c:v>
                </c:pt>
                <c:pt idx="46">
                  <c:v>1.3315729355458787</c:v>
                </c:pt>
                <c:pt idx="47">
                  <c:v>1.3496692056320536</c:v>
                </c:pt>
                <c:pt idx="48">
                  <c:v>1.3676173003357361</c:v>
                </c:pt>
                <c:pt idx="49">
                  <c:v>1.3854225460394081</c:v>
                </c:pt>
                <c:pt idx="50">
                  <c:v>1.4030899869919435</c:v>
                </c:pt>
                <c:pt idx="51">
                  <c:v>1.4206244048892014</c:v>
                </c:pt>
                <c:pt idx="52">
                  <c:v>1.4380303367848803</c:v>
                </c:pt>
                <c:pt idx="53">
                  <c:v>1.4553120914996496</c:v>
                </c:pt>
                <c:pt idx="54">
                  <c:v>1.4724737646771533</c:v>
                </c:pt>
                <c:pt idx="55">
                  <c:v>1.4895192526186185</c:v>
                </c:pt>
                <c:pt idx="56">
                  <c:v>1.5064522650130732</c:v>
                </c:pt>
                <c:pt idx="57">
                  <c:v>1.5232763366673043</c:v>
                </c:pt>
                <c:pt idx="58">
                  <c:v>1.5399948383284161</c:v>
                </c:pt>
                <c:pt idx="59">
                  <c:v>1.5566109866819344</c:v>
                </c:pt>
                <c:pt idx="60">
                  <c:v>1.5731278535996986</c:v>
                </c:pt>
                <c:pt idx="61">
                  <c:v>1.589548374704095</c:v>
                </c:pt>
                <c:pt idx="62">
                  <c:v>1.6058753573083937</c:v>
                </c:pt>
                <c:pt idx="63">
                  <c:v>1.6221114877869498</c:v>
                </c:pt>
                <c:pt idx="64">
                  <c:v>1.6382593384236988</c:v>
                </c:pt>
                <c:pt idx="65">
                  <c:v>1.6543213737826425</c:v>
                </c:pt>
                <c:pt idx="66">
                  <c:v>1.6702999566398118</c:v>
                </c:pt>
                <c:pt idx="67">
                  <c:v>1.6861973535124393</c:v>
                </c:pt>
                <c:pt idx="68">
                  <c:v>1.7020157398177203</c:v>
                </c:pt>
                <c:pt idx="69">
                  <c:v>1.7177572046905536</c:v>
                </c:pt>
                <c:pt idx="70">
                  <c:v>1.7334237554869496</c:v>
                </c:pt>
                <c:pt idx="71">
                  <c:v>1.7490173219974119</c:v>
                </c:pt>
                <c:pt idx="72">
                  <c:v>1.7645397603924109</c:v>
                </c:pt>
                <c:pt idx="73">
                  <c:v>1.7799928569201426</c:v>
                </c:pt>
                <c:pt idx="74">
                  <c:v>1.795378331375</c:v>
                </c:pt>
                <c:pt idx="75">
                  <c:v>1.8106978403536118</c:v>
                </c:pt>
                <c:pt idx="76">
                  <c:v>1.8259529803138697</c:v>
                </c:pt>
                <c:pt idx="77">
                  <c:v>1.841145290451083</c:v>
                </c:pt>
                <c:pt idx="78">
                  <c:v>1.8562762554042178</c:v>
                </c:pt>
                <c:pt idx="79">
                  <c:v>1.8713473078041325</c:v>
                </c:pt>
                <c:pt idx="80">
                  <c:v>1.8863598306747482</c:v>
                </c:pt>
                <c:pt idx="81">
                  <c:v>1.9013151596972231</c:v>
                </c:pt>
                <c:pt idx="82">
                  <c:v>1.9162145853464052</c:v>
                </c:pt>
                <c:pt idx="83">
                  <c:v>1.9310593549081156</c:v>
                </c:pt>
                <c:pt idx="84">
                  <c:v>1.9458506743851434</c:v>
                </c:pt>
                <c:pt idx="85">
                  <c:v>1.9605897102992489</c:v>
                </c:pt>
                <c:pt idx="86">
                  <c:v>1.9752775913959013</c:v>
                </c:pt>
                <c:pt idx="87">
                  <c:v>1.989915410257991</c:v>
                </c:pt>
                <c:pt idx="88">
                  <c:v>2.0045042248342821</c:v>
                </c:pt>
                <c:pt idx="89">
                  <c:v>2.0190450598879579</c:v>
                </c:pt>
                <c:pt idx="90">
                  <c:v>2.0335389083702178</c:v>
                </c:pt>
                <c:pt idx="91">
                  <c:v>2.0479867327235319</c:v>
                </c:pt>
                <c:pt idx="92">
                  <c:v>2.062389466118836</c:v>
                </c:pt>
                <c:pt idx="93">
                  <c:v>2.07674801363064</c:v>
                </c:pt>
                <c:pt idx="94">
                  <c:v>2.0910632533537505</c:v>
                </c:pt>
                <c:pt idx="95">
                  <c:v>2.105336037465062</c:v>
                </c:pt>
                <c:pt idx="96">
                  <c:v>2.1195671932336202</c:v>
                </c:pt>
                <c:pt idx="97">
                  <c:v>2.1337575239819557</c:v>
                </c:pt>
                <c:pt idx="98">
                  <c:v>2.1479078100014801</c:v>
                </c:pt>
                <c:pt idx="99">
                  <c:v>2.1620188094245565</c:v>
                </c:pt>
                <c:pt idx="100">
                  <c:v>2.1760912590556813</c:v>
                </c:pt>
                <c:pt idx="101">
                  <c:v>2.1901258751640542</c:v>
                </c:pt>
                <c:pt idx="102">
                  <c:v>2.2041233542396714</c:v>
                </c:pt>
                <c:pt idx="103">
                  <c:v>2.2180843737149383</c:v>
                </c:pt>
                <c:pt idx="104">
                  <c:v>2.2320095926536703</c:v>
                </c:pt>
                <c:pt idx="105">
                  <c:v>2.2458996524092338</c:v>
                </c:pt>
                <c:pt idx="106">
                  <c:v>2.2597551772534747</c:v>
                </c:pt>
                <c:pt idx="107">
                  <c:v>2.2735767749779727</c:v>
                </c:pt>
                <c:pt idx="108">
                  <c:v>2.2873650374690717</c:v>
                </c:pt>
                <c:pt idx="109">
                  <c:v>2.3011205412580495</c:v>
                </c:pt>
                <c:pt idx="110">
                  <c:v>2.314843848047698</c:v>
                </c:pt>
                <c:pt idx="111">
                  <c:v>2.3285355052165277</c:v>
                </c:pt>
                <c:pt idx="112">
                  <c:v>2.3421960463017202</c:v>
                </c:pt>
                <c:pt idx="113">
                  <c:v>2.3558259914618933</c:v>
                </c:pt>
                <c:pt idx="114">
                  <c:v>2.3694258479206951</c:v>
                </c:pt>
                <c:pt idx="115">
                  <c:v>2.382996110392154</c:v>
                </c:pt>
                <c:pt idx="116">
                  <c:v>2.3965372614886942</c:v>
                </c:pt>
                <c:pt idx="117">
                  <c:v>2.4100497721126475</c:v>
                </c:pt>
                <c:pt idx="118">
                  <c:v>2.423534101832062</c:v>
                </c:pt>
                <c:pt idx="119">
                  <c:v>2.4369906992415498</c:v>
                </c:pt>
                <c:pt idx="120">
                  <c:v>2.4504200023088938</c:v>
                </c:pt>
                <c:pt idx="121">
                  <c:v>2.4638224387080734</c:v>
                </c:pt>
                <c:pt idx="122">
                  <c:v>2.4771984261393447</c:v>
                </c:pt>
                <c:pt idx="123">
                  <c:v>2.4905483726369795</c:v>
                </c:pt>
                <c:pt idx="124">
                  <c:v>2.5038726768652237</c:v>
                </c:pt>
                <c:pt idx="125">
                  <c:v>2.5171717284030137</c:v>
                </c:pt>
                <c:pt idx="126">
                  <c:v>2.5304459080179624</c:v>
                </c:pt>
                <c:pt idx="127">
                  <c:v>2.5436955879300922</c:v>
                </c:pt>
                <c:pt idx="128">
                  <c:v>2.5569211320657743</c:v>
                </c:pt>
                <c:pt idx="129">
                  <c:v>2.5701228963023075</c:v>
                </c:pt>
                <c:pt idx="130">
                  <c:v>2.5833012287035499</c:v>
                </c:pt>
                <c:pt idx="131">
                  <c:v>2.596456469746983</c:v>
                </c:pt>
                <c:pt idx="132">
                  <c:v>2.6095889525425968</c:v>
                </c:pt>
                <c:pt idx="133">
                  <c:v>2.6226990030439299</c:v>
                </c:pt>
                <c:pt idx="134">
                  <c:v>2.6357869402516094</c:v>
                </c:pt>
                <c:pt idx="135">
                  <c:v>2.6488530764097069</c:v>
                </c:pt>
                <c:pt idx="136">
                  <c:v>2.6618977171952083</c:v>
                </c:pt>
                <c:pt idx="137">
                  <c:v>2.6749211619008921</c:v>
                </c:pt>
                <c:pt idx="138">
                  <c:v>2.6879237036118817</c:v>
                </c:pt>
                <c:pt idx="139">
                  <c:v>2.7009056293761415</c:v>
                </c:pt>
                <c:pt idx="140">
                  <c:v>2.7138672203691536</c:v>
                </c:pt>
                <c:pt idx="141">
                  <c:v>2.7268087520530222</c:v>
                </c:pt>
                <c:pt idx="142">
                  <c:v>2.7397304943302245</c:v>
                </c:pt>
                <c:pt idx="143">
                  <c:v>2.7526327116922236</c:v>
                </c:pt>
                <c:pt idx="144">
                  <c:v>2.7655156633631481</c:v>
                </c:pt>
                <c:pt idx="145">
                  <c:v>2.7783796034387378</c:v>
                </c:pt>
                <c:pt idx="146">
                  <c:v>2.7912247810207322</c:v>
                </c:pt>
                <c:pt idx="147">
                  <c:v>2.8040514403468917</c:v>
                </c:pt>
                <c:pt idx="148">
                  <c:v>2.8168598209168092</c:v>
                </c:pt>
                <c:pt idx="149">
                  <c:v>2.8296501576136839</c:v>
                </c:pt>
                <c:pt idx="150">
                  <c:v>2.8424226808222066</c:v>
                </c:pt>
                <c:pt idx="151">
                  <c:v>2.8551776165427043</c:v>
                </c:pt>
                <c:pt idx="152">
                  <c:v>2.8679151865016914</c:v>
                </c:pt>
                <c:pt idx="153">
                  <c:v>2.8806356082589542</c:v>
                </c:pt>
                <c:pt idx="154">
                  <c:v>2.8933390953113047</c:v>
                </c:pt>
                <c:pt idx="155">
                  <c:v>2.9060258571931228</c:v>
                </c:pt>
                <c:pt idx="156">
                  <c:v>2.9186960995738103</c:v>
                </c:pt>
                <c:pt idx="157">
                  <c:v>2.9313500243522665</c:v>
                </c:pt>
                <c:pt idx="158">
                  <c:v>2.9439878297484916</c:v>
                </c:pt>
                <c:pt idx="159">
                  <c:v>2.9566097103924296</c:v>
                </c:pt>
                <c:pt idx="160">
                  <c:v>2.969215857410143</c:v>
                </c:pt>
                <c:pt idx="161">
                  <c:v>2.9818064585074158</c:v>
                </c:pt>
                <c:pt idx="162">
                  <c:v>2.9943816980508826</c:v>
                </c:pt>
                <c:pt idx="163">
                  <c:v>3.0069417571467589</c:v>
                </c:pt>
                <c:pt idx="164">
                  <c:v>3.0194868137172737</c:v>
                </c:pt>
                <c:pt idx="165">
                  <c:v>3.0320170425748687</c:v>
                </c:pt>
                <c:pt idx="166">
                  <c:v>3.0445326154942487</c:v>
                </c:pt>
                <c:pt idx="167">
                  <c:v>3.0570337012823634</c:v>
                </c:pt>
                <c:pt idx="168">
                  <c:v>3.0695204658463773</c:v>
                </c:pt>
                <c:pt idx="169">
                  <c:v>3.0819930722597126</c:v>
                </c:pt>
                <c:pt idx="170">
                  <c:v>3.0944516808262161</c:v>
                </c:pt>
                <c:pt idx="171">
                  <c:v>3.1068964491425239</c:v>
                </c:pt>
                <c:pt idx="172">
                  <c:v>3.1193275321586791</c:v>
                </c:pt>
                <c:pt idx="173">
                  <c:v>3.1317450822370629</c:v>
                </c:pt>
                <c:pt idx="174">
                  <c:v>3.1441492492096952</c:v>
                </c:pt>
                <c:pt idx="175">
                  <c:v>3.1565401804339555</c:v>
                </c:pt>
                <c:pt idx="176">
                  <c:v>3.16891802084678</c:v>
                </c:pt>
                <c:pt idx="177">
                  <c:v>3.1812829130173843</c:v>
                </c:pt>
                <c:pt idx="178">
                  <c:v>3.193634997198556</c:v>
                </c:pt>
                <c:pt idx="179">
                  <c:v>3.205974411376566</c:v>
                </c:pt>
                <c:pt idx="180">
                  <c:v>3.2183012913197455</c:v>
                </c:pt>
                <c:pt idx="181">
                  <c:v>3.2306157706257652</c:v>
                </c:pt>
                <c:pt idx="182">
                  <c:v>3.2429179807676625</c:v>
                </c:pt>
                <c:pt idx="183">
                  <c:v>3.2552080511386565</c:v>
                </c:pt>
                <c:pt idx="184">
                  <c:v>3.2674861090957856</c:v>
                </c:pt>
                <c:pt idx="185">
                  <c:v>3.2797522800024081</c:v>
                </c:pt>
                <c:pt idx="186">
                  <c:v>3.2920066872695983</c:v>
                </c:pt>
                <c:pt idx="187">
                  <c:v>3.3042494523964754</c:v>
                </c:pt>
                <c:pt idx="188">
                  <c:v>3.3164806950094952</c:v>
                </c:pt>
                <c:pt idx="189">
                  <c:v>3.3287005329007364</c:v>
                </c:pt>
                <c:pt idx="190">
                  <c:v>3.3409090820652176</c:v>
                </c:pt>
                <c:pt idx="191">
                  <c:v>3.3531064567372662</c:v>
                </c:pt>
                <c:pt idx="192">
                  <c:v>3.365292769425972</c:v>
                </c:pt>
                <c:pt idx="193">
                  <c:v>3.3774681309497558</c:v>
                </c:pt>
                <c:pt idx="194">
                  <c:v>3.3896326504700749</c:v>
                </c:pt>
                <c:pt idx="195">
                  <c:v>3.4017864355242899</c:v>
                </c:pt>
                <c:pt idx="196">
                  <c:v>3.4139295920577286</c:v>
                </c:pt>
                <c:pt idx="197">
                  <c:v>3.4260622244549515</c:v>
                </c:pt>
                <c:pt idx="198">
                  <c:v>3.4381844355702627</c:v>
                </c:pt>
                <c:pt idx="199">
                  <c:v>3.4502963267574751</c:v>
                </c:pt>
                <c:pt idx="200">
                  <c:v>3.4623979978989561</c:v>
                </c:pt>
                <c:pt idx="201">
                  <c:v>3.4744895474339716</c:v>
                </c:pt>
                <c:pt idx="202">
                  <c:v>3.4865710723863543</c:v>
                </c:pt>
                <c:pt idx="203">
                  <c:v>3.4986426683915113</c:v>
                </c:pt>
                <c:pt idx="204">
                  <c:v>3.5107044297227885</c:v>
                </c:pt>
                <c:pt idx="205">
                  <c:v>3.5227564493172121</c:v>
                </c:pt>
                <c:pt idx="206">
                  <c:v>3.5347988188006312</c:v>
                </c:pt>
                <c:pt idx="207">
                  <c:v>3.5468316285122605</c:v>
                </c:pt>
                <c:pt idx="208">
                  <c:v>3.5588549675286631</c:v>
                </c:pt>
                <c:pt idx="209">
                  <c:v>3.5708689236871676</c:v>
                </c:pt>
                <c:pt idx="210">
                  <c:v>3.582873583608754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072-41EF-9F98-F58BB8F6D68F}"/>
            </c:ext>
          </c:extLst>
        </c:ser>
        <c:ser>
          <c:idx val="1"/>
          <c:order val="1"/>
          <c:tx>
            <c:strRef>
              <c:f>[Plots.xlsx]Sheet1!$F$5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</c:numCache>
            </c:numRef>
          </c:xVal>
          <c:yVal>
            <c:numRef>
              <c:f>[Plots.xlsx]Sheet1!$F$6:$F$216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0.25547250510330605</c:v>
                </c:pt>
                <c:pt idx="2">
                  <c:v>0.41537334797081799</c:v>
                </c:pt>
                <c:pt idx="3">
                  <c:v>0.53207891704225518</c:v>
                </c:pt>
                <c:pt idx="4">
                  <c:v>0.62404929039790047</c:v>
                </c:pt>
                <c:pt idx="5">
                  <c:v>0.69997000433601886</c:v>
                </c:pt>
                <c:pt idx="6">
                  <c:v>0.76462799356293731</c:v>
                </c:pt>
                <c:pt idx="7">
                  <c:v>0.82094393554186862</c:v>
                </c:pt>
                <c:pt idx="8">
                  <c:v>0.87083171973097628</c:v>
                </c:pt>
                <c:pt idx="9">
                  <c:v>0.91561385238371673</c:v>
                </c:pt>
                <c:pt idx="10">
                  <c:v>0.95624250943932487</c:v>
                </c:pt>
                <c:pt idx="11">
                  <c:v>0.99342607569249486</c:v>
                </c:pt>
                <c:pt idx="12">
                  <c:v>1.0277058652647701</c:v>
                </c:pt>
                <c:pt idx="13">
                  <c:v>1.0595048513364727</c:v>
                </c:pt>
                <c:pt idx="14">
                  <c:v>1.0891598306747481</c:v>
                </c:pt>
                <c:pt idx="15">
                  <c:v>1.1169433523068366</c:v>
                </c:pt>
                <c:pt idx="16">
                  <c:v>1.1430790864012366</c:v>
                </c:pt>
                <c:pt idx="17">
                  <c:v>1.1677528557844372</c:v>
                </c:pt>
                <c:pt idx="18">
                  <c:v>1.1911207208364631</c:v>
                </c:pt>
                <c:pt idx="19">
                  <c:v>1.213315014542631</c:v>
                </c:pt>
                <c:pt idx="20">
                  <c:v>1.2344489213782739</c:v>
                </c:pt>
                <c:pt idx="21">
                  <c:v>1.254620002308894</c:v>
                </c:pt>
                <c:pt idx="22">
                  <c:v>1.2739129442179162</c:v>
                </c:pt>
                <c:pt idx="23">
                  <c:v>1.292401729930226</c:v>
                </c:pt>
                <c:pt idx="24">
                  <c:v>1.3101513694466238</c:v>
                </c:pt>
                <c:pt idx="25">
                  <c:v>1.3272192947339192</c:v>
                </c:pt>
                <c:pt idx="26">
                  <c:v>1.3436564936046049</c:v>
                </c:pt>
                <c:pt idx="27">
                  <c:v>1.359508439147401</c:v>
                </c:pt>
                <c:pt idx="28">
                  <c:v>1.374815857410143</c:v>
                </c:pt>
                <c:pt idx="29">
                  <c:v>1.3896153659804313</c:v>
                </c:pt>
                <c:pt idx="30">
                  <c:v>1.4039400086720377</c:v>
                </c:pt>
                <c:pt idx="31">
                  <c:v>1.4178197059632303</c:v>
                </c:pt>
                <c:pt idx="32">
                  <c:v>1.431281636631067</c:v>
                </c:pt>
                <c:pt idx="33">
                  <c:v>1.4443505628203879</c:v>
                </c:pt>
                <c:pt idx="34">
                  <c:v>1.4570491083193611</c:v>
                </c:pt>
                <c:pt idx="35">
                  <c:v>1.469397997898956</c:v>
                </c:pt>
                <c:pt idx="36">
                  <c:v>1.4814162640762554</c:v>
                </c:pt>
                <c:pt idx="37">
                  <c:v>1.4931214264815802</c:v>
                </c:pt>
                <c:pt idx="38">
                  <c:v>1.5045296480732151</c:v>
                </c:pt>
                <c:pt idx="39">
                  <c:v>1.515655871695831</c:v>
                </c:pt>
                <c:pt idx="40">
                  <c:v>1.5265139398778875</c:v>
                </c:pt>
                <c:pt idx="41">
                  <c:v>1.5371167002776547</c:v>
                </c:pt>
                <c:pt idx="42">
                  <c:v>1.5474760987927767</c:v>
                </c:pt>
                <c:pt idx="43">
                  <c:v>1.5576032620257878</c:v>
                </c:pt>
                <c:pt idx="44">
                  <c:v>1.5675085705331657</c:v>
                </c:pt>
                <c:pt idx="45">
                  <c:v>1.5772017240669949</c:v>
                </c:pt>
                <c:pt idx="46">
                  <c:v>1.5866917998372254</c:v>
                </c:pt>
                <c:pt idx="47">
                  <c:v>1.595987304671755</c:v>
                </c:pt>
                <c:pt idx="48">
                  <c:v>1.6050962218255742</c:v>
                </c:pt>
                <c:pt idx="49">
                  <c:v>1.6140260530844701</c:v>
                </c:pt>
                <c:pt idx="50">
                  <c:v>1.6227838567197355</c:v>
                </c:pt>
                <c:pt idx="51">
                  <c:v>1.6313762817750352</c:v>
                </c:pt>
                <c:pt idx="52">
                  <c:v>1.6398095991027188</c:v>
                </c:pt>
                <c:pt idx="53">
                  <c:v>1.6480897295125108</c:v>
                </c:pt>
                <c:pt idx="54">
                  <c:v>1.6562222693490918</c:v>
                </c:pt>
                <c:pt idx="55">
                  <c:v>1.6642125137753436</c:v>
                </c:pt>
                <c:pt idx="56">
                  <c:v>1.6720654780038693</c:v>
                </c:pt>
                <c:pt idx="57">
                  <c:v>1.6797859166900002</c:v>
                </c:pt>
                <c:pt idx="58">
                  <c:v>1.6873783416740851</c:v>
                </c:pt>
                <c:pt idx="59">
                  <c:v>1.6948470382388496</c:v>
                </c:pt>
                <c:pt idx="60">
                  <c:v>1.7021960800285136</c:v>
                </c:pt>
                <c:pt idx="61">
                  <c:v>1.7094293427597176</c:v>
                </c:pt>
                <c:pt idx="62">
                  <c:v>1.7165505168397992</c:v>
                </c:pt>
                <c:pt idx="63">
                  <c:v>1.7235631189952758</c:v>
                </c:pt>
                <c:pt idx="64">
                  <c:v>1.730470503002262</c:v>
                </c:pt>
                <c:pt idx="65">
                  <c:v>1.7372758696007888</c:v>
                </c:pt>
                <c:pt idx="66">
                  <c:v>1.7439822756663894</c:v>
                </c:pt>
                <c:pt idx="67">
                  <c:v>1.7505926427047374</c:v>
                </c:pt>
                <c:pt idx="68">
                  <c:v>1.7571097647284299</c:v>
                </c:pt>
                <c:pt idx="69">
                  <c:v>1.7635363155690611</c:v>
                </c:pt>
                <c:pt idx="70">
                  <c:v>1.7698748556724915</c:v>
                </c:pt>
                <c:pt idx="71">
                  <c:v>1.776127838420529</c:v>
                </c:pt>
                <c:pt idx="72">
                  <c:v>1.7822976160180906</c:v>
                </c:pt>
                <c:pt idx="73">
                  <c:v>1.7883864449811935</c:v>
                </c:pt>
                <c:pt idx="74">
                  <c:v>1.7943964912578245</c:v>
                </c:pt>
                <c:pt idx="75">
                  <c:v>1.800329835010767</c:v>
                </c:pt>
                <c:pt idx="76">
                  <c:v>1.806188475088816</c:v>
                </c:pt>
                <c:pt idx="77">
                  <c:v>1.8119743332104297</c:v>
                </c:pt>
                <c:pt idx="78">
                  <c:v>1.8176892578817327</c:v>
                </c:pt>
                <c:pt idx="79">
                  <c:v>1.8233350280688534</c:v>
                </c:pt>
                <c:pt idx="80">
                  <c:v>1.8289133566428555</c:v>
                </c:pt>
                <c:pt idx="81">
                  <c:v>1.8344258936139555</c:v>
                </c:pt>
                <c:pt idx="82">
                  <c:v>1.8398742291703012</c:v>
                </c:pt>
                <c:pt idx="83">
                  <c:v>1.8452598965353197</c:v>
                </c:pt>
                <c:pt idx="84">
                  <c:v>1.850584374656479</c:v>
                </c:pt>
                <c:pt idx="85">
                  <c:v>1.8558490907372551</c:v>
                </c:pt>
                <c:pt idx="86">
                  <c:v>1.8610554226231613</c:v>
                </c:pt>
                <c:pt idx="87">
                  <c:v>1.8662047010518039</c:v>
                </c:pt>
                <c:pt idx="88">
                  <c:v>1.8712982117761745</c:v>
                </c:pt>
                <c:pt idx="89">
                  <c:v>1.8763371975696392</c:v>
                </c:pt>
                <c:pt idx="90">
                  <c:v>1.8813228601204559</c:v>
                </c:pt>
                <c:pt idx="91">
                  <c:v>1.8862563618230415</c:v>
                </c:pt>
                <c:pt idx="92">
                  <c:v>1.8911388274726688</c:v>
                </c:pt>
                <c:pt idx="93">
                  <c:v>1.895971345869774</c:v>
                </c:pt>
                <c:pt idx="94">
                  <c:v>1.9007549713396004</c:v>
                </c:pt>
                <c:pt idx="95">
                  <c:v>1.9054907251724817</c:v>
                </c:pt>
                <c:pt idx="96">
                  <c:v>1.9101795969896891</c:v>
                </c:pt>
                <c:pt idx="97">
                  <c:v>1.9148225460394079</c:v>
                </c:pt>
                <c:pt idx="98">
                  <c:v>1.9194205024270963</c:v>
                </c:pt>
                <c:pt idx="99">
                  <c:v>1.9239743682841635</c:v>
                </c:pt>
                <c:pt idx="100">
                  <c:v>1.9284850188786498</c:v>
                </c:pt>
                <c:pt idx="101">
                  <c:v>1.9329533036713231</c:v>
                </c:pt>
                <c:pt idx="102">
                  <c:v>1.9373800473203822</c:v>
                </c:pt>
                <c:pt idx="103">
                  <c:v>1.9417660506377388</c:v>
                </c:pt>
                <c:pt idx="104">
                  <c:v>1.9461120914996495</c:v>
                </c:pt>
                <c:pt idx="105">
                  <c:v>1.9504189257142925</c:v>
                </c:pt>
                <c:pt idx="106">
                  <c:v>1.9546872878487056</c:v>
                </c:pt>
                <c:pt idx="107">
                  <c:v>1.9589178920173467</c:v>
                </c:pt>
                <c:pt idx="108">
                  <c:v>1.963111432634403</c:v>
                </c:pt>
                <c:pt idx="109">
                  <c:v>1.9672685851318197</c:v>
                </c:pt>
                <c:pt idx="110">
                  <c:v>1.9713900066449128</c:v>
                </c:pt>
                <c:pt idx="111">
                  <c:v>1.9754763366673045</c:v>
                </c:pt>
                <c:pt idx="112">
                  <c:v>1.9795281976768131</c:v>
                </c:pt>
                <c:pt idx="113">
                  <c:v>1.9835461957338314</c:v>
                </c:pt>
                <c:pt idx="114">
                  <c:v>1.9875309210536294</c:v>
                </c:pt>
                <c:pt idx="115">
                  <c:v>1.9914829485539349</c:v>
                </c:pt>
                <c:pt idx="116">
                  <c:v>1.9954028383790645</c:v>
                </c:pt>
                <c:pt idx="117">
                  <c:v>1.9992911364017929</c:v>
                </c:pt>
                <c:pt idx="118">
                  <c:v>2.0031483747040952</c:v>
                </c:pt>
                <c:pt idx="119">
                  <c:v>2.0069750720378128</c:v>
                </c:pt>
                <c:pt idx="120">
                  <c:v>2.0107717342662448</c:v>
                </c:pt>
                <c:pt idx="121">
                  <c:v>2.0145388547876015</c:v>
                </c:pt>
                <c:pt idx="122">
                  <c:v>2.0182769149412114</c:v>
                </c:pt>
                <c:pt idx="123">
                  <c:v>2.0219863843973136</c:v>
                </c:pt>
                <c:pt idx="124">
                  <c:v>2.0256677215312267</c:v>
                </c:pt>
                <c:pt idx="125">
                  <c:v>2.0293213737826425</c:v>
                </c:pt>
                <c:pt idx="126">
                  <c:v>2.0329477780007399</c:v>
                </c:pt>
                <c:pt idx="127">
                  <c:v>2.0365473607757973</c:v>
                </c:pt>
                <c:pt idx="128">
                  <c:v>2.0401205387579235</c:v>
                </c:pt>
                <c:pt idx="129">
                  <c:v>2.0436677189635053</c:v>
                </c:pt>
                <c:pt idx="130">
                  <c:v>2.0471892990699381</c:v>
                </c:pt>
                <c:pt idx="131">
                  <c:v>2.0506856676991667</c:v>
                </c:pt>
                <c:pt idx="132">
                  <c:v>2.0541572046905539</c:v>
                </c:pt>
                <c:pt idx="133">
                  <c:v>2.0576042813635369</c:v>
                </c:pt>
                <c:pt idx="134">
                  <c:v>2.0610272607705507</c:v>
                </c:pt>
                <c:pt idx="135">
                  <c:v>2.0644264979406239</c:v>
                </c:pt>
                <c:pt idx="136">
                  <c:v>2.0678023401140733</c:v>
                </c:pt>
                <c:pt idx="137">
                  <c:v>2.0711551269686796</c:v>
                </c:pt>
                <c:pt idx="138">
                  <c:v>2.0744851908377102</c:v>
                </c:pt>
                <c:pt idx="139">
                  <c:v>2.0777928569201425</c:v>
                </c:pt>
                <c:pt idx="140">
                  <c:v>2.0810784434834195</c:v>
                </c:pt>
                <c:pt idx="141">
                  <c:v>2.0843422620590526</c:v>
                </c:pt>
                <c:pt idx="142">
                  <c:v>2.087584617631371</c:v>
                </c:pt>
                <c:pt idx="143">
                  <c:v>2.0908058088197126</c:v>
                </c:pt>
                <c:pt idx="144">
                  <c:v>2.0940061280543119</c:v>
                </c:pt>
                <c:pt idx="145">
                  <c:v>2.0971858617461616</c:v>
                </c:pt>
                <c:pt idx="146">
                  <c:v>2.1003452904510826</c:v>
                </c:pt>
                <c:pt idx="147">
                  <c:v>2.1034846890282437</c:v>
                </c:pt>
                <c:pt idx="148">
                  <c:v>2.1066043267933501</c:v>
                </c:pt>
                <c:pt idx="149">
                  <c:v>2.1097044676667207</c:v>
                </c:pt>
                <c:pt idx="150">
                  <c:v>2.1127853703164501</c:v>
                </c:pt>
                <c:pt idx="151">
                  <c:v>2.1158472882968562</c:v>
                </c:pt>
                <c:pt idx="152">
                  <c:v>2.1188904701823965</c:v>
                </c:pt>
                <c:pt idx="153">
                  <c:v>2.121915159697223</c:v>
                </c:pt>
                <c:pt idx="154">
                  <c:v>2.1249215958405614</c:v>
                </c:pt>
                <c:pt idx="155">
                  <c:v>2.1279100130080564</c:v>
                </c:pt>
                <c:pt idx="156">
                  <c:v>2.1308806411092505</c:v>
                </c:pt>
                <c:pt idx="157">
                  <c:v>2.1338337056813366</c:v>
                </c:pt>
                <c:pt idx="158">
                  <c:v>2.1367694279993317</c:v>
                </c:pt>
                <c:pt idx="159">
                  <c:v>2.1396880251827985</c:v>
                </c:pt>
                <c:pt idx="160">
                  <c:v>2.1425897102992488</c:v>
                </c:pt>
                <c:pt idx="161">
                  <c:v>2.1454746924643504</c:v>
                </c:pt>
                <c:pt idx="162">
                  <c:v>2.1483431769390551</c:v>
                </c:pt>
                <c:pt idx="163">
                  <c:v>2.1511953652237619</c:v>
                </c:pt>
                <c:pt idx="164">
                  <c:v>2.1540314551496214</c:v>
                </c:pt>
                <c:pt idx="165">
                  <c:v>2.1568516409670857</c:v>
                </c:pt>
                <c:pt idx="166">
                  <c:v>2.1596561134318044</c:v>
                </c:pt>
                <c:pt idx="167">
                  <c:v>2.1624450598879581</c:v>
                </c:pt>
                <c:pt idx="168">
                  <c:v>2.1652186643491254</c:v>
                </c:pt>
                <c:pt idx="169">
                  <c:v>2.1679771075767662</c:v>
                </c:pt>
                <c:pt idx="170">
                  <c:v>2.1707205671564065</c:v>
                </c:pt>
                <c:pt idx="171">
                  <c:v>2.1734492175716067</c:v>
                </c:pt>
                <c:pt idx="172">
                  <c:v>2.1761632302757881</c:v>
                </c:pt>
                <c:pt idx="173">
                  <c:v>2.178862773761991</c:v>
                </c:pt>
                <c:pt idx="174">
                  <c:v>2.18154801363064</c:v>
                </c:pt>
                <c:pt idx="175">
                  <c:v>2.1842191126553798</c:v>
                </c:pt>
                <c:pt idx="176">
                  <c:v>2.186876230847048</c:v>
                </c:pt>
                <c:pt idx="177">
                  <c:v>2.1895195255158471</c:v>
                </c:pt>
                <c:pt idx="178">
                  <c:v>2.1921491513317815</c:v>
                </c:pt>
                <c:pt idx="179">
                  <c:v>2.1947652603834102</c:v>
                </c:pt>
                <c:pt idx="180">
                  <c:v>2.1973680022349749</c:v>
                </c:pt>
                <c:pt idx="181">
                  <c:v>2.199957523981956</c:v>
                </c:pt>
                <c:pt idx="182">
                  <c:v>2.202533970305109</c:v>
                </c:pt>
                <c:pt idx="183">
                  <c:v>2.2050974835230326</c:v>
                </c:pt>
                <c:pt idx="184">
                  <c:v>2.2076482036433092</c:v>
                </c:pt>
                <c:pt idx="185">
                  <c:v>2.2101862684122739</c:v>
                </c:pt>
                <c:pt idx="186">
                  <c:v>2.2127118133634478</c:v>
                </c:pt>
                <c:pt idx="187">
                  <c:v>2.2152249718646817</c:v>
                </c:pt>
                <c:pt idx="188">
                  <c:v>2.2177258751640538</c:v>
                </c:pt>
                <c:pt idx="189">
                  <c:v>2.2202146524345538</c:v>
                </c:pt>
                <c:pt idx="190">
                  <c:v>2.2226914308175987</c:v>
                </c:pt>
                <c:pt idx="191">
                  <c:v>2.225156335465412</c:v>
                </c:pt>
                <c:pt idx="192">
                  <c:v>2.2276094895823064</c:v>
                </c:pt>
                <c:pt idx="193">
                  <c:v>2.2300510144648955</c:v>
                </c:pt>
                <c:pt idx="194">
                  <c:v>2.2324810295412818</c:v>
                </c:pt>
                <c:pt idx="195">
                  <c:v>2.2348996524092337</c:v>
                </c:pt>
                <c:pt idx="196">
                  <c:v>2.2373069988734016</c:v>
                </c:pt>
                <c:pt idx="197">
                  <c:v>2.239703182981585</c:v>
                </c:pt>
                <c:pt idx="198">
                  <c:v>2.2420883170600936</c:v>
                </c:pt>
                <c:pt idx="199">
                  <c:v>2.2444625117482189</c:v>
                </c:pt>
                <c:pt idx="200">
                  <c:v>2.2468258760318496</c:v>
                </c:pt>
                <c:pt idx="201">
                  <c:v>2.2491785172762535</c:v>
                </c:pt>
                <c:pt idx="202">
                  <c:v>2.2515205412580492</c:v>
                </c:pt>
                <c:pt idx="203">
                  <c:v>2.2538520521963967</c:v>
                </c:pt>
                <c:pt idx="204">
                  <c:v>2.2561731527834219</c:v>
                </c:pt>
                <c:pt idx="205">
                  <c:v>2.2584839442139062</c:v>
                </c:pt>
                <c:pt idx="206">
                  <c:v>2.2607845262142545</c:v>
                </c:pt>
                <c:pt idx="207">
                  <c:v>2.2630749970707686</c:v>
                </c:pt>
                <c:pt idx="208">
                  <c:v>2.2653554536572411</c:v>
                </c:pt>
                <c:pt idx="209">
                  <c:v>2.2676259914618933</c:v>
                </c:pt>
                <c:pt idx="210">
                  <c:v>2.2698867046136733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072-41EF-9F98-F58BB8F6D68F}"/>
            </c:ext>
          </c:extLst>
        </c:ser>
        <c:ser>
          <c:idx val="2"/>
          <c:order val="2"/>
          <c:tx>
            <c:strRef>
              <c:f>[Plots.xlsx]Sheet1!$G$5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</c:numCache>
            </c:numRef>
          </c:xVal>
          <c:yVal>
            <c:numRef>
              <c:f>[Plots.xlsx]Sheet1!$G$6:$G$216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0.30122999566398118</c:v>
                </c:pt>
                <c:pt idx="2">
                  <c:v>0.47752125471966245</c:v>
                </c:pt>
                <c:pt idx="3">
                  <c:v>0.60265999132796244</c:v>
                </c:pt>
                <c:pt idx="4">
                  <c:v>0.69977000433601888</c:v>
                </c:pt>
                <c:pt idx="5">
                  <c:v>0.77915125038364363</c:v>
                </c:pt>
                <c:pt idx="6">
                  <c:v>0.84629804001425679</c:v>
                </c:pt>
                <c:pt idx="7">
                  <c:v>0.9044899869919435</c:v>
                </c:pt>
                <c:pt idx="8">
                  <c:v>0.95584250943932492</c:v>
                </c:pt>
                <c:pt idx="9">
                  <c:v>1.0018</c:v>
                </c:pt>
                <c:pt idx="10">
                  <c:v>1.0433926851582251</c:v>
                </c:pt>
                <c:pt idx="11">
                  <c:v>1.0813812460476249</c:v>
                </c:pt>
                <c:pt idx="12">
                  <c:v>1.1163433523068367</c:v>
                </c:pt>
                <c:pt idx="13">
                  <c:v>1.1487280356782379</c:v>
                </c:pt>
                <c:pt idx="14">
                  <c:v>1.1788912590556813</c:v>
                </c:pt>
                <c:pt idx="15">
                  <c:v>1.2071199826559247</c:v>
                </c:pt>
                <c:pt idx="16">
                  <c:v>1.233648921378274</c:v>
                </c:pt>
                <c:pt idx="17">
                  <c:v>1.2586725051033061</c:v>
                </c:pt>
                <c:pt idx="18">
                  <c:v>1.2823536009528289</c:v>
                </c:pt>
                <c:pt idx="19">
                  <c:v>1.3048299956639813</c:v>
                </c:pt>
                <c:pt idx="20">
                  <c:v>1.3262192947339193</c:v>
                </c:pt>
                <c:pt idx="21">
                  <c:v>1.3466226808222062</c:v>
                </c:pt>
                <c:pt idx="22">
                  <c:v>1.3661278360175928</c:v>
                </c:pt>
                <c:pt idx="23">
                  <c:v>1.3848112417116059</c:v>
                </c:pt>
                <c:pt idx="24">
                  <c:v>1.4027400086720376</c:v>
                </c:pt>
                <c:pt idx="25">
                  <c:v>1.4199733479708179</c:v>
                </c:pt>
                <c:pt idx="26">
                  <c:v>1.4365637641589875</c:v>
                </c:pt>
                <c:pt idx="27">
                  <c:v>1.4525580313422193</c:v>
                </c:pt>
                <c:pt idx="28">
                  <c:v>1.4679979978989561</c:v>
                </c:pt>
                <c:pt idx="29">
                  <c:v>1.4829212547196624</c:v>
                </c:pt>
                <c:pt idx="30">
                  <c:v>1.4973616938342726</c:v>
                </c:pt>
                <c:pt idx="31">
                  <c:v>1.511349978319906</c:v>
                </c:pt>
                <c:pt idx="32">
                  <c:v>1.5249139398778875</c:v>
                </c:pt>
                <c:pt idx="33">
                  <c:v>1.5380789170422551</c:v>
                </c:pt>
                <c:pt idx="34">
                  <c:v>1.5508680443502756</c:v>
                </c:pt>
                <c:pt idx="35">
                  <c:v>1.5633025007672872</c:v>
                </c:pt>
                <c:pt idx="36">
                  <c:v>1.5754017240669951</c:v>
                </c:pt>
                <c:pt idx="37">
                  <c:v>1.5871835966168102</c:v>
                </c:pt>
                <c:pt idx="38">
                  <c:v>1.5986646070264992</c:v>
                </c:pt>
                <c:pt idx="39">
                  <c:v>1.6098599913279623</c:v>
                </c:pt>
                <c:pt idx="40">
                  <c:v>1.6207838567197355</c:v>
                </c:pt>
                <c:pt idx="41">
                  <c:v>1.6314492903979005</c:v>
                </c:pt>
                <c:pt idx="42">
                  <c:v>1.6418684555795864</c:v>
                </c:pt>
                <c:pt idx="43">
                  <c:v>1.6520526764861874</c:v>
                </c:pt>
                <c:pt idx="44">
                  <c:v>1.6620125137753436</c:v>
                </c:pt>
                <c:pt idx="45">
                  <c:v>1.671757831681574</c:v>
                </c:pt>
                <c:pt idx="46">
                  <c:v>1.6812978579357176</c:v>
                </c:pt>
                <c:pt idx="47">
                  <c:v>1.6906412373755872</c:v>
                </c:pt>
                <c:pt idx="48">
                  <c:v>1.6997960800285137</c:v>
                </c:pt>
                <c:pt idx="49">
                  <c:v>1.7087700043360188</c:v>
                </c:pt>
                <c:pt idx="50">
                  <c:v>1.7175701760979363</c:v>
                </c:pt>
                <c:pt idx="51">
                  <c:v>1.7262033436347992</c:v>
                </c:pt>
                <c:pt idx="52">
                  <c:v>1.7346758696007889</c:v>
                </c:pt>
                <c:pt idx="53">
                  <c:v>1.7429937598229686</c:v>
                </c:pt>
                <c:pt idx="54">
                  <c:v>1.7511626894942438</c:v>
                </c:pt>
                <c:pt idx="55">
                  <c:v>1.7591880270062004</c:v>
                </c:pt>
                <c:pt idx="56">
                  <c:v>1.7670748556724916</c:v>
                </c:pt>
                <c:pt idx="57">
                  <c:v>1.7748279935629374</c:v>
                </c:pt>
                <c:pt idx="58">
                  <c:v>1.7824520116421443</c:v>
                </c:pt>
                <c:pt idx="59">
                  <c:v>1.7899512503836437</c:v>
                </c:pt>
                <c:pt idx="60">
                  <c:v>1.7973298350107672</c:v>
                </c:pt>
                <c:pt idx="61">
                  <c:v>1.8045916894982539</c:v>
                </c:pt>
                <c:pt idx="62">
                  <c:v>1.8117405494535817</c:v>
                </c:pt>
                <c:pt idx="63">
                  <c:v>1.818779973983887</c:v>
                </c:pt>
                <c:pt idx="64">
                  <c:v>1.8257133566428554</c:v>
                </c:pt>
                <c:pt idx="65">
                  <c:v>1.8325439355418687</c:v>
                </c:pt>
                <c:pt idx="66">
                  <c:v>1.8392748027008265</c:v>
                </c:pt>
                <c:pt idx="67">
                  <c:v>1.8459089127062365</c:v>
                </c:pt>
                <c:pt idx="68">
                  <c:v>1.8524490907372553</c:v>
                </c:pt>
                <c:pt idx="69">
                  <c:v>1.858898040014257</c:v>
                </c:pt>
                <c:pt idx="70">
                  <c:v>1.8652583487190753</c:v>
                </c:pt>
                <c:pt idx="71">
                  <c:v>1.8715324964312685</c:v>
                </c:pt>
                <c:pt idx="72">
                  <c:v>1.8777228601204559</c:v>
                </c:pt>
                <c:pt idx="73">
                  <c:v>1.8838317197309762</c:v>
                </c:pt>
                <c:pt idx="74">
                  <c:v>1.8898612633917</c:v>
                </c:pt>
                <c:pt idx="75">
                  <c:v>1.8958135922807913</c:v>
                </c:pt>
                <c:pt idx="76">
                  <c:v>1.9016907251724819</c:v>
                </c:pt>
                <c:pt idx="77">
                  <c:v>1.9074946026904804</c:v>
                </c:pt>
                <c:pt idx="78">
                  <c:v>1.9132270912904414</c:v>
                </c:pt>
                <c:pt idx="79">
                  <c:v>1.9188899869919436</c:v>
                </c:pt>
                <c:pt idx="80">
                  <c:v>1.9244850188786498</c:v>
                </c:pt>
                <c:pt idx="81">
                  <c:v>1.9300138523837167</c:v>
                </c:pt>
                <c:pt idx="82">
                  <c:v>1.9354780923760739</c:v>
                </c:pt>
                <c:pt idx="83">
                  <c:v>1.9408792860618815</c:v>
                </c:pt>
                <c:pt idx="84">
                  <c:v>1.9462189257142926</c:v>
                </c:pt>
                <c:pt idx="85">
                  <c:v>1.9514984512435676</c:v>
                </c:pt>
                <c:pt idx="86">
                  <c:v>1.9567192526186186</c:v>
                </c:pt>
                <c:pt idx="87">
                  <c:v>1.9618826721501688</c:v>
                </c:pt>
                <c:pt idx="88">
                  <c:v>1.9669900066449129</c:v>
                </c:pt>
                <c:pt idx="89">
                  <c:v>1.972042509439325</c:v>
                </c:pt>
                <c:pt idx="90">
                  <c:v>1.9770413923210937</c:v>
                </c:pt>
                <c:pt idx="91">
                  <c:v>1.9819878273455553</c:v>
                </c:pt>
                <c:pt idx="92">
                  <c:v>1.986882948553935</c:v>
                </c:pt>
                <c:pt idx="93">
                  <c:v>1.9917278535996985</c:v>
                </c:pt>
                <c:pt idx="94">
                  <c:v>1.9965236052888478</c:v>
                </c:pt>
                <c:pt idx="95">
                  <c:v>2.0012712330395686</c:v>
                </c:pt>
                <c:pt idx="96">
                  <c:v>2.0059717342662449</c:v>
                </c:pt>
                <c:pt idx="97">
                  <c:v>2.0106260756924947</c:v>
                </c:pt>
                <c:pt idx="98">
                  <c:v>2.0152351945975497</c:v>
                </c:pt>
                <c:pt idx="99">
                  <c:v>2.0198</c:v>
                </c:pt>
                <c:pt idx="100">
                  <c:v>2.0243213737826427</c:v>
                </c:pt>
                <c:pt idx="101">
                  <c:v>2.0288001717619175</c:v>
                </c:pt>
                <c:pt idx="102">
                  <c:v>2.033237224705172</c:v>
                </c:pt>
                <c:pt idx="103">
                  <c:v>2.0376333392987802</c:v>
                </c:pt>
                <c:pt idx="104">
                  <c:v>2.0419892990699382</c:v>
                </c:pt>
                <c:pt idx="105">
                  <c:v>2.0463058652647703</c:v>
                </c:pt>
                <c:pt idx="106">
                  <c:v>2.0505837776852096</c:v>
                </c:pt>
                <c:pt idx="107">
                  <c:v>2.0548237554869497</c:v>
                </c:pt>
                <c:pt idx="108">
                  <c:v>2.0590264979406236</c:v>
                </c:pt>
                <c:pt idx="109">
                  <c:v>2.0631926851582247</c:v>
                </c:pt>
                <c:pt idx="110">
                  <c:v>2.0673229787866574</c:v>
                </c:pt>
                <c:pt idx="111">
                  <c:v>2.0714180226701817</c:v>
                </c:pt>
                <c:pt idx="112">
                  <c:v>2.0754784434834197</c:v>
                </c:pt>
                <c:pt idx="113">
                  <c:v>2.0795048513364729</c:v>
                </c:pt>
                <c:pt idx="114">
                  <c:v>2.083497840353612</c:v>
                </c:pt>
                <c:pt idx="115">
                  <c:v>2.0874579892269187</c:v>
                </c:pt>
                <c:pt idx="116">
                  <c:v>2.0913858617461618</c:v>
                </c:pt>
                <c:pt idx="117">
                  <c:v>2.0952820073061256</c:v>
                </c:pt>
                <c:pt idx="118">
                  <c:v>2.0991469613925307</c:v>
                </c:pt>
                <c:pt idx="119">
                  <c:v>2.1029812460476247</c:v>
                </c:pt>
                <c:pt idx="120">
                  <c:v>2.1067853703164503</c:v>
                </c:pt>
                <c:pt idx="121">
                  <c:v>2.1105598306747484</c:v>
                </c:pt>
                <c:pt idx="122">
                  <c:v>2.114305111439398</c:v>
                </c:pt>
                <c:pt idx="123">
                  <c:v>2.1180216851622351</c:v>
                </c:pt>
                <c:pt idx="124">
                  <c:v>2.1217100130080562</c:v>
                </c:pt>
                <c:pt idx="125">
                  <c:v>2.1253705451175628</c:v>
                </c:pt>
                <c:pt idx="126">
                  <c:v>2.1290037209559567</c:v>
                </c:pt>
                <c:pt idx="127">
                  <c:v>2.1326099696478682</c:v>
                </c:pt>
                <c:pt idx="128">
                  <c:v>2.1361897102992486</c:v>
                </c:pt>
                <c:pt idx="129">
                  <c:v>2.1397433523068368</c:v>
                </c:pt>
                <c:pt idx="130">
                  <c:v>2.1432712956557642</c:v>
                </c:pt>
                <c:pt idx="131">
                  <c:v>2.1467739312058498</c:v>
                </c:pt>
                <c:pt idx="132">
                  <c:v>2.150251640967086</c:v>
                </c:pt>
                <c:pt idx="133">
                  <c:v>2.1537047983648079</c:v>
                </c:pt>
                <c:pt idx="134">
                  <c:v>2.1571337684950063</c:v>
                </c:pt>
                <c:pt idx="135">
                  <c:v>2.1605389083702176</c:v>
                </c:pt>
                <c:pt idx="136">
                  <c:v>2.1639205671564068</c:v>
                </c:pt>
                <c:pt idx="137">
                  <c:v>2.1672790864012366</c:v>
                </c:pt>
                <c:pt idx="138">
                  <c:v>2.170614800254095</c:v>
                </c:pt>
                <c:pt idx="139">
                  <c:v>2.1739280356782382</c:v>
                </c:pt>
                <c:pt idx="140">
                  <c:v>2.1772191126553797</c:v>
                </c:pt>
                <c:pt idx="141">
                  <c:v>2.1804883443830563</c:v>
                </c:pt>
                <c:pt idx="142">
                  <c:v>2.1837360374650618</c:v>
                </c:pt>
                <c:pt idx="143">
                  <c:v>2.1869624920952497</c:v>
                </c:pt>
                <c:pt idx="144">
                  <c:v>2.1901680022349748</c:v>
                </c:pt>
                <c:pt idx="145">
                  <c:v>2.1933528557844371</c:v>
                </c:pt>
                <c:pt idx="146">
                  <c:v>2.1965173347481759</c:v>
                </c:pt>
                <c:pt idx="147">
                  <c:v>2.1996617153949574</c:v>
                </c:pt>
                <c:pt idx="148">
                  <c:v>2.2027862684122739</c:v>
                </c:pt>
                <c:pt idx="149">
                  <c:v>2.2058912590556812</c:v>
                </c:pt>
                <c:pt idx="150">
                  <c:v>2.2089769472931691</c:v>
                </c:pt>
                <c:pt idx="151">
                  <c:v>2.2120435879447724</c:v>
                </c:pt>
                <c:pt idx="152">
                  <c:v>2.2150914308175991</c:v>
                </c:pt>
                <c:pt idx="153">
                  <c:v>2.2181207208364633</c:v>
                </c:pt>
                <c:pt idx="154">
                  <c:v>2.2211316981702915</c:v>
                </c:pt>
                <c:pt idx="155">
                  <c:v>2.2241245983544617</c:v>
                </c:pt>
                <c:pt idx="156">
                  <c:v>2.2270996524092337</c:v>
                </c:pt>
                <c:pt idx="157">
                  <c:v>2.2300570869544227</c:v>
                </c:pt>
                <c:pt idx="158">
                  <c:v>2.2329971243204514</c:v>
                </c:pt>
                <c:pt idx="159">
                  <c:v>2.2359199826559246</c:v>
                </c:pt>
                <c:pt idx="160">
                  <c:v>2.2388258760318496</c:v>
                </c:pt>
                <c:pt idx="161">
                  <c:v>2.2417150145426308</c:v>
                </c:pt>
                <c:pt idx="162">
                  <c:v>2.2445876044039577</c:v>
                </c:pt>
                <c:pt idx="163">
                  <c:v>2.2474438480476979</c:v>
                </c:pt>
                <c:pt idx="164">
                  <c:v>2.2502839442139062</c:v>
                </c:pt>
                <c:pt idx="165">
                  <c:v>2.2531080880400549</c:v>
                </c:pt>
                <c:pt idx="166">
                  <c:v>2.2559164711475832</c:v>
                </c:pt>
                <c:pt idx="167">
                  <c:v>2.2587092817258627</c:v>
                </c:pt>
                <c:pt idx="168">
                  <c:v>2.2614867046136733</c:v>
                </c:pt>
                <c:pt idx="169">
                  <c:v>2.2642489213782739</c:v>
                </c:pt>
                <c:pt idx="170">
                  <c:v>2.2669961103921534</c:v>
                </c:pt>
                <c:pt idx="171">
                  <c:v>2.2697284469075485</c:v>
                </c:pt>
                <c:pt idx="172">
                  <c:v>2.2724461031287957</c:v>
                </c:pt>
                <c:pt idx="173">
                  <c:v>2.2751492482826001</c:v>
                </c:pt>
                <c:pt idx="174">
                  <c:v>2.2778380486862946</c:v>
                </c:pt>
                <c:pt idx="175">
                  <c:v>2.2805126678141501</c:v>
                </c:pt>
                <c:pt idx="176">
                  <c:v>2.283173266361807</c:v>
                </c:pt>
                <c:pt idx="177">
                  <c:v>2.2858200023088941</c:v>
                </c:pt>
                <c:pt idx="178">
                  <c:v>2.2884530309798934</c:v>
                </c:pt>
                <c:pt idx="179">
                  <c:v>2.2910725051033061</c:v>
                </c:pt>
                <c:pt idx="180">
                  <c:v>2.2936785748691846</c:v>
                </c:pt>
                <c:pt idx="181">
                  <c:v>2.2962713879850747</c:v>
                </c:pt>
                <c:pt idx="182">
                  <c:v>2.2988510897304293</c:v>
                </c:pt>
                <c:pt idx="183">
                  <c:v>2.3014178230095363</c:v>
                </c:pt>
                <c:pt idx="184">
                  <c:v>2.3039717284030137</c:v>
                </c:pt>
                <c:pt idx="185">
                  <c:v>2.3065129442179164</c:v>
                </c:pt>
                <c:pt idx="186">
                  <c:v>2.3090416065364989</c:v>
                </c:pt>
                <c:pt idx="187">
                  <c:v>2.3115578492636799</c:v>
                </c:pt>
                <c:pt idx="188">
                  <c:v>2.3140618041732441</c:v>
                </c:pt>
                <c:pt idx="189">
                  <c:v>2.3165536009528287</c:v>
                </c:pt>
                <c:pt idx="190">
                  <c:v>2.3190333672477275</c:v>
                </c:pt>
                <c:pt idx="191">
                  <c:v>2.3215012287035495</c:v>
                </c:pt>
                <c:pt idx="192">
                  <c:v>2.3239573090077741</c:v>
                </c:pt>
                <c:pt idx="193">
                  <c:v>2.3264017299302262</c:v>
                </c:pt>
                <c:pt idx="194">
                  <c:v>2.328834611362518</c:v>
                </c:pt>
                <c:pt idx="195">
                  <c:v>2.3312560713564761</c:v>
                </c:pt>
                <c:pt idx="196">
                  <c:v>2.333666226161593</c:v>
                </c:pt>
                <c:pt idx="197">
                  <c:v>2.336065190261531</c:v>
                </c:pt>
                <c:pt idx="198">
                  <c:v>2.3384530764097069</c:v>
                </c:pt>
                <c:pt idx="199">
                  <c:v>2.3408299956639813</c:v>
                </c:pt>
                <c:pt idx="200">
                  <c:v>2.3431960574204891</c:v>
                </c:pt>
                <c:pt idx="201">
                  <c:v>2.3455513694466239</c:v>
                </c:pt>
                <c:pt idx="202">
                  <c:v>2.347896037913213</c:v>
                </c:pt>
                <c:pt idx="203">
                  <c:v>2.3502301674258987</c:v>
                </c:pt>
                <c:pt idx="204">
                  <c:v>2.3525538610557541</c:v>
                </c:pt>
                <c:pt idx="205">
                  <c:v>2.3548672203691532</c:v>
                </c:pt>
                <c:pt idx="206">
                  <c:v>2.3571703454569177</c:v>
                </c:pt>
                <c:pt idx="207">
                  <c:v>2.3594633349627614</c:v>
                </c:pt>
                <c:pt idx="208">
                  <c:v>2.3617462861110541</c:v>
                </c:pt>
                <c:pt idx="209">
                  <c:v>2.3640192947339189</c:v>
                </c:pt>
                <c:pt idx="210">
                  <c:v>2.3662824552976924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072-41EF-9F98-F58BB8F6D68F}"/>
            </c:ext>
          </c:extLst>
        </c:ser>
        <c:ser>
          <c:idx val="3"/>
          <c:order val="3"/>
          <c:tx>
            <c:strRef>
              <c:f>[Plots.xlsx]Sheet1!$H$5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</c:numCache>
            </c:numRef>
          </c:xVal>
          <c:yVal>
            <c:numRef>
              <c:f>[Plots.xlsx]Sheet1!$H$6:$H$216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0.34262268082220626</c:v>
                </c:pt>
                <c:pt idx="2">
                  <c:v>0.53187891704225509</c:v>
                </c:pt>
                <c:pt idx="3">
                  <c:v>0.66335783168157414</c:v>
                </c:pt>
                <c:pt idx="4">
                  <c:v>0.76422799356293725</c:v>
                </c:pt>
                <c:pt idx="5">
                  <c:v>0.84609804001425681</c:v>
                </c:pt>
                <c:pt idx="6">
                  <c:v>0.91501385238371669</c:v>
                </c:pt>
                <c:pt idx="7">
                  <c:v>0.97452785359969862</c:v>
                </c:pt>
                <c:pt idx="8">
                  <c:v>1.0269058652647702</c:v>
                </c:pt>
                <c:pt idx="9">
                  <c:v>1.0736820073061253</c:v>
                </c:pt>
                <c:pt idx="10">
                  <c:v>1.1159433523068367</c:v>
                </c:pt>
                <c:pt idx="11">
                  <c:v>1.1544883443830565</c:v>
                </c:pt>
                <c:pt idx="12">
                  <c:v>1.1899207208364631</c:v>
                </c:pt>
                <c:pt idx="13">
                  <c:v>1.2227080880400552</c:v>
                </c:pt>
                <c:pt idx="14">
                  <c:v>1.253220002308894</c:v>
                </c:pt>
                <c:pt idx="15">
                  <c:v>1.2817536009528288</c:v>
                </c:pt>
                <c:pt idx="16">
                  <c:v>1.3085513694466238</c:v>
                </c:pt>
                <c:pt idx="17">
                  <c:v>1.3338137733491908</c:v>
                </c:pt>
                <c:pt idx="18">
                  <c:v>1.357708439147401</c:v>
                </c:pt>
                <c:pt idx="19">
                  <c:v>1.3803769570565121</c:v>
                </c:pt>
                <c:pt idx="20">
                  <c:v>1.4019400086720377</c:v>
                </c:pt>
                <c:pt idx="21">
                  <c:v>1.4225012913197455</c:v>
                </c:pt>
                <c:pt idx="22">
                  <c:v>1.4421505628203879</c:v>
                </c:pt>
                <c:pt idx="23">
                  <c:v>1.4609660331290428</c:v>
                </c:pt>
                <c:pt idx="24">
                  <c:v>1.4790162640762552</c:v>
                </c:pt>
                <c:pt idx="25">
                  <c:v>1.4963616938342725</c:v>
                </c:pt>
                <c:pt idx="26">
                  <c:v>1.5130558716958311</c:v>
                </c:pt>
                <c:pt idx="27">
                  <c:v>1.5291464668115646</c:v>
                </c:pt>
                <c:pt idx="28">
                  <c:v>1.5446760987927768</c:v>
                </c:pt>
                <c:pt idx="29">
                  <c:v>1.5596830266438744</c:v>
                </c:pt>
                <c:pt idx="30">
                  <c:v>1.574201724066995</c:v>
                </c:pt>
                <c:pt idx="31">
                  <c:v>1.5882633629117087</c:v>
                </c:pt>
                <c:pt idx="32">
                  <c:v>1.6018962218255741</c:v>
                </c:pt>
                <c:pt idx="33">
                  <c:v>1.615126033577194</c:v>
                </c:pt>
                <c:pt idx="34">
                  <c:v>1.6279762817750352</c:v>
                </c:pt>
                <c:pt idx="35">
                  <c:v>1.6404684555795863</c:v>
                </c:pt>
                <c:pt idx="36">
                  <c:v>1.652622269349092</c:v>
                </c:pt>
                <c:pt idx="37">
                  <c:v>1.6644558528571041</c:v>
                </c:pt>
                <c:pt idx="38">
                  <c:v>1.6759859166900002</c:v>
                </c:pt>
                <c:pt idx="39">
                  <c:v>1.6872278966121188</c:v>
                </c:pt>
                <c:pt idx="40">
                  <c:v>1.6981960800285136</c:v>
                </c:pt>
                <c:pt idx="41">
                  <c:v>1.7089037171450192</c:v>
                </c:pt>
                <c:pt idx="42">
                  <c:v>1.7193631189952756</c:v>
                </c:pt>
                <c:pt idx="43">
                  <c:v>1.729585744153739</c:v>
                </c:pt>
                <c:pt idx="44">
                  <c:v>1.739582275666389</c:v>
                </c:pt>
                <c:pt idx="45">
                  <c:v>1.7493626894942438</c:v>
                </c:pt>
                <c:pt idx="46">
                  <c:v>1.7589363155690612</c:v>
                </c:pt>
                <c:pt idx="47">
                  <c:v>1.7683118923979735</c:v>
                </c:pt>
                <c:pt idx="48">
                  <c:v>1.7774976160180906</c:v>
                </c:pt>
                <c:pt idx="49">
                  <c:v>1.7865011839884108</c:v>
                </c:pt>
                <c:pt idx="50">
                  <c:v>1.7953298350107671</c:v>
                </c:pt>
                <c:pt idx="51">
                  <c:v>1.8039903846908187</c:v>
                </c:pt>
                <c:pt idx="52">
                  <c:v>1.8124892578817327</c:v>
                </c:pt>
                <c:pt idx="53">
                  <c:v>1.8208325179950839</c:v>
                </c:pt>
                <c:pt idx="54">
                  <c:v>1.8290258936139554</c:v>
                </c:pt>
                <c:pt idx="55">
                  <c:v>1.8370748027008263</c:v>
                </c:pt>
                <c:pt idx="56">
                  <c:v>1.8449843746564791</c:v>
                </c:pt>
                <c:pt idx="57">
                  <c:v>1.8527594704548549</c:v>
                </c:pt>
                <c:pt idx="58">
                  <c:v>1.8604047010518039</c:v>
                </c:pt>
                <c:pt idx="59">
                  <c:v>1.8679244442423004</c:v>
                </c:pt>
                <c:pt idx="60">
                  <c:v>1.8753228601204559</c:v>
                </c:pt>
                <c:pt idx="61">
                  <c:v>1.8826039052790271</c:v>
                </c:pt>
                <c:pt idx="62">
                  <c:v>1.889771345869774</c:v>
                </c:pt>
                <c:pt idx="63">
                  <c:v>1.8968287696326038</c:v>
                </c:pt>
                <c:pt idx="64">
                  <c:v>1.9037795969896889</c:v>
                </c:pt>
                <c:pt idx="65">
                  <c:v>1.9106270912904413</c:v>
                </c:pt>
                <c:pt idx="66">
                  <c:v>1.9173743682841635</c:v>
                </c:pt>
                <c:pt idx="67">
                  <c:v>1.9240244048892012</c:v>
                </c:pt>
                <c:pt idx="68">
                  <c:v>1.9305800473203822</c:v>
                </c:pt>
                <c:pt idx="69">
                  <c:v>1.9370440186302764</c:v>
                </c:pt>
                <c:pt idx="70">
                  <c:v>1.9434189257142926</c:v>
                </c:pt>
                <c:pt idx="71">
                  <c:v>1.9497072658247128</c:v>
                </c:pt>
                <c:pt idx="72">
                  <c:v>1.9559114326344029</c:v>
                </c:pt>
                <c:pt idx="73">
                  <c:v>1.9620337218870507</c:v>
                </c:pt>
                <c:pt idx="74">
                  <c:v>1.9680763366673042</c:v>
                </c:pt>
                <c:pt idx="75">
                  <c:v>1.9740413923210935</c:v>
                </c:pt>
                <c:pt idx="76">
                  <c:v>1.9799309210536296</c:v>
                </c:pt>
                <c:pt idx="77">
                  <c:v>1.9857468762300934</c:v>
                </c:pt>
                <c:pt idx="78">
                  <c:v>1.9914911364017929</c:v>
                </c:pt>
                <c:pt idx="79">
                  <c:v>1.9971655090785445</c:v>
                </c:pt>
                <c:pt idx="80">
                  <c:v>2.0027717342662448</c:v>
                </c:pt>
                <c:pt idx="81">
                  <c:v>2.0083114877869499</c:v>
                </c:pt>
                <c:pt idx="82">
                  <c:v>2.0137863843973132</c:v>
                </c:pt>
                <c:pt idx="83">
                  <c:v>2.0191979807199085</c:v>
                </c:pt>
                <c:pt idx="84">
                  <c:v>2.0245477780007399</c:v>
                </c:pt>
                <c:pt idx="85">
                  <c:v>2.0298372247051719</c:v>
                </c:pt>
                <c:pt idx="86">
                  <c:v>2.0350677189635054</c:v>
                </c:pt>
                <c:pt idx="87">
                  <c:v>2.0402406108765274</c:v>
                </c:pt>
                <c:pt idx="88">
                  <c:v>2.0453572046905535</c:v>
                </c:pt>
                <c:pt idx="89">
                  <c:v>2.0504187608507198</c:v>
                </c:pt>
                <c:pt idx="90">
                  <c:v>2.0554264979406236</c:v>
                </c:pt>
                <c:pt idx="91">
                  <c:v>2.0603815945157664</c:v>
                </c:pt>
                <c:pt idx="92">
                  <c:v>2.0652851908377103</c:v>
                </c:pt>
                <c:pt idx="93">
                  <c:v>2.0701383905153277</c:v>
                </c:pt>
                <c:pt idx="94">
                  <c:v>2.0749422620590523</c:v>
                </c:pt>
                <c:pt idx="95">
                  <c:v>2.0796978403536119</c:v>
                </c:pt>
                <c:pt idx="96">
                  <c:v>2.084406128054312</c:v>
                </c:pt>
                <c:pt idx="97">
                  <c:v>2.0890680969115958</c:v>
                </c:pt>
                <c:pt idx="98">
                  <c:v>2.0936846890282439</c:v>
                </c:pt>
                <c:pt idx="99">
                  <c:v>2.0982568180532928</c:v>
                </c:pt>
                <c:pt idx="100">
                  <c:v>2.1027853703164503</c:v>
                </c:pt>
                <c:pt idx="101">
                  <c:v>2.1072712059065353</c:v>
                </c:pt>
                <c:pt idx="102">
                  <c:v>2.1117151596972228</c:v>
                </c:pt>
                <c:pt idx="103">
                  <c:v>2.1161180423231509</c:v>
                </c:pt>
                <c:pt idx="104">
                  <c:v>2.1204806411092498</c:v>
                </c:pt>
                <c:pt idx="105">
                  <c:v>2.1248037209559567</c:v>
                </c:pt>
                <c:pt idx="106">
                  <c:v>2.1290880251827984</c:v>
                </c:pt>
                <c:pt idx="107">
                  <c:v>2.1333342763326812</c:v>
                </c:pt>
                <c:pt idx="108">
                  <c:v>2.1375431769390549</c:v>
                </c:pt>
                <c:pt idx="109">
                  <c:v>2.1417154102579907</c:v>
                </c:pt>
                <c:pt idx="110">
                  <c:v>2.1458516409670856</c:v>
                </c:pt>
                <c:pt idx="111">
                  <c:v>2.1499525158329735</c:v>
                </c:pt>
                <c:pt idx="112">
                  <c:v>2.1540186643491257</c:v>
                </c:pt>
                <c:pt idx="113">
                  <c:v>2.1580506993455137</c:v>
                </c:pt>
                <c:pt idx="114">
                  <c:v>2.1620492175716071</c:v>
                </c:pt>
                <c:pt idx="115">
                  <c:v>2.1660148002540951</c:v>
                </c:pt>
                <c:pt idx="116">
                  <c:v>2.1699480136306399</c:v>
                </c:pt>
                <c:pt idx="117">
                  <c:v>2.1738494094608809</c:v>
                </c:pt>
                <c:pt idx="118">
                  <c:v>2.177719525515847</c:v>
                </c:pt>
                <c:pt idx="119">
                  <c:v>2.1815588860468638</c:v>
                </c:pt>
                <c:pt idx="120">
                  <c:v>2.1853680022349748</c:v>
                </c:pt>
                <c:pt idx="121">
                  <c:v>2.1891473726218416</c:v>
                </c:pt>
                <c:pt idx="122">
                  <c:v>2.1928974835230326</c:v>
                </c:pt>
                <c:pt idx="123">
                  <c:v>2.1966188094245562</c:v>
                </c:pt>
                <c:pt idx="124">
                  <c:v>2.2003118133634474</c:v>
                </c:pt>
                <c:pt idx="125">
                  <c:v>2.2039769472931692</c:v>
                </c:pt>
                <c:pt idx="126">
                  <c:v>2.2076146524345539</c:v>
                </c:pt>
                <c:pt idx="127">
                  <c:v>2.2112253596129618</c:v>
                </c:pt>
                <c:pt idx="128">
                  <c:v>2.2148094895823061</c:v>
                </c:pt>
                <c:pt idx="129">
                  <c:v>2.2183674533365454</c:v>
                </c:pt>
                <c:pt idx="130">
                  <c:v>2.2218996524092334</c:v>
                </c:pt>
                <c:pt idx="131">
                  <c:v>2.2254064791616575</c:v>
                </c:pt>
                <c:pt idx="132">
                  <c:v>2.2288883170600937</c:v>
                </c:pt>
                <c:pt idx="133">
                  <c:v>2.2323455409426622</c:v>
                </c:pt>
                <c:pt idx="134">
                  <c:v>2.2357785172762537</c:v>
                </c:pt>
                <c:pt idx="135">
                  <c:v>2.2391876044039578</c:v>
                </c:pt>
                <c:pt idx="136">
                  <c:v>2.2425731527834221</c:v>
                </c:pt>
                <c:pt idx="137">
                  <c:v>2.245935505216528</c:v>
                </c:pt>
                <c:pt idx="138">
                  <c:v>2.2492749970707688</c:v>
                </c:pt>
                <c:pt idx="139">
                  <c:v>2.2525919564926813</c:v>
                </c:pt>
                <c:pt idx="140">
                  <c:v>2.2558867046136735</c:v>
                </c:pt>
                <c:pt idx="141">
                  <c:v>2.2591595557485689</c:v>
                </c:pt>
                <c:pt idx="142">
                  <c:v>2.2624108175871793</c:v>
                </c:pt>
                <c:pt idx="143">
                  <c:v>2.2656407913791909</c:v>
                </c:pt>
                <c:pt idx="144">
                  <c:v>2.2688497721126475</c:v>
                </c:pt>
                <c:pt idx="145">
                  <c:v>2.2720380486862943</c:v>
                </c:pt>
                <c:pt idx="146">
                  <c:v>2.2752059040760289</c:v>
                </c:pt>
                <c:pt idx="147">
                  <c:v>2.2783536154957074</c:v>
                </c:pt>
                <c:pt idx="148">
                  <c:v>2.2814814545525275</c:v>
                </c:pt>
                <c:pt idx="149">
                  <c:v>2.2845896873972098</c:v>
                </c:pt>
                <c:pt idx="150">
                  <c:v>2.2876785748691844</c:v>
                </c:pt>
                <c:pt idx="151">
                  <c:v>2.2907483726369793</c:v>
                </c:pt>
                <c:pt idx="152">
                  <c:v>2.2937993313340024</c:v>
                </c:pt>
                <c:pt idx="153">
                  <c:v>2.2968316966898934</c:v>
                </c:pt>
                <c:pt idx="154">
                  <c:v>2.2998457096576232</c:v>
                </c:pt>
                <c:pt idx="155">
                  <c:v>2.3028416065364992</c:v>
                </c:pt>
                <c:pt idx="156">
                  <c:v>2.3058196190912383</c:v>
                </c:pt>
                <c:pt idx="157">
                  <c:v>2.3087799746672548</c:v>
                </c:pt>
                <c:pt idx="158">
                  <c:v>2.3117228963023075</c:v>
                </c:pt>
                <c:pt idx="159">
                  <c:v>2.3146486028346449</c:v>
                </c:pt>
                <c:pt idx="160">
                  <c:v>2.3175573090077739</c:v>
                </c:pt>
                <c:pt idx="161">
                  <c:v>2.320449225571986</c:v>
                </c:pt>
                <c:pt idx="162">
                  <c:v>2.3233245593827543</c:v>
                </c:pt>
                <c:pt idx="163">
                  <c:v>2.3261835134961166</c:v>
                </c:pt>
                <c:pt idx="164">
                  <c:v>2.3290262872611605</c:v>
                </c:pt>
                <c:pt idx="165">
                  <c:v>2.3318530764097067</c:v>
                </c:pt>
                <c:pt idx="166">
                  <c:v>2.3346640731432995</c:v>
                </c:pt>
                <c:pt idx="167">
                  <c:v>2.3374594662175991</c:v>
                </c:pt>
                <c:pt idx="168">
                  <c:v>2.3402394410242615</c:v>
                </c:pt>
                <c:pt idx="169">
                  <c:v>2.3430041796704075</c:v>
                </c:pt>
                <c:pt idx="170">
                  <c:v>2.345753861055754</c:v>
                </c:pt>
                <c:pt idx="171">
                  <c:v>2.3484886609474973</c:v>
                </c:pt>
                <c:pt idx="172">
                  <c:v>2.3512087520530223</c:v>
                </c:pt>
                <c:pt idx="173">
                  <c:v>2.3539143040905124</c:v>
                </c:pt>
                <c:pt idx="174">
                  <c:v>2.356605483857539</c:v>
                </c:pt>
                <c:pt idx="175">
                  <c:v>2.3592824552976928</c:v>
                </c:pt>
                <c:pt idx="176">
                  <c:v>2.3619453795653218</c:v>
                </c:pt>
                <c:pt idx="177">
                  <c:v>2.364594415088451</c:v>
                </c:pt>
                <c:pt idx="178">
                  <c:v>2.3672297176299324</c:v>
                </c:pt>
                <c:pt idx="179">
                  <c:v>2.369851440346892</c:v>
                </c:pt>
                <c:pt idx="180">
                  <c:v>2.3724597338485296</c:v>
                </c:pt>
                <c:pt idx="181">
                  <c:v>2.375054746252323</c:v>
                </c:pt>
                <c:pt idx="182">
                  <c:v>2.3776366232386925</c:v>
                </c:pt>
                <c:pt idx="183">
                  <c:v>2.3802055081041718</c:v>
                </c:pt>
                <c:pt idx="184">
                  <c:v>2.3827615418131414</c:v>
                </c:pt>
                <c:pt idx="185">
                  <c:v>2.3853048630481606</c:v>
                </c:pt>
                <c:pt idx="186">
                  <c:v>2.3878356082589542</c:v>
                </c:pt>
                <c:pt idx="187">
                  <c:v>2.3903539117100876</c:v>
                </c:pt>
                <c:pt idx="188">
                  <c:v>2.3928599055273785</c:v>
                </c:pt>
                <c:pt idx="189">
                  <c:v>2.3953537197430812</c:v>
                </c:pt>
                <c:pt idx="190">
                  <c:v>2.3978354823398877</c:v>
                </c:pt>
                <c:pt idx="191">
                  <c:v>2.4003053192937727</c:v>
                </c:pt>
                <c:pt idx="192">
                  <c:v>2.4027633546157308</c:v>
                </c:pt>
                <c:pt idx="193">
                  <c:v>2.4052097103924299</c:v>
                </c:pt>
                <c:pt idx="194">
                  <c:v>2.4076445068258217</c:v>
                </c:pt>
                <c:pt idx="195">
                  <c:v>2.4100678622717364</c:v>
                </c:pt>
                <c:pt idx="196">
                  <c:v>2.4124798932774962</c:v>
                </c:pt>
                <c:pt idx="197">
                  <c:v>2.4148807146185725</c:v>
                </c:pt>
                <c:pt idx="198">
                  <c:v>2.417270439334323</c:v>
                </c:pt>
                <c:pt idx="199">
                  <c:v>2.41964917876283</c:v>
                </c:pt>
                <c:pt idx="200">
                  <c:v>2.4220170425748684</c:v>
                </c:pt>
                <c:pt idx="201">
                  <c:v>2.4243741388070332</c:v>
                </c:pt>
                <c:pt idx="202">
                  <c:v>2.4267205738940461</c:v>
                </c:pt>
                <c:pt idx="203">
                  <c:v>2.4290564527002667</c:v>
                </c:pt>
                <c:pt idx="204">
                  <c:v>2.4313818785504351</c:v>
                </c:pt>
                <c:pt idx="205">
                  <c:v>2.4336969532596657</c:v>
                </c:pt>
                <c:pt idx="206">
                  <c:v>2.4360017771627107</c:v>
                </c:pt>
                <c:pt idx="207">
                  <c:v>2.4382964491425239</c:v>
                </c:pt>
                <c:pt idx="208">
                  <c:v>2.4405810666581309</c:v>
                </c:pt>
                <c:pt idx="209">
                  <c:v>2.4428557257718437</c:v>
                </c:pt>
                <c:pt idx="210">
                  <c:v>2.4451205211758178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072-41EF-9F98-F58BB8F6D68F}"/>
            </c:ext>
          </c:extLst>
        </c:ser>
        <c:ser>
          <c:idx val="4"/>
          <c:order val="4"/>
          <c:tx>
            <c:strRef>
              <c:f>[Plots.xlsx]Sheet1!$I$5</c:f>
              <c:strCache>
                <c:ptCount val="1"/>
                <c:pt idx="0">
                  <c:v>Big NN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</c:numCache>
            </c:numRef>
          </c:xVal>
          <c:yVal>
            <c:numRef>
              <c:f>[Plots.xlsx]Sheet1!$I$6:$I$216</c:f>
              <c:numCache>
                <c:formatCode>General</c:formatCode>
                <c:ptCount val="211"/>
                <c:pt idx="0">
                  <c:v>0</c:v>
                </c:pt>
                <c:pt idx="1">
                  <c:v>3.1033339298780369E-2</c:v>
                </c:pt>
                <c:pt idx="2">
                  <c:v>6.1423755486949727E-2</c:v>
                </c:pt>
                <c:pt idx="3">
                  <c:v>9.1218022670181656E-2</c:v>
                </c:pt>
                <c:pt idx="4">
                  <c:v>0.12045798922691844</c:v>
                </c:pt>
                <c:pt idx="5">
                  <c:v>0.14918124604762484</c:v>
                </c:pt>
                <c:pt idx="6">
                  <c:v>0.17742168516223505</c:v>
                </c:pt>
                <c:pt idx="7">
                  <c:v>0.20520996964786836</c:v>
                </c:pt>
                <c:pt idx="8">
                  <c:v>0.2325739312058499</c:v>
                </c:pt>
                <c:pt idx="9">
                  <c:v>0.25953890837021748</c:v>
                </c:pt>
                <c:pt idx="10">
                  <c:v>0.28612803567823802</c:v>
                </c:pt>
                <c:pt idx="11">
                  <c:v>0.31236249209524963</c:v>
                </c:pt>
                <c:pt idx="12">
                  <c:v>0.33826171539495742</c:v>
                </c:pt>
                <c:pt idx="13">
                  <c:v>0.36384358794477256</c:v>
                </c:pt>
                <c:pt idx="14">
                  <c:v>0.38912459835446161</c:v>
                </c:pt>
                <c:pt idx="15">
                  <c:v>0.41411998265592476</c:v>
                </c:pt>
                <c:pt idx="16">
                  <c:v>0.43884384804769794</c:v>
                </c:pt>
                <c:pt idx="17">
                  <c:v>0.46330928172586294</c:v>
                </c:pt>
                <c:pt idx="18">
                  <c:v>0.48752844690754893</c:v>
                </c:pt>
                <c:pt idx="19">
                  <c:v>0.51151266781414984</c:v>
                </c:pt>
                <c:pt idx="20">
                  <c:v>0.53527250510330604</c:v>
                </c:pt>
                <c:pt idx="21">
                  <c:v>0.55881782300953642</c:v>
                </c:pt>
                <c:pt idx="22">
                  <c:v>0.58215784926367986</c:v>
                </c:pt>
                <c:pt idx="23">
                  <c:v>0.60530122870354952</c:v>
                </c:pt>
                <c:pt idx="24">
                  <c:v>0.62825607135647599</c:v>
                </c:pt>
                <c:pt idx="25">
                  <c:v>0.65102999566398123</c:v>
                </c:pt>
                <c:pt idx="26">
                  <c:v>0.67363016742589876</c:v>
                </c:pt>
                <c:pt idx="27">
                  <c:v>0.69606333496276163</c:v>
                </c:pt>
                <c:pt idx="28">
                  <c:v>0.71833586092875146</c:v>
                </c:pt>
                <c:pt idx="29">
                  <c:v>0.74045375115093093</c:v>
                </c:pt>
                <c:pt idx="30">
                  <c:v>0.76242268082220632</c:v>
                </c:pt>
                <c:pt idx="31">
                  <c:v>0.78424801833416291</c:v>
                </c:pt>
                <c:pt idx="32">
                  <c:v>0.80593484700045392</c:v>
                </c:pt>
                <c:pt idx="33">
                  <c:v>0.82748798489089981</c:v>
                </c:pt>
                <c:pt idx="34">
                  <c:v>0.84891200297010672</c:v>
                </c:pt>
                <c:pt idx="35">
                  <c:v>0.87021124171160613</c:v>
                </c:pt>
                <c:pt idx="36">
                  <c:v>0.89138982633872943</c:v>
                </c:pt>
                <c:pt idx="37">
                  <c:v>0.9124516808262163</c:v>
                </c:pt>
                <c:pt idx="38">
                  <c:v>0.93340054078154411</c:v>
                </c:pt>
                <c:pt idx="39">
                  <c:v>0.95423996531184962</c:v>
                </c:pt>
                <c:pt idx="40">
                  <c:v>0.97497334797081803</c:v>
                </c:pt>
                <c:pt idx="41">
                  <c:v>0.99560392686983112</c:v>
                </c:pt>
                <c:pt idx="42">
                  <c:v>1.0161347940287888</c:v>
                </c:pt>
                <c:pt idx="43">
                  <c:v>1.0365689040341985</c:v>
                </c:pt>
                <c:pt idx="44">
                  <c:v>1.0569090820652176</c:v>
                </c:pt>
                <c:pt idx="45">
                  <c:v>1.0771580313422193</c:v>
                </c:pt>
                <c:pt idx="46">
                  <c:v>1.0973183400470377</c:v>
                </c:pt>
                <c:pt idx="47">
                  <c:v>1.1173924877592309</c:v>
                </c:pt>
                <c:pt idx="48">
                  <c:v>1.1373828514484183</c:v>
                </c:pt>
                <c:pt idx="49">
                  <c:v>1.1572917110589387</c:v>
                </c:pt>
                <c:pt idx="50">
                  <c:v>1.1771212547196626</c:v>
                </c:pt>
                <c:pt idx="51">
                  <c:v>1.1968735836087538</c:v>
                </c:pt>
                <c:pt idx="52">
                  <c:v>1.2165507165004443</c:v>
                </c:pt>
                <c:pt idx="53">
                  <c:v>1.2361545940184429</c:v>
                </c:pt>
                <c:pt idx="54">
                  <c:v>1.2556870826184039</c:v>
                </c:pt>
                <c:pt idx="55">
                  <c:v>1.2751499783199061</c:v>
                </c:pt>
                <c:pt idx="56">
                  <c:v>1.2945450102066123</c:v>
                </c:pt>
                <c:pt idx="57">
                  <c:v>1.3138738437116793</c:v>
                </c:pt>
                <c:pt idx="58">
                  <c:v>1.3331380837040363</c:v>
                </c:pt>
                <c:pt idx="59">
                  <c:v>1.3523392773898442</c:v>
                </c:pt>
                <c:pt idx="60">
                  <c:v>1.3714789170422552</c:v>
                </c:pt>
                <c:pt idx="61">
                  <c:v>1.3905584425715301</c:v>
                </c:pt>
                <c:pt idx="62">
                  <c:v>1.4095792439465811</c:v>
                </c:pt>
                <c:pt idx="63">
                  <c:v>1.4285426634781311</c:v>
                </c:pt>
                <c:pt idx="64">
                  <c:v>1.4474499979728752</c:v>
                </c:pt>
                <c:pt idx="65">
                  <c:v>1.4663025007672874</c:v>
                </c:pt>
                <c:pt idx="66">
                  <c:v>1.4851013836490561</c:v>
                </c:pt>
                <c:pt idx="67">
                  <c:v>1.5038478186735178</c:v>
                </c:pt>
                <c:pt idx="68">
                  <c:v>1.5225429398818977</c:v>
                </c:pt>
                <c:pt idx="69">
                  <c:v>1.541187844927661</c:v>
                </c:pt>
                <c:pt idx="70">
                  <c:v>1.5597835966168101</c:v>
                </c:pt>
                <c:pt idx="71">
                  <c:v>1.5783312243675307</c:v>
                </c:pt>
                <c:pt idx="72">
                  <c:v>1.5968317255942073</c:v>
                </c:pt>
                <c:pt idx="73">
                  <c:v>1.6152860670204574</c:v>
                </c:pt>
                <c:pt idx="74">
                  <c:v>1.6336951859255122</c:v>
                </c:pt>
                <c:pt idx="75">
                  <c:v>1.6520599913279623</c:v>
                </c:pt>
                <c:pt idx="76">
                  <c:v>1.670381365110605</c:v>
                </c:pt>
                <c:pt idx="77">
                  <c:v>1.6886601630898799</c:v>
                </c:pt>
                <c:pt idx="78">
                  <c:v>1.7068972160331346</c:v>
                </c:pt>
                <c:pt idx="79">
                  <c:v>1.7250933306267429</c:v>
                </c:pt>
                <c:pt idx="80">
                  <c:v>1.7432492903979004</c:v>
                </c:pt>
                <c:pt idx="81">
                  <c:v>1.7613658565927328</c:v>
                </c:pt>
                <c:pt idx="82">
                  <c:v>1.7794437690131721</c:v>
                </c:pt>
                <c:pt idx="83">
                  <c:v>1.7974837468149121</c:v>
                </c:pt>
                <c:pt idx="84">
                  <c:v>1.815486489268586</c:v>
                </c:pt>
                <c:pt idx="85">
                  <c:v>1.8334526764861874</c:v>
                </c:pt>
                <c:pt idx="86">
                  <c:v>1.8513829701146198</c:v>
                </c:pt>
                <c:pt idx="87">
                  <c:v>1.869278013998144</c:v>
                </c:pt>
                <c:pt idx="88">
                  <c:v>1.8871384348113822</c:v>
                </c:pt>
                <c:pt idx="89">
                  <c:v>1.904964842664435</c:v>
                </c:pt>
                <c:pt idx="90">
                  <c:v>1.9227578316815741</c:v>
                </c:pt>
                <c:pt idx="91">
                  <c:v>1.9405179805548809</c:v>
                </c:pt>
                <c:pt idx="92">
                  <c:v>1.958245853074124</c:v>
                </c:pt>
                <c:pt idx="93">
                  <c:v>1.975941998634088</c:v>
                </c:pt>
                <c:pt idx="94">
                  <c:v>1.9936069527204932</c:v>
                </c:pt>
                <c:pt idx="95">
                  <c:v>2.0112412373755872</c:v>
                </c:pt>
                <c:pt idx="96">
                  <c:v>2.0288453616444126</c:v>
                </c:pt>
                <c:pt idx="97">
                  <c:v>2.0464198220027106</c:v>
                </c:pt>
                <c:pt idx="98">
                  <c:v>2.0639651027673604</c:v>
                </c:pt>
                <c:pt idx="99">
                  <c:v>2.0814816764901973</c:v>
                </c:pt>
                <c:pt idx="100">
                  <c:v>2.0989700043360191</c:v>
                </c:pt>
                <c:pt idx="101">
                  <c:v>2.1164305364455251</c:v>
                </c:pt>
                <c:pt idx="102">
                  <c:v>2.1338637122839192</c:v>
                </c:pt>
                <c:pt idx="103">
                  <c:v>2.1512699609758306</c:v>
                </c:pt>
                <c:pt idx="104">
                  <c:v>2.1686497016272113</c:v>
                </c:pt>
                <c:pt idx="105">
                  <c:v>2.1860033436347992</c:v>
                </c:pt>
                <c:pt idx="106">
                  <c:v>2.2033312869837265</c:v>
                </c:pt>
                <c:pt idx="107">
                  <c:v>2.2206339225338123</c:v>
                </c:pt>
                <c:pt idx="108">
                  <c:v>2.2379116322950483</c:v>
                </c:pt>
                <c:pt idx="109">
                  <c:v>2.25516478969277</c:v>
                </c:pt>
                <c:pt idx="110">
                  <c:v>2.2723937598229687</c:v>
                </c:pt>
                <c:pt idx="111">
                  <c:v>2.2895988996981798</c:v>
                </c:pt>
                <c:pt idx="112">
                  <c:v>2.3067805584843692</c:v>
                </c:pt>
                <c:pt idx="113">
                  <c:v>2.3239390777291993</c:v>
                </c:pt>
                <c:pt idx="114">
                  <c:v>2.3410747915820576</c:v>
                </c:pt>
                <c:pt idx="115">
                  <c:v>2.3581880270062006</c:v>
                </c:pt>
                <c:pt idx="116">
                  <c:v>2.3752791039833423</c:v>
                </c:pt>
                <c:pt idx="117">
                  <c:v>2.3923483357110191</c:v>
                </c:pt>
                <c:pt idx="118">
                  <c:v>2.4093960287930241</c:v>
                </c:pt>
                <c:pt idx="119">
                  <c:v>2.4264224834232122</c:v>
                </c:pt>
                <c:pt idx="120">
                  <c:v>2.4434279935629371</c:v>
                </c:pt>
                <c:pt idx="121">
                  <c:v>2.4604128471123996</c:v>
                </c:pt>
                <c:pt idx="122">
                  <c:v>2.4773773260761383</c:v>
                </c:pt>
                <c:pt idx="123">
                  <c:v>2.4943217067229195</c:v>
                </c:pt>
                <c:pt idx="124">
                  <c:v>2.5112462597402363</c:v>
                </c:pt>
                <c:pt idx="125">
                  <c:v>2.5281512503836439</c:v>
                </c:pt>
                <c:pt idx="126">
                  <c:v>2.545036938621132</c:v>
                </c:pt>
                <c:pt idx="127">
                  <c:v>2.5619035792727347</c:v>
                </c:pt>
                <c:pt idx="128">
                  <c:v>2.5787514221455612</c:v>
                </c:pt>
                <c:pt idx="129">
                  <c:v>2.5955807121644257</c:v>
                </c:pt>
                <c:pt idx="130">
                  <c:v>2.6123916894982537</c:v>
                </c:pt>
                <c:pt idx="131">
                  <c:v>2.6291845896824242</c:v>
                </c:pt>
                <c:pt idx="132">
                  <c:v>2.6459596437371964</c:v>
                </c:pt>
                <c:pt idx="133">
                  <c:v>2.6627170782823852</c:v>
                </c:pt>
                <c:pt idx="134">
                  <c:v>2.6794571156484142</c:v>
                </c:pt>
                <c:pt idx="135">
                  <c:v>2.6961799739838872</c:v>
                </c:pt>
                <c:pt idx="136">
                  <c:v>2.7128858673598124</c:v>
                </c:pt>
                <c:pt idx="137">
                  <c:v>2.7295750058705934</c:v>
                </c:pt>
                <c:pt idx="138">
                  <c:v>2.7462475957319201</c:v>
                </c:pt>
                <c:pt idx="139">
                  <c:v>2.7629038393756602</c:v>
                </c:pt>
                <c:pt idx="140">
                  <c:v>2.7795439355418687</c:v>
                </c:pt>
                <c:pt idx="141">
                  <c:v>2.7961680793680177</c:v>
                </c:pt>
                <c:pt idx="142">
                  <c:v>2.8127764624755458</c:v>
                </c:pt>
                <c:pt idx="143">
                  <c:v>2.8293692730538256</c:v>
                </c:pt>
                <c:pt idx="144">
                  <c:v>2.845946695941636</c:v>
                </c:pt>
                <c:pt idx="145">
                  <c:v>2.8625089127062364</c:v>
                </c:pt>
                <c:pt idx="146">
                  <c:v>2.8790561017201162</c:v>
                </c:pt>
                <c:pt idx="147">
                  <c:v>2.895588438235511</c:v>
                </c:pt>
                <c:pt idx="148">
                  <c:v>2.9121060944567576</c:v>
                </c:pt>
                <c:pt idx="149">
                  <c:v>2.9286092396105619</c:v>
                </c:pt>
                <c:pt idx="150">
                  <c:v>2.945098040014257</c:v>
                </c:pt>
                <c:pt idx="151">
                  <c:v>2.9615726591421119</c:v>
                </c:pt>
                <c:pt idx="152">
                  <c:v>2.978033257689769</c:v>
                </c:pt>
                <c:pt idx="153">
                  <c:v>2.9944799936368565</c:v>
                </c:pt>
                <c:pt idx="154">
                  <c:v>3.0109130223078555</c:v>
                </c:pt>
                <c:pt idx="155">
                  <c:v>3.0273324964312684</c:v>
                </c:pt>
                <c:pt idx="156">
                  <c:v>3.0437385661971472</c:v>
                </c:pt>
                <c:pt idx="157">
                  <c:v>3.0601313793130371</c:v>
                </c:pt>
                <c:pt idx="158">
                  <c:v>3.076511081058392</c:v>
                </c:pt>
                <c:pt idx="159">
                  <c:v>3.0928778143374989</c:v>
                </c:pt>
                <c:pt idx="160">
                  <c:v>3.1092317197309765</c:v>
                </c:pt>
                <c:pt idx="161">
                  <c:v>3.125572935545879</c:v>
                </c:pt>
                <c:pt idx="162">
                  <c:v>3.1419015978644618</c:v>
                </c:pt>
                <c:pt idx="163">
                  <c:v>3.1582178405916421</c:v>
                </c:pt>
                <c:pt idx="164">
                  <c:v>3.1745217955012066</c:v>
                </c:pt>
                <c:pt idx="165">
                  <c:v>3.1908135922807914</c:v>
                </c:pt>
                <c:pt idx="166">
                  <c:v>3.2070933585756896</c:v>
                </c:pt>
                <c:pt idx="167">
                  <c:v>3.2233612200315118</c:v>
                </c:pt>
                <c:pt idx="168">
                  <c:v>3.2396173003357358</c:v>
                </c:pt>
                <c:pt idx="169">
                  <c:v>3.2558617212581886</c:v>
                </c:pt>
                <c:pt idx="170">
                  <c:v>3.2720946026904802</c:v>
                </c:pt>
                <c:pt idx="171">
                  <c:v>3.2883160626844385</c:v>
                </c:pt>
                <c:pt idx="172">
                  <c:v>3.3045262174895553</c:v>
                </c:pt>
                <c:pt idx="173">
                  <c:v>3.3207251815894936</c:v>
                </c:pt>
                <c:pt idx="174">
                  <c:v>3.3369130677376688</c:v>
                </c:pt>
                <c:pt idx="175">
                  <c:v>3.3530899869919439</c:v>
                </c:pt>
                <c:pt idx="176">
                  <c:v>3.3692560487484511</c:v>
                </c:pt>
                <c:pt idx="177">
                  <c:v>3.3854113607745866</c:v>
                </c:pt>
                <c:pt idx="178">
                  <c:v>3.4015560292411755</c:v>
                </c:pt>
                <c:pt idx="179">
                  <c:v>3.4176901587538615</c:v>
                </c:pt>
                <c:pt idx="180">
                  <c:v>3.4338138523837167</c:v>
                </c:pt>
                <c:pt idx="181">
                  <c:v>3.449927211697116</c:v>
                </c:pt>
                <c:pt idx="182">
                  <c:v>3.4660303367848804</c:v>
                </c:pt>
                <c:pt idx="183">
                  <c:v>3.4821233262907239</c:v>
                </c:pt>
                <c:pt idx="184">
                  <c:v>3.4982062774390164</c:v>
                </c:pt>
                <c:pt idx="185">
                  <c:v>3.5142792860618814</c:v>
                </c:pt>
                <c:pt idx="186">
                  <c:v>3.5303424466256552</c:v>
                </c:pt>
                <c:pt idx="187">
                  <c:v>3.5463958522567136</c:v>
                </c:pt>
                <c:pt idx="188">
                  <c:v>3.5624395947667002</c:v>
                </c:pt>
                <c:pt idx="189">
                  <c:v>3.5784737646771534</c:v>
                </c:pt>
                <c:pt idx="190">
                  <c:v>3.594498451243568</c:v>
                </c:pt>
                <c:pt idx="191">
                  <c:v>3.6105137424788931</c:v>
                </c:pt>
                <c:pt idx="192">
                  <c:v>3.6265197251764922</c:v>
                </c:pt>
                <c:pt idx="193">
                  <c:v>3.6425164849325671</c:v>
                </c:pt>
                <c:pt idx="194">
                  <c:v>3.6585041061680807</c:v>
                </c:pt>
                <c:pt idx="195">
                  <c:v>3.6744826721501687</c:v>
                </c:pt>
                <c:pt idx="196">
                  <c:v>3.6904522650130733</c:v>
                </c:pt>
                <c:pt idx="197">
                  <c:v>3.7064129657786009</c:v>
                </c:pt>
                <c:pt idx="198">
                  <c:v>3.7223648543761234</c:v>
                </c:pt>
                <c:pt idx="199">
                  <c:v>3.7383080096621253</c:v>
                </c:pt>
                <c:pt idx="200">
                  <c:v>3.754242509439325</c:v>
                </c:pt>
                <c:pt idx="201">
                  <c:v>3.7701684304753633</c:v>
                </c:pt>
                <c:pt idx="202">
                  <c:v>3.7860858485210849</c:v>
                </c:pt>
                <c:pt idx="203">
                  <c:v>3.8019948383284161</c:v>
                </c:pt>
                <c:pt idx="204">
                  <c:v>3.8178954736678503</c:v>
                </c:pt>
                <c:pt idx="205">
                  <c:v>3.8337878273455552</c:v>
                </c:pt>
                <c:pt idx="206">
                  <c:v>3.8496719712201068</c:v>
                </c:pt>
                <c:pt idx="207">
                  <c:v>3.865547976218862</c:v>
                </c:pt>
                <c:pt idx="208">
                  <c:v>3.8814159123539813</c:v>
                </c:pt>
                <c:pt idx="209">
                  <c:v>3.8972758487381052</c:v>
                </c:pt>
                <c:pt idx="210">
                  <c:v>3.9131278535996987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2072-41EF-9F98-F58BB8F6D6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226034218717017"/>
          <c:y val="0.93639095843036324"/>
          <c:w val="0.61098132661633642"/>
          <c:h val="6.36090415696368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800" b="0" i="0" baseline="0" dirty="0">
                <a:effectLst/>
              </a:rPr>
              <a:t>대규모</a:t>
            </a:r>
            <a:r>
              <a:rPr lang="ko-KR" sz="1800" b="0" i="0" baseline="0" dirty="0">
                <a:effectLst/>
              </a:rPr>
              <a:t> 데이터에서의 알고리즘 성능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[Plots.xlsx]Sheet1!$E$5</c:f>
              <c:strCache>
                <c:ptCount val="1"/>
                <c:pt idx="0">
                  <c:v>Small NN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[Plots.xlsx]Sheet1!$E$6:$E$216</c:f>
              <c:numCache>
                <c:formatCode>General</c:formatCode>
                <c:ptCount val="211"/>
                <c:pt idx="0">
                  <c:v>0</c:v>
                </c:pt>
                <c:pt idx="1">
                  <c:v>0.28044892137827399</c:v>
                </c:pt>
                <c:pt idx="2">
                  <c:v>0.48021124171160612</c:v>
                </c:pt>
                <c:pt idx="3">
                  <c:v>0.64136169383427266</c:v>
                </c:pt>
                <c:pt idx="4">
                  <c:v>0.77978359661681029</c:v>
                </c:pt>
                <c:pt idx="5">
                  <c:v>0.90321251377534373</c:v>
                </c:pt>
                <c:pt idx="6">
                  <c:v>1.0160033436347993</c:v>
                </c:pt>
                <c:pt idx="7">
                  <c:v>1.1208520116421443</c:v>
                </c:pt>
                <c:pt idx="8">
                  <c:v>1.2195439355418687</c:v>
                </c:pt>
                <c:pt idx="9">
                  <c:v>1.3133228601204558</c:v>
                </c:pt>
                <c:pt idx="10">
                  <c:v>1.4030899869919435</c:v>
                </c:pt>
                <c:pt idx="11">
                  <c:v>1.4895192526186185</c:v>
                </c:pt>
                <c:pt idx="12">
                  <c:v>1.5731278535996986</c:v>
                </c:pt>
                <c:pt idx="13">
                  <c:v>1.6543213737826425</c:v>
                </c:pt>
                <c:pt idx="14">
                  <c:v>1.7334237554869496</c:v>
                </c:pt>
                <c:pt idx="15">
                  <c:v>1.8106978403536118</c:v>
                </c:pt>
                <c:pt idx="16">
                  <c:v>1.8863598306747482</c:v>
                </c:pt>
                <c:pt idx="17">
                  <c:v>1.9605897102992489</c:v>
                </c:pt>
                <c:pt idx="18">
                  <c:v>2.0335389083702178</c:v>
                </c:pt>
                <c:pt idx="19">
                  <c:v>2.105336037465062</c:v>
                </c:pt>
                <c:pt idx="20">
                  <c:v>2.1760912590556813</c:v>
                </c:pt>
                <c:pt idx="21">
                  <c:v>2.2458996524092338</c:v>
                </c:pt>
                <c:pt idx="22">
                  <c:v>2.314843848047698</c:v>
                </c:pt>
                <c:pt idx="23">
                  <c:v>2.382996110392154</c:v>
                </c:pt>
                <c:pt idx="24">
                  <c:v>2.4504200023088938</c:v>
                </c:pt>
                <c:pt idx="25">
                  <c:v>2.5171717284030137</c:v>
                </c:pt>
                <c:pt idx="26">
                  <c:v>2.5833012287035499</c:v>
                </c:pt>
                <c:pt idx="27">
                  <c:v>2.6488530764097069</c:v>
                </c:pt>
                <c:pt idx="28">
                  <c:v>2.7138672203691536</c:v>
                </c:pt>
                <c:pt idx="29">
                  <c:v>2.7783796034387378</c:v>
                </c:pt>
                <c:pt idx="30">
                  <c:v>2.8424226808222066</c:v>
                </c:pt>
                <c:pt idx="31">
                  <c:v>2.9060258571931228</c:v>
                </c:pt>
                <c:pt idx="32">
                  <c:v>2.969215857410143</c:v>
                </c:pt>
                <c:pt idx="33">
                  <c:v>3.0320170425748687</c:v>
                </c:pt>
                <c:pt idx="34">
                  <c:v>3.0944516808262161</c:v>
                </c:pt>
                <c:pt idx="35">
                  <c:v>3.1565401804339555</c:v>
                </c:pt>
                <c:pt idx="36">
                  <c:v>3.2183012913197455</c:v>
                </c:pt>
                <c:pt idx="37">
                  <c:v>3.2797522800024081</c:v>
                </c:pt>
                <c:pt idx="38">
                  <c:v>3.3409090820652176</c:v>
                </c:pt>
                <c:pt idx="39">
                  <c:v>3.4017864355242899</c:v>
                </c:pt>
                <c:pt idx="40">
                  <c:v>3.4623979978989561</c:v>
                </c:pt>
                <c:pt idx="41">
                  <c:v>3.5227564493172121</c:v>
                </c:pt>
                <c:pt idx="42">
                  <c:v>3.582873583608754</c:v>
                </c:pt>
                <c:pt idx="43">
                  <c:v>3.6427603890268374</c:v>
                </c:pt>
                <c:pt idx="44">
                  <c:v>3.7024271199844332</c:v>
                </c:pt>
                <c:pt idx="45">
                  <c:v>3.7618833609788744</c:v>
                </c:pt>
                <c:pt idx="46">
                  <c:v>3.8211380837040365</c:v>
                </c:pt>
                <c:pt idx="47">
                  <c:v>3.8801996982030822</c:v>
                </c:pt>
                <c:pt idx="48">
                  <c:v>3.9390760987927766</c:v>
                </c:pt>
                <c:pt idx="49">
                  <c:v>3.9977747053878225</c:v>
                </c:pt>
                <c:pt idx="50">
                  <c:v>4.0563025007672877</c:v>
                </c:pt>
                <c:pt idx="51">
                  <c:v>4.1146660642520896</c:v>
                </c:pt>
                <c:pt idx="52">
                  <c:v>4.1728716022004804</c:v>
                </c:pt>
                <c:pt idx="53">
                  <c:v>4.2309249756756193</c:v>
                </c:pt>
                <c:pt idx="54">
                  <c:v>4.288831725594207</c:v>
                </c:pt>
                <c:pt idx="55">
                  <c:v>4.3465970956264606</c:v>
                </c:pt>
                <c:pt idx="56">
                  <c:v>4.4042260530844706</c:v>
                </c:pt>
                <c:pt idx="57">
                  <c:v>4.4617233080073415</c:v>
                </c:pt>
                <c:pt idx="58">
                  <c:v>4.5190933306267427</c:v>
                </c:pt>
                <c:pt idx="59">
                  <c:v>4.5763403673750425</c:v>
                </c:pt>
                <c:pt idx="60">
                  <c:v>4.6334684555795871</c:v>
                </c:pt>
                <c:pt idx="61">
                  <c:v>4.6904814369704226</c:v>
                </c:pt>
                <c:pt idx="62">
                  <c:v>4.7473829701146197</c:v>
                </c:pt>
                <c:pt idx="63">
                  <c:v>4.8041765418779603</c:v>
                </c:pt>
                <c:pt idx="64">
                  <c:v>4.8608654780038698</c:v>
                </c:pt>
                <c:pt idx="65">
                  <c:v>4.9174529528899544</c:v>
                </c:pt>
                <c:pt idx="66">
                  <c:v>4.9739419986340883</c:v>
                </c:pt>
                <c:pt idx="67">
                  <c:v>5.0303355134145633</c:v>
                </c:pt>
                <c:pt idx="68">
                  <c:v>5.0866362692622928</c:v>
                </c:pt>
                <c:pt idx="69">
                  <c:v>5.1428469192772299</c:v>
                </c:pt>
                <c:pt idx="70">
                  <c:v>5.1989700043360187</c:v>
                </c:pt>
                <c:pt idx="71">
                  <c:v>5.2550079593333363</c:v>
                </c:pt>
                <c:pt idx="72">
                  <c:v>5.310963118995276</c:v>
                </c:pt>
                <c:pt idx="73">
                  <c:v>5.3668377232995246</c:v>
                </c:pt>
                <c:pt idx="74">
                  <c:v>5.4226339225338123</c:v>
                </c:pt>
                <c:pt idx="75">
                  <c:v>5.4783537820212285</c:v>
                </c:pt>
                <c:pt idx="76">
                  <c:v>5.5339992865383874</c:v>
                </c:pt>
                <c:pt idx="77">
                  <c:v>5.589572344450092</c:v>
                </c:pt>
                <c:pt idx="78">
                  <c:v>5.6450747915820578</c:v>
                </c:pt>
                <c:pt idx="79">
                  <c:v>5.7005083948513464</c:v>
                </c:pt>
                <c:pt idx="80">
                  <c:v>5.7558748556724915</c:v>
                </c:pt>
                <c:pt idx="81">
                  <c:v>5.8111758131557316</c:v>
                </c:pt>
                <c:pt idx="82">
                  <c:v>5.8664128471123993</c:v>
                </c:pt>
                <c:pt idx="83">
                  <c:v>5.9215874808812554</c:v>
                </c:pt>
                <c:pt idx="84">
                  <c:v>5.9767011839884105</c:v>
                </c:pt>
                <c:pt idx="85">
                  <c:v>6.0317553746524695</c:v>
                </c:pt>
                <c:pt idx="86">
                  <c:v>6.0867514221455608</c:v>
                </c:pt>
                <c:pt idx="87">
                  <c:v>6.1416906490201182</c:v>
                </c:pt>
                <c:pt idx="88">
                  <c:v>6.1965743332104299</c:v>
                </c:pt>
                <c:pt idx="89">
                  <c:v>6.251403710017355</c:v>
                </c:pt>
                <c:pt idx="90">
                  <c:v>6.3061799739838875</c:v>
                </c:pt>
                <c:pt idx="91">
                  <c:v>6.3609042806687004</c:v>
                </c:pt>
                <c:pt idx="92">
                  <c:v>6.4155777483242673</c:v>
                </c:pt>
                <c:pt idx="93">
                  <c:v>6.470201459485641</c:v>
                </c:pt>
                <c:pt idx="94">
                  <c:v>6.524776462475546</c:v>
                </c:pt>
                <c:pt idx="95">
                  <c:v>6.5793037728310253</c:v>
                </c:pt>
                <c:pt idx="96">
                  <c:v>6.6337843746564786</c:v>
                </c:pt>
                <c:pt idx="97">
                  <c:v>6.6882192219076266</c:v>
                </c:pt>
                <c:pt idx="98">
                  <c:v>6.7426092396105624</c:v>
                </c:pt>
                <c:pt idx="99">
                  <c:v>6.796955325019824</c:v>
                </c:pt>
                <c:pt idx="100">
                  <c:v>6.8512583487190755</c:v>
                </c:pt>
                <c:pt idx="101">
                  <c:v>6.9055191556678004</c:v>
                </c:pt>
                <c:pt idx="102">
                  <c:v>6.9597385661971476</c:v>
                </c:pt>
                <c:pt idx="103">
                  <c:v>7.0139173769578607</c:v>
                </c:pt>
                <c:pt idx="104">
                  <c:v>7.0680563618230421</c:v>
                </c:pt>
                <c:pt idx="105">
                  <c:v>7.1221562727482928</c:v>
                </c:pt>
                <c:pt idx="106">
                  <c:v>7.1762178405916419</c:v>
                </c:pt>
                <c:pt idx="107">
                  <c:v>7.2302417758954807</c:v>
                </c:pt>
                <c:pt idx="108">
                  <c:v>7.2842287696326045</c:v>
                </c:pt>
                <c:pt idx="109">
                  <c:v>7.3381794939183251</c:v>
                </c:pt>
                <c:pt idx="110">
                  <c:v>7.3920946026904808</c:v>
                </c:pt>
                <c:pt idx="111">
                  <c:v>7.4459747323590646</c:v>
                </c:pt>
                <c:pt idx="112">
                  <c:v>7.499820502427097</c:v>
                </c:pt>
                <c:pt idx="113">
                  <c:v>7.5536325160842379</c:v>
                </c:pt>
                <c:pt idx="114">
                  <c:v>7.6074113607745861</c:v>
                </c:pt>
                <c:pt idx="115">
                  <c:v>7.6611576087399769</c:v>
                </c:pt>
                <c:pt idx="116">
                  <c:v>7.7148718175400504</c:v>
                </c:pt>
                <c:pt idx="117">
                  <c:v>7.7685545305502739</c:v>
                </c:pt>
                <c:pt idx="118">
                  <c:v>7.8222062774390171</c:v>
                </c:pt>
                <c:pt idx="119">
                  <c:v>7.8758275746247426</c:v>
                </c:pt>
                <c:pt idx="120">
                  <c:v>7.9294189257142929</c:v>
                </c:pt>
                <c:pt idx="121">
                  <c:v>7.9829808219231975</c:v>
                </c:pt>
                <c:pt idx="122">
                  <c:v>8.0365137424788937</c:v>
                </c:pt>
                <c:pt idx="123">
                  <c:v>8.0900181550076642</c:v>
                </c:pt>
                <c:pt idx="124">
                  <c:v>8.1434945159061023</c:v>
                </c:pt>
                <c:pt idx="125">
                  <c:v>8.196943270697826</c:v>
                </c:pt>
                <c:pt idx="126">
                  <c:v>8.250364854376123</c:v>
                </c:pt>
                <c:pt idx="127">
                  <c:v>8.3037596917332301</c:v>
                </c:pt>
                <c:pt idx="128">
                  <c:v>8.357128197676813</c:v>
                </c:pt>
                <c:pt idx="129">
                  <c:v>8.4104707775343002</c:v>
                </c:pt>
                <c:pt idx="130">
                  <c:v>8.4637878273455556</c:v>
                </c:pt>
                <c:pt idx="131">
                  <c:v>8.517079734144497</c:v>
                </c:pt>
                <c:pt idx="132">
                  <c:v>8.5703468762300936</c:v>
                </c:pt>
                <c:pt idx="133">
                  <c:v>8.6235896234272573</c:v>
                </c:pt>
                <c:pt idx="134">
                  <c:v>8.6768083373380662</c:v>
                </c:pt>
                <c:pt idx="135">
                  <c:v>8.7300033715837468</c:v>
                </c:pt>
                <c:pt idx="136">
                  <c:v>8.7831750720378121</c:v>
                </c:pt>
                <c:pt idx="137">
                  <c:v>8.8363237770507652</c:v>
                </c:pt>
                <c:pt idx="138">
                  <c:v>8.8894498176666925</c:v>
                </c:pt>
                <c:pt idx="139">
                  <c:v>8.9425535178321365</c:v>
                </c:pt>
                <c:pt idx="140">
                  <c:v>8.9956351945975506</c:v>
                </c:pt>
                <c:pt idx="141">
                  <c:v>9.0486951583116557</c:v>
                </c:pt>
                <c:pt idx="142">
                  <c:v>9.1017337128090006</c:v>
                </c:pt>
                <c:pt idx="143">
                  <c:v>9.1547511555910006</c:v>
                </c:pt>
                <c:pt idx="144">
                  <c:v>9.2077477780007406</c:v>
                </c:pt>
                <c:pt idx="145">
                  <c:v>9.2607238653917729</c:v>
                </c:pt>
                <c:pt idx="146">
                  <c:v>9.3136796972911924</c:v>
                </c:pt>
                <c:pt idx="147">
                  <c:v>9.3666155475571777</c:v>
                </c:pt>
                <c:pt idx="148">
                  <c:v>9.4195316845312558</c:v>
                </c:pt>
                <c:pt idx="149">
                  <c:v>9.4724283711854866</c:v>
                </c:pt>
                <c:pt idx="150">
                  <c:v>9.5253058652647695</c:v>
                </c:pt>
                <c:pt idx="151">
                  <c:v>9.5781644194244695</c:v>
                </c:pt>
                <c:pt idx="152">
                  <c:v>9.6310042813635377</c:v>
                </c:pt>
                <c:pt idx="153">
                  <c:v>9.6838256939533114</c:v>
                </c:pt>
                <c:pt idx="154">
                  <c:v>9.7366288953621609</c:v>
                </c:pt>
                <c:pt idx="155">
                  <c:v>9.7894141191761364</c:v>
                </c:pt>
                <c:pt idx="156">
                  <c:v>9.8421815945157665</c:v>
                </c:pt>
                <c:pt idx="157">
                  <c:v>9.8949315461491612</c:v>
                </c:pt>
                <c:pt idx="158">
                  <c:v>9.9476641946015611</c:v>
                </c:pt>
                <c:pt idx="159">
                  <c:v>10.000379756261458</c:v>
                </c:pt>
                <c:pt idx="160">
                  <c:v>10.05307844348342</c:v>
                </c:pt>
                <c:pt idx="161">
                  <c:v>10.105760464687735</c:v>
                </c:pt>
                <c:pt idx="162">
                  <c:v>10.158426024457006</c:v>
                </c:pt>
                <c:pt idx="163">
                  <c:v>10.211075323629792</c:v>
                </c:pt>
                <c:pt idx="164">
                  <c:v>10.263708559391416</c:v>
                </c:pt>
                <c:pt idx="165">
                  <c:v>10.316325925362037</c:v>
                </c:pt>
                <c:pt idx="166">
                  <c:v>10.368927611682073</c:v>
                </c:pt>
                <c:pt idx="167">
                  <c:v>10.421513805095088</c:v>
                </c:pt>
                <c:pt idx="168">
                  <c:v>10.474084689028244</c:v>
                </c:pt>
                <c:pt idx="169">
                  <c:v>10.526640443670342</c:v>
                </c:pt>
                <c:pt idx="170">
                  <c:v>10.579181246047625</c:v>
                </c:pt>
                <c:pt idx="171">
                  <c:v>10.631707270097349</c:v>
                </c:pt>
                <c:pt idx="172">
                  <c:v>10.684218686739239</c:v>
                </c:pt>
                <c:pt idx="173">
                  <c:v>10.736715663944883</c:v>
                </c:pt>
                <c:pt idx="174">
                  <c:v>10.789198366805151</c:v>
                </c:pt>
                <c:pt idx="175">
                  <c:v>10.841666957595685</c:v>
                </c:pt>
                <c:pt idx="176">
                  <c:v>10.894121595840563</c:v>
                </c:pt>
                <c:pt idx="177">
                  <c:v>10.946562438374135</c:v>
                </c:pt>
                <c:pt idx="178">
                  <c:v>10.998989639401177</c:v>
                </c:pt>
                <c:pt idx="179">
                  <c:v>11.051403350555333</c:v>
                </c:pt>
                <c:pt idx="180">
                  <c:v>11.103803720955957</c:v>
                </c:pt>
                <c:pt idx="181">
                  <c:v>11.156190897263416</c:v>
                </c:pt>
                <c:pt idx="182">
                  <c:v>11.208565023732834</c:v>
                </c:pt>
                <c:pt idx="183">
                  <c:v>11.260926242266422</c:v>
                </c:pt>
                <c:pt idx="184">
                  <c:v>11.313274692464351</c:v>
                </c:pt>
                <c:pt idx="185">
                  <c:v>11.3656105116743</c:v>
                </c:pt>
                <c:pt idx="186">
                  <c:v>11.417933835039642</c:v>
                </c:pt>
                <c:pt idx="187">
                  <c:v>11.470244795546364</c:v>
                </c:pt>
                <c:pt idx="188">
                  <c:v>11.522543524068755</c:v>
                </c:pt>
                <c:pt idx="189">
                  <c:v>11.574830149413859</c:v>
                </c:pt>
                <c:pt idx="190">
                  <c:v>11.627104798364808</c:v>
                </c:pt>
                <c:pt idx="191">
                  <c:v>11.679367595722987</c:v>
                </c:pt>
                <c:pt idx="192">
                  <c:v>11.731618664349124</c:v>
                </c:pt>
                <c:pt idx="193">
                  <c:v>11.783858125203334</c:v>
                </c:pt>
                <c:pt idx="194">
                  <c:v>11.836086097384099</c:v>
                </c:pt>
                <c:pt idx="195">
                  <c:v>11.888302698166282</c:v>
                </c:pt>
                <c:pt idx="196">
                  <c:v>11.94050804303818</c:v>
                </c:pt>
                <c:pt idx="197">
                  <c:v>11.992702245737615</c:v>
                </c:pt>
                <c:pt idx="198">
                  <c:v>12.044885418287143</c:v>
                </c:pt>
                <c:pt idx="199">
                  <c:v>12.097057671028361</c:v>
                </c:pt>
                <c:pt idx="200">
                  <c:v>12.149219112655381</c:v>
                </c:pt>
                <c:pt idx="201">
                  <c:v>12.201369850247461</c:v>
                </c:pt>
                <c:pt idx="202">
                  <c:v>12.253509989300838</c:v>
                </c:pt>
                <c:pt idx="203">
                  <c:v>12.305639633759776</c:v>
                </c:pt>
                <c:pt idx="204">
                  <c:v>12.357758886046865</c:v>
                </c:pt>
                <c:pt idx="205">
                  <c:v>12.409867847092567</c:v>
                </c:pt>
                <c:pt idx="206">
                  <c:v>12.461966616364077</c:v>
                </c:pt>
                <c:pt idx="207">
                  <c:v>12.514055291893451</c:v>
                </c:pt>
                <c:pt idx="208">
                  <c:v>12.56613397030511</c:v>
                </c:pt>
                <c:pt idx="209">
                  <c:v>12.618202746842632</c:v>
                </c:pt>
                <c:pt idx="210">
                  <c:v>12.670261715394957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CC6-4C01-87D6-3BC327514F2D}"/>
            </c:ext>
          </c:extLst>
        </c:ser>
        <c:ser>
          <c:idx val="1"/>
          <c:order val="1"/>
          <c:tx>
            <c:strRef>
              <c:f>[Plots.xlsx]Sheet1!$F$5</c:f>
              <c:strCache>
                <c:ptCount val="1"/>
                <c:pt idx="0">
                  <c:v>ML1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[Plots.xlsx]Sheet1!$F$6:$F$216</c:f>
              <c:numCache>
                <c:formatCode>General</c:formatCode>
                <c:ptCount val="211"/>
                <c:pt idx="0">
                  <c:v>0</c:v>
                </c:pt>
                <c:pt idx="1">
                  <c:v>0.69997000433601886</c:v>
                </c:pt>
                <c:pt idx="2">
                  <c:v>0.95624250943932487</c:v>
                </c:pt>
                <c:pt idx="3">
                  <c:v>1.1169433523068366</c:v>
                </c:pt>
                <c:pt idx="4">
                  <c:v>1.2344489213782739</c:v>
                </c:pt>
                <c:pt idx="5">
                  <c:v>1.3272192947339192</c:v>
                </c:pt>
                <c:pt idx="6">
                  <c:v>1.4039400086720377</c:v>
                </c:pt>
                <c:pt idx="7">
                  <c:v>1.469397997898956</c:v>
                </c:pt>
                <c:pt idx="8">
                  <c:v>1.5265139398778875</c:v>
                </c:pt>
                <c:pt idx="9">
                  <c:v>1.5772017240669949</c:v>
                </c:pt>
                <c:pt idx="10">
                  <c:v>1.6227838567197355</c:v>
                </c:pt>
                <c:pt idx="11">
                  <c:v>1.6642125137753436</c:v>
                </c:pt>
                <c:pt idx="12">
                  <c:v>1.7021960800285136</c:v>
                </c:pt>
                <c:pt idx="13">
                  <c:v>1.7372758696007888</c:v>
                </c:pt>
                <c:pt idx="14">
                  <c:v>1.7698748556724915</c:v>
                </c:pt>
                <c:pt idx="15">
                  <c:v>1.800329835010767</c:v>
                </c:pt>
                <c:pt idx="16">
                  <c:v>1.8289133566428555</c:v>
                </c:pt>
                <c:pt idx="17">
                  <c:v>1.8558490907372551</c:v>
                </c:pt>
                <c:pt idx="18">
                  <c:v>1.8813228601204559</c:v>
                </c:pt>
                <c:pt idx="19">
                  <c:v>1.9054907251724817</c:v>
                </c:pt>
                <c:pt idx="20">
                  <c:v>1.9284850188786498</c:v>
                </c:pt>
                <c:pt idx="21">
                  <c:v>1.9504189257142925</c:v>
                </c:pt>
                <c:pt idx="22">
                  <c:v>1.9713900066449128</c:v>
                </c:pt>
                <c:pt idx="23">
                  <c:v>1.9914829485539349</c:v>
                </c:pt>
                <c:pt idx="24">
                  <c:v>2.0107717342662448</c:v>
                </c:pt>
                <c:pt idx="25">
                  <c:v>2.0293213737826425</c:v>
                </c:pt>
                <c:pt idx="26">
                  <c:v>2.0471892990699381</c:v>
                </c:pt>
                <c:pt idx="27">
                  <c:v>2.0644264979406239</c:v>
                </c:pt>
                <c:pt idx="28">
                  <c:v>2.0810784434834195</c:v>
                </c:pt>
                <c:pt idx="29">
                  <c:v>2.0971858617461616</c:v>
                </c:pt>
                <c:pt idx="30">
                  <c:v>2.1127853703164501</c:v>
                </c:pt>
                <c:pt idx="31">
                  <c:v>2.1279100130080564</c:v>
                </c:pt>
                <c:pt idx="32">
                  <c:v>2.1425897102992488</c:v>
                </c:pt>
                <c:pt idx="33">
                  <c:v>2.1568516409670857</c:v>
                </c:pt>
                <c:pt idx="34">
                  <c:v>2.1707205671564065</c:v>
                </c:pt>
                <c:pt idx="35">
                  <c:v>2.1842191126553798</c:v>
                </c:pt>
                <c:pt idx="36">
                  <c:v>2.1973680022349749</c:v>
                </c:pt>
                <c:pt idx="37">
                  <c:v>2.2101862684122739</c:v>
                </c:pt>
                <c:pt idx="38">
                  <c:v>2.2226914308175987</c:v>
                </c:pt>
                <c:pt idx="39">
                  <c:v>2.2348996524092337</c:v>
                </c:pt>
                <c:pt idx="40">
                  <c:v>2.2468258760318496</c:v>
                </c:pt>
                <c:pt idx="41">
                  <c:v>2.2584839442139062</c:v>
                </c:pt>
                <c:pt idx="42">
                  <c:v>2.2698867046136733</c:v>
                </c:pt>
                <c:pt idx="43">
                  <c:v>2.2810461031287956</c:v>
                </c:pt>
                <c:pt idx="44">
                  <c:v>2.2919732663618069</c:v>
                </c:pt>
                <c:pt idx="45">
                  <c:v>2.3026785748691845</c:v>
                </c:pt>
                <c:pt idx="46">
                  <c:v>2.3131717284030135</c:v>
                </c:pt>
                <c:pt idx="47">
                  <c:v>2.3234618041732444</c:v>
                </c:pt>
                <c:pt idx="48">
                  <c:v>2.3335573090077739</c:v>
                </c:pt>
                <c:pt idx="49">
                  <c:v>2.3434662261615928</c:v>
                </c:pt>
                <c:pt idx="50">
                  <c:v>2.3531960574204889</c:v>
                </c:pt>
                <c:pt idx="51">
                  <c:v>2.3627538610557544</c:v>
                </c:pt>
                <c:pt idx="52">
                  <c:v>2.3721462861110543</c:v>
                </c:pt>
                <c:pt idx="53">
                  <c:v>2.3813796034387376</c:v>
                </c:pt>
                <c:pt idx="54">
                  <c:v>2.3904597338485294</c:v>
                </c:pt>
                <c:pt idx="55">
                  <c:v>2.3993922736851108</c:v>
                </c:pt>
                <c:pt idx="56">
                  <c:v>2.4081825181113627</c:v>
                </c:pt>
                <c:pt idx="57">
                  <c:v>2.4168354823398879</c:v>
                </c:pt>
                <c:pt idx="58">
                  <c:v>2.4253559210260187</c:v>
                </c:pt>
                <c:pt idx="59">
                  <c:v>2.4337483460101041</c:v>
                </c:pt>
                <c:pt idx="60">
                  <c:v>2.4420170425748684</c:v>
                </c:pt>
                <c:pt idx="61">
                  <c:v>2.4501660843645325</c:v>
                </c:pt>
                <c:pt idx="62">
                  <c:v>2.4581993470957362</c:v>
                </c:pt>
                <c:pt idx="63">
                  <c:v>2.4661205211758181</c:v>
                </c:pt>
                <c:pt idx="64">
                  <c:v>2.4739331233312947</c:v>
                </c:pt>
                <c:pt idx="65">
                  <c:v>2.4816405073382808</c:v>
                </c:pt>
                <c:pt idx="66">
                  <c:v>2.4892458739368077</c:v>
                </c:pt>
                <c:pt idx="67">
                  <c:v>2.4967522800024082</c:v>
                </c:pt>
                <c:pt idx="68">
                  <c:v>2.5041626470407561</c:v>
                </c:pt>
                <c:pt idx="69">
                  <c:v>2.5114797690644486</c:v>
                </c:pt>
                <c:pt idx="70">
                  <c:v>2.5187063199050796</c:v>
                </c:pt>
                <c:pt idx="71">
                  <c:v>2.5258448600085104</c:v>
                </c:pt>
                <c:pt idx="72">
                  <c:v>2.5328978427565478</c:v>
                </c:pt>
                <c:pt idx="73">
                  <c:v>2.5398676203541095</c:v>
                </c:pt>
                <c:pt idx="74">
                  <c:v>2.5467564493172121</c:v>
                </c:pt>
                <c:pt idx="75">
                  <c:v>2.5535664955938437</c:v>
                </c:pt>
                <c:pt idx="76">
                  <c:v>2.560299839346786</c:v>
                </c:pt>
                <c:pt idx="77">
                  <c:v>2.5669584794248346</c:v>
                </c:pt>
                <c:pt idx="78">
                  <c:v>2.5735443375464482</c:v>
                </c:pt>
                <c:pt idx="79">
                  <c:v>2.5800592622177518</c:v>
                </c:pt>
                <c:pt idx="80">
                  <c:v>2.586505032404872</c:v>
                </c:pt>
                <c:pt idx="81">
                  <c:v>2.5928833609788744</c:v>
                </c:pt>
                <c:pt idx="82">
                  <c:v>2.5991958979499743</c:v>
                </c:pt>
                <c:pt idx="83">
                  <c:v>2.6054442335063199</c:v>
                </c:pt>
                <c:pt idx="84">
                  <c:v>2.6116299008713386</c:v>
                </c:pt>
                <c:pt idx="85">
                  <c:v>2.6177543789924975</c:v>
                </c:pt>
                <c:pt idx="86">
                  <c:v>2.6238190950732738</c:v>
                </c:pt>
                <c:pt idx="87">
                  <c:v>2.6298254269591799</c:v>
                </c:pt>
                <c:pt idx="88">
                  <c:v>2.6357747053878224</c:v>
                </c:pt>
                <c:pt idx="89">
                  <c:v>2.6416682161121932</c:v>
                </c:pt>
                <c:pt idx="90">
                  <c:v>2.6475072019056576</c:v>
                </c:pt>
                <c:pt idx="91">
                  <c:v>2.6532928644564748</c:v>
                </c:pt>
                <c:pt idx="92">
                  <c:v>2.6590263661590603</c:v>
                </c:pt>
                <c:pt idx="93">
                  <c:v>2.6647088318086878</c:v>
                </c:pt>
                <c:pt idx="94">
                  <c:v>2.6703413502057929</c:v>
                </c:pt>
                <c:pt idx="95">
                  <c:v>2.6759249756756196</c:v>
                </c:pt>
                <c:pt idx="96">
                  <c:v>2.6814607295085007</c:v>
                </c:pt>
                <c:pt idx="97">
                  <c:v>2.6869496013257077</c:v>
                </c:pt>
                <c:pt idx="98">
                  <c:v>2.6923925503754265</c:v>
                </c:pt>
                <c:pt idx="99">
                  <c:v>2.6977905067631154</c:v>
                </c:pt>
                <c:pt idx="100">
                  <c:v>2.7031443726201823</c:v>
                </c:pt>
                <c:pt idx="101">
                  <c:v>2.7084550232146687</c:v>
                </c:pt>
                <c:pt idx="102">
                  <c:v>2.7137233080073417</c:v>
                </c:pt>
                <c:pt idx="103">
                  <c:v>2.7189500516564014</c:v>
                </c:pt>
                <c:pt idx="104">
                  <c:v>2.7241360549737577</c:v>
                </c:pt>
                <c:pt idx="105">
                  <c:v>2.7292820958356683</c:v>
                </c:pt>
                <c:pt idx="106">
                  <c:v>2.7343889300503115</c:v>
                </c:pt>
                <c:pt idx="107">
                  <c:v>2.7394572921847247</c:v>
                </c:pt>
                <c:pt idx="108">
                  <c:v>2.7444878963533657</c:v>
                </c:pt>
                <c:pt idx="109">
                  <c:v>2.7494814369704219</c:v>
                </c:pt>
                <c:pt idx="110">
                  <c:v>2.7544385894678385</c:v>
                </c:pt>
                <c:pt idx="111">
                  <c:v>2.7593600109809318</c:v>
                </c:pt>
                <c:pt idx="112">
                  <c:v>2.7642463410033233</c:v>
                </c:pt>
                <c:pt idx="113">
                  <c:v>2.7690982020128319</c:v>
                </c:pt>
                <c:pt idx="114">
                  <c:v>2.7739162000698503</c:v>
                </c:pt>
                <c:pt idx="115">
                  <c:v>2.7787009253896482</c:v>
                </c:pt>
                <c:pt idx="116">
                  <c:v>2.7834529528899541</c:v>
                </c:pt>
                <c:pt idx="117">
                  <c:v>2.7881728427150834</c:v>
                </c:pt>
                <c:pt idx="118">
                  <c:v>2.7928611407378114</c:v>
                </c:pt>
                <c:pt idx="119">
                  <c:v>2.7975183790401141</c:v>
                </c:pt>
                <c:pt idx="120">
                  <c:v>2.802145076373832</c:v>
                </c:pt>
                <c:pt idx="121">
                  <c:v>2.8067417386022635</c:v>
                </c:pt>
                <c:pt idx="122">
                  <c:v>2.8113088591236202</c:v>
                </c:pt>
                <c:pt idx="123">
                  <c:v>2.8158469192772304</c:v>
                </c:pt>
                <c:pt idx="124">
                  <c:v>2.8203563887333321</c:v>
                </c:pt>
                <c:pt idx="125">
                  <c:v>2.8248377258672459</c:v>
                </c:pt>
                <c:pt idx="126">
                  <c:v>2.8292913781186613</c:v>
                </c:pt>
                <c:pt idx="127">
                  <c:v>2.833717782336759</c:v>
                </c:pt>
                <c:pt idx="128">
                  <c:v>2.8381173651118163</c:v>
                </c:pt>
                <c:pt idx="129">
                  <c:v>2.8424905430939424</c:v>
                </c:pt>
                <c:pt idx="130">
                  <c:v>2.8468377232995246</c:v>
                </c:pt>
                <c:pt idx="131">
                  <c:v>2.8511593034059572</c:v>
                </c:pt>
                <c:pt idx="132">
                  <c:v>2.8554556720351858</c:v>
                </c:pt>
                <c:pt idx="133">
                  <c:v>2.8597272090265724</c:v>
                </c:pt>
                <c:pt idx="134">
                  <c:v>2.8639742856995554</c:v>
                </c:pt>
                <c:pt idx="135">
                  <c:v>2.868197265106569</c:v>
                </c:pt>
                <c:pt idx="136">
                  <c:v>2.8723965022766427</c:v>
                </c:pt>
                <c:pt idx="137">
                  <c:v>2.8765723444500919</c:v>
                </c:pt>
                <c:pt idx="138">
                  <c:v>2.8807251313046982</c:v>
                </c:pt>
                <c:pt idx="139">
                  <c:v>2.8848551951737287</c:v>
                </c:pt>
                <c:pt idx="140">
                  <c:v>2.8889628612561618</c:v>
                </c:pt>
                <c:pt idx="141">
                  <c:v>2.8930484478194387</c:v>
                </c:pt>
                <c:pt idx="142">
                  <c:v>2.8971122663950712</c:v>
                </c:pt>
                <c:pt idx="143">
                  <c:v>2.9011546219673896</c:v>
                </c:pt>
                <c:pt idx="144">
                  <c:v>2.9051758131557315</c:v>
                </c:pt>
                <c:pt idx="145">
                  <c:v>2.9091761323903307</c:v>
                </c:pt>
                <c:pt idx="146">
                  <c:v>2.9131558660821804</c:v>
                </c:pt>
                <c:pt idx="147">
                  <c:v>2.9171152947871013</c:v>
                </c:pt>
                <c:pt idx="148">
                  <c:v>2.9210546933642627</c:v>
                </c:pt>
                <c:pt idx="149">
                  <c:v>2.924974331129369</c:v>
                </c:pt>
                <c:pt idx="150">
                  <c:v>2.9288744720027395</c:v>
                </c:pt>
                <c:pt idx="151">
                  <c:v>2.9327553746524688</c:v>
                </c:pt>
                <c:pt idx="152">
                  <c:v>2.9366172926328753</c:v>
                </c:pt>
                <c:pt idx="153">
                  <c:v>2.9404604745184151</c:v>
                </c:pt>
                <c:pt idx="154">
                  <c:v>2.9442851640332415</c:v>
                </c:pt>
                <c:pt idx="155">
                  <c:v>2.9480916001765798</c:v>
                </c:pt>
                <c:pt idx="156">
                  <c:v>2.9518800173440756</c:v>
                </c:pt>
                <c:pt idx="157">
                  <c:v>2.9556506454452691</c:v>
                </c:pt>
                <c:pt idx="158">
                  <c:v>2.9594037100173551</c:v>
                </c:pt>
                <c:pt idx="159">
                  <c:v>2.9631394323353502</c:v>
                </c:pt>
                <c:pt idx="160">
                  <c:v>2.9668580295188174</c:v>
                </c:pt>
                <c:pt idx="161">
                  <c:v>2.9705597146352676</c:v>
                </c:pt>
                <c:pt idx="162">
                  <c:v>2.9742446968003691</c:v>
                </c:pt>
                <c:pt idx="163">
                  <c:v>2.9779131812750737</c:v>
                </c:pt>
                <c:pt idx="164">
                  <c:v>2.9815653695597808</c:v>
                </c:pt>
                <c:pt idx="165">
                  <c:v>2.9852014594856402</c:v>
                </c:pt>
                <c:pt idx="166">
                  <c:v>2.9888216453031045</c:v>
                </c:pt>
                <c:pt idx="167">
                  <c:v>2.9924261177678231</c:v>
                </c:pt>
                <c:pt idx="168">
                  <c:v>2.9960150642239771</c:v>
                </c:pt>
                <c:pt idx="169">
                  <c:v>2.9995886686851443</c:v>
                </c:pt>
                <c:pt idx="170">
                  <c:v>3.003147111912785</c:v>
                </c:pt>
                <c:pt idx="171">
                  <c:v>3.0066905714924252</c:v>
                </c:pt>
                <c:pt idx="172">
                  <c:v>3.0102192219076258</c:v>
                </c:pt>
                <c:pt idx="173">
                  <c:v>3.0137332346118066</c:v>
                </c:pt>
                <c:pt idx="174">
                  <c:v>3.0172327780980095</c:v>
                </c:pt>
                <c:pt idx="175">
                  <c:v>3.0207180179666584</c:v>
                </c:pt>
                <c:pt idx="176">
                  <c:v>3.024189116991399</c:v>
                </c:pt>
                <c:pt idx="177">
                  <c:v>3.0276462351830666</c:v>
                </c:pt>
                <c:pt idx="178">
                  <c:v>3.0310895298518656</c:v>
                </c:pt>
                <c:pt idx="179">
                  <c:v>3.0345191556678</c:v>
                </c:pt>
                <c:pt idx="180">
                  <c:v>3.0379352647194291</c:v>
                </c:pt>
                <c:pt idx="181">
                  <c:v>3.0413380065709936</c:v>
                </c:pt>
                <c:pt idx="182">
                  <c:v>3.0447275283179747</c:v>
                </c:pt>
                <c:pt idx="183">
                  <c:v>3.0481039746411276</c:v>
                </c:pt>
                <c:pt idx="184">
                  <c:v>3.0514674878590515</c:v>
                </c:pt>
                <c:pt idx="185">
                  <c:v>3.054818207979328</c:v>
                </c:pt>
                <c:pt idx="186">
                  <c:v>3.0581562727482927</c:v>
                </c:pt>
                <c:pt idx="187">
                  <c:v>3.0614818176994665</c:v>
                </c:pt>
                <c:pt idx="188">
                  <c:v>3.0647949762007007</c:v>
                </c:pt>
                <c:pt idx="189">
                  <c:v>3.0680958795000728</c:v>
                </c:pt>
                <c:pt idx="190">
                  <c:v>3.0713846567705727</c:v>
                </c:pt>
                <c:pt idx="191">
                  <c:v>3.0746614351536175</c:v>
                </c:pt>
                <c:pt idx="192">
                  <c:v>3.0779263398014312</c:v>
                </c:pt>
                <c:pt idx="193">
                  <c:v>3.081179493918325</c:v>
                </c:pt>
                <c:pt idx="194">
                  <c:v>3.084421018800914</c:v>
                </c:pt>
                <c:pt idx="195">
                  <c:v>3.0876510338773002</c:v>
                </c:pt>
                <c:pt idx="196">
                  <c:v>3.0908696567452529</c:v>
                </c:pt>
                <c:pt idx="197">
                  <c:v>3.0940770032094203</c:v>
                </c:pt>
                <c:pt idx="198">
                  <c:v>3.0972731873176036</c:v>
                </c:pt>
                <c:pt idx="199">
                  <c:v>3.1004583213961121</c:v>
                </c:pt>
                <c:pt idx="200">
                  <c:v>3.1036325160842377</c:v>
                </c:pt>
                <c:pt idx="201">
                  <c:v>3.1067958803678688</c:v>
                </c:pt>
                <c:pt idx="202">
                  <c:v>3.1099485216122722</c:v>
                </c:pt>
                <c:pt idx="203">
                  <c:v>3.1130905455940678</c:v>
                </c:pt>
                <c:pt idx="204">
                  <c:v>3.1162220565324157</c:v>
                </c:pt>
                <c:pt idx="205">
                  <c:v>3.1193431571194408</c:v>
                </c:pt>
                <c:pt idx="206">
                  <c:v>3.122453948549925</c:v>
                </c:pt>
                <c:pt idx="207">
                  <c:v>3.1255545305502732</c:v>
                </c:pt>
                <c:pt idx="208">
                  <c:v>3.1286450014067877</c:v>
                </c:pt>
                <c:pt idx="209">
                  <c:v>3.1317254579932601</c:v>
                </c:pt>
                <c:pt idx="210">
                  <c:v>3.1347959957979121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CC6-4C01-87D6-3BC327514F2D}"/>
            </c:ext>
          </c:extLst>
        </c:ser>
        <c:ser>
          <c:idx val="2"/>
          <c:order val="2"/>
          <c:tx>
            <c:strRef>
              <c:f>[Plots.xlsx]Sheet1!$G$5</c:f>
              <c:strCache>
                <c:ptCount val="1"/>
                <c:pt idx="0">
                  <c:v>ML2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[Plots.xlsx]Sheet1!$G$6:$G$216</c:f>
              <c:numCache>
                <c:formatCode>General</c:formatCode>
                <c:ptCount val="211"/>
                <c:pt idx="0">
                  <c:v>0</c:v>
                </c:pt>
                <c:pt idx="1">
                  <c:v>0.77915125038364363</c:v>
                </c:pt>
                <c:pt idx="2">
                  <c:v>1.0433926851582251</c:v>
                </c:pt>
                <c:pt idx="3">
                  <c:v>1.2071199826559247</c:v>
                </c:pt>
                <c:pt idx="4">
                  <c:v>1.3262192947339193</c:v>
                </c:pt>
                <c:pt idx="5">
                  <c:v>1.4199733479708179</c:v>
                </c:pt>
                <c:pt idx="6">
                  <c:v>1.4973616938342726</c:v>
                </c:pt>
                <c:pt idx="7">
                  <c:v>1.5633025007672872</c:v>
                </c:pt>
                <c:pt idx="8">
                  <c:v>1.6207838567197355</c:v>
                </c:pt>
                <c:pt idx="9">
                  <c:v>1.671757831681574</c:v>
                </c:pt>
                <c:pt idx="10">
                  <c:v>1.7175701760979363</c:v>
                </c:pt>
                <c:pt idx="11">
                  <c:v>1.7591880270062004</c:v>
                </c:pt>
                <c:pt idx="12">
                  <c:v>1.7973298350107672</c:v>
                </c:pt>
                <c:pt idx="13">
                  <c:v>1.8325439355418687</c:v>
                </c:pt>
                <c:pt idx="14">
                  <c:v>1.8652583487190753</c:v>
                </c:pt>
                <c:pt idx="15">
                  <c:v>1.8958135922807913</c:v>
                </c:pt>
                <c:pt idx="16">
                  <c:v>1.9244850188786498</c:v>
                </c:pt>
                <c:pt idx="17">
                  <c:v>1.9514984512435676</c:v>
                </c:pt>
                <c:pt idx="18">
                  <c:v>1.9770413923210937</c:v>
                </c:pt>
                <c:pt idx="19">
                  <c:v>2.0012712330395686</c:v>
                </c:pt>
                <c:pt idx="20">
                  <c:v>2.0243213737826427</c:v>
                </c:pt>
                <c:pt idx="21">
                  <c:v>2.0463058652647703</c:v>
                </c:pt>
                <c:pt idx="22">
                  <c:v>2.0673229787866574</c:v>
                </c:pt>
                <c:pt idx="23">
                  <c:v>2.0874579892269187</c:v>
                </c:pt>
                <c:pt idx="24">
                  <c:v>2.1067853703164503</c:v>
                </c:pt>
                <c:pt idx="25">
                  <c:v>2.1253705451175628</c:v>
                </c:pt>
                <c:pt idx="26">
                  <c:v>2.1432712956557642</c:v>
                </c:pt>
                <c:pt idx="27">
                  <c:v>2.1605389083702176</c:v>
                </c:pt>
                <c:pt idx="28">
                  <c:v>2.1772191126553797</c:v>
                </c:pt>
                <c:pt idx="29">
                  <c:v>2.1933528557844371</c:v>
                </c:pt>
                <c:pt idx="30">
                  <c:v>2.2089769472931691</c:v>
                </c:pt>
                <c:pt idx="31">
                  <c:v>2.2241245983544617</c:v>
                </c:pt>
                <c:pt idx="32">
                  <c:v>2.2388258760318496</c:v>
                </c:pt>
                <c:pt idx="33">
                  <c:v>2.2531080880400549</c:v>
                </c:pt>
                <c:pt idx="34">
                  <c:v>2.2669961103921534</c:v>
                </c:pt>
                <c:pt idx="35">
                  <c:v>2.2805126678141501</c:v>
                </c:pt>
                <c:pt idx="36">
                  <c:v>2.2936785748691846</c:v>
                </c:pt>
                <c:pt idx="37">
                  <c:v>2.3065129442179164</c:v>
                </c:pt>
                <c:pt idx="38">
                  <c:v>2.3190333672477275</c:v>
                </c:pt>
                <c:pt idx="39">
                  <c:v>2.3312560713564761</c:v>
                </c:pt>
                <c:pt idx="40">
                  <c:v>2.3431960574204891</c:v>
                </c:pt>
                <c:pt idx="41">
                  <c:v>2.3548672203691532</c:v>
                </c:pt>
                <c:pt idx="42">
                  <c:v>2.3662824552976924</c:v>
                </c:pt>
                <c:pt idx="43">
                  <c:v>2.3774537511509308</c:v>
                </c:pt>
                <c:pt idx="44">
                  <c:v>2.3883922736851106</c:v>
                </c:pt>
                <c:pt idx="45">
                  <c:v>2.3991084391474007</c:v>
                </c:pt>
                <c:pt idx="46">
                  <c:v>2.4096119798921443</c:v>
                </c:pt>
                <c:pt idx="47">
                  <c:v>2.4199120029701069</c:v>
                </c:pt>
                <c:pt idx="48">
                  <c:v>2.4300170425748684</c:v>
                </c:pt>
                <c:pt idx="49">
                  <c:v>2.4399351071033792</c:v>
                </c:pt>
                <c:pt idx="50">
                  <c:v>2.4496737214810378</c:v>
                </c:pt>
                <c:pt idx="51">
                  <c:v>2.4592399653118497</c:v>
                </c:pt>
                <c:pt idx="52">
                  <c:v>2.4686405073382809</c:v>
                </c:pt>
                <c:pt idx="53">
                  <c:v>2.477881636631067</c:v>
                </c:pt>
                <c:pt idx="54">
                  <c:v>2.4869692908744057</c:v>
                </c:pt>
                <c:pt idx="55">
                  <c:v>2.4959090820652179</c:v>
                </c:pt>
                <c:pt idx="56">
                  <c:v>2.5047063199050799</c:v>
                </c:pt>
                <c:pt idx="57">
                  <c:v>2.5133660331290431</c:v>
                </c:pt>
                <c:pt idx="58">
                  <c:v>2.5218929889859072</c:v>
                </c:pt>
                <c:pt idx="59">
                  <c:v>2.5302917110589389</c:v>
                </c:pt>
                <c:pt idx="60">
                  <c:v>2.5385664955938436</c:v>
                </c:pt>
                <c:pt idx="61">
                  <c:v>2.5467214264815801</c:v>
                </c:pt>
                <c:pt idx="62">
                  <c:v>2.5547603890268373</c:v>
                </c:pt>
                <c:pt idx="63">
                  <c:v>2.5626870826184041</c:v>
                </c:pt>
                <c:pt idx="64">
                  <c:v>2.5705050324048719</c:v>
                </c:pt>
                <c:pt idx="65">
                  <c:v>2.5782176000679389</c:v>
                </c:pt>
                <c:pt idx="66">
                  <c:v>2.5858279937757187</c:v>
                </c:pt>
                <c:pt idx="67">
                  <c:v>2.5933392773898443</c:v>
                </c:pt>
                <c:pt idx="68">
                  <c:v>2.6007543789924976</c:v>
                </c:pt>
                <c:pt idx="69">
                  <c:v>2.6080760987927767</c:v>
                </c:pt>
                <c:pt idx="70">
                  <c:v>2.6153071164658237</c:v>
                </c:pt>
                <c:pt idx="71">
                  <c:v>2.6224499979728755</c:v>
                </c:pt>
                <c:pt idx="72">
                  <c:v>2.6295072019056578</c:v>
                </c:pt>
                <c:pt idx="73">
                  <c:v>2.6364810853944105</c:v>
                </c:pt>
                <c:pt idx="74">
                  <c:v>2.6433739096150459</c:v>
                </c:pt>
                <c:pt idx="75">
                  <c:v>2.650187844927661</c:v>
                </c:pt>
                <c:pt idx="76">
                  <c:v>2.6569249756756195</c:v>
                </c:pt>
                <c:pt idx="77">
                  <c:v>2.6635873046717551</c:v>
                </c:pt>
                <c:pt idx="78">
                  <c:v>2.6701767573958666</c:v>
                </c:pt>
                <c:pt idx="79">
                  <c:v>2.6766951859255124</c:v>
                </c:pt>
                <c:pt idx="80">
                  <c:v>2.6831443726201822</c:v>
                </c:pt>
                <c:pt idx="81">
                  <c:v>2.6895260335771942</c:v>
                </c:pt>
                <c:pt idx="82">
                  <c:v>2.6958418218760691</c:v>
                </c:pt>
                <c:pt idx="83">
                  <c:v>2.702093330626743</c:v>
                </c:pt>
                <c:pt idx="84">
                  <c:v>2.7082820958356684</c:v>
                </c:pt>
                <c:pt idx="85">
                  <c:v>2.7144095991027188</c:v>
                </c:pt>
                <c:pt idx="86">
                  <c:v>2.7204772701607314</c:v>
                </c:pt>
                <c:pt idx="87">
                  <c:v>2.7264864892685861</c:v>
                </c:pt>
                <c:pt idx="88">
                  <c:v>2.7324385894678387</c:v>
                </c:pt>
                <c:pt idx="89">
                  <c:v>2.7383348587121419</c:v>
                </c:pt>
                <c:pt idx="90">
                  <c:v>2.7441765418779602</c:v>
                </c:pt>
                <c:pt idx="91">
                  <c:v>2.749964842664435</c:v>
                </c:pt>
                <c:pt idx="92">
                  <c:v>2.7557009253896481</c:v>
                </c:pt>
                <c:pt idx="93">
                  <c:v>2.7613859166900001</c:v>
                </c:pt>
                <c:pt idx="94">
                  <c:v>2.767020907128896</c:v>
                </c:pt>
                <c:pt idx="95">
                  <c:v>2.7726069527204933</c:v>
                </c:pt>
                <c:pt idx="96">
                  <c:v>2.778145076373832</c:v>
                </c:pt>
                <c:pt idx="97">
                  <c:v>2.7836362692622934</c:v>
                </c:pt>
                <c:pt idx="98">
                  <c:v>2.7890814921229685</c:v>
                </c:pt>
                <c:pt idx="99">
                  <c:v>2.7944816764901979</c:v>
                </c:pt>
                <c:pt idx="100">
                  <c:v>2.799837725867246</c:v>
                </c:pt>
                <c:pt idx="101">
                  <c:v>2.8051505168397992</c:v>
                </c:pt>
                <c:pt idx="102">
                  <c:v>2.8104209001347127</c:v>
                </c:pt>
                <c:pt idx="103">
                  <c:v>2.8156497016272115</c:v>
                </c:pt>
                <c:pt idx="104">
                  <c:v>2.8208377232995248</c:v>
                </c:pt>
                <c:pt idx="105">
                  <c:v>2.8259857441537393</c:v>
                </c:pt>
                <c:pt idx="106">
                  <c:v>2.8310945210814689</c:v>
                </c:pt>
                <c:pt idx="107">
                  <c:v>2.8361647896927704</c:v>
                </c:pt>
                <c:pt idx="108">
                  <c:v>2.8411972651065693</c:v>
                </c:pt>
                <c:pt idx="109">
                  <c:v>2.8461926427047373</c:v>
                </c:pt>
                <c:pt idx="110">
                  <c:v>2.8511515988517848</c:v>
                </c:pt>
                <c:pt idx="111">
                  <c:v>2.8560747915820577</c:v>
                </c:pt>
                <c:pt idx="112">
                  <c:v>2.8609628612561617</c:v>
                </c:pt>
                <c:pt idx="113">
                  <c:v>2.8658164311882715</c:v>
                </c:pt>
                <c:pt idx="114">
                  <c:v>2.870636108245848</c:v>
                </c:pt>
                <c:pt idx="115">
                  <c:v>2.8754224834232121</c:v>
                </c:pt>
                <c:pt idx="116">
                  <c:v>2.8801761323903308</c:v>
                </c:pt>
                <c:pt idx="117">
                  <c:v>2.8848976160180908</c:v>
                </c:pt>
                <c:pt idx="118">
                  <c:v>2.8895874808812554</c:v>
                </c:pt>
                <c:pt idx="119">
                  <c:v>2.8942462597402367</c:v>
                </c:pt>
                <c:pt idx="120">
                  <c:v>2.8988744720027397</c:v>
                </c:pt>
                <c:pt idx="121">
                  <c:v>2.903472624166286</c:v>
                </c:pt>
                <c:pt idx="122">
                  <c:v>2.9080412102425539</c:v>
                </c:pt>
                <c:pt idx="123">
                  <c:v>2.9125807121644258</c:v>
                </c:pt>
                <c:pt idx="124">
                  <c:v>2.9170916001765801</c:v>
                </c:pt>
                <c:pt idx="125">
                  <c:v>2.9215743332104296</c:v>
                </c:pt>
                <c:pt idx="126">
                  <c:v>2.9260293592441342</c:v>
                </c:pt>
                <c:pt idx="127">
                  <c:v>2.930457115648414</c:v>
                </c:pt>
                <c:pt idx="128">
                  <c:v>2.9348580295188174</c:v>
                </c:pt>
                <c:pt idx="129">
                  <c:v>2.9392325179950842</c:v>
                </c:pt>
                <c:pt idx="130">
                  <c:v>2.9435809885681921</c:v>
                </c:pt>
                <c:pt idx="131">
                  <c:v>2.9479038393756607</c:v>
                </c:pt>
                <c:pt idx="132">
                  <c:v>2.9522014594856403</c:v>
                </c:pt>
                <c:pt idx="133">
                  <c:v>2.956474229170301</c:v>
                </c:pt>
                <c:pt idx="134">
                  <c:v>2.960722520168992</c:v>
                </c:pt>
                <c:pt idx="135">
                  <c:v>2.9649466959416362</c:v>
                </c:pt>
                <c:pt idx="136">
                  <c:v>2.9691471119127852</c:v>
                </c:pt>
                <c:pt idx="137">
                  <c:v>2.9733241157067516</c:v>
                </c:pt>
                <c:pt idx="138">
                  <c:v>2.9774780473741984</c:v>
                </c:pt>
                <c:pt idx="139">
                  <c:v>2.9816092396105622</c:v>
                </c:pt>
                <c:pt idx="140">
                  <c:v>2.9857180179666587</c:v>
                </c:pt>
                <c:pt idx="141">
                  <c:v>2.9898047010518036</c:v>
                </c:pt>
                <c:pt idx="142">
                  <c:v>2.993869600729766</c:v>
                </c:pt>
                <c:pt idx="143">
                  <c:v>2.9979130223078556</c:v>
                </c:pt>
                <c:pt idx="144">
                  <c:v>3.0019352647194291</c:v>
                </c:pt>
                <c:pt idx="145">
                  <c:v>3.0059366207000937</c:v>
                </c:pt>
                <c:pt idx="146">
                  <c:v>3.0099173769578602</c:v>
                </c:pt>
                <c:pt idx="147">
                  <c:v>3.0138778143374987</c:v>
                </c:pt>
                <c:pt idx="148">
                  <c:v>3.0178182079793281</c:v>
                </c:pt>
                <c:pt idx="149">
                  <c:v>3.0217388274726686</c:v>
                </c:pt>
                <c:pt idx="150">
                  <c:v>3.0256399370041684</c:v>
                </c:pt>
                <c:pt idx="151">
                  <c:v>3.0295217955012061</c:v>
                </c:pt>
                <c:pt idx="152">
                  <c:v>3.0333846567705729</c:v>
                </c:pt>
                <c:pt idx="153">
                  <c:v>3.0372287696326041</c:v>
                </c:pt>
                <c:pt idx="154">
                  <c:v>3.0410543780509567</c:v>
                </c:pt>
                <c:pt idx="155">
                  <c:v>3.0448617212581883</c:v>
                </c:pt>
                <c:pt idx="156">
                  <c:v>3.0486510338773005</c:v>
                </c:pt>
                <c:pt idx="157">
                  <c:v>3.0524225460394079</c:v>
                </c:pt>
                <c:pt idx="158">
                  <c:v>3.0561764834976763</c:v>
                </c:pt>
                <c:pt idx="159">
                  <c:v>3.0599130677376687</c:v>
                </c:pt>
                <c:pt idx="160">
                  <c:v>3.0636325160842377</c:v>
                </c:pt>
                <c:pt idx="161">
                  <c:v>3.0673350418050909</c:v>
                </c:pt>
                <c:pt idx="162">
                  <c:v>3.0710208542111559</c:v>
                </c:pt>
                <c:pt idx="163">
                  <c:v>3.0746901587538611</c:v>
                </c:pt>
                <c:pt idx="164">
                  <c:v>3.0783431571194408</c:v>
                </c:pt>
                <c:pt idx="165">
                  <c:v>3.0819800473203824</c:v>
                </c:pt>
                <c:pt idx="166">
                  <c:v>3.0856010237841107</c:v>
                </c:pt>
                <c:pt idx="167">
                  <c:v>3.0892062774390161</c:v>
                </c:pt>
                <c:pt idx="168">
                  <c:v>3.0927959957979123</c:v>
                </c:pt>
                <c:pt idx="169">
                  <c:v>3.0963703630390236</c:v>
                </c:pt>
                <c:pt idx="170">
                  <c:v>3.099929560084588</c:v>
                </c:pt>
                <c:pt idx="171">
                  <c:v>3.1034737646771529</c:v>
                </c:pt>
                <c:pt idx="172">
                  <c:v>3.1070031514536551</c:v>
                </c:pt>
                <c:pt idx="173">
                  <c:v>3.1105178920173469</c:v>
                </c:pt>
                <c:pt idx="174">
                  <c:v>3.1140181550076633</c:v>
                </c:pt>
                <c:pt idx="175">
                  <c:v>3.1175041061680804</c:v>
                </c:pt>
                <c:pt idx="176">
                  <c:v>3.1209759084120479</c:v>
                </c:pt>
                <c:pt idx="177">
                  <c:v>3.1244337218870508</c:v>
                </c:pt>
                <c:pt idx="178">
                  <c:v>3.1278777040368748</c:v>
                </c:pt>
                <c:pt idx="179">
                  <c:v>3.1313080096621251</c:v>
                </c:pt>
                <c:pt idx="180">
                  <c:v>3.134724790979063</c:v>
                </c:pt>
                <c:pt idx="181">
                  <c:v>3.1381281976768132</c:v>
                </c:pt>
                <c:pt idx="182">
                  <c:v>3.1415183769729982</c:v>
                </c:pt>
                <c:pt idx="183">
                  <c:v>3.1448954736678503</c:v>
                </c:pt>
                <c:pt idx="184">
                  <c:v>3.1482596301968493</c:v>
                </c:pt>
                <c:pt idx="185">
                  <c:v>3.1516109866819342</c:v>
                </c:pt>
                <c:pt idx="186">
                  <c:v>3.1549496809813427</c:v>
                </c:pt>
                <c:pt idx="187">
                  <c:v>3.1582758487381049</c:v>
                </c:pt>
                <c:pt idx="188">
                  <c:v>3.1615896234272571</c:v>
                </c:pt>
                <c:pt idx="189">
                  <c:v>3.1648911364017929</c:v>
                </c:pt>
                <c:pt idx="190">
                  <c:v>3.1681805169374138</c:v>
                </c:pt>
                <c:pt idx="191">
                  <c:v>3.1714578922760999</c:v>
                </c:pt>
                <c:pt idx="192">
                  <c:v>3.1747233876685454</c:v>
                </c:pt>
                <c:pt idx="193">
                  <c:v>3.1779771264154935</c:v>
                </c:pt>
                <c:pt idx="194">
                  <c:v>3.1812192299080047</c:v>
                </c:pt>
                <c:pt idx="195">
                  <c:v>3.1844498176666916</c:v>
                </c:pt>
                <c:pt idx="196">
                  <c:v>3.1876690073799487</c:v>
                </c:pt>
                <c:pt idx="197">
                  <c:v>3.1908769149412111</c:v>
                </c:pt>
                <c:pt idx="198">
                  <c:v>3.1940736544852752</c:v>
                </c:pt>
                <c:pt idx="199">
                  <c:v>3.1972593384236987</c:v>
                </c:pt>
                <c:pt idx="200">
                  <c:v>3.200434077479319</c:v>
                </c:pt>
                <c:pt idx="201">
                  <c:v>3.2035979807199086</c:v>
                </c:pt>
                <c:pt idx="202">
                  <c:v>3.2067511555910011</c:v>
                </c:pt>
                <c:pt idx="203">
                  <c:v>3.2098937079479004</c:v>
                </c:pt>
                <c:pt idx="204">
                  <c:v>3.2130257420869106</c:v>
                </c:pt>
                <c:pt idx="205">
                  <c:v>3.2161473607757975</c:v>
                </c:pt>
                <c:pt idx="206">
                  <c:v>3.2192586652835167</c:v>
                </c:pt>
                <c:pt idx="207">
                  <c:v>3.2223597554092143</c:v>
                </c:pt>
                <c:pt idx="208">
                  <c:v>3.2254507295105364</c:v>
                </c:pt>
                <c:pt idx="209">
                  <c:v>3.2285316845312555</c:v>
                </c:pt>
                <c:pt idx="210">
                  <c:v>3.2316027160282421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CC6-4C01-87D6-3BC327514F2D}"/>
            </c:ext>
          </c:extLst>
        </c:ser>
        <c:ser>
          <c:idx val="3"/>
          <c:order val="3"/>
          <c:tx>
            <c:strRef>
              <c:f>[Plots.xlsx]Sheet1!$H$5</c:f>
              <c:strCache>
                <c:ptCount val="1"/>
                <c:pt idx="0">
                  <c:v>ML3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[Plots.xlsx]Sheet1!$H$6:$H$216</c:f>
              <c:numCache>
                <c:formatCode>General</c:formatCode>
                <c:ptCount val="211"/>
                <c:pt idx="0">
                  <c:v>0</c:v>
                </c:pt>
                <c:pt idx="1">
                  <c:v>0.84609804001425681</c:v>
                </c:pt>
                <c:pt idx="2">
                  <c:v>1.1159433523068367</c:v>
                </c:pt>
                <c:pt idx="3">
                  <c:v>1.2817536009528288</c:v>
                </c:pt>
                <c:pt idx="4">
                  <c:v>1.4019400086720377</c:v>
                </c:pt>
                <c:pt idx="5">
                  <c:v>1.4963616938342725</c:v>
                </c:pt>
                <c:pt idx="6">
                  <c:v>1.574201724066995</c:v>
                </c:pt>
                <c:pt idx="7">
                  <c:v>1.6404684555795863</c:v>
                </c:pt>
                <c:pt idx="8">
                  <c:v>1.6981960800285136</c:v>
                </c:pt>
                <c:pt idx="9">
                  <c:v>1.7493626894942438</c:v>
                </c:pt>
                <c:pt idx="10">
                  <c:v>1.7953298350107671</c:v>
                </c:pt>
                <c:pt idx="11">
                  <c:v>1.8370748027008263</c:v>
                </c:pt>
                <c:pt idx="12">
                  <c:v>1.8753228601204559</c:v>
                </c:pt>
                <c:pt idx="13">
                  <c:v>1.9106270912904413</c:v>
                </c:pt>
                <c:pt idx="14">
                  <c:v>1.9434189257142926</c:v>
                </c:pt>
                <c:pt idx="15">
                  <c:v>1.9740413923210935</c:v>
                </c:pt>
                <c:pt idx="16">
                  <c:v>2.0027717342662448</c:v>
                </c:pt>
                <c:pt idx="17">
                  <c:v>2.0298372247051719</c:v>
                </c:pt>
                <c:pt idx="18">
                  <c:v>2.0554264979406236</c:v>
                </c:pt>
                <c:pt idx="19">
                  <c:v>2.0796978403536119</c:v>
                </c:pt>
                <c:pt idx="20">
                  <c:v>2.1027853703164503</c:v>
                </c:pt>
                <c:pt idx="21">
                  <c:v>2.1248037209559567</c:v>
                </c:pt>
                <c:pt idx="22">
                  <c:v>2.1458516409670856</c:v>
                </c:pt>
                <c:pt idx="23">
                  <c:v>2.1660148002540951</c:v>
                </c:pt>
                <c:pt idx="24">
                  <c:v>2.1853680022349748</c:v>
                </c:pt>
                <c:pt idx="25">
                  <c:v>2.2039769472931692</c:v>
                </c:pt>
                <c:pt idx="26">
                  <c:v>2.2218996524092334</c:v>
                </c:pt>
                <c:pt idx="27">
                  <c:v>2.2391876044039578</c:v>
                </c:pt>
                <c:pt idx="28">
                  <c:v>2.2558867046136735</c:v>
                </c:pt>
                <c:pt idx="29">
                  <c:v>2.2720380486862943</c:v>
                </c:pt>
                <c:pt idx="30">
                  <c:v>2.2876785748691844</c:v>
                </c:pt>
                <c:pt idx="31">
                  <c:v>2.3028416065364992</c:v>
                </c:pt>
                <c:pt idx="32">
                  <c:v>2.3175573090077739</c:v>
                </c:pt>
                <c:pt idx="33">
                  <c:v>2.3318530764097067</c:v>
                </c:pt>
                <c:pt idx="34">
                  <c:v>2.345753861055754</c:v>
                </c:pt>
                <c:pt idx="35">
                  <c:v>2.3592824552976928</c:v>
                </c:pt>
                <c:pt idx="36">
                  <c:v>2.3724597338485296</c:v>
                </c:pt>
                <c:pt idx="37">
                  <c:v>2.3853048630481606</c:v>
                </c:pt>
                <c:pt idx="38">
                  <c:v>2.3978354823398877</c:v>
                </c:pt>
                <c:pt idx="39">
                  <c:v>2.4100678622717364</c:v>
                </c:pt>
                <c:pt idx="40">
                  <c:v>2.4220170425748684</c:v>
                </c:pt>
                <c:pt idx="41">
                  <c:v>2.4336969532596657</c:v>
                </c:pt>
                <c:pt idx="42">
                  <c:v>2.4451205211758178</c:v>
                </c:pt>
                <c:pt idx="43">
                  <c:v>2.4562997640812521</c:v>
                </c:pt>
                <c:pt idx="44">
                  <c:v>2.4672458739368079</c:v>
                </c:pt>
                <c:pt idx="45">
                  <c:v>2.4779692908744058</c:v>
                </c:pt>
                <c:pt idx="46">
                  <c:v>2.4884797690644485</c:v>
                </c:pt>
                <c:pt idx="47">
                  <c:v>2.4987864355242904</c:v>
                </c:pt>
                <c:pt idx="48">
                  <c:v>2.5088978427565478</c:v>
                </c:pt>
                <c:pt idx="49">
                  <c:v>2.5188220159781629</c:v>
                </c:pt>
                <c:pt idx="50">
                  <c:v>2.5285664955938434</c:v>
                </c:pt>
                <c:pt idx="51">
                  <c:v>2.5381383754771867</c:v>
                </c:pt>
                <c:pt idx="52">
                  <c:v>2.5475443375464484</c:v>
                </c:pt>
                <c:pt idx="53">
                  <c:v>2.5567906830571809</c:v>
                </c:pt>
                <c:pt idx="54">
                  <c:v>2.5658833609788743</c:v>
                </c:pt>
                <c:pt idx="55">
                  <c:v>2.574827993775719</c:v>
                </c:pt>
                <c:pt idx="56">
                  <c:v>2.5836299008713386</c:v>
                </c:pt>
                <c:pt idx="57">
                  <c:v>2.5922941200427703</c:v>
                </c:pt>
                <c:pt idx="58">
                  <c:v>2.6008254269591795</c:v>
                </c:pt>
                <c:pt idx="59">
                  <c:v>2.6092283530550944</c:v>
                </c:pt>
                <c:pt idx="60">
                  <c:v>2.6175072019056578</c:v>
                </c:pt>
                <c:pt idx="61">
                  <c:v>2.6256660642520893</c:v>
                </c:pt>
                <c:pt idx="62">
                  <c:v>2.6337088318086876</c:v>
                </c:pt>
                <c:pt idx="63">
                  <c:v>2.6416392099680723</c:v>
                </c:pt>
                <c:pt idx="64">
                  <c:v>2.6494607295085006</c:v>
                </c:pt>
                <c:pt idx="65">
                  <c:v>2.6571767573958667</c:v>
                </c:pt>
                <c:pt idx="66">
                  <c:v>2.664790506763115</c:v>
                </c:pt>
                <c:pt idx="67">
                  <c:v>2.6723050461411098</c:v>
                </c:pt>
                <c:pt idx="68">
                  <c:v>2.6797233080073419</c:v>
                </c:pt>
                <c:pt idx="69">
                  <c:v>2.6870480967120924</c:v>
                </c:pt>
                <c:pt idx="70">
                  <c:v>2.6942820958356681</c:v>
                </c:pt>
                <c:pt idx="71">
                  <c:v>2.7014278750250242</c:v>
                </c:pt>
                <c:pt idx="72">
                  <c:v>2.7084878963533656</c:v>
                </c:pt>
                <c:pt idx="73">
                  <c:v>2.7154645202421213</c:v>
                </c:pt>
                <c:pt idx="74">
                  <c:v>2.7223600109809314</c:v>
                </c:pt>
                <c:pt idx="75">
                  <c:v>2.7291765418779605</c:v>
                </c:pt>
                <c:pt idx="76">
                  <c:v>2.7359162000698505</c:v>
                </c:pt>
                <c:pt idx="77">
                  <c:v>2.7425809910179533</c:v>
                </c:pt>
                <c:pt idx="78">
                  <c:v>2.7491728427150832</c:v>
                </c:pt>
                <c:pt idx="79">
                  <c:v>2.7556936096248665</c:v>
                </c:pt>
                <c:pt idx="80">
                  <c:v>2.762145076373832</c:v>
                </c:pt>
                <c:pt idx="81">
                  <c:v>2.7685289612146344</c:v>
                </c:pt>
                <c:pt idx="82">
                  <c:v>2.77484691927723</c:v>
                </c:pt>
                <c:pt idx="83">
                  <c:v>2.7811005456233899</c:v>
                </c:pt>
                <c:pt idx="84">
                  <c:v>2.7872913781186615</c:v>
                </c:pt>
                <c:pt idx="85">
                  <c:v>2.7934209001347128</c:v>
                </c:pt>
                <c:pt idx="86">
                  <c:v>2.7994905430939423</c:v>
                </c:pt>
                <c:pt idx="87">
                  <c:v>2.8055016888672744</c:v>
                </c:pt>
                <c:pt idx="88">
                  <c:v>2.8114556720351858</c:v>
                </c:pt>
                <c:pt idx="89">
                  <c:v>2.8173537820212284</c:v>
                </c:pt>
                <c:pt idx="90">
                  <c:v>2.8231972651065691</c:v>
                </c:pt>
                <c:pt idx="91">
                  <c:v>2.8289873263334311</c:v>
                </c:pt>
                <c:pt idx="92">
                  <c:v>2.8347251313046984</c:v>
                </c:pt>
                <c:pt idx="93">
                  <c:v>2.8404118078864231</c:v>
                </c:pt>
                <c:pt idx="94">
                  <c:v>2.8460484478194386</c:v>
                </c:pt>
                <c:pt idx="95">
                  <c:v>2.8516361082458483</c:v>
                </c:pt>
                <c:pt idx="96">
                  <c:v>2.8571758131557314</c:v>
                </c:pt>
                <c:pt idx="97">
                  <c:v>2.8626685547590141</c:v>
                </c:pt>
                <c:pt idx="98">
                  <c:v>2.8681152947871014</c:v>
                </c:pt>
                <c:pt idx="99">
                  <c:v>2.87351696572855</c:v>
                </c:pt>
                <c:pt idx="100">
                  <c:v>2.8788744720027397</c:v>
                </c:pt>
                <c:pt idx="101">
                  <c:v>2.8841886910752574</c:v>
                </c:pt>
                <c:pt idx="102">
                  <c:v>2.8894604745184149</c:v>
                </c:pt>
                <c:pt idx="103">
                  <c:v>2.8946906490201183</c:v>
                </c:pt>
                <c:pt idx="104">
                  <c:v>2.8998800173440755</c:v>
                </c:pt>
                <c:pt idx="105">
                  <c:v>2.9050293592441343</c:v>
                </c:pt>
                <c:pt idx="106">
                  <c:v>2.9101394323353502</c:v>
                </c:pt>
                <c:pt idx="107">
                  <c:v>2.9152109729242222</c:v>
                </c:pt>
                <c:pt idx="108">
                  <c:v>2.9202446968003692</c:v>
                </c:pt>
                <c:pt idx="109">
                  <c:v>2.9252412999917832</c:v>
                </c:pt>
                <c:pt idx="110">
                  <c:v>2.93020145948564</c:v>
                </c:pt>
                <c:pt idx="111">
                  <c:v>2.9351258339165494</c:v>
                </c:pt>
                <c:pt idx="112">
                  <c:v>2.9400150642239771</c:v>
                </c:pt>
                <c:pt idx="113">
                  <c:v>2.9448697742805017</c:v>
                </c:pt>
                <c:pt idx="114">
                  <c:v>2.9496905714924253</c:v>
                </c:pt>
                <c:pt idx="115">
                  <c:v>2.9544780473741987</c:v>
                </c:pt>
                <c:pt idx="116">
                  <c:v>2.9592327780980097</c:v>
                </c:pt>
                <c:pt idx="117">
                  <c:v>2.9639553250198238</c:v>
                </c:pt>
                <c:pt idx="118">
                  <c:v>2.9686462351830665</c:v>
                </c:pt>
                <c:pt idx="119">
                  <c:v>2.9733060418010808</c:v>
                </c:pt>
                <c:pt idx="120">
                  <c:v>2.977935264719429</c:v>
                </c:pt>
                <c:pt idx="121">
                  <c:v>2.9825344108590377</c:v>
                </c:pt>
                <c:pt idx="122">
                  <c:v>2.9871039746411276</c:v>
                </c:pt>
                <c:pt idx="123">
                  <c:v>2.9916444383948257</c:v>
                </c:pt>
                <c:pt idx="124">
                  <c:v>2.9961562727482929</c:v>
                </c:pt>
                <c:pt idx="125">
                  <c:v>3.0006399370041685</c:v>
                </c:pt>
                <c:pt idx="126">
                  <c:v>3.0050958795000726</c:v>
                </c:pt>
                <c:pt idx="127">
                  <c:v>3.0095245379548805</c:v>
                </c:pt>
                <c:pt idx="128">
                  <c:v>3.0139263398014311</c:v>
                </c:pt>
                <c:pt idx="129">
                  <c:v>3.0183017025063101</c:v>
                </c:pt>
                <c:pt idx="130">
                  <c:v>3.0226510338773003</c:v>
                </c:pt>
                <c:pt idx="131">
                  <c:v>3.026974732359065</c:v>
                </c:pt>
                <c:pt idx="132">
                  <c:v>3.0312731873176038</c:v>
                </c:pt>
                <c:pt idx="133">
                  <c:v>3.0355467793139912</c:v>
                </c:pt>
                <c:pt idx="134">
                  <c:v>3.0397958803678686</c:v>
                </c:pt>
                <c:pt idx="135">
                  <c:v>3.0440208542111558</c:v>
                </c:pt>
                <c:pt idx="136">
                  <c:v>3.0482220565324156</c:v>
                </c:pt>
                <c:pt idx="137">
                  <c:v>3.0523998352122699</c:v>
                </c:pt>
                <c:pt idx="138">
                  <c:v>3.0565545305502733</c:v>
                </c:pt>
                <c:pt idx="139">
                  <c:v>3.0606864754836023</c:v>
                </c:pt>
                <c:pt idx="140">
                  <c:v>3.0647959957979123</c:v>
                </c:pt>
                <c:pt idx="141">
                  <c:v>3.0688834103307068</c:v>
                </c:pt>
                <c:pt idx="142">
                  <c:v>3.0729490311675227</c:v>
                </c:pt>
                <c:pt idx="143">
                  <c:v>3.0769931638312427</c:v>
                </c:pt>
                <c:pt idx="144">
                  <c:v>3.0810161074648144</c:v>
                </c:pt>
                <c:pt idx="145">
                  <c:v>3.0850181550076634</c:v>
                </c:pt>
                <c:pt idx="146">
                  <c:v>3.0889995933660406</c:v>
                </c:pt>
                <c:pt idx="147">
                  <c:v>3.0929607035775684</c:v>
                </c:pt>
                <c:pt idx="148">
                  <c:v>3.0969017609702139</c:v>
                </c:pt>
                <c:pt idx="149">
                  <c:v>3.1008230353159121</c:v>
                </c:pt>
                <c:pt idx="150">
                  <c:v>3.1047247909790627</c:v>
                </c:pt>
                <c:pt idx="151">
                  <c:v>3.1086072870600949</c:v>
                </c:pt>
                <c:pt idx="152">
                  <c:v>3.1124707775342992</c:v>
                </c:pt>
                <c:pt idx="153">
                  <c:v>3.1163155113861114</c:v>
                </c:pt>
                <c:pt idx="154">
                  <c:v>3.1201417327390324</c:v>
                </c:pt>
                <c:pt idx="155">
                  <c:v>3.1239496809813425</c:v>
                </c:pt>
                <c:pt idx="156">
                  <c:v>3.1277395908877783</c:v>
                </c:pt>
                <c:pt idx="157">
                  <c:v>3.1315116927373285</c:v>
                </c:pt>
                <c:pt idx="158">
                  <c:v>3.1352662124272928</c:v>
                </c:pt>
                <c:pt idx="159">
                  <c:v>3.1390033715837462</c:v>
                </c:pt>
                <c:pt idx="160">
                  <c:v>3.1427233876685454</c:v>
                </c:pt>
                <c:pt idx="161">
                  <c:v>3.1464264740830017</c:v>
                </c:pt>
                <c:pt idx="162">
                  <c:v>3.1501128402683518</c:v>
                </c:pt>
                <c:pt idx="163">
                  <c:v>3.1537826918031375</c:v>
                </c:pt>
                <c:pt idx="164">
                  <c:v>3.1574362304976118</c:v>
                </c:pt>
                <c:pt idx="165">
                  <c:v>3.1610736544852753</c:v>
                </c:pt>
                <c:pt idx="166">
                  <c:v>3.1646951583116558</c:v>
                </c:pt>
                <c:pt idx="167">
                  <c:v>3.1683009330204182</c:v>
                </c:pt>
                <c:pt idx="168">
                  <c:v>3.1718911662369105</c:v>
                </c:pt>
                <c:pt idx="169">
                  <c:v>3.1754660422492318</c:v>
                </c:pt>
                <c:pt idx="170">
                  <c:v>3.1790257420869104</c:v>
                </c:pt>
                <c:pt idx="171">
                  <c:v>3.1825704435972781</c:v>
                </c:pt>
                <c:pt idx="172">
                  <c:v>3.1861003215196209</c:v>
                </c:pt>
                <c:pt idx="173">
                  <c:v>3.1896155475571772</c:v>
                </c:pt>
                <c:pt idx="174">
                  <c:v>3.1931162904470729</c:v>
                </c:pt>
                <c:pt idx="175">
                  <c:v>3.196602716028242</c:v>
                </c:pt>
                <c:pt idx="176">
                  <c:v>3.2000749873074263</c:v>
                </c:pt>
                <c:pt idx="177">
                  <c:v>3.2035332645232968</c:v>
                </c:pt>
                <c:pt idx="178">
                  <c:v>3.2069777052087778</c:v>
                </c:pt>
                <c:pt idx="179">
                  <c:v>3.210408464251624</c:v>
                </c:pt>
                <c:pt idx="180">
                  <c:v>3.2138256939533103</c:v>
                </c:pt>
                <c:pt idx="181">
                  <c:v>3.2172295440862948</c:v>
                </c:pt>
                <c:pt idx="182">
                  <c:v>3.2206201619497028</c:v>
                </c:pt>
                <c:pt idx="183">
                  <c:v>3.2239976924234903</c:v>
                </c:pt>
                <c:pt idx="184">
                  <c:v>3.2273622780211295</c:v>
                </c:pt>
                <c:pt idx="185">
                  <c:v>3.2307140589408676</c:v>
                </c:pt>
                <c:pt idx="186">
                  <c:v>3.2340531731156088</c:v>
                </c:pt>
                <c:pt idx="187">
                  <c:v>3.2373797562614577</c:v>
                </c:pt>
                <c:pt idx="188">
                  <c:v>3.2406939419249681</c:v>
                </c:pt>
                <c:pt idx="189">
                  <c:v>3.2439958615291418</c:v>
                </c:pt>
                <c:pt idx="190">
                  <c:v>3.2472856444182145</c:v>
                </c:pt>
                <c:pt idx="191">
                  <c:v>3.2505634179012675</c:v>
                </c:pt>
                <c:pt idx="192">
                  <c:v>3.2538293072946991</c:v>
                </c:pt>
                <c:pt idx="193">
                  <c:v>3.2570834359635961</c:v>
                </c:pt>
                <c:pt idx="194">
                  <c:v>3.2603259253620376</c:v>
                </c:pt>
                <c:pt idx="195">
                  <c:v>3.2635568950723628</c:v>
                </c:pt>
                <c:pt idx="196">
                  <c:v>3.2667764628434348</c:v>
                </c:pt>
                <c:pt idx="197">
                  <c:v>3.2699847446279304</c:v>
                </c:pt>
                <c:pt idx="198">
                  <c:v>3.2731818546186915</c:v>
                </c:pt>
                <c:pt idx="199">
                  <c:v>3.2763679052841561</c:v>
                </c:pt>
                <c:pt idx="200">
                  <c:v>3.2795430074029062</c:v>
                </c:pt>
                <c:pt idx="201">
                  <c:v>3.2827072700973492</c:v>
                </c:pt>
                <c:pt idx="202">
                  <c:v>3.2858608008665731</c:v>
                </c:pt>
                <c:pt idx="203">
                  <c:v>3.2890037056183816</c:v>
                </c:pt>
                <c:pt idx="204">
                  <c:v>3.2921360887005515</c:v>
                </c:pt>
                <c:pt idx="205">
                  <c:v>3.2952580529313162</c:v>
                </c:pt>
                <c:pt idx="206">
                  <c:v>3.2983696996291205</c:v>
                </c:pt>
                <c:pt idx="207">
                  <c:v>3.3014711286416447</c:v>
                </c:pt>
                <c:pt idx="208">
                  <c:v>3.3045624383741359</c:v>
                </c:pt>
                <c:pt idx="209">
                  <c:v>3.3076437258170572</c:v>
                </c:pt>
                <c:pt idx="210">
                  <c:v>3.3107150865730817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3CC6-4C01-87D6-3BC327514F2D}"/>
            </c:ext>
          </c:extLst>
        </c:ser>
        <c:ser>
          <c:idx val="4"/>
          <c:order val="4"/>
          <c:tx>
            <c:strRef>
              <c:f>[Plots.xlsx]Sheet1!$I$5</c:f>
              <c:strCache>
                <c:ptCount val="1"/>
                <c:pt idx="0">
                  <c:v>Big NN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[Plots.xlsx]Sheet1!$I$6:$I$216</c:f>
              <c:numCache>
                <c:formatCode>General</c:formatCode>
                <c:ptCount val="211"/>
                <c:pt idx="0">
                  <c:v>0</c:v>
                </c:pt>
                <c:pt idx="1">
                  <c:v>0.14918124604762484</c:v>
                </c:pt>
                <c:pt idx="2">
                  <c:v>0.28612803567823802</c:v>
                </c:pt>
                <c:pt idx="3">
                  <c:v>0.41411998265592476</c:v>
                </c:pt>
                <c:pt idx="4">
                  <c:v>0.53527250510330604</c:v>
                </c:pt>
                <c:pt idx="5">
                  <c:v>0.65102999566398123</c:v>
                </c:pt>
                <c:pt idx="6">
                  <c:v>0.76242268082220632</c:v>
                </c:pt>
                <c:pt idx="7">
                  <c:v>0.87021124171160613</c:v>
                </c:pt>
                <c:pt idx="8">
                  <c:v>0.97497334797081803</c:v>
                </c:pt>
                <c:pt idx="9">
                  <c:v>1.0771580313422193</c:v>
                </c:pt>
                <c:pt idx="10">
                  <c:v>1.1771212547196626</c:v>
                </c:pt>
                <c:pt idx="11">
                  <c:v>1.2751499783199061</c:v>
                </c:pt>
                <c:pt idx="12">
                  <c:v>1.3714789170422552</c:v>
                </c:pt>
                <c:pt idx="13">
                  <c:v>1.4663025007672874</c:v>
                </c:pt>
                <c:pt idx="14">
                  <c:v>1.5597835966168101</c:v>
                </c:pt>
                <c:pt idx="15">
                  <c:v>1.6520599913279623</c:v>
                </c:pt>
                <c:pt idx="16">
                  <c:v>1.7432492903979004</c:v>
                </c:pt>
                <c:pt idx="17">
                  <c:v>1.8334526764861874</c:v>
                </c:pt>
                <c:pt idx="18">
                  <c:v>1.9227578316815741</c:v>
                </c:pt>
                <c:pt idx="19">
                  <c:v>2.0112412373755872</c:v>
                </c:pt>
                <c:pt idx="20">
                  <c:v>2.0989700043360191</c:v>
                </c:pt>
                <c:pt idx="21">
                  <c:v>2.1860033436347992</c:v>
                </c:pt>
                <c:pt idx="22">
                  <c:v>2.2723937598229687</c:v>
                </c:pt>
                <c:pt idx="23">
                  <c:v>2.3581880270062006</c:v>
                </c:pt>
                <c:pt idx="24">
                  <c:v>2.4434279935629371</c:v>
                </c:pt>
                <c:pt idx="25">
                  <c:v>2.5281512503836439</c:v>
                </c:pt>
                <c:pt idx="26">
                  <c:v>2.6123916894982537</c:v>
                </c:pt>
                <c:pt idx="27">
                  <c:v>2.6961799739838872</c:v>
                </c:pt>
                <c:pt idx="28">
                  <c:v>2.7795439355418687</c:v>
                </c:pt>
                <c:pt idx="29">
                  <c:v>2.8625089127062364</c:v>
                </c:pt>
                <c:pt idx="30">
                  <c:v>2.945098040014257</c:v>
                </c:pt>
                <c:pt idx="31">
                  <c:v>3.0273324964312684</c:v>
                </c:pt>
                <c:pt idx="32">
                  <c:v>3.1092317197309765</c:v>
                </c:pt>
                <c:pt idx="33">
                  <c:v>3.1908135922807914</c:v>
                </c:pt>
                <c:pt idx="34">
                  <c:v>3.2720946026904802</c:v>
                </c:pt>
                <c:pt idx="35">
                  <c:v>3.3530899869919439</c:v>
                </c:pt>
                <c:pt idx="36">
                  <c:v>3.4338138523837167</c:v>
                </c:pt>
                <c:pt idx="37">
                  <c:v>3.5142792860618814</c:v>
                </c:pt>
                <c:pt idx="38">
                  <c:v>3.594498451243568</c:v>
                </c:pt>
                <c:pt idx="39">
                  <c:v>3.6744826721501687</c:v>
                </c:pt>
                <c:pt idx="40">
                  <c:v>3.754242509439325</c:v>
                </c:pt>
                <c:pt idx="41">
                  <c:v>3.8337878273455552</c:v>
                </c:pt>
                <c:pt idx="42">
                  <c:v>3.9131278535996987</c:v>
                </c:pt>
                <c:pt idx="43">
                  <c:v>3.9922712330395687</c:v>
                </c:pt>
                <c:pt idx="44">
                  <c:v>4.0712260756924952</c:v>
                </c:pt>
                <c:pt idx="45">
                  <c:v>4.1500000000000004</c:v>
                </c:pt>
                <c:pt idx="46">
                  <c:v>4.2286001717619177</c:v>
                </c:pt>
                <c:pt idx="47">
                  <c:v>4.3070333392987799</c:v>
                </c:pt>
                <c:pt idx="48">
                  <c:v>4.3853058652647698</c:v>
                </c:pt>
                <c:pt idx="49">
                  <c:v>4.46342375548695</c:v>
                </c:pt>
                <c:pt idx="50">
                  <c:v>4.5413926851582254</c:v>
                </c:pt>
                <c:pt idx="51">
                  <c:v>4.6192180226701822</c:v>
                </c:pt>
                <c:pt idx="52">
                  <c:v>4.6969048513364733</c:v>
                </c:pt>
                <c:pt idx="53">
                  <c:v>4.7744579892269181</c:v>
                </c:pt>
                <c:pt idx="54">
                  <c:v>4.8518820073061253</c:v>
                </c:pt>
                <c:pt idx="55">
                  <c:v>4.9291812460476248</c:v>
                </c:pt>
                <c:pt idx="56">
                  <c:v>5.0063598306747483</c:v>
                </c:pt>
                <c:pt idx="57">
                  <c:v>5.0834216851622358</c:v>
                </c:pt>
                <c:pt idx="58">
                  <c:v>5.1603705451175639</c:v>
                </c:pt>
                <c:pt idx="59">
                  <c:v>5.2372099696478678</c:v>
                </c:pt>
                <c:pt idx="60">
                  <c:v>5.3139433523068371</c:v>
                </c:pt>
                <c:pt idx="61">
                  <c:v>5.39057393120585</c:v>
                </c:pt>
                <c:pt idx="62">
                  <c:v>5.467104798364808</c:v>
                </c:pt>
                <c:pt idx="63">
                  <c:v>5.543538908370218</c:v>
                </c:pt>
                <c:pt idx="64">
                  <c:v>5.6198790864012373</c:v>
                </c:pt>
                <c:pt idx="65">
                  <c:v>5.696128035678238</c:v>
                </c:pt>
                <c:pt idx="66">
                  <c:v>5.7722883443830568</c:v>
                </c:pt>
                <c:pt idx="67">
                  <c:v>5.8483624920952497</c:v>
                </c:pt>
                <c:pt idx="68">
                  <c:v>5.9243528557844369</c:v>
                </c:pt>
                <c:pt idx="69">
                  <c:v>6.0002617153949576</c:v>
                </c:pt>
                <c:pt idx="70">
                  <c:v>6.0760912590556817</c:v>
                </c:pt>
                <c:pt idx="71">
                  <c:v>6.1518435879447724</c:v>
                </c:pt>
                <c:pt idx="72">
                  <c:v>6.2275207208364627</c:v>
                </c:pt>
                <c:pt idx="73">
                  <c:v>6.3031245983544615</c:v>
                </c:pt>
                <c:pt idx="74">
                  <c:v>6.3786570869544228</c:v>
                </c:pt>
                <c:pt idx="75">
                  <c:v>6.454119982655925</c:v>
                </c:pt>
                <c:pt idx="76">
                  <c:v>6.5295150145426311</c:v>
                </c:pt>
                <c:pt idx="77">
                  <c:v>6.6048438480476976</c:v>
                </c:pt>
                <c:pt idx="78">
                  <c:v>6.680108088040055</c:v>
                </c:pt>
                <c:pt idx="79">
                  <c:v>6.7553092817258626</c:v>
                </c:pt>
                <c:pt idx="80">
                  <c:v>6.8304489213782746</c:v>
                </c:pt>
                <c:pt idx="81">
                  <c:v>6.9055284469075486</c:v>
                </c:pt>
                <c:pt idx="82">
                  <c:v>6.9805492482825997</c:v>
                </c:pt>
                <c:pt idx="83">
                  <c:v>7.0555126678141509</c:v>
                </c:pt>
                <c:pt idx="84">
                  <c:v>7.1304200023088935</c:v>
                </c:pt>
                <c:pt idx="85">
                  <c:v>7.2052725051033057</c:v>
                </c:pt>
                <c:pt idx="86">
                  <c:v>7.2800713879850747</c:v>
                </c:pt>
                <c:pt idx="87">
                  <c:v>7.3548178230095367</c:v>
                </c:pt>
                <c:pt idx="88">
                  <c:v>7.4295129442179162</c:v>
                </c:pt>
                <c:pt idx="89">
                  <c:v>7.50415784926368</c:v>
                </c:pt>
                <c:pt idx="90">
                  <c:v>7.5787536009528287</c:v>
                </c:pt>
                <c:pt idx="91">
                  <c:v>7.6533012287035493</c:v>
                </c:pt>
                <c:pt idx="92">
                  <c:v>7.727801729930226</c:v>
                </c:pt>
                <c:pt idx="93">
                  <c:v>7.8022560713564761</c:v>
                </c:pt>
                <c:pt idx="94">
                  <c:v>7.876665190261531</c:v>
                </c:pt>
                <c:pt idx="95">
                  <c:v>7.9510299956639816</c:v>
                </c:pt>
                <c:pt idx="96">
                  <c:v>8.0253513694466232</c:v>
                </c:pt>
                <c:pt idx="97">
                  <c:v>8.0996301674258984</c:v>
                </c:pt>
                <c:pt idx="98">
                  <c:v>8.1738672203691536</c:v>
                </c:pt>
                <c:pt idx="99">
                  <c:v>8.2480633349627617</c:v>
                </c:pt>
                <c:pt idx="100">
                  <c:v>8.3222192947339195</c:v>
                </c:pt>
                <c:pt idx="101">
                  <c:v>8.3963358609287511</c:v>
                </c:pt>
                <c:pt idx="102">
                  <c:v>8.4704137733491915</c:v>
                </c:pt>
                <c:pt idx="103">
                  <c:v>8.5444537511509306</c:v>
                </c:pt>
                <c:pt idx="104">
                  <c:v>8.6184564936046044</c:v>
                </c:pt>
                <c:pt idx="105">
                  <c:v>8.6924226808222063</c:v>
                </c:pt>
                <c:pt idx="106">
                  <c:v>8.7663529744506388</c:v>
                </c:pt>
                <c:pt idx="107">
                  <c:v>8.8402480183341634</c:v>
                </c:pt>
                <c:pt idx="108">
                  <c:v>8.9141084391474017</c:v>
                </c:pt>
                <c:pt idx="109">
                  <c:v>8.987934847000453</c:v>
                </c:pt>
                <c:pt idx="110">
                  <c:v>9.0617278360175924</c:v>
                </c:pt>
                <c:pt idx="111">
                  <c:v>9.1354879848909007</c:v>
                </c:pt>
                <c:pt idx="112">
                  <c:v>9.2092158574101433</c:v>
                </c:pt>
                <c:pt idx="113">
                  <c:v>9.2829120029701073</c:v>
                </c:pt>
                <c:pt idx="114">
                  <c:v>9.3565769570565127</c:v>
                </c:pt>
                <c:pt idx="115">
                  <c:v>9.4302112417116071</c:v>
                </c:pt>
                <c:pt idx="116">
                  <c:v>9.503815365980433</c:v>
                </c:pt>
                <c:pt idx="117">
                  <c:v>9.5773898263387292</c:v>
                </c:pt>
                <c:pt idx="118">
                  <c:v>9.6509351071033791</c:v>
                </c:pt>
                <c:pt idx="119">
                  <c:v>9.7244516808262169</c:v>
                </c:pt>
                <c:pt idx="120">
                  <c:v>9.7979400086720378</c:v>
                </c:pt>
                <c:pt idx="121">
                  <c:v>9.8714005407815453</c:v>
                </c:pt>
                <c:pt idx="122">
                  <c:v>9.9448337166199394</c:v>
                </c:pt>
                <c:pt idx="123">
                  <c:v>10.018239965311849</c:v>
                </c:pt>
                <c:pt idx="124">
                  <c:v>10.091619705963231</c:v>
                </c:pt>
                <c:pt idx="125">
                  <c:v>10.164973347970818</c:v>
                </c:pt>
                <c:pt idx="126">
                  <c:v>10.238301291319745</c:v>
                </c:pt>
                <c:pt idx="127">
                  <c:v>10.311603926869832</c:v>
                </c:pt>
                <c:pt idx="128">
                  <c:v>10.384881636631068</c:v>
                </c:pt>
                <c:pt idx="129">
                  <c:v>10.458134794028789</c:v>
                </c:pt>
                <c:pt idx="130">
                  <c:v>10.531363764158987</c:v>
                </c:pt>
                <c:pt idx="131">
                  <c:v>10.604568904034199</c:v>
                </c:pt>
                <c:pt idx="132">
                  <c:v>10.677750562820389</c:v>
                </c:pt>
                <c:pt idx="133">
                  <c:v>10.750909082065219</c:v>
                </c:pt>
                <c:pt idx="134">
                  <c:v>10.824044795918077</c:v>
                </c:pt>
                <c:pt idx="135">
                  <c:v>10.89715803134222</c:v>
                </c:pt>
                <c:pt idx="136">
                  <c:v>10.970249108319361</c:v>
                </c:pt>
                <c:pt idx="137">
                  <c:v>11.043318340047037</c:v>
                </c:pt>
                <c:pt idx="138">
                  <c:v>11.116366033129044</c:v>
                </c:pt>
                <c:pt idx="139">
                  <c:v>11.189392487759232</c:v>
                </c:pt>
                <c:pt idx="140">
                  <c:v>11.262397997898956</c:v>
                </c:pt>
                <c:pt idx="141">
                  <c:v>11.335382851448419</c:v>
                </c:pt>
                <c:pt idx="142">
                  <c:v>11.408347330412157</c:v>
                </c:pt>
                <c:pt idx="143">
                  <c:v>11.481291711058939</c:v>
                </c:pt>
                <c:pt idx="144">
                  <c:v>11.554216264076256</c:v>
                </c:pt>
                <c:pt idx="145">
                  <c:v>11.627121254719663</c:v>
                </c:pt>
                <c:pt idx="146">
                  <c:v>11.700006942957151</c:v>
                </c:pt>
                <c:pt idx="147">
                  <c:v>11.772873583608755</c:v>
                </c:pt>
                <c:pt idx="148">
                  <c:v>11.84572142648158</c:v>
                </c:pt>
                <c:pt idx="149">
                  <c:v>11.918550716500445</c:v>
                </c:pt>
                <c:pt idx="150">
                  <c:v>11.991361693834273</c:v>
                </c:pt>
                <c:pt idx="151">
                  <c:v>12.064154594018444</c:v>
                </c:pt>
                <c:pt idx="152">
                  <c:v>12.136929648073215</c:v>
                </c:pt>
                <c:pt idx="153">
                  <c:v>12.209687082618405</c:v>
                </c:pt>
                <c:pt idx="154">
                  <c:v>12.282427119984431</c:v>
                </c:pt>
                <c:pt idx="155">
                  <c:v>12.355149978319906</c:v>
                </c:pt>
                <c:pt idx="156">
                  <c:v>12.427855871695831</c:v>
                </c:pt>
                <c:pt idx="157">
                  <c:v>12.500545010206613</c:v>
                </c:pt>
                <c:pt idx="158">
                  <c:v>12.57321760006794</c:v>
                </c:pt>
                <c:pt idx="159">
                  <c:v>12.64587384371168</c:v>
                </c:pt>
                <c:pt idx="160">
                  <c:v>12.718513939877889</c:v>
                </c:pt>
                <c:pt idx="161">
                  <c:v>12.791138083704036</c:v>
                </c:pt>
                <c:pt idx="162">
                  <c:v>12.863746466811564</c:v>
                </c:pt>
                <c:pt idx="163">
                  <c:v>12.936339277389845</c:v>
                </c:pt>
                <c:pt idx="164">
                  <c:v>13.008916700277656</c:v>
                </c:pt>
                <c:pt idx="165">
                  <c:v>13.081478917042256</c:v>
                </c:pt>
                <c:pt idx="166">
                  <c:v>13.154026106056136</c:v>
                </c:pt>
                <c:pt idx="167">
                  <c:v>13.22655844257153</c:v>
                </c:pt>
                <c:pt idx="168">
                  <c:v>13.299076098792776</c:v>
                </c:pt>
                <c:pt idx="169">
                  <c:v>13.371579243946581</c:v>
                </c:pt>
                <c:pt idx="170">
                  <c:v>13.444068044350276</c:v>
                </c:pt>
                <c:pt idx="171">
                  <c:v>13.516542663478132</c:v>
                </c:pt>
                <c:pt idx="172">
                  <c:v>13.589003262025789</c:v>
                </c:pt>
                <c:pt idx="173">
                  <c:v>13.661449997972875</c:v>
                </c:pt>
                <c:pt idx="174">
                  <c:v>13.733883026643873</c:v>
                </c:pt>
                <c:pt idx="175">
                  <c:v>13.806302500767288</c:v>
                </c:pt>
                <c:pt idx="176">
                  <c:v>13.878708570533167</c:v>
                </c:pt>
                <c:pt idx="177">
                  <c:v>13.951101383649057</c:v>
                </c:pt>
                <c:pt idx="178">
                  <c:v>14.023481085394412</c:v>
                </c:pt>
                <c:pt idx="179">
                  <c:v>14.095847818673519</c:v>
                </c:pt>
                <c:pt idx="180">
                  <c:v>14.168201724066995</c:v>
                </c:pt>
                <c:pt idx="181">
                  <c:v>14.240542939881898</c:v>
                </c:pt>
                <c:pt idx="182">
                  <c:v>14.312871602200481</c:v>
                </c:pt>
                <c:pt idx="183">
                  <c:v>14.385187844927662</c:v>
                </c:pt>
                <c:pt idx="184">
                  <c:v>14.457491799837227</c:v>
                </c:pt>
                <c:pt idx="185">
                  <c:v>14.529783596616811</c:v>
                </c:pt>
                <c:pt idx="186">
                  <c:v>14.602063362911709</c:v>
                </c:pt>
                <c:pt idx="187">
                  <c:v>14.674331224367531</c:v>
                </c:pt>
                <c:pt idx="188">
                  <c:v>14.746587304671754</c:v>
                </c:pt>
                <c:pt idx="189">
                  <c:v>14.818831725594208</c:v>
                </c:pt>
                <c:pt idx="190">
                  <c:v>14.8910646070265</c:v>
                </c:pt>
                <c:pt idx="191">
                  <c:v>14.963286067020459</c:v>
                </c:pt>
                <c:pt idx="192">
                  <c:v>15.035496221825573</c:v>
                </c:pt>
                <c:pt idx="193">
                  <c:v>15.107695185925513</c:v>
                </c:pt>
                <c:pt idx="194">
                  <c:v>15.179883072073688</c:v>
                </c:pt>
                <c:pt idx="195">
                  <c:v>15.252059991327963</c:v>
                </c:pt>
                <c:pt idx="196">
                  <c:v>15.324226053084471</c:v>
                </c:pt>
                <c:pt idx="197">
                  <c:v>15.396381365110607</c:v>
                </c:pt>
                <c:pt idx="198">
                  <c:v>15.468526033577193</c:v>
                </c:pt>
                <c:pt idx="199">
                  <c:v>15.54066016308988</c:v>
                </c:pt>
                <c:pt idx="200">
                  <c:v>15.612783856719735</c:v>
                </c:pt>
                <c:pt idx="201">
                  <c:v>15.684897216033136</c:v>
                </c:pt>
                <c:pt idx="202">
                  <c:v>15.7570003411209</c:v>
                </c:pt>
                <c:pt idx="203">
                  <c:v>15.829093330626744</c:v>
                </c:pt>
                <c:pt idx="204">
                  <c:v>15.901176281775037</c:v>
                </c:pt>
                <c:pt idx="205">
                  <c:v>15.9732492903979</c:v>
                </c:pt>
                <c:pt idx="206">
                  <c:v>16.045312450961674</c:v>
                </c:pt>
                <c:pt idx="207">
                  <c:v>16.117365856592734</c:v>
                </c:pt>
                <c:pt idx="208">
                  <c:v>16.189409599102721</c:v>
                </c:pt>
                <c:pt idx="209">
                  <c:v>16.261443769013173</c:v>
                </c:pt>
                <c:pt idx="210">
                  <c:v>16.333468455579588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3CC6-4C01-87D6-3BC327514F2D}"/>
            </c:ext>
          </c:extLst>
        </c:ser>
        <c:ser>
          <c:idx val="5"/>
          <c:order val="5"/>
          <c:tx>
            <c:strRef>
              <c:f>[Plots.xlsx]Sheet1!$J$5</c:f>
              <c:strCache>
                <c:ptCount val="1"/>
                <c:pt idx="0">
                  <c:v>Bigger NN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[Plots.xlsx]Sheet1!$D$6:$D$216</c:f>
              <c:numCache>
                <c:formatCode>General</c:formatCode>
                <c:ptCount val="2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</c:numCache>
            </c:numRef>
          </c:xVal>
          <c:yVal>
            <c:numRef>
              <c:f>[Plots.xlsx]Sheet1!$J$6:$J$216</c:f>
              <c:numCache>
                <c:formatCode>General</c:formatCode>
                <c:ptCount val="211"/>
                <c:pt idx="0">
                  <c:v>0</c:v>
                </c:pt>
                <c:pt idx="1">
                  <c:v>0.14569784035361166</c:v>
                </c:pt>
                <c:pt idx="2">
                  <c:v>0.28394335230683682</c:v>
                </c:pt>
                <c:pt idx="3">
                  <c:v>0.41636800223497489</c:v>
                </c:pt>
                <c:pt idx="4">
                  <c:v>0.54411998265592487</c:v>
                </c:pt>
                <c:pt idx="5">
                  <c:v>0.66803804868629446</c:v>
                </c:pt>
                <c:pt idx="6">
                  <c:v>0.78875360095282887</c:v>
                </c:pt>
                <c:pt idx="7">
                  <c:v>0.9067538610557544</c:v>
                </c:pt>
                <c:pt idx="8">
                  <c:v>1.0224226808222063</c:v>
                </c:pt>
                <c:pt idx="9">
                  <c:v>1.1360678622717362</c:v>
                </c:pt>
                <c:pt idx="10">
                  <c:v>1.2479400086720376</c:v>
                </c:pt>
                <c:pt idx="11">
                  <c:v>1.358245873936808</c:v>
                </c:pt>
                <c:pt idx="12">
                  <c:v>1.4671580313422192</c:v>
                </c:pt>
                <c:pt idx="13">
                  <c:v>1.574822015978163</c:v>
                </c:pt>
                <c:pt idx="14">
                  <c:v>1.6813616938342728</c:v>
                </c:pt>
                <c:pt idx="15">
                  <c:v>1.7868833609788743</c:v>
                </c:pt>
                <c:pt idx="16">
                  <c:v>1.8914789170422552</c:v>
                </c:pt>
                <c:pt idx="17">
                  <c:v>1.9952283530550941</c:v>
                </c:pt>
                <c:pt idx="18">
                  <c:v>2.0982017240669952</c:v>
                </c:pt>
                <c:pt idx="19">
                  <c:v>2.2004607295085008</c:v>
                </c:pt>
                <c:pt idx="20">
                  <c:v>2.3020599913279627</c:v>
                </c:pt>
                <c:pt idx="21">
                  <c:v>2.4030480967120926</c:v>
                </c:pt>
                <c:pt idx="22">
                  <c:v>2.5034684555795867</c:v>
                </c:pt>
                <c:pt idx="23">
                  <c:v>2.6033600109809316</c:v>
                </c:pt>
                <c:pt idx="24">
                  <c:v>2.7027578316815744</c:v>
                </c:pt>
                <c:pt idx="25">
                  <c:v>2.8016936096248664</c:v>
                </c:pt>
                <c:pt idx="26">
                  <c:v>2.9001960800285138</c:v>
                </c:pt>
                <c:pt idx="27">
                  <c:v>2.9982913781186618</c:v>
                </c:pt>
                <c:pt idx="28">
                  <c:v>3.0960033436347993</c:v>
                </c:pt>
                <c:pt idx="29">
                  <c:v>3.1933537820212288</c:v>
                </c:pt>
                <c:pt idx="30">
                  <c:v>3.2903626894942439</c:v>
                </c:pt>
                <c:pt idx="31">
                  <c:v>3.3870484478194385</c:v>
                </c:pt>
                <c:pt idx="32">
                  <c:v>3.4834279935629375</c:v>
                </c:pt>
                <c:pt idx="33">
                  <c:v>3.5795169657285495</c:v>
                </c:pt>
                <c:pt idx="34">
                  <c:v>3.6753298350107673</c:v>
                </c:pt>
                <c:pt idx="35">
                  <c:v>3.7708800173440755</c:v>
                </c:pt>
                <c:pt idx="36">
                  <c:v>3.8661799739838871</c:v>
                </c:pt>
                <c:pt idx="37">
                  <c:v>3.9612412999917832</c:v>
                </c:pt>
                <c:pt idx="38">
                  <c:v>4.0560748027008273</c:v>
                </c:pt>
                <c:pt idx="39">
                  <c:v>4.1506905714924258</c:v>
                </c:pt>
                <c:pt idx="40">
                  <c:v>4.2450980400142573</c:v>
                </c:pt>
                <c:pt idx="41">
                  <c:v>4.3393060418010805</c:v>
                </c:pt>
                <c:pt idx="42">
                  <c:v>4.4333228601204562</c:v>
                </c:pt>
                <c:pt idx="43">
                  <c:v>4.527156272748293</c:v>
                </c:pt>
                <c:pt idx="44">
                  <c:v>4.6208135922807916</c:v>
                </c:pt>
                <c:pt idx="45">
                  <c:v>4.7143017025063108</c:v>
                </c:pt>
                <c:pt idx="46">
                  <c:v>4.807627091290442</c:v>
                </c:pt>
                <c:pt idx="47">
                  <c:v>4.9007958803678688</c:v>
                </c:pt>
                <c:pt idx="48">
                  <c:v>4.9938138523837168</c:v>
                </c:pt>
                <c:pt idx="49">
                  <c:v>5.0866864754836021</c:v>
                </c:pt>
                <c:pt idx="50">
                  <c:v>5.1794189257142929</c:v>
                </c:pt>
                <c:pt idx="51">
                  <c:v>5.2720161074648138</c:v>
                </c:pt>
                <c:pt idx="52">
                  <c:v>5.3644826721501691</c:v>
                </c:pt>
                <c:pt idx="53">
                  <c:v>5.456823035315912</c:v>
                </c:pt>
                <c:pt idx="54">
                  <c:v>5.5490413923210946</c:v>
                </c:pt>
                <c:pt idx="55">
                  <c:v>5.6411417327390332</c:v>
                </c:pt>
                <c:pt idx="56">
                  <c:v>5.733127853599699</c:v>
                </c:pt>
                <c:pt idx="57">
                  <c:v>5.8250033715837466</c:v>
                </c:pt>
                <c:pt idx="58">
                  <c:v>5.9167717342662458</c:v>
                </c:pt>
                <c:pt idx="59">
                  <c:v>6.0084362304976127</c:v>
                </c:pt>
                <c:pt idx="60">
                  <c:v>6.1000000000000005</c:v>
                </c:pt>
                <c:pt idx="61">
                  <c:v>6.1914660422492318</c:v>
                </c:pt>
                <c:pt idx="62">
                  <c:v>6.2828372247051725</c:v>
                </c:pt>
                <c:pt idx="63">
                  <c:v>6.3741162904470734</c:v>
                </c:pt>
                <c:pt idx="64">
                  <c:v>6.4653058652647708</c:v>
                </c:pt>
                <c:pt idx="65">
                  <c:v>6.5564084642516249</c:v>
                </c:pt>
                <c:pt idx="66">
                  <c:v>6.6474264979406241</c:v>
                </c:pt>
                <c:pt idx="67">
                  <c:v>6.7383622780211301</c:v>
                </c:pt>
                <c:pt idx="68">
                  <c:v>6.8292180226701813</c:v>
                </c:pt>
                <c:pt idx="69">
                  <c:v>6.9199958615291415</c:v>
                </c:pt>
                <c:pt idx="70">
                  <c:v>7.010697840353612</c:v>
                </c:pt>
                <c:pt idx="71">
                  <c:v>7.1013259253620378</c:v>
                </c:pt>
                <c:pt idx="72">
                  <c:v>7.1918820073061251</c:v>
                </c:pt>
                <c:pt idx="73">
                  <c:v>7.2823679052841568</c:v>
                </c:pt>
                <c:pt idx="74">
                  <c:v>7.3727853703164499</c:v>
                </c:pt>
                <c:pt idx="75">
                  <c:v>7.4631360887005522</c:v>
                </c:pt>
                <c:pt idx="76">
                  <c:v>7.5534216851622364</c:v>
                </c:pt>
                <c:pt idx="77">
                  <c:v>7.643643725817058</c:v>
                </c:pt>
                <c:pt idx="78">
                  <c:v>7.733803720955958</c:v>
                </c:pt>
                <c:pt idx="79">
                  <c:v>7.8239031276673145</c:v>
                </c:pt>
                <c:pt idx="80">
                  <c:v>7.9139433523068377</c:v>
                </c:pt>
                <c:pt idx="81">
                  <c:v>8.0039257528257775</c:v>
                </c:pt>
                <c:pt idx="82">
                  <c:v>8.0938516409670864</c:v>
                </c:pt>
                <c:pt idx="83">
                  <c:v>8.1837222843384279</c:v>
                </c:pt>
                <c:pt idx="84">
                  <c:v>8.2735389083702184</c:v>
                </c:pt>
                <c:pt idx="85">
                  <c:v>8.3633026981662812</c:v>
                </c:pt>
                <c:pt idx="86">
                  <c:v>8.4530148002540955</c:v>
                </c:pt>
                <c:pt idx="87">
                  <c:v>8.5426763242410999</c:v>
                </c:pt>
                <c:pt idx="88">
                  <c:v>8.6322883443830563</c:v>
                </c:pt>
                <c:pt idx="89">
                  <c:v>8.7218519010700106</c:v>
                </c:pt>
                <c:pt idx="90">
                  <c:v>8.8113680022349747</c:v>
                </c:pt>
                <c:pt idx="91">
                  <c:v>8.9008376246901282</c:v>
                </c:pt>
                <c:pt idx="92">
                  <c:v>8.9902617153949578</c:v>
                </c:pt>
                <c:pt idx="93">
                  <c:v>9.0796411926604481</c:v>
                </c:pt>
                <c:pt idx="94">
                  <c:v>9.168976947293169</c:v>
                </c:pt>
                <c:pt idx="95">
                  <c:v>9.2582698436828057</c:v>
                </c:pt>
                <c:pt idx="96">
                  <c:v>9.3475207208364637</c:v>
                </c:pt>
                <c:pt idx="97">
                  <c:v>9.4367303933628577</c:v>
                </c:pt>
                <c:pt idx="98">
                  <c:v>9.5258996524092332</c:v>
                </c:pt>
                <c:pt idx="99">
                  <c:v>9.6150292665537709</c:v>
                </c:pt>
                <c:pt idx="100">
                  <c:v>9.704119982655925</c:v>
                </c:pt>
                <c:pt idx="101">
                  <c:v>9.7931725266671226</c:v>
                </c:pt>
                <c:pt idx="102">
                  <c:v>9.882187604403958</c:v>
                </c:pt>
                <c:pt idx="103">
                  <c:v>9.9711659022859944</c:v>
                </c:pt>
                <c:pt idx="104">
                  <c:v>10.060108088040055</c:v>
                </c:pt>
                <c:pt idx="105">
                  <c:v>10.149014811372865</c:v>
                </c:pt>
                <c:pt idx="106">
                  <c:v>10.237886704613674</c:v>
                </c:pt>
                <c:pt idx="107">
                  <c:v>10.326724383328518</c:v>
                </c:pt>
                <c:pt idx="108">
                  <c:v>10.415528446907551</c:v>
                </c:pt>
                <c:pt idx="109">
                  <c:v>10.504299479126892</c:v>
                </c:pt>
                <c:pt idx="110">
                  <c:v>10.593038048686296</c:v>
                </c:pt>
                <c:pt idx="111">
                  <c:v>10.681744709723842</c:v>
                </c:pt>
                <c:pt idx="112">
                  <c:v>10.770420002308896</c:v>
                </c:pt>
                <c:pt idx="113">
                  <c:v>10.859064452914339</c:v>
                </c:pt>
                <c:pt idx="114">
                  <c:v>10.947678574869187</c:v>
                </c:pt>
                <c:pt idx="115">
                  <c:v>11.036262868792495</c:v>
                </c:pt>
                <c:pt idx="116">
                  <c:v>11.124817823009538</c:v>
                </c:pt>
                <c:pt idx="117">
                  <c:v>11.213343913951064</c:v>
                </c:pt>
                <c:pt idx="118">
                  <c:v>11.301841606536501</c:v>
                </c:pt>
                <c:pt idx="119">
                  <c:v>11.390311354541812</c:v>
                </c:pt>
                <c:pt idx="120">
                  <c:v>11.47875360095283</c:v>
                </c:pt>
                <c:pt idx="121">
                  <c:v>11.567168778304641</c:v>
                </c:pt>
                <c:pt idx="122">
                  <c:v>11.655557309007776</c:v>
                </c:pt>
                <c:pt idx="123">
                  <c:v>11.743919605661727</c:v>
                </c:pt>
                <c:pt idx="124">
                  <c:v>11.832256071356477</c:v>
                </c:pt>
                <c:pt idx="125">
                  <c:v>11.920567099962479</c:v>
                </c:pt>
                <c:pt idx="126">
                  <c:v>12.008853076409707</c:v>
                </c:pt>
                <c:pt idx="127">
                  <c:v>12.097114376956201</c:v>
                </c:pt>
                <c:pt idx="128">
                  <c:v>12.185351369446625</c:v>
                </c:pt>
                <c:pt idx="129">
                  <c:v>12.273564413561241</c:v>
                </c:pt>
                <c:pt idx="130">
                  <c:v>12.361753861055755</c:v>
                </c:pt>
                <c:pt idx="131">
                  <c:v>12.449920055992422</c:v>
                </c:pt>
                <c:pt idx="132">
                  <c:v>12.538063334962763</c:v>
                </c:pt>
                <c:pt idx="133">
                  <c:v>12.626184027302315</c:v>
                </c:pt>
                <c:pt idx="134">
                  <c:v>12.714282455297694</c:v>
                </c:pt>
                <c:pt idx="135">
                  <c:v>12.802358934386332</c:v>
                </c:pt>
                <c:pt idx="136">
                  <c:v>12.890413773349191</c:v>
                </c:pt>
                <c:pt idx="137">
                  <c:v>12.978447274496752</c:v>
                </c:pt>
                <c:pt idx="138">
                  <c:v>13.06645973384853</c:v>
                </c:pt>
                <c:pt idx="139">
                  <c:v>13.154451441306442</c:v>
                </c:pt>
                <c:pt idx="140">
                  <c:v>13.242422680822207</c:v>
                </c:pt>
                <c:pt idx="141">
                  <c:v>13.330373730559089</c:v>
                </c:pt>
                <c:pt idx="142">
                  <c:v>13.41830486304816</c:v>
                </c:pt>
                <c:pt idx="143">
                  <c:v>13.506216345339343</c:v>
                </c:pt>
                <c:pt idx="144">
                  <c:v>13.594108439147401</c:v>
                </c:pt>
                <c:pt idx="145">
                  <c:v>13.681981400993132</c:v>
                </c:pt>
                <c:pt idx="146">
                  <c:v>13.769835482339888</c:v>
                </c:pt>
                <c:pt idx="147">
                  <c:v>13.857670929725668</c:v>
                </c:pt>
                <c:pt idx="148">
                  <c:v>13.945487984890899</c:v>
                </c:pt>
                <c:pt idx="149">
                  <c:v>14.033286884902132</c:v>
                </c:pt>
                <c:pt idx="150">
                  <c:v>14.121067862271738</c:v>
                </c:pt>
                <c:pt idx="151">
                  <c:v>14.20883114507383</c:v>
                </c:pt>
                <c:pt idx="152">
                  <c:v>14.296576957056514</c:v>
                </c:pt>
                <c:pt idx="153">
                  <c:v>14.384305517750583</c:v>
                </c:pt>
                <c:pt idx="154">
                  <c:v>14.472017042574869</c:v>
                </c:pt>
                <c:pt idx="155">
                  <c:v>14.559711742938283</c:v>
                </c:pt>
                <c:pt idx="156">
                  <c:v>14.647389826338731</c:v>
                </c:pt>
                <c:pt idx="157">
                  <c:v>14.735051496458988</c:v>
                </c:pt>
                <c:pt idx="158">
                  <c:v>14.822696953259667</c:v>
                </c:pt>
                <c:pt idx="159">
                  <c:v>14.910326393069351</c:v>
                </c:pt>
                <c:pt idx="160">
                  <c:v>14.997940008672039</c:v>
                </c:pt>
                <c:pt idx="161">
                  <c:v>15.085537989391947</c:v>
                </c:pt>
                <c:pt idx="162">
                  <c:v>15.17312052117582</c:v>
                </c:pt>
                <c:pt idx="163">
                  <c:v>15.260687786672777</c:v>
                </c:pt>
                <c:pt idx="164">
                  <c:v>15.348239965311851</c:v>
                </c:pt>
                <c:pt idx="165">
                  <c:v>15.435777233377211</c:v>
                </c:pt>
                <c:pt idx="166">
                  <c:v>15.523299764081253</c:v>
                </c:pt>
                <c:pt idx="167">
                  <c:v>15.610807727635544</c:v>
                </c:pt>
                <c:pt idx="168">
                  <c:v>15.698301291319746</c:v>
                </c:pt>
                <c:pt idx="169">
                  <c:v>15.785780619548566</c:v>
                </c:pt>
                <c:pt idx="170">
                  <c:v>15.87324587393681</c:v>
                </c:pt>
                <c:pt idx="171">
                  <c:v>15.960697213362593</c:v>
                </c:pt>
                <c:pt idx="172">
                  <c:v>16.04813479402879</c:v>
                </c:pt>
                <c:pt idx="173">
                  <c:v>16.13555876952276</c:v>
                </c:pt>
                <c:pt idx="174">
                  <c:v>16.222969290874406</c:v>
                </c:pt>
                <c:pt idx="175">
                  <c:v>16.310366506612663</c:v>
                </c:pt>
                <c:pt idx="176">
                  <c:v>16.397750562820388</c:v>
                </c:pt>
                <c:pt idx="177">
                  <c:v>16.485121603187807</c:v>
                </c:pt>
                <c:pt idx="178">
                  <c:v>16.572479769064451</c:v>
                </c:pt>
                <c:pt idx="179">
                  <c:v>16.659825199509751</c:v>
                </c:pt>
                <c:pt idx="180">
                  <c:v>16.74715803134222</c:v>
                </c:pt>
                <c:pt idx="181">
                  <c:v>16.834478399187368</c:v>
                </c:pt>
                <c:pt idx="182">
                  <c:v>16.92178643552429</c:v>
                </c:pt>
                <c:pt idx="183">
                  <c:v>17.009082270731092</c:v>
                </c:pt>
                <c:pt idx="184">
                  <c:v>17.096366033129044</c:v>
                </c:pt>
                <c:pt idx="185">
                  <c:v>17.183637849025651</c:v>
                </c:pt>
                <c:pt idx="186">
                  <c:v>17.270897842756547</c:v>
                </c:pt>
                <c:pt idx="187">
                  <c:v>17.358146136726351</c:v>
                </c:pt>
                <c:pt idx="188">
                  <c:v>17.445382851448418</c:v>
                </c:pt>
                <c:pt idx="189">
                  <c:v>17.532608105583634</c:v>
                </c:pt>
                <c:pt idx="190">
                  <c:v>17.619822015978166</c:v>
                </c:pt>
                <c:pt idx="191">
                  <c:v>17.70702469770028</c:v>
                </c:pt>
                <c:pt idx="192">
                  <c:v>17.794216264076255</c:v>
                </c:pt>
                <c:pt idx="193">
                  <c:v>17.881396826725332</c:v>
                </c:pt>
                <c:pt idx="194">
                  <c:v>17.968566495593844</c:v>
                </c:pt>
                <c:pt idx="195">
                  <c:v>18.055725378988491</c:v>
                </c:pt>
                <c:pt idx="196">
                  <c:v>18.142873583608754</c:v>
                </c:pt>
                <c:pt idx="197">
                  <c:v>18.230011214578575</c:v>
                </c:pt>
                <c:pt idx="198">
                  <c:v>18.317138375477189</c:v>
                </c:pt>
                <c:pt idx="199">
                  <c:v>18.404255168369264</c:v>
                </c:pt>
                <c:pt idx="200">
                  <c:v>18.491361693834271</c:v>
                </c:pt>
                <c:pt idx="201">
                  <c:v>18.578458050995188</c:v>
                </c:pt>
                <c:pt idx="202">
                  <c:v>18.66554433754645</c:v>
                </c:pt>
                <c:pt idx="203">
                  <c:v>18.752620649781289</c:v>
                </c:pt>
                <c:pt idx="204">
                  <c:v>18.839687082618404</c:v>
                </c:pt>
                <c:pt idx="205">
                  <c:v>18.926743729627994</c:v>
                </c:pt>
                <c:pt idx="206">
                  <c:v>19.013790683057181</c:v>
                </c:pt>
                <c:pt idx="207">
                  <c:v>19.100828033854839</c:v>
                </c:pt>
                <c:pt idx="208">
                  <c:v>19.187855871695831</c:v>
                </c:pt>
                <c:pt idx="209">
                  <c:v>19.274874285004721</c:v>
                </c:pt>
                <c:pt idx="210">
                  <c:v>19.361883360978876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3CC6-4C01-87D6-3BC327514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057832"/>
        <c:axId val="516060456"/>
      </c:scatterChart>
      <c:valAx>
        <c:axId val="516057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060456"/>
        <c:crosses val="autoZero"/>
        <c:crossBetween val="midCat"/>
      </c:valAx>
      <c:valAx>
        <c:axId val="516060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6057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84009319120771"/>
          <c:y val="0.92885218294101424"/>
          <c:w val="0.7697914317152017"/>
          <c:h val="6.36090226902870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r>
              <a:rPr lang="en-US" b="0">
                <a:solidFill>
                  <a:schemeClr val="tx2">
                    <a:lumMod val="50000"/>
                  </a:schemeClr>
                </a:solidFill>
              </a:rPr>
              <a:t>단어 수(단위: 백만)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2707258038541898E-2"/>
          <c:y val="0.15380402128953929"/>
          <c:w val="0.89690434500619232"/>
          <c:h val="0.6155694853069894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Words (in Millions)</c:v>
                </c:pt>
              </c:strCache>
            </c:strRef>
          </c:tx>
          <c:spPr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solidFill>
                <a:srgbClr val="76B900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>
              <a:contourClr>
                <a:srgbClr val="76B900"/>
              </a:contourClr>
            </a:sp3d>
          </c:spPr>
          <c:invertIfNegative val="0"/>
          <c:dLbls>
            <c:dLbl>
              <c:idx val="0"/>
              <c:layout>
                <c:manualLayout>
                  <c:x val="1.2757497577121971E-2"/>
                  <c:y val="-3.03113469409621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FA-5B4C-9636-CAAA6CD1B48F}"/>
                </c:ext>
              </c:extLst>
            </c:dLbl>
            <c:dLbl>
              <c:idx val="1"/>
              <c:layout>
                <c:manualLayout>
                  <c:x val="1.7839847335857556E-2"/>
                  <c:y val="-3.2825798398843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54C-46E0-BB6B-E72D6BA84C2C}"/>
                </c:ext>
              </c:extLst>
            </c:dLbl>
            <c:dLbl>
              <c:idx val="2"/>
              <c:layout>
                <c:manualLayout>
                  <c:x val="1.9114122145561716E-2"/>
                  <c:y val="-3.87941253804514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54C-46E0-BB6B-E72D6BA84C2C}"/>
                </c:ext>
              </c:extLst>
            </c:dLbl>
            <c:dLbl>
              <c:idx val="3"/>
              <c:layout>
                <c:manualLayout>
                  <c:x val="1.7839847335857601E-2"/>
                  <c:y val="-3.58099618896475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4C-46E0-BB6B-E72D6BA84C2C}"/>
                </c:ext>
              </c:extLst>
            </c:dLbl>
            <c:dLbl>
              <c:idx val="4"/>
              <c:layout>
                <c:manualLayout>
                  <c:x val="1.1468473287336935E-2"/>
                  <c:y val="-3.87941253804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54C-46E0-BB6B-E72D6BA84C2C}"/>
                </c:ext>
              </c:extLst>
            </c:dLbl>
            <c:dLbl>
              <c:idx val="5"/>
              <c:layout>
                <c:manualLayout>
                  <c:x val="1.274274809704105E-2"/>
                  <c:y val="-3.5809961889647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4C-46E0-BB6B-E72D6BA84C2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ln>
                      <a:noFill/>
                    </a:ln>
                    <a:solidFill>
                      <a:srgbClr val="4E7A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BookCorpus</c:v>
                </c:pt>
                <c:pt idx="1">
                  <c:v>English Wikipedia</c:v>
                </c:pt>
                <c:pt idx="2">
                  <c:v>Giga5</c:v>
                </c:pt>
                <c:pt idx="3">
                  <c:v>ClueWeb 2012-B</c:v>
                </c:pt>
                <c:pt idx="4">
                  <c:v>Common Crawl</c:v>
                </c:pt>
                <c:pt idx="5">
                  <c:v>Open Super-Large Crawled ALMAnaCH2 corpus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</c:v>
                </c:pt>
                <c:pt idx="1">
                  <c:v>2500</c:v>
                </c:pt>
                <c:pt idx="2">
                  <c:v>4000</c:v>
                </c:pt>
                <c:pt idx="3">
                  <c:v>15000</c:v>
                </c:pt>
                <c:pt idx="4">
                  <c:v>16000</c:v>
                </c:pt>
                <c:pt idx="5">
                  <c:v>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FA-5B4C-9636-CAAA6CD1B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39520767"/>
        <c:axId val="745074207"/>
        <c:axId val="0"/>
      </c:bar3DChart>
      <c:catAx>
        <c:axId val="73952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074207"/>
        <c:crosses val="autoZero"/>
        <c:auto val="1"/>
        <c:lblAlgn val="ctr"/>
        <c:lblOffset val="100"/>
        <c:noMultiLvlLbl val="0"/>
      </c:catAx>
      <c:valAx>
        <c:axId val="745074207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9520767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r>
              <a:rPr lang="en-US" b="0">
                <a:solidFill>
                  <a:schemeClr val="tx2">
                    <a:lumMod val="50000"/>
                  </a:schemeClr>
                </a:solidFill>
              </a:rPr>
              <a:t>영상 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2707258038541898E-2"/>
          <c:y val="0.15380402128953929"/>
          <c:w val="0.89690434500619232"/>
          <c:h val="0.6155694853069894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videos</c:v>
                </c:pt>
              </c:strCache>
            </c:strRef>
          </c:tx>
          <c:spPr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solidFill>
                <a:srgbClr val="76B900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>
              <a:contourClr>
                <a:srgbClr val="76B900"/>
              </a:contourClr>
            </a:sp3d>
          </c:spPr>
          <c:invertIfNegative val="0"/>
          <c:dLbls>
            <c:dLbl>
              <c:idx val="0"/>
              <c:layout>
                <c:manualLayout>
                  <c:x val="1.2757497577121971E-2"/>
                  <c:y val="-3.03113469409621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FA-5B4C-9636-CAAA6CD1B48F}"/>
                </c:ext>
              </c:extLst>
            </c:dLbl>
            <c:dLbl>
              <c:idx val="1"/>
              <c:layout>
                <c:manualLayout>
                  <c:x val="1.7839847335857556E-2"/>
                  <c:y val="-3.2825798398843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54C-46E0-BB6B-E72D6BA84C2C}"/>
                </c:ext>
              </c:extLst>
            </c:dLbl>
            <c:dLbl>
              <c:idx val="2"/>
              <c:layout>
                <c:manualLayout>
                  <c:x val="1.9114122145561716E-2"/>
                  <c:y val="-3.87941253804514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54C-46E0-BB6B-E72D6BA84C2C}"/>
                </c:ext>
              </c:extLst>
            </c:dLbl>
            <c:dLbl>
              <c:idx val="3"/>
              <c:layout>
                <c:manualLayout>
                  <c:x val="1.7839847335857601E-2"/>
                  <c:y val="-3.58099618896475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4C-46E0-BB6B-E72D6BA84C2C}"/>
                </c:ext>
              </c:extLst>
            </c:dLbl>
            <c:dLbl>
              <c:idx val="4"/>
              <c:layout>
                <c:manualLayout>
                  <c:x val="1.1468473287336935E-2"/>
                  <c:y val="-3.87941253804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54C-46E0-BB6B-E72D6BA84C2C}"/>
                </c:ext>
              </c:extLst>
            </c:dLbl>
            <c:dLbl>
              <c:idx val="5"/>
              <c:layout>
                <c:manualLayout>
                  <c:x val="1.274274809704105E-2"/>
                  <c:y val="-3.5809961889647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4C-46E0-BB6B-E72D6BA84C2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ln>
                      <a:noFill/>
                    </a:ln>
                    <a:solidFill>
                      <a:srgbClr val="4E7A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HACS</c:v>
                </c:pt>
                <c:pt idx="1">
                  <c:v>YFCC100M</c:v>
                </c:pt>
                <c:pt idx="2">
                  <c:v>Moments in Time</c:v>
                </c:pt>
                <c:pt idx="3">
                  <c:v>Sports-1M</c:v>
                </c:pt>
                <c:pt idx="4">
                  <c:v>HowTo100M</c:v>
                </c:pt>
                <c:pt idx="5">
                  <c:v>YouTube-8M</c:v>
                </c:pt>
              </c:strCache>
            </c:strRef>
          </c:cat>
          <c:val>
            <c:numRef>
              <c:f>Sheet1!$B$3:$B$8</c:f>
              <c:numCache>
                <c:formatCode>General</c:formatCode>
                <c:ptCount val="6"/>
                <c:pt idx="0">
                  <c:v>520000</c:v>
                </c:pt>
                <c:pt idx="1">
                  <c:v>800000</c:v>
                </c:pt>
                <c:pt idx="2">
                  <c:v>1000000</c:v>
                </c:pt>
                <c:pt idx="3">
                  <c:v>1100000</c:v>
                </c:pt>
                <c:pt idx="4">
                  <c:v>1200000</c:v>
                </c:pt>
                <c:pt idx="5">
                  <c:v>8000000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FA-5B4C-9636-CAAA6CD1B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39520767"/>
        <c:axId val="745074207"/>
        <c:axId val="0"/>
      </c:bar3DChart>
      <c:catAx>
        <c:axId val="73952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074207"/>
        <c:crosses val="autoZero"/>
        <c:auto val="1"/>
        <c:lblAlgn val="ctr"/>
        <c:lblOffset val="100"/>
        <c:noMultiLvlLbl val="0"/>
      </c:catAx>
      <c:valAx>
        <c:axId val="745074207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9520767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모델 크기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58286072560842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ResNet 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0FF-482D-9EF0-ED10D3BEC8F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GPT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FF-482D-9EF0-ED10D3BEC8F1}"/>
                </c:ext>
              </c:extLst>
            </c:dLbl>
            <c:dLbl>
              <c:idx val="2"/>
              <c:layout>
                <c:manualLayout>
                  <c:x val="-5.5605201319288127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Bert-Base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0FF-482D-9EF0-ED10D3BEC8F1}"/>
                </c:ext>
              </c:extLst>
            </c:dLbl>
            <c:dLbl>
              <c:idx val="3"/>
              <c:layout>
                <c:manualLayout>
                  <c:x val="-2.3161005875588381E-3"/>
                  <c:y val="-1.1038606624823373E-4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Bert Large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0FF-482D-9EF0-ED10D3BEC8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Sheet1!$E$3:$E$6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Sheet1!$D$3:$D$6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  <c:bubbleSize>
            <c:numRef>
              <c:f>Sheet1!$F$3:$F$6</c:f>
              <c:numCache>
                <c:formatCode>General</c:formatCode>
                <c:ptCount val="4"/>
                <c:pt idx="0">
                  <c:v>23000000</c:v>
                </c:pt>
                <c:pt idx="1">
                  <c:v>110000000</c:v>
                </c:pt>
                <c:pt idx="2">
                  <c:v>110000000</c:v>
                </c:pt>
                <c:pt idx="3">
                  <c:v>340000000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4-60FF-482D-9EF0-ED10D3BEC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73672728"/>
        <c:axId val="573669448"/>
      </c:bubbleChart>
      <c:valAx>
        <c:axId val="5736727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669448"/>
        <c:crosses val="autoZero"/>
        <c:crossBetween val="midCat"/>
      </c:valAx>
      <c:valAx>
        <c:axId val="5736694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3672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모델 크기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986716084645293E-2"/>
                  <c:y val="0"/>
                </c:manualLayout>
              </c:layout>
              <c:tx>
                <c:rich>
                  <a:bodyPr/>
                  <a:lstStyle/>
                  <a:p>
                    <a:fld id="{FE7D9A14-BC6E-4661-B8DC-5B3DCB3A227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FF4-4EF0-8A97-726C4F37B6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FEE5ED6-6CD4-4079-867F-03B3230EDBB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FF4-4EF0-8A97-726C4F37B6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557CE9E-C1E3-464C-B226-A3497A5B707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FF4-4EF0-8A97-726C4F37B6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3B6312F-BCCA-4CCF-A64E-6A7D0F451BF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FF4-4EF0-8A97-726C4F37B6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B3BB9C9-19F9-4797-AD0A-327EB1367E5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FF4-4EF0-8A97-726C4F37B648}"/>
                </c:ext>
              </c:extLst>
            </c:dLbl>
            <c:dLbl>
              <c:idx val="5"/>
              <c:layout>
                <c:manualLayout>
                  <c:x val="8.3046267887642976E-3"/>
                  <c:y val="0"/>
                </c:manualLayout>
              </c:layout>
              <c:tx>
                <c:rich>
                  <a:bodyPr/>
                  <a:lstStyle/>
                  <a:p>
                    <a:fld id="{5994F057-C0B5-4334-94CD-E2177CE01B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FF4-4EF0-8A97-726C4F37B648}"/>
                </c:ext>
              </c:extLst>
            </c:dLbl>
            <c:dLbl>
              <c:idx val="6"/>
              <c:layout>
                <c:manualLayout>
                  <c:x val="-0.14394686433858117"/>
                  <c:y val="-7.3064851168120712E-2"/>
                </c:manualLayout>
              </c:layout>
              <c:tx>
                <c:rich>
                  <a:bodyPr/>
                  <a:lstStyle/>
                  <a:p>
                    <a:fld id="{DD24F19A-2238-4C9B-8B4E-686E46E84EE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CFF4-4EF0-8A97-726C4F37B6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E73EC986-1883-42C2-8274-616995B32DA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FF4-4EF0-8A97-726C4F37B6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Sheet1!$E$3:$E$10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Sheet1!$D$3:$D$10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yVal>
          <c:bubbleSize>
            <c:numRef>
              <c:f>Sheet1!$F$3:$F$10</c:f>
              <c:numCache>
                <c:formatCode>General</c:formatCode>
                <c:ptCount val="8"/>
                <c:pt idx="0">
                  <c:v>23000000</c:v>
                </c:pt>
                <c:pt idx="1">
                  <c:v>110000000</c:v>
                </c:pt>
                <c:pt idx="2">
                  <c:v>110000000</c:v>
                </c:pt>
                <c:pt idx="3">
                  <c:v>340000000</c:v>
                </c:pt>
                <c:pt idx="4">
                  <c:v>1500000000</c:v>
                </c:pt>
                <c:pt idx="5">
                  <c:v>8300000000.000001</c:v>
                </c:pt>
                <c:pt idx="6">
                  <c:v>17000000000</c:v>
                </c:pt>
                <c:pt idx="7">
                  <c:v>175000000000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Sheet1!$C$3:$C$10</c15:f>
                <c15:dlblRangeCache>
                  <c:ptCount val="8"/>
                  <c:pt idx="0">
                    <c:v>ResNet-50</c:v>
                  </c:pt>
                  <c:pt idx="1">
                    <c:v>GPT</c:v>
                  </c:pt>
                  <c:pt idx="2">
                    <c:v>BERT-Base</c:v>
                  </c:pt>
                  <c:pt idx="3">
                    <c:v>BERT-Large</c:v>
                  </c:pt>
                  <c:pt idx="4">
                    <c:v>GPT-2</c:v>
                  </c:pt>
                  <c:pt idx="5">
                    <c:v>MegatronLM</c:v>
                  </c:pt>
                  <c:pt idx="6">
                    <c:v>T-NLG</c:v>
                  </c:pt>
                  <c:pt idx="7">
                    <c:v>GPT-3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FF4-4EF0-8A97-726C4F37B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73672728"/>
        <c:axId val="573669448"/>
      </c:bubbleChart>
      <c:valAx>
        <c:axId val="57367272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669448"/>
        <c:crosses val="autoZero"/>
        <c:crossBetween val="midCat"/>
        <c:majorUnit val="1"/>
      </c:valAx>
      <c:valAx>
        <c:axId val="5736694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3672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모델 크기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986716084645293E-2"/>
                  <c:y val="0"/>
                </c:manualLayout>
              </c:layout>
              <c:tx>
                <c:rich>
                  <a:bodyPr/>
                  <a:lstStyle/>
                  <a:p>
                    <a:fld id="{C79B9721-24A6-4E8F-A7D0-BBE6A34E836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FF4-4EF0-8A97-726C4F37B6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7C28A91-43A6-47E1-83A1-F24F7563724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FF4-4EF0-8A97-726C4F37B6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84D6B37-33ED-4DA9-96AB-A85BBC4C07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FF4-4EF0-8A97-726C4F37B6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EF869AA-C939-4CC4-A8A4-8341A8AF997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FF4-4EF0-8A97-726C4F37B6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89ECBE8-671A-4952-A855-A8BD0EA972D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FF4-4EF0-8A97-726C4F37B648}"/>
                </c:ext>
              </c:extLst>
            </c:dLbl>
            <c:dLbl>
              <c:idx val="5"/>
              <c:layout>
                <c:manualLayout>
                  <c:x val="8.3046267887642976E-3"/>
                  <c:y val="0"/>
                </c:manualLayout>
              </c:layout>
              <c:tx>
                <c:rich>
                  <a:bodyPr/>
                  <a:lstStyle/>
                  <a:p>
                    <a:fld id="{00DF964D-BD82-49ED-951D-BFAD6D6B6A0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FF4-4EF0-8A97-726C4F37B648}"/>
                </c:ext>
              </c:extLst>
            </c:dLbl>
            <c:dLbl>
              <c:idx val="6"/>
              <c:layout>
                <c:manualLayout>
                  <c:x val="-0.14394686433858117"/>
                  <c:y val="-7.3064851168120712E-2"/>
                </c:manualLayout>
              </c:layout>
              <c:tx>
                <c:rich>
                  <a:bodyPr/>
                  <a:lstStyle/>
                  <a:p>
                    <a:fld id="{BD7D49F4-7228-4773-8812-62E1719F8BF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CFF4-4EF0-8A97-726C4F37B6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053D72FC-C12F-4FAC-B8FB-85B7549F77F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FF4-4EF0-8A97-726C4F37B6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Sheet1!$E$3:$E$10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Sheet1!$D$3:$D$10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yVal>
          <c:bubbleSize>
            <c:numRef>
              <c:f>Sheet1!$F$3:$F$10</c:f>
              <c:numCache>
                <c:formatCode>General</c:formatCode>
                <c:ptCount val="8"/>
                <c:pt idx="0">
                  <c:v>23000000</c:v>
                </c:pt>
                <c:pt idx="1">
                  <c:v>110000000</c:v>
                </c:pt>
                <c:pt idx="2">
                  <c:v>110000000</c:v>
                </c:pt>
                <c:pt idx="3">
                  <c:v>340000000</c:v>
                </c:pt>
                <c:pt idx="4">
                  <c:v>1500000000</c:v>
                </c:pt>
                <c:pt idx="5">
                  <c:v>8300000000.000001</c:v>
                </c:pt>
                <c:pt idx="6">
                  <c:v>17000000000</c:v>
                </c:pt>
                <c:pt idx="7">
                  <c:v>175000000000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Sheet1!$C$3:$C$10</c15:f>
                <c15:dlblRangeCache>
                  <c:ptCount val="8"/>
                  <c:pt idx="0">
                    <c:v>ResNet-50</c:v>
                  </c:pt>
                  <c:pt idx="1">
                    <c:v>GPT</c:v>
                  </c:pt>
                  <c:pt idx="2">
                    <c:v>BERT-Base</c:v>
                  </c:pt>
                  <c:pt idx="3">
                    <c:v>BERT-Large</c:v>
                  </c:pt>
                  <c:pt idx="4">
                    <c:v>GPT-2</c:v>
                  </c:pt>
                  <c:pt idx="5">
                    <c:v>MegatronLM</c:v>
                  </c:pt>
                  <c:pt idx="6">
                    <c:v>T-NLG</c:v>
                  </c:pt>
                  <c:pt idx="7">
                    <c:v>GPT-3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FF4-4EF0-8A97-726C4F37B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73672728"/>
        <c:axId val="573669448"/>
      </c:bubbleChart>
      <c:valAx>
        <c:axId val="57367272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669448"/>
        <c:crosses val="autoZero"/>
        <c:crossBetween val="midCat"/>
        <c:majorUnit val="1"/>
      </c:valAx>
      <c:valAx>
        <c:axId val="5736694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3672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모델 크기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986716084645293E-2"/>
                  <c:y val="0"/>
                </c:manualLayout>
              </c:layout>
              <c:tx>
                <c:rich>
                  <a:bodyPr/>
                  <a:lstStyle/>
                  <a:p>
                    <a:fld id="{31359F0C-0D18-43CC-95F7-4144CC8DDA6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FF4-4EF0-8A97-726C4F37B6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83AB287-4DC4-4130-8384-6150F6EB750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FF4-4EF0-8A97-726C4F37B6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451E53A-2914-4AA2-A193-14859B711ED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FF4-4EF0-8A97-726C4F37B6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7BF9395-2717-4027-8BD3-0BCF9447F54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FF4-4EF0-8A97-726C4F37B6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9A13816-1B9C-41AF-9F21-D7A11F3FE1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FF4-4EF0-8A97-726C4F37B648}"/>
                </c:ext>
              </c:extLst>
            </c:dLbl>
            <c:dLbl>
              <c:idx val="5"/>
              <c:layout>
                <c:manualLayout>
                  <c:x val="8.3046267887642976E-3"/>
                  <c:y val="0"/>
                </c:manualLayout>
              </c:layout>
              <c:tx>
                <c:rich>
                  <a:bodyPr/>
                  <a:lstStyle/>
                  <a:p>
                    <a:fld id="{BE640CB5-CF64-4228-BB36-2FD44151F0C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FF4-4EF0-8A97-726C4F37B648}"/>
                </c:ext>
              </c:extLst>
            </c:dLbl>
            <c:dLbl>
              <c:idx val="6"/>
              <c:layout>
                <c:manualLayout>
                  <c:x val="-0.14394686433858117"/>
                  <c:y val="-7.3064851168120712E-2"/>
                </c:manualLayout>
              </c:layout>
              <c:tx>
                <c:rich>
                  <a:bodyPr/>
                  <a:lstStyle/>
                  <a:p>
                    <a:fld id="{40D98E02-459F-4E98-AC14-0D5477D56D8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CFF4-4EF0-8A97-726C4F37B6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EC939CA-2B24-4CF4-B231-19EDBF03EDB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FF4-4EF0-8A97-726C4F37B6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Sheet1!$E$3:$E$10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Sheet1!$D$3:$D$10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yVal>
          <c:bubbleSize>
            <c:numRef>
              <c:f>Sheet1!$F$3:$F$10</c:f>
              <c:numCache>
                <c:formatCode>General</c:formatCode>
                <c:ptCount val="8"/>
                <c:pt idx="0">
                  <c:v>23000000</c:v>
                </c:pt>
                <c:pt idx="1">
                  <c:v>110000000</c:v>
                </c:pt>
                <c:pt idx="2">
                  <c:v>110000000</c:v>
                </c:pt>
                <c:pt idx="3">
                  <c:v>340000000</c:v>
                </c:pt>
                <c:pt idx="4">
                  <c:v>1500000000</c:v>
                </c:pt>
                <c:pt idx="5">
                  <c:v>8300000000.000001</c:v>
                </c:pt>
                <c:pt idx="6">
                  <c:v>17000000000</c:v>
                </c:pt>
                <c:pt idx="7">
                  <c:v>175000000000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Sheet1!$C$3:$C$10</c15:f>
                <c15:dlblRangeCache>
                  <c:ptCount val="8"/>
                  <c:pt idx="0">
                    <c:v>ResNet-50</c:v>
                  </c:pt>
                  <c:pt idx="1">
                    <c:v>GPT</c:v>
                  </c:pt>
                  <c:pt idx="2">
                    <c:v>BERT-Base</c:v>
                  </c:pt>
                  <c:pt idx="3">
                    <c:v>BERT-Large</c:v>
                  </c:pt>
                  <c:pt idx="4">
                    <c:v>GPT-2</c:v>
                  </c:pt>
                  <c:pt idx="5">
                    <c:v>MegatronLM</c:v>
                  </c:pt>
                  <c:pt idx="6">
                    <c:v>T-NLG</c:v>
                  </c:pt>
                  <c:pt idx="7">
                    <c:v>GPT-3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FF4-4EF0-8A97-726C4F37B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73672728"/>
        <c:axId val="573669448"/>
      </c:bubbleChart>
      <c:valAx>
        <c:axId val="57367272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669448"/>
        <c:crosses val="autoZero"/>
        <c:crossBetween val="midCat"/>
        <c:majorUnit val="1"/>
      </c:valAx>
      <c:valAx>
        <c:axId val="5736694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3672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34520" y="8767094"/>
            <a:ext cx="1083012" cy="200064"/>
            <a:chOff x="8775700" y="3552825"/>
            <a:chExt cx="5156200" cy="952500"/>
          </a:xfrm>
        </p:grpSpPr>
        <p:sp>
          <p:nvSpPr>
            <p:cNvPr id="5" name="Freeform 4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839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0EFD2D7F-A763-4126-9B71-A7F863137437}" type="datetimeFigureOut">
              <a:rPr lang="en-US" smtClean="0"/>
              <a:pPr>
                <a:defRPr/>
              </a:pPr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712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33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761970" algn="l" rtl="0" eaLnBrk="0" fontAlgn="base" hangingPunct="0">
      <a:spcBef>
        <a:spcPct val="30000"/>
      </a:spcBef>
      <a:spcAft>
        <a:spcPct val="0"/>
      </a:spcAft>
      <a:defRPr sz="1833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1523939" algn="l" rtl="0" eaLnBrk="0" fontAlgn="base" hangingPunct="0">
      <a:spcBef>
        <a:spcPct val="30000"/>
      </a:spcBef>
      <a:spcAft>
        <a:spcPct val="0"/>
      </a:spcAft>
      <a:defRPr sz="1833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2285909" algn="l" rtl="0" eaLnBrk="0" fontAlgn="base" hangingPunct="0">
      <a:spcBef>
        <a:spcPct val="30000"/>
      </a:spcBef>
      <a:spcAft>
        <a:spcPct val="0"/>
      </a:spcAft>
      <a:defRPr sz="1833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3047878" algn="l" rtl="0" eaLnBrk="0" fontAlgn="base" hangingPunct="0">
      <a:spcBef>
        <a:spcPct val="30000"/>
      </a:spcBef>
      <a:spcAft>
        <a:spcPct val="0"/>
      </a:spcAft>
      <a:defRPr sz="1833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3809848" algn="l" defTabSz="15239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571817" algn="l" defTabSz="15239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333787" algn="l" defTabSz="15239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095756" algn="l" defTabSz="15239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73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 과정은 세 부분으로 이루어져 있습니다.  이 부분은 1부 "NLP의 머신 러닝"입니다.  </a:t>
            </a:r>
            <a:endParaRPr/>
          </a:p>
        </p:txBody>
      </p:sp>
      <p:sp>
        <p:nvSpPr>
          <p:cNvPr id="388" name="Google Shape;388;p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/>
              <a:t>이 슬라이드 세트에서는 다음 내용을 설명합니다.</a:t>
            </a:r>
          </a:p>
          <a:p>
            <a:pPr marL="171450" indent="-171450">
              <a:buFontTx/>
              <a:buChar char="-"/>
            </a:pPr>
            <a:r>
              <a:rPr lang="en-GB"/>
              <a:t>과거에는 작동하지 않았던 뉴럴 네트워크가 지금은 작동하는 이유</a:t>
            </a:r>
          </a:p>
          <a:p>
            <a:pPr marL="171450" indent="-171450">
              <a:buFontTx/>
              <a:buChar char="-"/>
            </a:pPr>
            <a:r>
              <a:rPr lang="en-GB"/>
              <a:t>대다수의 흥미로운 문제를 해결하기 위해서 확장이 필요한 이유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r>
              <a:rPr lang="en-US"/>
              <a:t>흐름: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뉴럴 네트워크는 새로운 것이 아니며, 1940년대에 처음 이론화되어 1950년대에 처음 구현되었습니다.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현대의 대규모 모델을 트레이닝하는 데 사용된 역전파 알고리즘은 1980년대에 존재했습니다.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이 알고리즘은 여러 대체 머신 러닝 알고리즘에 비해 비교적 간단합니다.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입력 데이터에 가중치/숫자 세트를 곱하고 숫자/바이어스 세트를 더한 후, 결과에 단순한 비선형 함수를 적용하면서 데이터가 뉴런을 통과합니다.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결과 로직이 쌓입니다.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그렇다면 이제서야 번역, 자율주행 자동차, 자연어 처리 등의 여러 분야에서 진전을 보게 된 이유는 무엇일까요?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다음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933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네트워크는</a:t>
            </a:r>
            <a:r>
              <a:rPr lang="en-GB" dirty="0"/>
              <a:t> </a:t>
            </a:r>
            <a:r>
              <a:rPr lang="en-GB" dirty="0" err="1"/>
              <a:t>역사적으로</a:t>
            </a:r>
            <a:r>
              <a:rPr lang="en-GB" dirty="0"/>
              <a:t> </a:t>
            </a:r>
            <a:r>
              <a:rPr lang="en-GB" dirty="0" err="1"/>
              <a:t>대체</a:t>
            </a:r>
            <a:r>
              <a:rPr lang="en-GB" dirty="0"/>
              <a:t> </a:t>
            </a:r>
            <a:r>
              <a:rPr lang="en-GB" dirty="0" err="1"/>
              <a:t>머신</a:t>
            </a:r>
            <a:r>
              <a:rPr lang="en-GB" dirty="0"/>
              <a:t> </a:t>
            </a:r>
            <a:r>
              <a:rPr lang="en-GB" dirty="0" err="1"/>
              <a:t>러닝</a:t>
            </a:r>
            <a:r>
              <a:rPr lang="en-GB" dirty="0"/>
              <a:t> </a:t>
            </a:r>
            <a:r>
              <a:rPr lang="en-GB" dirty="0" err="1"/>
              <a:t>알고리즘에</a:t>
            </a:r>
            <a:r>
              <a:rPr lang="en-GB" dirty="0"/>
              <a:t> </a:t>
            </a:r>
            <a:r>
              <a:rPr lang="en-GB" dirty="0" err="1"/>
              <a:t>비해</a:t>
            </a:r>
            <a:r>
              <a:rPr lang="en-GB" dirty="0"/>
              <a:t> </a:t>
            </a:r>
            <a:r>
              <a:rPr lang="en-GB" dirty="0" err="1"/>
              <a:t>성능이</a:t>
            </a:r>
            <a:r>
              <a:rPr lang="en-GB" dirty="0"/>
              <a:t> </a:t>
            </a:r>
            <a:r>
              <a:rPr lang="en-GB" dirty="0" err="1"/>
              <a:t>떨어졌습니다</a:t>
            </a:r>
            <a:r>
              <a:rPr lang="en-GB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지원</a:t>
            </a:r>
            <a:r>
              <a:rPr lang="en-GB" dirty="0"/>
              <a:t> </a:t>
            </a:r>
            <a:r>
              <a:rPr lang="en-GB" dirty="0" err="1"/>
              <a:t>벡터</a:t>
            </a:r>
            <a:r>
              <a:rPr lang="en-GB" dirty="0"/>
              <a:t> </a:t>
            </a:r>
            <a:r>
              <a:rPr lang="en-GB" dirty="0" err="1"/>
              <a:t>머신은</a:t>
            </a:r>
            <a:r>
              <a:rPr lang="en-GB" dirty="0"/>
              <a:t> </a:t>
            </a:r>
            <a:r>
              <a:rPr lang="en-GB" dirty="0" err="1"/>
              <a:t>거의</a:t>
            </a:r>
            <a:r>
              <a:rPr lang="en-GB" dirty="0"/>
              <a:t> 20년간 </a:t>
            </a:r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네트워크에</a:t>
            </a:r>
            <a:r>
              <a:rPr lang="en-GB" dirty="0"/>
              <a:t> </a:t>
            </a:r>
            <a:r>
              <a:rPr lang="en-GB" dirty="0" err="1"/>
              <a:t>대한</a:t>
            </a:r>
            <a:r>
              <a:rPr lang="en-GB" dirty="0"/>
              <a:t> </a:t>
            </a:r>
            <a:r>
              <a:rPr lang="en-GB" dirty="0" err="1"/>
              <a:t>관심을</a:t>
            </a:r>
            <a:r>
              <a:rPr lang="en-GB" dirty="0"/>
              <a:t> </a:t>
            </a:r>
            <a:r>
              <a:rPr lang="en-GB" dirty="0" err="1"/>
              <a:t>멀어지게</a:t>
            </a:r>
            <a:r>
              <a:rPr lang="en-GB" dirty="0"/>
              <a:t> </a:t>
            </a:r>
            <a:r>
              <a:rPr lang="en-GB" dirty="0" err="1"/>
              <a:t>만들었습니다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네트워크가</a:t>
            </a:r>
            <a:r>
              <a:rPr lang="en-GB" dirty="0"/>
              <a:t> </a:t>
            </a:r>
            <a:r>
              <a:rPr lang="en-GB" dirty="0" err="1"/>
              <a:t>성능을</a:t>
            </a:r>
            <a:r>
              <a:rPr lang="en-GB" dirty="0"/>
              <a:t> </a:t>
            </a:r>
            <a:r>
              <a:rPr lang="en-GB" dirty="0" err="1"/>
              <a:t>발휘하지</a:t>
            </a:r>
            <a:r>
              <a:rPr lang="en-GB" dirty="0"/>
              <a:t> </a:t>
            </a:r>
            <a:r>
              <a:rPr lang="en-GB" dirty="0" err="1"/>
              <a:t>못한</a:t>
            </a:r>
            <a:r>
              <a:rPr lang="en-GB" dirty="0"/>
              <a:t> </a:t>
            </a:r>
            <a:r>
              <a:rPr lang="en-GB" dirty="0" err="1"/>
              <a:t>이유는</a:t>
            </a:r>
            <a:r>
              <a:rPr lang="en-GB" dirty="0"/>
              <a:t> </a:t>
            </a:r>
            <a:r>
              <a:rPr lang="en-GB" dirty="0" err="1"/>
              <a:t>무엇이었을까요</a:t>
            </a:r>
            <a:r>
              <a:rPr lang="en-GB" dirty="0"/>
              <a:t>? </a:t>
            </a:r>
          </a:p>
          <a:p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소규모</a:t>
            </a:r>
            <a:r>
              <a:rPr lang="en-GB" dirty="0"/>
              <a:t> </a:t>
            </a:r>
            <a:r>
              <a:rPr lang="en-GB" dirty="0" err="1"/>
              <a:t>데이터세트는</a:t>
            </a:r>
            <a:r>
              <a:rPr lang="en-GB" dirty="0"/>
              <a:t> </a:t>
            </a:r>
            <a:r>
              <a:rPr lang="en-GB" dirty="0" err="1"/>
              <a:t>정확도가</a:t>
            </a:r>
            <a:r>
              <a:rPr lang="en-GB" dirty="0"/>
              <a:t> </a:t>
            </a:r>
            <a:r>
              <a:rPr lang="en-GB" dirty="0" err="1"/>
              <a:t>감소됨을</a:t>
            </a:r>
            <a:r>
              <a:rPr lang="en-GB" dirty="0"/>
              <a:t> </a:t>
            </a:r>
            <a:r>
              <a:rPr lang="en-GB" dirty="0" err="1"/>
              <a:t>의미합니다</a:t>
            </a:r>
            <a:r>
              <a:rPr lang="en-GB" dirty="0"/>
              <a:t>(위 </a:t>
            </a:r>
            <a:r>
              <a:rPr lang="en-GB" dirty="0" err="1"/>
              <a:t>다이어그램</a:t>
            </a:r>
            <a:r>
              <a:rPr lang="en-GB" dirty="0"/>
              <a:t> </a:t>
            </a:r>
            <a:r>
              <a:rPr lang="en-GB" dirty="0" err="1"/>
              <a:t>참조</a:t>
            </a:r>
            <a:r>
              <a:rPr lang="en-GB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더 </a:t>
            </a:r>
            <a:r>
              <a:rPr lang="en-GB" dirty="0" err="1"/>
              <a:t>많은</a:t>
            </a:r>
            <a:r>
              <a:rPr lang="en-GB" dirty="0"/>
              <a:t> </a:t>
            </a:r>
            <a:r>
              <a:rPr lang="en-GB" dirty="0" err="1"/>
              <a:t>트레이닝</a:t>
            </a:r>
            <a:r>
              <a:rPr lang="en-GB" dirty="0"/>
              <a:t> </a:t>
            </a:r>
            <a:r>
              <a:rPr lang="en-GB" dirty="0" err="1"/>
              <a:t>데이터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더 </a:t>
            </a:r>
            <a:r>
              <a:rPr lang="en-GB" dirty="0" err="1">
                <a:sym typeface="Wingdings" panose="05000000000000000000" pitchFamily="2" charset="2"/>
              </a:rPr>
              <a:t>높은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정확도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이는</a:t>
            </a:r>
            <a:r>
              <a:rPr lang="en-GB" dirty="0"/>
              <a:t> </a:t>
            </a:r>
            <a:r>
              <a:rPr lang="en-GB" dirty="0" err="1"/>
              <a:t>단순</a:t>
            </a:r>
            <a:r>
              <a:rPr lang="en-GB" dirty="0"/>
              <a:t> </a:t>
            </a:r>
            <a:r>
              <a:rPr lang="en-GB" dirty="0" err="1"/>
              <a:t>선형</a:t>
            </a:r>
            <a:r>
              <a:rPr lang="en-GB" dirty="0"/>
              <a:t> </a:t>
            </a:r>
            <a:r>
              <a:rPr lang="en-GB" dirty="0" err="1"/>
              <a:t>회귀</a:t>
            </a:r>
            <a:r>
              <a:rPr lang="en-GB" dirty="0"/>
              <a:t>(</a:t>
            </a:r>
            <a:r>
              <a:rPr lang="en-GB" dirty="0" err="1"/>
              <a:t>직선을</a:t>
            </a:r>
            <a:r>
              <a:rPr lang="en-GB" dirty="0"/>
              <a:t> </a:t>
            </a:r>
            <a:r>
              <a:rPr lang="en-GB" dirty="0" err="1"/>
              <a:t>포인트</a:t>
            </a:r>
            <a:r>
              <a:rPr lang="en-GB" dirty="0"/>
              <a:t> </a:t>
            </a:r>
            <a:r>
              <a:rPr lang="en-GB" dirty="0" err="1"/>
              <a:t>세트에</a:t>
            </a:r>
            <a:r>
              <a:rPr lang="en-GB" dirty="0"/>
              <a:t> </a:t>
            </a:r>
            <a:r>
              <a:rPr lang="en-GB" dirty="0" err="1"/>
              <a:t>연결</a:t>
            </a:r>
            <a:r>
              <a:rPr lang="en-GB" dirty="0"/>
              <a:t>) </a:t>
            </a:r>
            <a:r>
              <a:rPr lang="en-GB" dirty="0" err="1"/>
              <a:t>또는</a:t>
            </a:r>
            <a:r>
              <a:rPr lang="en-GB" dirty="0"/>
              <a:t> </a:t>
            </a:r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</a:t>
            </a:r>
            <a:r>
              <a:rPr lang="en-GB" dirty="0"/>
              <a:t> </a:t>
            </a:r>
            <a:r>
              <a:rPr lang="en-GB" dirty="0" err="1"/>
              <a:t>등의</a:t>
            </a:r>
            <a:r>
              <a:rPr lang="en-GB" dirty="0"/>
              <a:t> </a:t>
            </a:r>
            <a:r>
              <a:rPr lang="en-GB" dirty="0" err="1"/>
              <a:t>모든</a:t>
            </a:r>
            <a:r>
              <a:rPr lang="en-GB" dirty="0"/>
              <a:t> </a:t>
            </a:r>
            <a:r>
              <a:rPr lang="en-GB" dirty="0" err="1"/>
              <a:t>학습</a:t>
            </a:r>
            <a:r>
              <a:rPr lang="en-GB" dirty="0"/>
              <a:t> </a:t>
            </a:r>
            <a:r>
              <a:rPr lang="en-GB" dirty="0" err="1"/>
              <a:t>알고리즘에</a:t>
            </a:r>
            <a:r>
              <a:rPr lang="en-GB" dirty="0"/>
              <a:t> </a:t>
            </a:r>
            <a:r>
              <a:rPr lang="en-GB" dirty="0" err="1"/>
              <a:t>해당됩니다</a:t>
            </a:r>
            <a:r>
              <a:rPr lang="en-GB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머신</a:t>
            </a:r>
            <a:r>
              <a:rPr lang="en-GB" dirty="0"/>
              <a:t> </a:t>
            </a:r>
            <a:r>
              <a:rPr lang="en-GB" dirty="0" err="1"/>
              <a:t>러닝</a:t>
            </a:r>
            <a:r>
              <a:rPr lang="en-GB" dirty="0"/>
              <a:t> </a:t>
            </a:r>
            <a:r>
              <a:rPr lang="en-GB" dirty="0" err="1"/>
              <a:t>알고리즘에</a:t>
            </a:r>
            <a:r>
              <a:rPr lang="en-GB" dirty="0"/>
              <a:t> </a:t>
            </a:r>
            <a:r>
              <a:rPr lang="en-GB" dirty="0" err="1"/>
              <a:t>제공되는</a:t>
            </a:r>
            <a:r>
              <a:rPr lang="en-GB" dirty="0"/>
              <a:t> </a:t>
            </a:r>
            <a:r>
              <a:rPr lang="en-GB" dirty="0" err="1"/>
              <a:t>트레이닝</a:t>
            </a:r>
            <a:r>
              <a:rPr lang="en-GB" dirty="0"/>
              <a:t> </a:t>
            </a:r>
            <a:r>
              <a:rPr lang="en-GB" dirty="0" err="1"/>
              <a:t>데이터의</a:t>
            </a:r>
            <a:r>
              <a:rPr lang="en-GB" dirty="0"/>
              <a:t> </a:t>
            </a:r>
            <a:r>
              <a:rPr lang="en-GB" dirty="0" err="1"/>
              <a:t>양이</a:t>
            </a:r>
            <a:r>
              <a:rPr lang="en-GB" dirty="0"/>
              <a:t> </a:t>
            </a:r>
            <a:r>
              <a:rPr lang="en-GB" dirty="0" err="1"/>
              <a:t>늘어나면</a:t>
            </a:r>
            <a:r>
              <a:rPr lang="en-GB" dirty="0"/>
              <a:t> </a:t>
            </a:r>
            <a:r>
              <a:rPr lang="en-GB" dirty="0" err="1"/>
              <a:t>정확도가</a:t>
            </a:r>
            <a:r>
              <a:rPr lang="en-GB" dirty="0"/>
              <a:t> </a:t>
            </a:r>
            <a:r>
              <a:rPr lang="en-GB" dirty="0" err="1"/>
              <a:t>향상되지만</a:t>
            </a:r>
            <a:r>
              <a:rPr lang="en-GB" dirty="0"/>
              <a:t> </a:t>
            </a:r>
            <a:r>
              <a:rPr lang="en-GB" dirty="0" err="1"/>
              <a:t>게인은</a:t>
            </a:r>
            <a:r>
              <a:rPr lang="en-GB" dirty="0"/>
              <a:t> </a:t>
            </a:r>
            <a:r>
              <a:rPr lang="en-GB" dirty="0" err="1"/>
              <a:t>점근적인</a:t>
            </a:r>
            <a:r>
              <a:rPr lang="en-GB" dirty="0"/>
              <a:t> </a:t>
            </a:r>
            <a:r>
              <a:rPr lang="en-GB" dirty="0" err="1"/>
              <a:t>형태가</a:t>
            </a:r>
            <a:r>
              <a:rPr lang="en-GB" dirty="0"/>
              <a:t> </a:t>
            </a:r>
            <a:r>
              <a:rPr lang="en-GB" dirty="0" err="1"/>
              <a:t>됩니다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790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역사적으로 머신 러닝 알고리즘의 이러한 속성을 극복할 수 있는 유일한 방법은 새로운 알고리즘을 개발하는 것이었지만(매우 드문 경우) 더 중요한 것은 피처 엔지니어링을 사용하는 것이었습니다. 지난 몇십 년간 비전, 자연어 처리 등 말 그대로 모든 AI 분야의 과학자들은 머신 러닝 알고리즘이 문제를 보다 쉽게 해결할 수 있도록 데이터를 표현하는 새롭고 독창적인 방법을 개발하기 위해 엄청난 노력을 기울였습니다. 알고리즘이 그러한 문제를 더 쉽게 해결할 수 있도록 문제에 대한 인간 지식을 효과적으로 주입했습니다.  그 결과 과학자들은 이 곡선을 체계적으로 상승하게 만들었습니다.</a:t>
            </a:r>
          </a:p>
          <a:p>
            <a:endParaRPr lang="en-GB"/>
          </a:p>
          <a:p>
            <a:r>
              <a:rPr lang="en-GB"/>
              <a:t>이는 지금도 머신 러닝 연구의 주된 기초가 되고 있습니다.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182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수동으로 엔지니어링된 피처를 활용하지 않았거나 제한적으로 활용한 뉴럴 네트워크는 비교에서 매우 낮은 성능을 보였습니다. </a:t>
            </a:r>
          </a:p>
          <a:p>
            <a:endParaRPr lang="en-GB"/>
          </a:p>
          <a:p>
            <a:r>
              <a:rPr lang="en-GB"/>
              <a:t>그러한 동작의 이유가 이제 명확해졌으며 3가지 요인으로 압축할 수 있습니다.</a:t>
            </a:r>
          </a:p>
          <a:p>
            <a:endParaRPr lang="en-GB"/>
          </a:p>
          <a:p>
            <a:r>
              <a:rPr lang="en-GB"/>
              <a:t>다음 슬라이드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0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우선, 우리는 역사상 인터넷/빅 데이터 규모의 데이터세트를 가져본 적이 없습니다. 왼쪽의 그림은 1990년대의 비전 연구에 사용된 최첨단 데이터세트의 상태를 나타냅니다. 60,000개의 숫자를 손으로 작성했습니다. 흑백이고 24 x 24픽셀입니다. </a:t>
            </a:r>
          </a:p>
          <a:p>
            <a:endParaRPr lang="en-GB"/>
          </a:p>
          <a:p>
            <a:r>
              <a:rPr lang="en-GB"/>
              <a:t>둘째로, 상당히 큰 데이터세트를 사용할 수 있었지만 그러한 데이터를 사용해 뉴럴 네트워크를 트레이닝할 수 있는 연산 역량이 없었습니다.</a:t>
            </a:r>
          </a:p>
          <a:p>
            <a:endParaRPr lang="en-GB"/>
          </a:p>
          <a:p>
            <a:r>
              <a:rPr lang="en-GB"/>
              <a:t>다음 슬라이드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71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다행히, 지난 수십 년간 우리는 거의 기하급수적으로 증가한 연산 성능의 도움을 받았습니다. 기존 CPU 컴퓨팅의 그러한 추세가 끝나가고 있다는 것이 분명하지만 GPU 컴퓨팅의 발전으로 인해 여전히 그러한 지수 관계를 활용할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1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2009년 11월에 위에서 설명한 Jaguar 시스템이 세계에서 가장 성능이 뛰어난 슈퍼컴퓨팅 클러스터를 구성해 1.759페타플롭스(즉, 초당 10^15 부동소수점 연산)를 제공했습니다.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460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현재는</a:t>
            </a:r>
            <a:r>
              <a:rPr lang="en-GB" dirty="0"/>
              <a:t> </a:t>
            </a:r>
            <a:r>
              <a:rPr lang="en-GB" dirty="0" err="1"/>
              <a:t>단일</a:t>
            </a:r>
            <a:r>
              <a:rPr lang="en-GB" dirty="0"/>
              <a:t> </a:t>
            </a:r>
            <a:r>
              <a:rPr lang="en-GB" dirty="0" err="1"/>
              <a:t>시스템이</a:t>
            </a:r>
            <a:r>
              <a:rPr lang="en-GB" dirty="0"/>
              <a:t> </a:t>
            </a:r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</a:t>
            </a:r>
            <a:r>
              <a:rPr lang="en-GB" dirty="0"/>
              <a:t> </a:t>
            </a:r>
            <a:r>
              <a:rPr lang="en-GB" dirty="0" err="1"/>
              <a:t>트레이닝을</a:t>
            </a:r>
            <a:r>
              <a:rPr lang="en-GB" dirty="0"/>
              <a:t> </a:t>
            </a:r>
            <a:r>
              <a:rPr lang="en-GB" dirty="0" err="1"/>
              <a:t>위해</a:t>
            </a:r>
            <a:r>
              <a:rPr lang="en-GB" dirty="0"/>
              <a:t> 5페타플롭스를 </a:t>
            </a:r>
            <a:r>
              <a:rPr lang="en-GB" dirty="0" err="1"/>
              <a:t>제공합니다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2009년 11월에 </a:t>
            </a:r>
            <a:r>
              <a:rPr lang="en-GB" dirty="0" err="1"/>
              <a:t>세계</a:t>
            </a:r>
            <a:r>
              <a:rPr lang="en-GB" dirty="0"/>
              <a:t> </a:t>
            </a:r>
            <a:r>
              <a:rPr lang="en-GB" dirty="0" err="1"/>
              <a:t>최대의</a:t>
            </a:r>
            <a:r>
              <a:rPr lang="en-GB" dirty="0"/>
              <a:t> </a:t>
            </a:r>
            <a:r>
              <a:rPr lang="en-GB" dirty="0" err="1"/>
              <a:t>슈퍼컴퓨터에서만</a:t>
            </a:r>
            <a:r>
              <a:rPr lang="en-GB" dirty="0"/>
              <a:t> </a:t>
            </a:r>
            <a:r>
              <a:rPr lang="en-GB" dirty="0" err="1"/>
              <a:t>이용할</a:t>
            </a:r>
            <a:r>
              <a:rPr lang="en-GB" dirty="0"/>
              <a:t> 수 </a:t>
            </a:r>
            <a:r>
              <a:rPr lang="en-GB" dirty="0" err="1"/>
              <a:t>있었던</a:t>
            </a:r>
            <a:r>
              <a:rPr lang="en-GB" dirty="0"/>
              <a:t> </a:t>
            </a:r>
            <a:r>
              <a:rPr lang="en-GB" dirty="0" err="1"/>
              <a:t>연산</a:t>
            </a:r>
            <a:r>
              <a:rPr lang="en-GB" dirty="0"/>
              <a:t> </a:t>
            </a:r>
            <a:r>
              <a:rPr lang="en-GB" dirty="0" err="1"/>
              <a:t>성능이</a:t>
            </a:r>
            <a:r>
              <a:rPr lang="en-GB" dirty="0"/>
              <a:t> </a:t>
            </a:r>
            <a:r>
              <a:rPr lang="en-GB" dirty="0" err="1"/>
              <a:t>이제는</a:t>
            </a:r>
            <a:r>
              <a:rPr lang="en-GB" dirty="0"/>
              <a:t> </a:t>
            </a:r>
            <a:r>
              <a:rPr lang="en-GB" dirty="0" err="1"/>
              <a:t>클라우드의</a:t>
            </a:r>
            <a:r>
              <a:rPr lang="en-GB" dirty="0"/>
              <a:t> </a:t>
            </a:r>
            <a:r>
              <a:rPr lang="en-GB" dirty="0" err="1"/>
              <a:t>조밀한</a:t>
            </a:r>
            <a:r>
              <a:rPr lang="en-GB" dirty="0"/>
              <a:t> GPU </a:t>
            </a:r>
            <a:r>
              <a:rPr lang="en-GB" dirty="0" err="1"/>
              <a:t>시스템</a:t>
            </a:r>
            <a:r>
              <a:rPr lang="en-GB" dirty="0"/>
              <a:t> </a:t>
            </a:r>
            <a:r>
              <a:rPr lang="en-GB" dirty="0" err="1"/>
              <a:t>덕분에</a:t>
            </a:r>
            <a:r>
              <a:rPr lang="en-GB" dirty="0"/>
              <a:t> </a:t>
            </a:r>
            <a:r>
              <a:rPr lang="en-GB" dirty="0" err="1"/>
              <a:t>모두에게</a:t>
            </a:r>
            <a:r>
              <a:rPr lang="en-GB" dirty="0"/>
              <a:t> </a:t>
            </a:r>
            <a:r>
              <a:rPr lang="en-GB" dirty="0" err="1"/>
              <a:t>제공됩니다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26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현재는</a:t>
            </a:r>
            <a:r>
              <a:rPr lang="en-GB" dirty="0"/>
              <a:t> </a:t>
            </a:r>
            <a:r>
              <a:rPr lang="en-GB" dirty="0" err="1"/>
              <a:t>단일</a:t>
            </a:r>
            <a:r>
              <a:rPr lang="en-GB" dirty="0"/>
              <a:t> </a:t>
            </a:r>
            <a:r>
              <a:rPr lang="en-GB" dirty="0" err="1"/>
              <a:t>시스템이</a:t>
            </a:r>
            <a:r>
              <a:rPr lang="en-GB" dirty="0"/>
              <a:t> </a:t>
            </a:r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</a:t>
            </a:r>
            <a:r>
              <a:rPr lang="en-GB" dirty="0"/>
              <a:t> </a:t>
            </a:r>
            <a:r>
              <a:rPr lang="en-GB" dirty="0" err="1"/>
              <a:t>트레이닝을</a:t>
            </a:r>
            <a:r>
              <a:rPr lang="en-GB" dirty="0"/>
              <a:t> </a:t>
            </a:r>
            <a:r>
              <a:rPr lang="en-GB" dirty="0" err="1"/>
              <a:t>위해</a:t>
            </a:r>
            <a:r>
              <a:rPr lang="en-GB" dirty="0"/>
              <a:t> 5페타플롭스를 </a:t>
            </a:r>
            <a:r>
              <a:rPr lang="en-GB" dirty="0" err="1"/>
              <a:t>제공합니다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2009년 11월에 </a:t>
            </a:r>
            <a:r>
              <a:rPr lang="en-GB" dirty="0" err="1"/>
              <a:t>세계</a:t>
            </a:r>
            <a:r>
              <a:rPr lang="en-GB" dirty="0"/>
              <a:t> </a:t>
            </a:r>
            <a:r>
              <a:rPr lang="en-GB" dirty="0" err="1"/>
              <a:t>최대의</a:t>
            </a:r>
            <a:r>
              <a:rPr lang="en-GB" dirty="0"/>
              <a:t> </a:t>
            </a:r>
            <a:r>
              <a:rPr lang="en-GB" dirty="0" err="1"/>
              <a:t>슈퍼컴퓨터에서만</a:t>
            </a:r>
            <a:r>
              <a:rPr lang="en-GB" dirty="0"/>
              <a:t> </a:t>
            </a:r>
            <a:r>
              <a:rPr lang="en-GB" dirty="0" err="1"/>
              <a:t>이용할</a:t>
            </a:r>
            <a:r>
              <a:rPr lang="en-GB" dirty="0"/>
              <a:t> 수 </a:t>
            </a:r>
            <a:r>
              <a:rPr lang="en-GB" dirty="0" err="1"/>
              <a:t>있었던</a:t>
            </a:r>
            <a:r>
              <a:rPr lang="en-GB" dirty="0"/>
              <a:t> </a:t>
            </a:r>
            <a:r>
              <a:rPr lang="en-GB" dirty="0" err="1"/>
              <a:t>연산</a:t>
            </a:r>
            <a:r>
              <a:rPr lang="en-GB" dirty="0"/>
              <a:t> </a:t>
            </a:r>
            <a:r>
              <a:rPr lang="en-GB" dirty="0" err="1"/>
              <a:t>성능이</a:t>
            </a:r>
            <a:r>
              <a:rPr lang="en-GB" dirty="0"/>
              <a:t> </a:t>
            </a:r>
            <a:r>
              <a:rPr lang="en-GB" dirty="0" err="1"/>
              <a:t>이제는</a:t>
            </a:r>
            <a:r>
              <a:rPr lang="en-GB" dirty="0"/>
              <a:t> </a:t>
            </a:r>
            <a:r>
              <a:rPr lang="en-GB" dirty="0" err="1"/>
              <a:t>클라우드의</a:t>
            </a:r>
            <a:r>
              <a:rPr lang="en-GB" dirty="0"/>
              <a:t> </a:t>
            </a:r>
            <a:r>
              <a:rPr lang="en-GB" dirty="0" err="1"/>
              <a:t>조밀한</a:t>
            </a:r>
            <a:r>
              <a:rPr lang="en-GB" dirty="0"/>
              <a:t> GPU </a:t>
            </a:r>
            <a:r>
              <a:rPr lang="en-GB" dirty="0" err="1"/>
              <a:t>시스템</a:t>
            </a:r>
            <a:r>
              <a:rPr lang="en-GB" dirty="0"/>
              <a:t> </a:t>
            </a:r>
            <a:r>
              <a:rPr lang="en-GB" dirty="0" err="1"/>
              <a:t>덕분에</a:t>
            </a:r>
            <a:r>
              <a:rPr lang="en-GB" dirty="0"/>
              <a:t> </a:t>
            </a:r>
            <a:r>
              <a:rPr lang="en-GB" dirty="0" err="1"/>
              <a:t>모두에게</a:t>
            </a:r>
            <a:r>
              <a:rPr lang="en-GB" dirty="0"/>
              <a:t> </a:t>
            </a:r>
            <a:r>
              <a:rPr lang="en-GB" dirty="0" err="1"/>
              <a:t>제공됩니다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다음</a:t>
            </a:r>
            <a:r>
              <a:rPr lang="en-GB" dirty="0"/>
              <a:t> </a:t>
            </a:r>
            <a:r>
              <a:rPr lang="en-GB" dirty="0" err="1"/>
              <a:t>슬라이드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764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요약하자면, 사용 가능한 데이터세트의 크기가 증가하고 연산 비용은 감소하고 알고리즘 설계가 개선되면서 매우 큰 뉴럴 네트워크를 사용할 수 있게 됨으로써 뉴럴 네트워크가 기존의 머신 러닝 접근 방식을 매우 크게 능가하기 시작했습니다. </a:t>
            </a:r>
          </a:p>
          <a:p>
            <a:endParaRPr lang="en-GB"/>
          </a:p>
          <a:p>
            <a:r>
              <a:rPr lang="en-GB"/>
              <a:t>ImageNet 경진대회의 상위 5가지 오류가 2011년의 26%에서 2012년에는 16%로 감소했습니다. 이러한 추세는 이것이 매우 실질적인 차이일 뿐 아니라 더 의미있는 것은 성능 증가가 더 이상 피처 엔지니어링에 좌우되지 않는다는 점에서 중요합니다. 그 대신 모델과 데이터세트 크기의 함수에 좌우됩니다.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000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이제 데이터세트와 함께 모델 크기가 증가함에 따라 이 추세가 지속되고 있습니다. 2015년에는 오류가 3.5%로 더 감소했고 2017년에는 2.25%로 감소해 이 데이터세트에 대한 인간의 성능을 크게 초과하고 있습니다.</a:t>
            </a:r>
          </a:p>
          <a:p>
            <a:endParaRPr lang="en-GB"/>
          </a:p>
          <a:p>
            <a:r>
              <a:rPr lang="en-GB"/>
              <a:t>앞서 배운 것처럼 뉴럴 네트워크는 대규모 데이터세트에서 더 많은 도움을 받을 뿐 아니라 더 중요하게는 이제 우리는 모델의 복잡성/크기를 늘려서 곡선을 상승시킬 수 있습니다.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172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2015~2016년까지는 대규모 네트워크를 트레이닝하는 것이 불가능했습니다.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그러나 배치 정규화와 같은 기법으로 이것이 가능해졌습니다.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크기가 중요합니다.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뉴럴 네트워크가 클수록 더 정확합니다.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그러나 뉴럴 네트워크 복잡성도 증가합니다.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데이터세트 + 복잡성 증가로 인해 훨씬 더 큰 컴퓨팅 성능이 필요합니다.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예: Google Translate 매개변수 크기 &gt; 90억 개 항목, 100엑사플롭스 필요</a:t>
            </a:r>
          </a:p>
          <a:p>
            <a:endParaRPr lang="en-US"/>
          </a:p>
          <a:p>
            <a:r>
              <a:rPr lang="en-US"/>
              <a:t>다음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951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u="none" strike="noStrike" kern="120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9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이 추세는 다른 분야에서도 지속되었으며 우리는 인간 수준의 성능이 더 광범위한 작업 세트에 대한 성능을 능가한 것을 체계적으로 경험했습니다.</a:t>
            </a:r>
          </a:p>
          <a:p>
            <a:endParaRPr lang="en-GB"/>
          </a:p>
          <a:p>
            <a:r>
              <a:rPr lang="en-GB"/>
              <a:t>그러나 2017년까지는 데이터세트 크기와 정확도 간의 이 관계의 정확한 특성을 거의 이해하지 못했습니다.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585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32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41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182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0362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7469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n-US"/>
              <a:t>결과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대량의 데이터를 효율적으로 수집 및 처리할 수 있게 되었음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대량의 데이터로 대규모 모델을 효율적으로 트레이닝할 수 있게 되었음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대규모 모델을 비용 효과적으로 배포할 수 있게 되었음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848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u="none" strike="noStrike" kern="120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749" y="3160775"/>
            <a:ext cx="2669325" cy="2164380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8290560"/>
            <a:ext cx="9692640" cy="477053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Tx/>
              <a:buNone/>
              <a:defRPr sz="2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1143000" y="6705601"/>
            <a:ext cx="9692640" cy="1638092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60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3FC84FD-FDBC-467E-BC0E-BFA2F5D72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3293717" y="3370707"/>
            <a:ext cx="3306588" cy="181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3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  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A picture containing text  Description automatically generated">
            <a:extLst>
              <a:ext uri="{FF2B5EF4-FFF2-40B4-BE49-F238E27FC236}">
                <a16:creationId xmlns:a16="http://schemas.microsoft.com/office/drawing/2014/main" id="{5D803607-04CC-4854-B44F-C75A2664FE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0687" y="7982157"/>
            <a:ext cx="2669325" cy="21643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CA24084-E23F-444B-85F4-5957A1DD65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14748655" y="8192089"/>
            <a:ext cx="3306588" cy="181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250" y="3505059"/>
            <a:ext cx="16581120" cy="619820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400">
                <a:solidFill>
                  <a:schemeClr val="accent4"/>
                </a:solidFill>
              </a:defRPr>
            </a:lvl1pPr>
            <a:lvl2pPr marL="952519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2pPr>
            <a:lvl3pPr marL="1815078" indent="0">
              <a:buClr>
                <a:schemeClr val="bg2"/>
              </a:buClr>
              <a:buSzPct val="100000"/>
              <a:buFontTx/>
              <a:buNone/>
              <a:defRPr sz="1833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813561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370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250" y="3505059"/>
            <a:ext cx="16581120" cy="6198208"/>
          </a:xfrm>
        </p:spPr>
        <p:txBody>
          <a:bodyPr/>
          <a:lstStyle>
            <a:lvl1pPr marL="383654" indent="-383654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2400">
                <a:solidFill>
                  <a:schemeClr val="accent4"/>
                </a:solidFill>
              </a:defRPr>
            </a:lvl1pPr>
            <a:lvl2pPr marL="1333527" indent="-38100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2000">
                <a:solidFill>
                  <a:schemeClr val="accent4"/>
                </a:solidFill>
              </a:defRPr>
            </a:lvl2pPr>
            <a:lvl3pPr marL="2098189" indent="-283111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8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6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813561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056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_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 cap="none" baseline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250" y="3505059"/>
            <a:ext cx="16581120" cy="6198208"/>
          </a:xfrm>
        </p:spPr>
        <p:txBody>
          <a:bodyPr/>
          <a:lstStyle>
            <a:lvl1pPr marL="383654" indent="-383654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2400">
                <a:solidFill>
                  <a:schemeClr val="accent4"/>
                </a:solidFill>
              </a:defRPr>
            </a:lvl1pPr>
            <a:lvl2pPr marL="1333527" indent="-38100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2000">
                <a:solidFill>
                  <a:schemeClr val="accent4"/>
                </a:solidFill>
              </a:defRPr>
            </a:lvl2pPr>
            <a:lvl3pPr marL="2098189" indent="-283111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8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6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813561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3000" b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250" y="3505059"/>
            <a:ext cx="16581120" cy="619820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400">
                <a:solidFill>
                  <a:schemeClr val="accent4"/>
                </a:solidFill>
              </a:defRPr>
            </a:lvl1pPr>
            <a:lvl2pPr marL="952519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2pPr>
            <a:lvl3pPr marL="1815078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813561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80472" y="9613267"/>
            <a:ext cx="4604777" cy="41357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76201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9192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3505059"/>
            <a:ext cx="16581120" cy="6156263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400">
                <a:solidFill>
                  <a:schemeClr val="accent4"/>
                </a:solidFill>
              </a:defRPr>
            </a:lvl1pPr>
            <a:lvl2pPr marL="952519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2pPr>
            <a:lvl3pPr marL="1815078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813561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8D8CF8-E6F1-4C71-A0F0-EB56510727F2}"/>
              </a:ext>
            </a:extLst>
          </p:cNvPr>
          <p:cNvSpPr/>
          <p:nvPr userDrawn="1"/>
        </p:nvSpPr>
        <p:spPr>
          <a:xfrm>
            <a:off x="16446823" y="9716467"/>
            <a:ext cx="1841178" cy="57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B99FC-81DD-40A1-9F56-0299A0ECAD29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02A7F8-2FCA-4506-BD4A-AC3663150A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6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387" y="2997651"/>
            <a:ext cx="7007337" cy="1031052"/>
          </a:xfrm>
        </p:spPr>
        <p:txBody>
          <a:bodyPr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386" y="5119299"/>
            <a:ext cx="6988068" cy="4195148"/>
          </a:xfrm>
        </p:spPr>
        <p:txBody>
          <a:bodyPr/>
          <a:lstStyle>
            <a:lvl1pPr marL="0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1pPr>
            <a:lvl2pPr marL="952519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accent4"/>
                </a:solidFill>
              </a:defRPr>
            </a:lvl2pPr>
            <a:lvl3pPr marL="1815078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65387" y="3913996"/>
            <a:ext cx="7007337" cy="875772"/>
          </a:xfrm>
        </p:spPr>
        <p:txBody>
          <a:bodyPr/>
          <a:lstStyle>
            <a:lvl1pPr marL="0" indent="0" algn="l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8F0BB-1BE0-4D37-802F-86688BB7AF78}"/>
              </a:ext>
            </a:extLst>
          </p:cNvPr>
          <p:cNvSpPr/>
          <p:nvPr userDrawn="1"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C585D-DB84-422C-9A7B-0D1DC0631FEC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48712A-17DE-4B43-8BD2-BA3A95C51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6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_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5387" y="2997651"/>
            <a:ext cx="7007337" cy="1031052"/>
          </a:xfrm>
        </p:spPr>
        <p:txBody>
          <a:bodyPr/>
          <a:lstStyle>
            <a:lvl1pPr algn="l">
              <a:defRPr sz="4800" cap="none" baseline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386" y="5119299"/>
            <a:ext cx="6988068" cy="4195148"/>
          </a:xfrm>
        </p:spPr>
        <p:txBody>
          <a:bodyPr/>
          <a:lstStyle>
            <a:lvl1pPr marL="0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1pPr>
            <a:lvl2pPr marL="952519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accent4"/>
                </a:solidFill>
              </a:defRPr>
            </a:lvl2pPr>
            <a:lvl3pPr marL="1815078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65387" y="3913996"/>
            <a:ext cx="7007337" cy="875772"/>
          </a:xfrm>
        </p:spPr>
        <p:txBody>
          <a:bodyPr/>
          <a:lstStyle>
            <a:lvl1pPr marL="0" indent="0" algn="l">
              <a:buFontTx/>
              <a:buNone/>
              <a:defRPr sz="3000" b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8F0BB-1BE0-4D37-802F-86688BB7AF78}"/>
              </a:ext>
            </a:extLst>
          </p:cNvPr>
          <p:cNvSpPr/>
          <p:nvPr userDrawn="1"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7B12B-CED0-499E-AF41-9ACC7DE783D6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040755-92A7-4902-AEA7-08E9B082B7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8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0" y="2997651"/>
            <a:ext cx="9067800" cy="1031052"/>
          </a:xfrm>
        </p:spPr>
        <p:txBody>
          <a:bodyPr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5800" y="4861561"/>
            <a:ext cx="9052560" cy="4195148"/>
          </a:xfrm>
        </p:spPr>
        <p:txBody>
          <a:bodyPr/>
          <a:lstStyle>
            <a:lvl1pPr marL="0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accent4"/>
                </a:solidFill>
              </a:defRPr>
            </a:lvl1pPr>
            <a:lvl2pPr marL="952519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accent4"/>
                </a:solidFill>
              </a:defRPr>
            </a:lvl2pPr>
            <a:lvl3pPr marL="1815078" indent="0">
              <a:spcBef>
                <a:spcPts val="833"/>
              </a:spcBef>
              <a:spcAft>
                <a:spcPts val="833"/>
              </a:spcAft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accent4"/>
                </a:solidFill>
              </a:defRPr>
            </a:lvl3pPr>
            <a:lvl4pPr marL="2958101" indent="-381008">
              <a:buClr>
                <a:schemeClr val="bg2"/>
              </a:buClr>
              <a:buFont typeface="Wingdings" panose="05000000000000000000" pitchFamily="2" charset="2"/>
              <a:buChar char="§"/>
              <a:defRPr sz="3000">
                <a:solidFill>
                  <a:schemeClr val="tx1"/>
                </a:solidFill>
              </a:defRPr>
            </a:lvl4pPr>
            <a:lvl5pPr marL="3529612" indent="-381008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0" y="3947161"/>
            <a:ext cx="9067800" cy="875772"/>
          </a:xfrm>
        </p:spPr>
        <p:txBody>
          <a:bodyPr/>
          <a:lstStyle>
            <a:lvl1pPr marL="0" indent="0" algn="l">
              <a:buFontTx/>
              <a:buNone/>
              <a:defRPr sz="3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8F0BB-1BE0-4D37-802F-86688BB7AF78}"/>
              </a:ext>
            </a:extLst>
          </p:cNvPr>
          <p:cNvSpPr/>
          <p:nvPr userDrawn="1"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CDDEC-7B0F-4224-B7DD-1384AF6821DE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865C37-5E1F-4D9B-9A59-A229257C3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0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  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9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8681"/>
            <a:ext cx="16626840" cy="984885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960C9-7EE1-466F-A367-895BB594529A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0F0376-86FF-4FFB-82E1-7CCF30289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30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</p:spPr>
        <p:txBody>
          <a:bodyPr anchor="b"/>
          <a:lstStyle>
            <a:lvl1pPr algn="ctr">
              <a:defRPr sz="5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110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 userDrawn="1"/>
        </p:nvGrpSpPr>
        <p:grpSpPr>
          <a:xfrm>
            <a:off x="-2212179" y="-674777"/>
            <a:ext cx="22711115" cy="11638877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 userDrawn="1"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 userDrawn="1"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 userDrawn="1"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 userDrawn="1"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 userDrawn="1"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 userDrawn="1"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20" y="6278881"/>
            <a:ext cx="12435840" cy="984885"/>
          </a:xfrm>
        </p:spPr>
        <p:txBody>
          <a:bodyPr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70120" y="7269481"/>
            <a:ext cx="12435840" cy="875772"/>
          </a:xfrm>
        </p:spPr>
        <p:txBody>
          <a:bodyPr/>
          <a:lstStyle>
            <a:lvl1pPr marL="0" indent="0" algn="l">
              <a:buFontTx/>
              <a:buNone/>
              <a:defRPr sz="40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673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7112A4-5D5B-4EFA-A84C-A0A181665097}"/>
              </a:ext>
            </a:extLst>
          </p:cNvPr>
          <p:cNvSpPr/>
          <p:nvPr userDrawn="1"/>
        </p:nvSpPr>
        <p:spPr>
          <a:xfrm>
            <a:off x="16433210" y="9536605"/>
            <a:ext cx="1677580" cy="5288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39340-3649-4D8C-89CF-13D20880D50E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CA877-0F73-4AA5-B944-ADC4B5B81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5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F720E-B055-4C1E-945E-E6CA4B843BBF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80375D-227C-4AD1-A1C4-8FA754AB59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82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8615789"/>
            <a:ext cx="16626840" cy="892552"/>
          </a:xfrm>
        </p:spPr>
        <p:txBody>
          <a:bodyPr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917CE-050C-4AE3-A9CF-B16C84942F57}"/>
              </a:ext>
            </a:extLst>
          </p:cNvPr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F6385-A086-4712-BCFF-4101C88EB5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43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  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19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4651059"/>
            <a:ext cx="16626840" cy="98488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9412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" y="1090588"/>
            <a:ext cx="16626840" cy="98488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0581" y="3519436"/>
            <a:ext cx="8241772" cy="6155868"/>
          </a:xfrm>
        </p:spPr>
        <p:txBody>
          <a:bodyPr/>
          <a:lstStyle>
            <a:lvl1pPr marL="386299" indent="-386299">
              <a:buSzPct val="100000"/>
              <a:buFontTx/>
              <a:buBlip>
                <a:blip r:embed="rId2"/>
              </a:buBlip>
              <a:defRPr sz="4000" b="0">
                <a:solidFill>
                  <a:schemeClr val="bg1"/>
                </a:solidFill>
              </a:defRPr>
            </a:lvl1pPr>
            <a:lvl2pPr marL="1338818" indent="-386299">
              <a:buSzPct val="100000"/>
              <a:buFontTx/>
              <a:buBlip>
                <a:blip r:embed="rId2"/>
              </a:buBlip>
              <a:defRPr sz="3333" b="0">
                <a:solidFill>
                  <a:schemeClr val="bg1"/>
                </a:solidFill>
              </a:defRPr>
            </a:lvl2pPr>
            <a:lvl3pPr marL="2092897" indent="-277819">
              <a:buSzPct val="100000"/>
              <a:buFontTx/>
              <a:buBlip>
                <a:blip r:embed="rId2"/>
              </a:buBlip>
              <a:defRPr sz="3000" b="0">
                <a:solidFill>
                  <a:schemeClr val="bg1"/>
                </a:solidFill>
              </a:defRPr>
            </a:lvl3pPr>
            <a:lvl4pPr marL="2958101" indent="-381008"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</a:defRPr>
            </a:lvl4pPr>
            <a:lvl5pPr marL="3529612" indent="-381008"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</a:defRPr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15650" y="3519436"/>
            <a:ext cx="8241770" cy="6155868"/>
          </a:xfrm>
        </p:spPr>
        <p:txBody>
          <a:bodyPr/>
          <a:lstStyle>
            <a:lvl1pPr marL="386299" indent="-386299">
              <a:buSzPct val="100000"/>
              <a:buFontTx/>
              <a:buBlip>
                <a:blip r:embed="rId2"/>
              </a:buBlip>
              <a:defRPr sz="4000" b="0">
                <a:solidFill>
                  <a:schemeClr val="bg1"/>
                </a:solidFill>
              </a:defRPr>
            </a:lvl1pPr>
            <a:lvl2pPr marL="1338818" indent="-386299">
              <a:buSzPct val="100000"/>
              <a:buFontTx/>
              <a:buBlip>
                <a:blip r:embed="rId2"/>
              </a:buBlip>
              <a:defRPr sz="3333" b="0">
                <a:solidFill>
                  <a:schemeClr val="bg1"/>
                </a:solidFill>
              </a:defRPr>
            </a:lvl2pPr>
            <a:lvl3pPr marL="2092897" indent="-277819">
              <a:buSzPct val="100000"/>
              <a:buFontTx/>
              <a:buBlip>
                <a:blip r:embed="rId2"/>
              </a:buBlip>
              <a:defRPr sz="3000" b="0">
                <a:solidFill>
                  <a:schemeClr val="bg1"/>
                </a:solidFill>
              </a:defRPr>
            </a:lvl3pPr>
            <a:lvl4pPr marL="2958101" indent="-381008"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</a:defRPr>
            </a:lvl4pPr>
            <a:lvl5pPr marL="3529612" indent="-381008"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</a:defRPr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0580" y="1967614"/>
            <a:ext cx="16626840" cy="875772"/>
          </a:xfrm>
        </p:spPr>
        <p:txBody>
          <a:bodyPr/>
          <a:lstStyle>
            <a:lvl1pPr marL="0" indent="0" algn="ctr">
              <a:buFontTx/>
              <a:buNone/>
              <a:defRPr sz="4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952519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815078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2577093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3148605" indent="0" algn="ctr">
              <a:buFontTx/>
              <a:buNone/>
              <a:defRPr sz="4667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35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2906" y="868681"/>
            <a:ext cx="16622192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2337" y="3337280"/>
            <a:ext cx="16581552" cy="622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12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200" cap="none" baseline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1200" cap="none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6B28A0-D6BC-4D91-97D2-645242F18027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0890" y="9722868"/>
            <a:ext cx="1084725" cy="3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07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0" r:id="rId1"/>
    <p:sldLayoutId id="2147483985" r:id="rId2"/>
    <p:sldLayoutId id="2147483896" r:id="rId3"/>
    <p:sldLayoutId id="2147483981" r:id="rId4"/>
    <p:sldLayoutId id="2147483991" r:id="rId5"/>
    <p:sldLayoutId id="2147483971" r:id="rId6"/>
    <p:sldLayoutId id="2147483988" r:id="rId7"/>
    <p:sldLayoutId id="2147483969" r:id="rId8"/>
    <p:sldLayoutId id="2147483992" r:id="rId9"/>
    <p:sldLayoutId id="2147483990" r:id="rId10"/>
    <p:sldLayoutId id="2147483989" r:id="rId11"/>
    <p:sldLayoutId id="2147483919" r:id="rId12"/>
    <p:sldLayoutId id="2147483954" r:id="rId13"/>
    <p:sldLayoutId id="2147483984" r:id="rId14"/>
    <p:sldLayoutId id="2147483898" r:id="rId15"/>
    <p:sldLayoutId id="2147483926" r:id="rId16"/>
    <p:sldLayoutId id="2147483899" r:id="rId17"/>
    <p:sldLayoutId id="2147483901" r:id="rId18"/>
    <p:sldLayoutId id="2147483993" r:id="rId19"/>
    <p:sldLayoutId id="2147483994" r:id="rId20"/>
  </p:sldLayoutIdLs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0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5pPr>
      <a:lvl6pPr marL="762015"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6pPr>
      <a:lvl7pPr marL="1524030"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7pPr>
      <a:lvl8pPr marL="2286046"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8pPr>
      <a:lvl9pPr marL="3048061" algn="l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73B900"/>
          </a:solidFill>
          <a:latin typeface="Arial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500"/>
        </a:spcBef>
        <a:spcAft>
          <a:spcPts val="1500"/>
        </a:spcAft>
        <a:buClr>
          <a:schemeClr val="bg2"/>
        </a:buClr>
        <a:buSzPct val="100000"/>
        <a:buFontTx/>
        <a:buNone/>
        <a:defRPr sz="2400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952519" indent="0" algn="l" rtl="0" eaLnBrk="1" fontAlgn="base" hangingPunct="1">
        <a:lnSpc>
          <a:spcPct val="90000"/>
        </a:lnSpc>
        <a:spcBef>
          <a:spcPts val="1500"/>
        </a:spcBef>
        <a:spcAft>
          <a:spcPts val="1500"/>
        </a:spcAft>
        <a:buClr>
          <a:schemeClr val="bg2"/>
        </a:buClr>
        <a:buSzPct val="100000"/>
        <a:buFontTx/>
        <a:buNone/>
        <a:defRPr sz="2000" b="0">
          <a:solidFill>
            <a:schemeClr val="accent4"/>
          </a:solidFill>
          <a:latin typeface="Trebuchet MS" pitchFamily="34" charset="0"/>
        </a:defRPr>
      </a:lvl2pPr>
      <a:lvl3pPr marL="1815078" indent="0" algn="l" rtl="0" eaLnBrk="1" fontAlgn="base" hangingPunct="1">
        <a:lnSpc>
          <a:spcPct val="90000"/>
        </a:lnSpc>
        <a:spcBef>
          <a:spcPts val="1500"/>
        </a:spcBef>
        <a:spcAft>
          <a:spcPts val="1500"/>
        </a:spcAft>
        <a:buClr>
          <a:schemeClr val="bg2"/>
        </a:buClr>
        <a:buSzPct val="100000"/>
        <a:buFontTx/>
        <a:buNone/>
        <a:defRPr sz="1833" b="0">
          <a:solidFill>
            <a:schemeClr val="accent4"/>
          </a:solidFill>
          <a:latin typeface="Trebuchet MS" pitchFamily="34" charset="0"/>
        </a:defRPr>
      </a:lvl3pPr>
      <a:lvl4pPr marL="2958101" indent="-381008" algn="l" rtl="0" eaLnBrk="1" fontAlgn="base" hangingPunct="1">
        <a:spcBef>
          <a:spcPct val="20000"/>
        </a:spcBef>
        <a:spcAft>
          <a:spcPct val="0"/>
        </a:spcAft>
        <a:buChar char="–"/>
        <a:defRPr sz="3333">
          <a:solidFill>
            <a:schemeClr val="bg1"/>
          </a:solidFill>
          <a:latin typeface="+mn-lt"/>
        </a:defRPr>
      </a:lvl4pPr>
      <a:lvl5pPr marL="3529612" indent="-381008" algn="l" rtl="0" eaLnBrk="1" fontAlgn="base" hangingPunct="1">
        <a:spcBef>
          <a:spcPct val="20000"/>
        </a:spcBef>
        <a:spcAft>
          <a:spcPct val="0"/>
        </a:spcAft>
        <a:buChar char="»"/>
        <a:defRPr sz="3333">
          <a:solidFill>
            <a:schemeClr val="bg1"/>
          </a:solidFill>
          <a:latin typeface="+mn-lt"/>
        </a:defRPr>
      </a:lvl5pPr>
      <a:lvl6pPr marL="4291627" indent="-381008" algn="l" rtl="0" eaLnBrk="1" fontAlgn="base" hangingPunct="1">
        <a:spcBef>
          <a:spcPct val="20000"/>
        </a:spcBef>
        <a:spcAft>
          <a:spcPct val="0"/>
        </a:spcAft>
        <a:buChar char="»"/>
        <a:defRPr sz="3333">
          <a:solidFill>
            <a:schemeClr val="bg1"/>
          </a:solidFill>
          <a:latin typeface="+mn-lt"/>
        </a:defRPr>
      </a:lvl6pPr>
      <a:lvl7pPr marL="5053643" indent="-381008" algn="l" rtl="0" eaLnBrk="1" fontAlgn="base" hangingPunct="1">
        <a:spcBef>
          <a:spcPct val="20000"/>
        </a:spcBef>
        <a:spcAft>
          <a:spcPct val="0"/>
        </a:spcAft>
        <a:buChar char="»"/>
        <a:defRPr sz="3333">
          <a:solidFill>
            <a:schemeClr val="bg1"/>
          </a:solidFill>
          <a:latin typeface="+mn-lt"/>
        </a:defRPr>
      </a:lvl7pPr>
      <a:lvl8pPr marL="5815658" indent="-381008" algn="l" rtl="0" eaLnBrk="1" fontAlgn="base" hangingPunct="1">
        <a:spcBef>
          <a:spcPct val="20000"/>
        </a:spcBef>
        <a:spcAft>
          <a:spcPct val="0"/>
        </a:spcAft>
        <a:buChar char="»"/>
        <a:defRPr sz="3333">
          <a:solidFill>
            <a:schemeClr val="bg1"/>
          </a:solidFill>
          <a:latin typeface="+mn-lt"/>
        </a:defRPr>
      </a:lvl8pPr>
      <a:lvl9pPr marL="6577673" indent="-381008" algn="l" rtl="0" eaLnBrk="1" fontAlgn="base" hangingPunct="1">
        <a:spcBef>
          <a:spcPct val="20000"/>
        </a:spcBef>
        <a:spcAft>
          <a:spcPct val="0"/>
        </a:spcAft>
        <a:buChar char="»"/>
        <a:defRPr sz="3333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15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3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604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806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1007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209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4107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6122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tiff"/><Relationship Id="rId5" Type="http://schemas.openxmlformats.org/officeDocument/2006/relationships/image" Target="../media/image21.png"/><Relationship Id="rId4" Type="http://schemas.openxmlformats.org/officeDocument/2006/relationships/image" Target="../media/image20.tif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devblogs.nvidia.com/pretraining-bert-with-layer-wise-adaptive-learning-rates/" TargetMode="External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evblogs.nvidia.com/pretraining-bert-with-layer-wise-adaptive-learning-rates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0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>
            <a:spLocks noGrp="1"/>
          </p:cNvSpPr>
          <p:nvPr>
            <p:ph type="subTitle" idx="4294967295"/>
          </p:nvPr>
        </p:nvSpPr>
        <p:spPr>
          <a:xfrm>
            <a:off x="1142999" y="8343693"/>
            <a:ext cx="10200503" cy="42392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트랜스포머 기반 자연어 처리 애플리케이션 구축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(2부)</a:t>
            </a:r>
          </a:p>
        </p:txBody>
      </p:sp>
      <p:sp>
        <p:nvSpPr>
          <p:cNvPr id="5" name="Title 10"/>
          <p:cNvSpPr>
            <a:spLocks noGrp="1"/>
          </p:cNvSpPr>
          <p:nvPr>
            <p:ph type="title"/>
          </p:nvPr>
        </p:nvSpPr>
        <p:spPr>
          <a:xfrm>
            <a:off x="1142999" y="6705601"/>
            <a:ext cx="10463981" cy="1638092"/>
          </a:xfrm>
        </p:spPr>
        <p:txBody>
          <a:bodyPr/>
          <a:lstStyle/>
          <a:p>
            <a:r>
              <a:rPr lang="en-US" sz="5400" dirty="0"/>
              <a:t>자기지도, BERT 및 </a:t>
            </a:r>
            <a:r>
              <a:rPr lang="ko-KR" altLang="en-US" sz="5400" dirty="0"/>
              <a:t>최신 모델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167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63;p89">
            <a:extLst>
              <a:ext uri="{FF2B5EF4-FFF2-40B4-BE49-F238E27FC236}">
                <a16:creationId xmlns:a16="http://schemas.microsoft.com/office/drawing/2014/main" id="{7DF997DE-9876-4C80-A1D9-FCC3D7F0D11D}"/>
              </a:ext>
            </a:extLst>
          </p:cNvPr>
          <p:cNvSpPr/>
          <p:nvPr/>
        </p:nvSpPr>
        <p:spPr>
          <a:xfrm>
            <a:off x="6662192" y="4524330"/>
            <a:ext cx="11347722" cy="2319384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1" name="Google Shape;391;p2"/>
          <p:cNvGraphicFramePr/>
          <p:nvPr/>
        </p:nvGraphicFramePr>
        <p:xfrm>
          <a:off x="7074566" y="1710397"/>
          <a:ext cx="10522974" cy="758145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522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1부: Machine Learning in NLP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NLP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배경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Transformer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아키텍처의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기반이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된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DNN의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역할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튜토리얼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스타일로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Transformer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아키텍처를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사용하는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번역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살펴보기</a:t>
                      </a:r>
                      <a:endParaRPr sz="2300" b="1" i="1" u="none" strike="noStrike" cap="none" dirty="0">
                        <a:solidFill>
                          <a:srgbClr val="F9BBE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2부: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자기지도</a:t>
                      </a: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BERT 및 </a:t>
                      </a:r>
                      <a:r>
                        <a:rPr lang="en-US" sz="2700" b="0" u="none" strike="noStrike" cap="none" dirty="0" err="1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최신</a:t>
                      </a: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700" b="0" u="none" strike="noStrike" cap="none" dirty="0" err="1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</a:t>
                      </a:r>
                      <a:endParaRPr sz="2700" b="0" u="none" strike="noStrike" cap="none" dirty="0">
                        <a:solidFill>
                          <a:schemeClr val="lt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자기지도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언어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기본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트랜스포머를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넘어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BERT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그보다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큰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모델로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나아간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방식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2300" u="none" strike="noStrike" cap="none" dirty="0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NVIDIA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NeMo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API에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대한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실용적인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핸즈온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가이드와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BERT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언어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사용해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분류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및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명명된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엔터티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인식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구축하는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연습</a:t>
                      </a:r>
                      <a:endParaRPr sz="2300" u="none" strike="noStrike" cap="none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3부: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프로덕션</a:t>
                      </a:r>
                      <a:r>
                        <a:rPr lang="en-US" sz="2700" dirty="0">
                          <a:solidFill>
                            <a:schemeClr val="lt2"/>
                          </a:solidFill>
                        </a:rPr>
                        <a:t>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배포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프로덕션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배포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고려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사항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NVIDIA Triton Inference Server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NVIDIA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Triton에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예제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질문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답변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배포하는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방법에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대한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핸즈온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교육</a:t>
                      </a:r>
                      <a:endParaRPr dirty="0"/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2" name="Google Shape;392;p2"/>
          <p:cNvSpPr txBox="1"/>
          <p:nvPr/>
        </p:nvSpPr>
        <p:spPr>
          <a:xfrm>
            <a:off x="6781738" y="1469762"/>
            <a:ext cx="5239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FULL COURSE AGENDA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39065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119560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뉴럴 네트워크는 새로운 것이 아님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뉴럴</a:t>
            </a:r>
            <a:r>
              <a:rPr lang="en-GB" dirty="0"/>
              <a:t> </a:t>
            </a:r>
            <a:r>
              <a:rPr lang="en-GB" dirty="0" err="1"/>
              <a:t>네트워크는</a:t>
            </a:r>
            <a:r>
              <a:rPr lang="en-GB" dirty="0"/>
              <a:t> </a:t>
            </a:r>
            <a:r>
              <a:rPr lang="en-GB" dirty="0" err="1"/>
              <a:t>알고리즘만큼</a:t>
            </a:r>
            <a:r>
              <a:rPr lang="en-GB" dirty="0"/>
              <a:t> </a:t>
            </a:r>
            <a:r>
              <a:rPr lang="en-GB" dirty="0" err="1"/>
              <a:t>매우</a:t>
            </a:r>
            <a:r>
              <a:rPr lang="en-GB" dirty="0"/>
              <a:t> </a:t>
            </a:r>
            <a:r>
              <a:rPr lang="en-GB" dirty="0" err="1"/>
              <a:t>간단합니다</a:t>
            </a:r>
            <a:r>
              <a:rPr lang="en-GB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9B9A07-4293-4FB4-A6CB-B4F7B7BEF9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6827" y="4138048"/>
            <a:ext cx="6238702" cy="3310890"/>
          </a:xfrm>
          <a:prstGeom prst="rect">
            <a:avLst/>
          </a:prstGeom>
        </p:spPr>
      </p:pic>
      <p:pic>
        <p:nvPicPr>
          <p:cNvPr id="1028" name="Picture 4" descr="Image result for resnet 152">
            <a:extLst>
              <a:ext uri="{FF2B5EF4-FFF2-40B4-BE49-F238E27FC236}">
                <a16:creationId xmlns:a16="http://schemas.microsoft.com/office/drawing/2014/main" id="{BCF4AB09-DDF9-464A-8730-871132E04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75102" y="2709874"/>
            <a:ext cx="6291523" cy="67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18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뉴럴 네트워크는 새로운 것이 아님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다만 그 전에는 제대로 작동하지 않았을 뿐입니다.</a:t>
            </a:r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FA552F0-8639-4537-AAE8-53CCBF6625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9445768"/>
              </p:ext>
            </p:extLst>
          </p:nvPr>
        </p:nvGraphicFramePr>
        <p:xfrm>
          <a:off x="4463143" y="3278667"/>
          <a:ext cx="9361715" cy="5615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데이터세트 크기</a:t>
            </a:r>
            <a:endParaRPr lang="en-US" sz="1833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정확도</a:t>
            </a:r>
            <a:endParaRPr lang="en-US" sz="1833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81F36-1897-4145-AD7E-8A5B07B1EAB3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112814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다만 그 전에는 제대로 작동하지 않았을 뿐입니다.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데이터세트 크기</a:t>
            </a:r>
            <a:endParaRPr lang="en-US" sz="1833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정확도</a:t>
            </a:r>
            <a:endParaRPr lang="en-US" sz="1833">
              <a:solidFill>
                <a:schemeClr val="bg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0A27F9-7BFF-4939-BDD2-61834BC8E4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2673684"/>
              </p:ext>
            </p:extLst>
          </p:nvPr>
        </p:nvGraphicFramePr>
        <p:xfrm>
          <a:off x="4463140" y="3278668"/>
          <a:ext cx="9361717" cy="5615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C2A3832-9988-4D09-B5F0-DF557FFF9517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94956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다만 그 전에는 제대로 작동하지 않았을 뿐입니다.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데이터세트 크기</a:t>
            </a:r>
            <a:endParaRPr lang="en-US" sz="1833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정확도</a:t>
            </a:r>
            <a:endParaRPr lang="en-US" sz="1833">
              <a:solidFill>
                <a:schemeClr val="bg1"/>
              </a:solidFill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2E383D-75E6-43EC-8C28-0F5FF4D786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7417895"/>
              </p:ext>
            </p:extLst>
          </p:nvPr>
        </p:nvGraphicFramePr>
        <p:xfrm>
          <a:off x="4463139" y="3278404"/>
          <a:ext cx="9361718" cy="5615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5254F3F-4A62-4484-B857-72D0355613FE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424258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기존에는 대규모 데이터세트나 컴퓨터가 없었습니다.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데이터세트 크기</a:t>
            </a:r>
            <a:endParaRPr lang="en-US" sz="1833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33">
                <a:solidFill>
                  <a:schemeClr val="bg1"/>
                </a:solidFill>
              </a:rPr>
              <a:t>정확도</a:t>
            </a:r>
            <a:endParaRPr lang="en-US" sz="1833">
              <a:solidFill>
                <a:schemeClr val="bg1"/>
              </a:solidFill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2E383D-75E6-43EC-8C28-0F5FF4D786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5498956"/>
              </p:ext>
            </p:extLst>
          </p:nvPr>
        </p:nvGraphicFramePr>
        <p:xfrm>
          <a:off x="4463139" y="3278404"/>
          <a:ext cx="9361718" cy="5615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50" name="Picture 2" descr="Image result for mnist dataset">
            <a:extLst>
              <a:ext uri="{FF2B5EF4-FFF2-40B4-BE49-F238E27FC236}">
                <a16:creationId xmlns:a16="http://schemas.microsoft.com/office/drawing/2014/main" id="{B138EC6E-94D5-4180-8320-E16547357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0939" y="5247547"/>
            <a:ext cx="5273092" cy="349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71821B-59E5-45D1-B3C9-F54BAC300D64}"/>
              </a:ext>
            </a:extLst>
          </p:cNvPr>
          <p:cNvSpPr/>
          <p:nvPr/>
        </p:nvSpPr>
        <p:spPr>
          <a:xfrm>
            <a:off x="435428" y="3278329"/>
            <a:ext cx="6080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22222"/>
                </a:solidFill>
                <a:latin typeface="Arial" panose="020B0604020202020204" pitchFamily="34" charset="0"/>
              </a:rPr>
              <a:t>MNIST(1999) 데이터베이스에는 60,000개의 트레이닝 이미지와 10,000개의 테스팅 이미지가 포함되어 있습니다.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365EC6-0E6E-403B-8B91-C4CCBEA521EB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424215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연산</a:t>
            </a:r>
          </a:p>
        </p:txBody>
      </p:sp>
      <p:sp>
        <p:nvSpPr>
          <p:cNvPr id="6" name="Text Placeholder 59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기존에는 대규모 데이터세트나 컴퓨터가 없었습니다.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875498" y="2430689"/>
          <a:ext cx="14711738" cy="691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351951" y="2768818"/>
            <a:ext cx="628698" cy="5112112"/>
            <a:chOff x="1457809" y="1348772"/>
            <a:chExt cx="377219" cy="3067267"/>
          </a:xfrm>
        </p:grpSpPr>
        <p:sp>
          <p:nvSpPr>
            <p:cNvPr id="9" name="TextBox 8"/>
            <p:cNvSpPr txBox="1"/>
            <p:nvPr/>
          </p:nvSpPr>
          <p:spPr>
            <a:xfrm>
              <a:off x="1457809" y="4145234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7809" y="3585940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57809" y="3026648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7809" y="2467356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57809" y="1908064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57809" y="1348772"/>
              <a:ext cx="377219" cy="27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28837">
                <a:defRPr/>
              </a:pPr>
              <a:r>
                <a:rPr lang="en-US" sz="2333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10</a:t>
              </a:r>
              <a:r>
                <a:rPr lang="en-US" sz="2333" baseline="30000">
                  <a:solidFill>
                    <a:schemeClr val="tx2"/>
                  </a:solidFill>
                  <a:latin typeface="Arial" panose="020B0604020202020204" pitchFamily="34" charset="0"/>
                  <a:ea typeface="Trebuchet MS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22114" y="4779351"/>
            <a:ext cx="11844938" cy="3745067"/>
            <a:chOff x="19318101" y="4560172"/>
            <a:chExt cx="11827913" cy="3739681"/>
          </a:xfrm>
        </p:grpSpPr>
        <p:sp>
          <p:nvSpPr>
            <p:cNvPr id="16" name="TextBox 15"/>
            <p:cNvSpPr txBox="1"/>
            <p:nvPr/>
          </p:nvSpPr>
          <p:spPr>
            <a:xfrm>
              <a:off x="19318101" y="7849160"/>
              <a:ext cx="5391426" cy="450693"/>
            </a:xfrm>
            <a:prstGeom prst="rect">
              <a:avLst/>
            </a:prstGeom>
            <a:noFill/>
            <a:effectLst/>
          </p:spPr>
          <p:txBody>
            <a:bodyPr wrap="square" rtlCol="0" anchor="ctr">
              <a:spAutoFit/>
            </a:bodyPr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333" ker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딘일 스레드 성능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1568366" y="5048173"/>
              <a:ext cx="7047067" cy="2837500"/>
              <a:chOff x="21568366" y="5048173"/>
              <a:chExt cx="7047067" cy="2837500"/>
            </a:xfrm>
          </p:grpSpPr>
          <p:sp>
            <p:nvSpPr>
              <p:cNvPr id="22" name="Oval 21"/>
              <p:cNvSpPr>
                <a:spLocks noChangeAspect="1"/>
              </p:cNvSpPr>
              <p:nvPr/>
            </p:nvSpPr>
            <p:spPr>
              <a:xfrm>
                <a:off x="21568366" y="7564107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21965005" y="771723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" name="Oval 23"/>
              <p:cNvSpPr>
                <a:spLocks noChangeAspect="1"/>
              </p:cNvSpPr>
              <p:nvPr/>
            </p:nvSpPr>
            <p:spPr>
              <a:xfrm>
                <a:off x="22265940" y="769051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" name="Oval 24"/>
              <p:cNvSpPr>
                <a:spLocks noChangeAspect="1"/>
              </p:cNvSpPr>
              <p:nvPr/>
            </p:nvSpPr>
            <p:spPr>
              <a:xfrm>
                <a:off x="22737725" y="748754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" name="Oval 25"/>
              <p:cNvSpPr>
                <a:spLocks noChangeAspect="1"/>
              </p:cNvSpPr>
              <p:nvPr/>
            </p:nvSpPr>
            <p:spPr>
              <a:xfrm>
                <a:off x="22866394" y="713370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" name="Oval 26"/>
              <p:cNvSpPr>
                <a:spLocks noChangeAspect="1"/>
              </p:cNvSpPr>
              <p:nvPr/>
            </p:nvSpPr>
            <p:spPr>
              <a:xfrm>
                <a:off x="22962895" y="695142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" name="Oval 27"/>
              <p:cNvSpPr>
                <a:spLocks noChangeAspect="1"/>
              </p:cNvSpPr>
              <p:nvPr/>
            </p:nvSpPr>
            <p:spPr>
              <a:xfrm>
                <a:off x="22812782" y="7015759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" name="Oval 28"/>
              <p:cNvSpPr>
                <a:spLocks noChangeAspect="1"/>
              </p:cNvSpPr>
              <p:nvPr/>
            </p:nvSpPr>
            <p:spPr>
              <a:xfrm>
                <a:off x="23391790" y="7005036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" name="Oval 29"/>
              <p:cNvSpPr>
                <a:spLocks noChangeAspect="1"/>
              </p:cNvSpPr>
              <p:nvPr/>
            </p:nvSpPr>
            <p:spPr>
              <a:xfrm>
                <a:off x="23627683" y="6929980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" name="Oval 30"/>
              <p:cNvSpPr>
                <a:spLocks noChangeAspect="1"/>
              </p:cNvSpPr>
              <p:nvPr/>
            </p:nvSpPr>
            <p:spPr>
              <a:xfrm>
                <a:off x="23906465" y="676914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31"/>
              <p:cNvSpPr>
                <a:spLocks noChangeAspect="1"/>
              </p:cNvSpPr>
              <p:nvPr/>
            </p:nvSpPr>
            <p:spPr>
              <a:xfrm>
                <a:off x="23777796" y="664047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" name="Oval 32"/>
              <p:cNvSpPr>
                <a:spLocks noChangeAspect="1"/>
              </p:cNvSpPr>
              <p:nvPr/>
            </p:nvSpPr>
            <p:spPr>
              <a:xfrm>
                <a:off x="23413235" y="676914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33"/>
              <p:cNvSpPr>
                <a:spLocks noChangeAspect="1"/>
              </p:cNvSpPr>
              <p:nvPr/>
            </p:nvSpPr>
            <p:spPr>
              <a:xfrm>
                <a:off x="24549285" y="6563912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" name="Oval 34"/>
              <p:cNvSpPr>
                <a:spLocks noChangeAspect="1"/>
              </p:cNvSpPr>
              <p:nvPr/>
            </p:nvSpPr>
            <p:spPr>
              <a:xfrm>
                <a:off x="23670572" y="657457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Oval 35"/>
              <p:cNvSpPr>
                <a:spLocks noChangeAspect="1"/>
              </p:cNvSpPr>
              <p:nvPr/>
            </p:nvSpPr>
            <p:spPr>
              <a:xfrm>
                <a:off x="23874558" y="644904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" name="Oval 36"/>
              <p:cNvSpPr>
                <a:spLocks noChangeAspect="1"/>
              </p:cNvSpPr>
              <p:nvPr/>
            </p:nvSpPr>
            <p:spPr>
              <a:xfrm>
                <a:off x="24677954" y="6353649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37"/>
              <p:cNvSpPr>
                <a:spLocks noChangeAspect="1"/>
              </p:cNvSpPr>
              <p:nvPr/>
            </p:nvSpPr>
            <p:spPr>
              <a:xfrm>
                <a:off x="24571253" y="6218706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Oval 38"/>
              <p:cNvSpPr>
                <a:spLocks noChangeAspect="1"/>
              </p:cNvSpPr>
              <p:nvPr/>
            </p:nvSpPr>
            <p:spPr>
              <a:xfrm>
                <a:off x="24455141" y="6112007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39"/>
              <p:cNvSpPr>
                <a:spLocks noChangeAspect="1"/>
              </p:cNvSpPr>
              <p:nvPr/>
            </p:nvSpPr>
            <p:spPr>
              <a:xfrm>
                <a:off x="24819176" y="6146530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" name="Oval 40"/>
              <p:cNvSpPr>
                <a:spLocks noChangeAspect="1"/>
              </p:cNvSpPr>
              <p:nvPr/>
            </p:nvSpPr>
            <p:spPr>
              <a:xfrm>
                <a:off x="24979227" y="603355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41"/>
              <p:cNvSpPr>
                <a:spLocks noChangeAspect="1"/>
              </p:cNvSpPr>
              <p:nvPr/>
            </p:nvSpPr>
            <p:spPr>
              <a:xfrm>
                <a:off x="25107896" y="587036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Oval 42"/>
              <p:cNvSpPr>
                <a:spLocks noChangeAspect="1"/>
              </p:cNvSpPr>
              <p:nvPr/>
            </p:nvSpPr>
            <p:spPr>
              <a:xfrm>
                <a:off x="25311881" y="601786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" name="Oval 43"/>
              <p:cNvSpPr>
                <a:spLocks noChangeAspect="1"/>
              </p:cNvSpPr>
              <p:nvPr/>
            </p:nvSpPr>
            <p:spPr>
              <a:xfrm>
                <a:off x="25346403" y="5873504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" name="Oval 44"/>
              <p:cNvSpPr>
                <a:spLocks noChangeAspect="1"/>
              </p:cNvSpPr>
              <p:nvPr/>
            </p:nvSpPr>
            <p:spPr>
              <a:xfrm>
                <a:off x="25475071" y="5710316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" name="Oval 45"/>
              <p:cNvSpPr>
                <a:spLocks noChangeAspect="1"/>
              </p:cNvSpPr>
              <p:nvPr/>
            </p:nvSpPr>
            <p:spPr>
              <a:xfrm>
                <a:off x="25688471" y="5726010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" name="Oval 46"/>
              <p:cNvSpPr>
                <a:spLocks noChangeAspect="1"/>
              </p:cNvSpPr>
              <p:nvPr/>
            </p:nvSpPr>
            <p:spPr>
              <a:xfrm>
                <a:off x="25694749" y="5609897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" name="Oval 47"/>
              <p:cNvSpPr>
                <a:spLocks noChangeAspect="1"/>
              </p:cNvSpPr>
              <p:nvPr/>
            </p:nvSpPr>
            <p:spPr>
              <a:xfrm>
                <a:off x="26115273" y="5522028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" name="Oval 48"/>
              <p:cNvSpPr>
                <a:spLocks noChangeAspect="1"/>
              </p:cNvSpPr>
              <p:nvPr/>
            </p:nvSpPr>
            <p:spPr>
              <a:xfrm>
                <a:off x="26093307" y="5396498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" name="Oval 49"/>
              <p:cNvSpPr>
                <a:spLocks noChangeAspect="1"/>
              </p:cNvSpPr>
              <p:nvPr/>
            </p:nvSpPr>
            <p:spPr>
              <a:xfrm>
                <a:off x="26429100" y="555341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" name="Oval 50"/>
              <p:cNvSpPr>
                <a:spLocks noChangeAspect="1"/>
              </p:cNvSpPr>
              <p:nvPr/>
            </p:nvSpPr>
            <p:spPr>
              <a:xfrm>
                <a:off x="26717817" y="556910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51"/>
              <p:cNvSpPr>
                <a:spLocks noChangeAspect="1"/>
              </p:cNvSpPr>
              <p:nvPr/>
            </p:nvSpPr>
            <p:spPr>
              <a:xfrm>
                <a:off x="26837071" y="544357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" name="Oval 52"/>
              <p:cNvSpPr>
                <a:spLocks noChangeAspect="1"/>
              </p:cNvSpPr>
              <p:nvPr/>
            </p:nvSpPr>
            <p:spPr>
              <a:xfrm>
                <a:off x="27154032" y="543102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" name="Oval 53"/>
              <p:cNvSpPr>
                <a:spLocks noChangeAspect="1"/>
              </p:cNvSpPr>
              <p:nvPr/>
            </p:nvSpPr>
            <p:spPr>
              <a:xfrm>
                <a:off x="26473034" y="542788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54"/>
              <p:cNvSpPr>
                <a:spLocks noChangeAspect="1"/>
              </p:cNvSpPr>
              <p:nvPr/>
            </p:nvSpPr>
            <p:spPr>
              <a:xfrm>
                <a:off x="26413409" y="525528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" name="Oval 55"/>
              <p:cNvSpPr>
                <a:spLocks noChangeAspect="1"/>
              </p:cNvSpPr>
              <p:nvPr/>
            </p:nvSpPr>
            <p:spPr>
              <a:xfrm>
                <a:off x="26768030" y="525214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" name="Oval 56"/>
              <p:cNvSpPr>
                <a:spLocks noChangeAspect="1"/>
              </p:cNvSpPr>
              <p:nvPr/>
            </p:nvSpPr>
            <p:spPr>
              <a:xfrm>
                <a:off x="27160311" y="518310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" name="Oval 57"/>
              <p:cNvSpPr>
                <a:spLocks noChangeAspect="1"/>
              </p:cNvSpPr>
              <p:nvPr/>
            </p:nvSpPr>
            <p:spPr>
              <a:xfrm>
                <a:off x="27543178" y="534943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" name="Oval 58"/>
              <p:cNvSpPr>
                <a:spLocks noChangeAspect="1"/>
              </p:cNvSpPr>
              <p:nvPr/>
            </p:nvSpPr>
            <p:spPr>
              <a:xfrm>
                <a:off x="27671847" y="5195657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" name="Oval 59"/>
              <p:cNvSpPr>
                <a:spLocks noChangeAspect="1"/>
              </p:cNvSpPr>
              <p:nvPr/>
            </p:nvSpPr>
            <p:spPr>
              <a:xfrm>
                <a:off x="27800515" y="5267838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" name="Oval 60"/>
              <p:cNvSpPr>
                <a:spLocks noChangeAspect="1"/>
              </p:cNvSpPr>
              <p:nvPr/>
            </p:nvSpPr>
            <p:spPr>
              <a:xfrm>
                <a:off x="27938598" y="530236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" name="Oval 61"/>
              <p:cNvSpPr>
                <a:spLocks noChangeAspect="1"/>
              </p:cNvSpPr>
              <p:nvPr/>
            </p:nvSpPr>
            <p:spPr>
              <a:xfrm>
                <a:off x="28133169" y="5299225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" name="Oval 62"/>
              <p:cNvSpPr>
                <a:spLocks noChangeAspect="1"/>
              </p:cNvSpPr>
              <p:nvPr/>
            </p:nvSpPr>
            <p:spPr>
              <a:xfrm>
                <a:off x="27405094" y="518311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" name="Oval 63"/>
              <p:cNvSpPr>
                <a:spLocks noChangeAspect="1"/>
              </p:cNvSpPr>
              <p:nvPr/>
            </p:nvSpPr>
            <p:spPr>
              <a:xfrm>
                <a:off x="27872694" y="5076412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" name="Oval 64"/>
              <p:cNvSpPr>
                <a:spLocks noChangeAspect="1"/>
              </p:cNvSpPr>
              <p:nvPr/>
            </p:nvSpPr>
            <p:spPr>
              <a:xfrm>
                <a:off x="28217901" y="5082691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" name="Oval 65"/>
              <p:cNvSpPr>
                <a:spLocks noChangeAspect="1"/>
              </p:cNvSpPr>
              <p:nvPr/>
            </p:nvSpPr>
            <p:spPr>
              <a:xfrm>
                <a:off x="28355984" y="511721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" name="Oval 66"/>
              <p:cNvSpPr>
                <a:spLocks noChangeAspect="1"/>
              </p:cNvSpPr>
              <p:nvPr/>
            </p:nvSpPr>
            <p:spPr>
              <a:xfrm>
                <a:off x="28446994" y="5048173"/>
                <a:ext cx="168439" cy="168439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Freeform 20"/>
            <p:cNvSpPr/>
            <p:nvPr/>
          </p:nvSpPr>
          <p:spPr>
            <a:xfrm>
              <a:off x="21688874" y="5123140"/>
              <a:ext cx="6562097" cy="2629664"/>
            </a:xfrm>
            <a:custGeom>
              <a:avLst/>
              <a:gdLst>
                <a:gd name="connsiteX0" fmla="*/ 0 w 7772400"/>
                <a:gd name="connsiteY0" fmla="*/ 3114675 h 3114675"/>
                <a:gd name="connsiteX1" fmla="*/ 7772400 w 7772400"/>
                <a:gd name="connsiteY1" fmla="*/ 0 h 3114675"/>
                <a:gd name="connsiteX0" fmla="*/ 0 w 7772400"/>
                <a:gd name="connsiteY0" fmla="*/ 3147376 h 3147376"/>
                <a:gd name="connsiteX1" fmla="*/ 7772400 w 7772400"/>
                <a:gd name="connsiteY1" fmla="*/ 32701 h 3147376"/>
                <a:gd name="connsiteX0" fmla="*/ 0 w 7772400"/>
                <a:gd name="connsiteY0" fmla="*/ 3146262 h 3146262"/>
                <a:gd name="connsiteX1" fmla="*/ 7772400 w 7772400"/>
                <a:gd name="connsiteY1" fmla="*/ 31587 h 3146262"/>
                <a:gd name="connsiteX0" fmla="*/ 0 w 7772400"/>
                <a:gd name="connsiteY0" fmla="*/ 3114675 h 3114675"/>
                <a:gd name="connsiteX1" fmla="*/ 7772400 w 7772400"/>
                <a:gd name="connsiteY1" fmla="*/ 0 h 311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72400" h="3114675">
                  <a:moveTo>
                    <a:pt x="0" y="3114675"/>
                  </a:moveTo>
                  <a:cubicBezTo>
                    <a:pt x="2395537" y="1854993"/>
                    <a:pt x="5476875" y="38099"/>
                    <a:pt x="7772400" y="0"/>
                  </a:cubicBezTo>
                </a:path>
              </a:pathLst>
            </a:custGeom>
            <a:noFill/>
            <a:ln w="508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ln>
                  <a:solidFill>
                    <a:srgbClr val="FFFFFF">
                      <a:lumMod val="95000"/>
                    </a:srgbClr>
                  </a:solidFill>
                </a:ln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Freeform 21"/>
            <p:cNvSpPr/>
            <p:nvPr/>
          </p:nvSpPr>
          <p:spPr>
            <a:xfrm rot="224943">
              <a:off x="28287441" y="4990415"/>
              <a:ext cx="2858573" cy="232840"/>
            </a:xfrm>
            <a:custGeom>
              <a:avLst/>
              <a:gdLst>
                <a:gd name="connsiteX0" fmla="*/ 0 w 3386138"/>
                <a:gd name="connsiteY0" fmla="*/ 371475 h 371475"/>
                <a:gd name="connsiteX1" fmla="*/ 3386138 w 3386138"/>
                <a:gd name="connsiteY1" fmla="*/ 0 h 371475"/>
                <a:gd name="connsiteX0" fmla="*/ 0 w 3257550"/>
                <a:gd name="connsiteY0" fmla="*/ 342900 h 342900"/>
                <a:gd name="connsiteX1" fmla="*/ 3257550 w 3257550"/>
                <a:gd name="connsiteY1" fmla="*/ 0 h 342900"/>
                <a:gd name="connsiteX0" fmla="*/ 0 w 3343275"/>
                <a:gd name="connsiteY0" fmla="*/ 371475 h 371475"/>
                <a:gd name="connsiteX1" fmla="*/ 3343275 w 3343275"/>
                <a:gd name="connsiteY1" fmla="*/ 0 h 371475"/>
                <a:gd name="connsiteX0" fmla="*/ 0 w 3385805"/>
                <a:gd name="connsiteY0" fmla="*/ 339578 h 339578"/>
                <a:gd name="connsiteX1" fmla="*/ 3385805 w 3385805"/>
                <a:gd name="connsiteY1" fmla="*/ 0 h 339578"/>
                <a:gd name="connsiteX0" fmla="*/ 0 w 3385805"/>
                <a:gd name="connsiteY0" fmla="*/ 275783 h 275783"/>
                <a:gd name="connsiteX1" fmla="*/ 3385805 w 3385805"/>
                <a:gd name="connsiteY1" fmla="*/ 0 h 27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5805" h="275783">
                  <a:moveTo>
                    <a:pt x="0" y="275783"/>
                  </a:moveTo>
                  <a:lnTo>
                    <a:pt x="3385805" y="0"/>
                  </a:lnTo>
                </a:path>
              </a:pathLst>
            </a:custGeom>
            <a:noFill/>
            <a:ln w="50800" cap="flat" cmpd="sng" algn="ctr">
              <a:solidFill>
                <a:srgbClr val="0070C0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ln>
                  <a:solidFill>
                    <a:srgbClr val="FFFFFF">
                      <a:lumMod val="95000"/>
                    </a:srgbClr>
                  </a:solidFill>
                </a:ln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453752" y="6693114"/>
              <a:ext cx="1978785" cy="450693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333" ker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연간 1.5배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2090" y="4560172"/>
              <a:ext cx="1978785" cy="450693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333" ker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연간 1.1배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012753" y="3514767"/>
            <a:ext cx="7078927" cy="4184797"/>
            <a:chOff x="3607652" y="2108860"/>
            <a:chExt cx="4247356" cy="2510878"/>
          </a:xfrm>
        </p:grpSpPr>
        <p:grpSp>
          <p:nvGrpSpPr>
            <p:cNvPr id="69" name="Group 68"/>
            <p:cNvGrpSpPr/>
            <p:nvPr/>
          </p:nvGrpSpPr>
          <p:grpSpPr>
            <a:xfrm>
              <a:off x="3607652" y="2108860"/>
              <a:ext cx="4247356" cy="2510878"/>
              <a:chOff x="3607652" y="2108860"/>
              <a:chExt cx="4247356" cy="2510878"/>
            </a:xfrm>
          </p:grpSpPr>
          <p:sp>
            <p:nvSpPr>
              <p:cNvPr id="71" name="Triangle 297"/>
              <p:cNvSpPr/>
              <p:nvPr/>
            </p:nvSpPr>
            <p:spPr>
              <a:xfrm>
                <a:off x="3607652" y="454610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2" name="Triangle 298"/>
              <p:cNvSpPr/>
              <p:nvPr/>
            </p:nvSpPr>
            <p:spPr>
              <a:xfrm>
                <a:off x="3717781" y="402794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3" name="Triangle 299"/>
              <p:cNvSpPr/>
              <p:nvPr/>
            </p:nvSpPr>
            <p:spPr>
              <a:xfrm>
                <a:off x="3902858" y="403139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4" name="Triangle 300"/>
              <p:cNvSpPr/>
              <p:nvPr/>
            </p:nvSpPr>
            <p:spPr>
              <a:xfrm>
                <a:off x="4187263" y="403337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5" name="Triangle 301"/>
              <p:cNvSpPr/>
              <p:nvPr/>
            </p:nvSpPr>
            <p:spPr>
              <a:xfrm>
                <a:off x="4244387" y="405408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6" name="Triangle 302"/>
              <p:cNvSpPr/>
              <p:nvPr/>
            </p:nvSpPr>
            <p:spPr>
              <a:xfrm>
                <a:off x="4351627" y="408445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7" name="Triangle 303"/>
              <p:cNvSpPr/>
              <p:nvPr/>
            </p:nvSpPr>
            <p:spPr>
              <a:xfrm>
                <a:off x="4297392" y="395145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8" name="Triangle 304"/>
              <p:cNvSpPr/>
              <p:nvPr/>
            </p:nvSpPr>
            <p:spPr>
              <a:xfrm>
                <a:off x="4236607" y="380957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79" name="Triangle 305"/>
              <p:cNvSpPr/>
              <p:nvPr/>
            </p:nvSpPr>
            <p:spPr>
              <a:xfrm>
                <a:off x="4350392" y="380944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0" name="Triangle 306"/>
              <p:cNvSpPr/>
              <p:nvPr/>
            </p:nvSpPr>
            <p:spPr>
              <a:xfrm>
                <a:off x="4562975" y="3827762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1" name="Triangle 307"/>
              <p:cNvSpPr/>
              <p:nvPr/>
            </p:nvSpPr>
            <p:spPr>
              <a:xfrm>
                <a:off x="4583340" y="392709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2" name="Triangle 308"/>
              <p:cNvSpPr/>
              <p:nvPr/>
            </p:nvSpPr>
            <p:spPr>
              <a:xfrm>
                <a:off x="4711182" y="381530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3" name="Triangle 309"/>
              <p:cNvSpPr/>
              <p:nvPr/>
            </p:nvSpPr>
            <p:spPr>
              <a:xfrm>
                <a:off x="4797332" y="367245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4" name="Triangle 310"/>
              <p:cNvSpPr/>
              <p:nvPr/>
            </p:nvSpPr>
            <p:spPr>
              <a:xfrm>
                <a:off x="4842490" y="363833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5" name="Triangle 311"/>
              <p:cNvSpPr/>
              <p:nvPr/>
            </p:nvSpPr>
            <p:spPr>
              <a:xfrm>
                <a:off x="4828881" y="377728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6" name="Triangle 312"/>
              <p:cNvSpPr/>
              <p:nvPr/>
            </p:nvSpPr>
            <p:spPr>
              <a:xfrm>
                <a:off x="4673104" y="356233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7" name="Triangle 313"/>
              <p:cNvSpPr/>
              <p:nvPr/>
            </p:nvSpPr>
            <p:spPr>
              <a:xfrm>
                <a:off x="4894594" y="355172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8" name="Triangle 314"/>
              <p:cNvSpPr/>
              <p:nvPr/>
            </p:nvSpPr>
            <p:spPr>
              <a:xfrm>
                <a:off x="4988374" y="368779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89" name="Triangle 315"/>
              <p:cNvSpPr/>
              <p:nvPr/>
            </p:nvSpPr>
            <p:spPr>
              <a:xfrm>
                <a:off x="5000537" y="377673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0" name="Triangle 316"/>
              <p:cNvSpPr/>
              <p:nvPr/>
            </p:nvSpPr>
            <p:spPr>
              <a:xfrm>
                <a:off x="5046533" y="361565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1" name="Triangle 317"/>
              <p:cNvSpPr/>
              <p:nvPr/>
            </p:nvSpPr>
            <p:spPr>
              <a:xfrm>
                <a:off x="5009617" y="358637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2" name="Triangle 318"/>
              <p:cNvSpPr/>
              <p:nvPr/>
            </p:nvSpPr>
            <p:spPr>
              <a:xfrm>
                <a:off x="5280962" y="364317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3" name="Triangle 319"/>
              <p:cNvSpPr/>
              <p:nvPr/>
            </p:nvSpPr>
            <p:spPr>
              <a:xfrm>
                <a:off x="5250626" y="355379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4" name="Triangle 320"/>
              <p:cNvSpPr/>
              <p:nvPr/>
            </p:nvSpPr>
            <p:spPr>
              <a:xfrm>
                <a:off x="5332344" y="352707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5" name="Triangle 321"/>
              <p:cNvSpPr/>
              <p:nvPr/>
            </p:nvSpPr>
            <p:spPr>
              <a:xfrm>
                <a:off x="5228713" y="344828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6" name="Triangle 322"/>
              <p:cNvSpPr/>
              <p:nvPr/>
            </p:nvSpPr>
            <p:spPr>
              <a:xfrm>
                <a:off x="5323667" y="336308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7" name="Triangle 323"/>
              <p:cNvSpPr/>
              <p:nvPr/>
            </p:nvSpPr>
            <p:spPr>
              <a:xfrm>
                <a:off x="5434841" y="337598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8" name="Triangle 324"/>
              <p:cNvSpPr/>
              <p:nvPr/>
            </p:nvSpPr>
            <p:spPr>
              <a:xfrm>
                <a:off x="5508996" y="331617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99" name="Triangle 325"/>
              <p:cNvSpPr/>
              <p:nvPr/>
            </p:nvSpPr>
            <p:spPr>
              <a:xfrm>
                <a:off x="5505732" y="323770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0" name="Triangle 326"/>
              <p:cNvSpPr/>
              <p:nvPr/>
            </p:nvSpPr>
            <p:spPr>
              <a:xfrm>
                <a:off x="5589211" y="329821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1" name="Triangle 327"/>
              <p:cNvSpPr/>
              <p:nvPr/>
            </p:nvSpPr>
            <p:spPr>
              <a:xfrm>
                <a:off x="5675699" y="335308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2" name="Triangle 328"/>
              <p:cNvSpPr/>
              <p:nvPr/>
            </p:nvSpPr>
            <p:spPr>
              <a:xfrm>
                <a:off x="5593185" y="321837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3" name="Triangle 329"/>
              <p:cNvSpPr/>
              <p:nvPr/>
            </p:nvSpPr>
            <p:spPr>
              <a:xfrm>
                <a:off x="5695268" y="324333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4" name="Triangle 330"/>
              <p:cNvSpPr/>
              <p:nvPr/>
            </p:nvSpPr>
            <p:spPr>
              <a:xfrm>
                <a:off x="5786720" y="316145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5" name="Triangle 331"/>
              <p:cNvSpPr/>
              <p:nvPr/>
            </p:nvSpPr>
            <p:spPr>
              <a:xfrm>
                <a:off x="5839751" y="324887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6" name="Triangle 332"/>
              <p:cNvSpPr/>
              <p:nvPr/>
            </p:nvSpPr>
            <p:spPr>
              <a:xfrm>
                <a:off x="5960174" y="316779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7" name="Triangle 333"/>
              <p:cNvSpPr/>
              <p:nvPr/>
            </p:nvSpPr>
            <p:spPr>
              <a:xfrm>
                <a:off x="5859129" y="285411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8" name="Triangle 334"/>
              <p:cNvSpPr/>
              <p:nvPr/>
            </p:nvSpPr>
            <p:spPr>
              <a:xfrm>
                <a:off x="5950065" y="292677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09" name="Triangle 335"/>
              <p:cNvSpPr/>
              <p:nvPr/>
            </p:nvSpPr>
            <p:spPr>
              <a:xfrm>
                <a:off x="5991564" y="302228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0" name="Triangle 336"/>
              <p:cNvSpPr/>
              <p:nvPr/>
            </p:nvSpPr>
            <p:spPr>
              <a:xfrm>
                <a:off x="6165871" y="3023197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1" name="Triangle 337"/>
              <p:cNvSpPr/>
              <p:nvPr/>
            </p:nvSpPr>
            <p:spPr>
              <a:xfrm>
                <a:off x="6171598" y="295295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2" name="Triangle 338"/>
              <p:cNvSpPr/>
              <p:nvPr/>
            </p:nvSpPr>
            <p:spPr>
              <a:xfrm>
                <a:off x="6326164" y="301600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3" name="Triangle 339"/>
              <p:cNvSpPr/>
              <p:nvPr/>
            </p:nvSpPr>
            <p:spPr>
              <a:xfrm>
                <a:off x="6380044" y="297683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4" name="Triangle 340"/>
              <p:cNvSpPr/>
              <p:nvPr/>
            </p:nvSpPr>
            <p:spPr>
              <a:xfrm>
                <a:off x="6157948" y="280313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5" name="Triangle 341"/>
              <p:cNvSpPr/>
              <p:nvPr/>
            </p:nvSpPr>
            <p:spPr>
              <a:xfrm>
                <a:off x="6295951" y="282990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6" name="Triangle 342"/>
              <p:cNvSpPr/>
              <p:nvPr/>
            </p:nvSpPr>
            <p:spPr>
              <a:xfrm>
                <a:off x="6358568" y="277888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7" name="Triangle 343"/>
              <p:cNvSpPr/>
              <p:nvPr/>
            </p:nvSpPr>
            <p:spPr>
              <a:xfrm>
                <a:off x="6492127" y="293790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8" name="Triangle 344"/>
              <p:cNvSpPr/>
              <p:nvPr/>
            </p:nvSpPr>
            <p:spPr>
              <a:xfrm>
                <a:off x="6549704" y="292835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19" name="Triangle 345"/>
              <p:cNvSpPr/>
              <p:nvPr/>
            </p:nvSpPr>
            <p:spPr>
              <a:xfrm>
                <a:off x="6650913" y="300237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0" name="Triangle 346"/>
              <p:cNvSpPr/>
              <p:nvPr/>
            </p:nvSpPr>
            <p:spPr>
              <a:xfrm>
                <a:off x="6503515" y="282990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1" name="Triangle 347"/>
              <p:cNvSpPr/>
              <p:nvPr/>
            </p:nvSpPr>
            <p:spPr>
              <a:xfrm>
                <a:off x="6634903" y="284211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2" name="Triangle 348"/>
              <p:cNvSpPr/>
              <p:nvPr/>
            </p:nvSpPr>
            <p:spPr>
              <a:xfrm>
                <a:off x="6512972" y="277888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3" name="Triangle 349"/>
              <p:cNvSpPr/>
              <p:nvPr/>
            </p:nvSpPr>
            <p:spPr>
              <a:xfrm>
                <a:off x="6483800" y="272843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4" name="Triangle 350"/>
              <p:cNvSpPr/>
              <p:nvPr/>
            </p:nvSpPr>
            <p:spPr>
              <a:xfrm>
                <a:off x="6510490" y="261451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5" name="Triangle 351"/>
              <p:cNvSpPr/>
              <p:nvPr/>
            </p:nvSpPr>
            <p:spPr>
              <a:xfrm>
                <a:off x="6634903" y="255464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6" name="Triangle 352"/>
              <p:cNvSpPr/>
              <p:nvPr/>
            </p:nvSpPr>
            <p:spPr>
              <a:xfrm>
                <a:off x="6621577" y="2632834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7" name="Triangle 353"/>
              <p:cNvSpPr/>
              <p:nvPr/>
            </p:nvSpPr>
            <p:spPr>
              <a:xfrm>
                <a:off x="6677607" y="2670856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8" name="Triangle 354"/>
              <p:cNvSpPr/>
              <p:nvPr/>
            </p:nvSpPr>
            <p:spPr>
              <a:xfrm>
                <a:off x="6722659" y="269838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29" name="Triangle 355"/>
              <p:cNvSpPr/>
              <p:nvPr/>
            </p:nvSpPr>
            <p:spPr>
              <a:xfrm>
                <a:off x="6755543" y="272387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0" name="Triangle 356"/>
              <p:cNvSpPr/>
              <p:nvPr/>
            </p:nvSpPr>
            <p:spPr>
              <a:xfrm>
                <a:off x="6866579" y="268285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1" name="Triangle 357"/>
              <p:cNvSpPr/>
              <p:nvPr/>
            </p:nvSpPr>
            <p:spPr>
              <a:xfrm>
                <a:off x="7027287" y="270767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2" name="Triangle 358"/>
              <p:cNvSpPr/>
              <p:nvPr/>
            </p:nvSpPr>
            <p:spPr>
              <a:xfrm>
                <a:off x="6878099" y="256463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3" name="Triangle 359"/>
              <p:cNvSpPr/>
              <p:nvPr/>
            </p:nvSpPr>
            <p:spPr>
              <a:xfrm>
                <a:off x="6941878" y="236353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4" name="Triangle 360"/>
              <p:cNvSpPr/>
              <p:nvPr/>
            </p:nvSpPr>
            <p:spPr>
              <a:xfrm>
                <a:off x="6939496" y="231683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5" name="Triangle 361"/>
              <p:cNvSpPr/>
              <p:nvPr/>
            </p:nvSpPr>
            <p:spPr>
              <a:xfrm>
                <a:off x="7052200" y="2446403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6" name="Triangle 362"/>
              <p:cNvSpPr/>
              <p:nvPr/>
            </p:nvSpPr>
            <p:spPr>
              <a:xfrm>
                <a:off x="7178221" y="247097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7" name="Triangle 363"/>
              <p:cNvSpPr/>
              <p:nvPr/>
            </p:nvSpPr>
            <p:spPr>
              <a:xfrm>
                <a:off x="7293924" y="2467482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8" name="Triangle 364"/>
              <p:cNvSpPr/>
              <p:nvPr/>
            </p:nvSpPr>
            <p:spPr>
              <a:xfrm>
                <a:off x="7453028" y="2467482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39" name="Triangle 365"/>
              <p:cNvSpPr/>
              <p:nvPr/>
            </p:nvSpPr>
            <p:spPr>
              <a:xfrm>
                <a:off x="7413941" y="2344091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0" name="Triangle 366"/>
              <p:cNvSpPr/>
              <p:nvPr/>
            </p:nvSpPr>
            <p:spPr>
              <a:xfrm>
                <a:off x="7355239" y="231683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1" name="Triangle 367"/>
              <p:cNvSpPr/>
              <p:nvPr/>
            </p:nvSpPr>
            <p:spPr>
              <a:xfrm>
                <a:off x="7197849" y="2288938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2" name="Triangle 368"/>
              <p:cNvSpPr/>
              <p:nvPr/>
            </p:nvSpPr>
            <p:spPr>
              <a:xfrm>
                <a:off x="7537417" y="214149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3" name="Triangle 369"/>
              <p:cNvSpPr/>
              <p:nvPr/>
            </p:nvSpPr>
            <p:spPr>
              <a:xfrm>
                <a:off x="7589924" y="219589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4" name="Triangle 370"/>
              <p:cNvSpPr/>
              <p:nvPr/>
            </p:nvSpPr>
            <p:spPr>
              <a:xfrm>
                <a:off x="7656636" y="2192759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5" name="Triangle 371"/>
              <p:cNvSpPr/>
              <p:nvPr/>
            </p:nvSpPr>
            <p:spPr>
              <a:xfrm>
                <a:off x="7769599" y="2210345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6" name="Triangle 372"/>
              <p:cNvSpPr/>
              <p:nvPr/>
            </p:nvSpPr>
            <p:spPr>
              <a:xfrm>
                <a:off x="7766053" y="210886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  <p:sp>
            <p:nvSpPr>
              <p:cNvPr id="147" name="Triangle 373"/>
              <p:cNvSpPr/>
              <p:nvPr/>
            </p:nvSpPr>
            <p:spPr>
              <a:xfrm>
                <a:off x="7746370" y="2301300"/>
                <a:ext cx="85409" cy="73629"/>
              </a:xfrm>
              <a:prstGeom prst="triangle">
                <a:avLst/>
              </a:prstGeom>
              <a:solidFill>
                <a:schemeClr val="bg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82883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Trebuchet MS"/>
                  <a:ea typeface="+mn-ea"/>
                </a:endParaRPr>
              </a:p>
            </p:txBody>
          </p:sp>
        </p:grpSp>
        <p:sp>
          <p:nvSpPr>
            <p:cNvPr id="70" name="Freeform 294"/>
            <p:cNvSpPr/>
            <p:nvPr/>
          </p:nvSpPr>
          <p:spPr>
            <a:xfrm>
              <a:off x="3661577" y="2219951"/>
              <a:ext cx="3953082" cy="2064577"/>
            </a:xfrm>
            <a:custGeom>
              <a:avLst/>
              <a:gdLst>
                <a:gd name="connsiteX0" fmla="*/ 0 w 8627165"/>
                <a:gd name="connsiteY0" fmla="*/ 4114800 h 4114800"/>
                <a:gd name="connsiteX1" fmla="*/ 3379304 w 8627165"/>
                <a:gd name="connsiteY1" fmla="*/ 3001618 h 4114800"/>
                <a:gd name="connsiteX2" fmla="*/ 8627165 w 8627165"/>
                <a:gd name="connsiteY2" fmla="*/ 0 h 4114800"/>
                <a:gd name="connsiteX0" fmla="*/ 0 w 6896839"/>
                <a:gd name="connsiteY0" fmla="*/ 3636498 h 3636498"/>
                <a:gd name="connsiteX1" fmla="*/ 1648978 w 6896839"/>
                <a:gd name="connsiteY1" fmla="*/ 3001618 h 3636498"/>
                <a:gd name="connsiteX2" fmla="*/ 6896839 w 6896839"/>
                <a:gd name="connsiteY2" fmla="*/ 0 h 3636498"/>
                <a:gd name="connsiteX0" fmla="*/ 0 w 6896839"/>
                <a:gd name="connsiteY0" fmla="*/ 3636498 h 3636498"/>
                <a:gd name="connsiteX1" fmla="*/ 1648978 w 6896839"/>
                <a:gd name="connsiteY1" fmla="*/ 3001618 h 3636498"/>
                <a:gd name="connsiteX2" fmla="*/ 6896839 w 6896839"/>
                <a:gd name="connsiteY2" fmla="*/ 0 h 3636498"/>
                <a:gd name="connsiteX0" fmla="*/ 0 w 6896839"/>
                <a:gd name="connsiteY0" fmla="*/ 3636498 h 3636498"/>
                <a:gd name="connsiteX1" fmla="*/ 3083883 w 6896839"/>
                <a:gd name="connsiteY1" fmla="*/ 2213827 h 3636498"/>
                <a:gd name="connsiteX2" fmla="*/ 6896839 w 6896839"/>
                <a:gd name="connsiteY2" fmla="*/ 0 h 3636498"/>
                <a:gd name="connsiteX0" fmla="*/ 0 w 6896839"/>
                <a:gd name="connsiteY0" fmla="*/ 3636498 h 3636498"/>
                <a:gd name="connsiteX1" fmla="*/ 3083883 w 6896839"/>
                <a:gd name="connsiteY1" fmla="*/ 2213827 h 3636498"/>
                <a:gd name="connsiteX2" fmla="*/ 6896839 w 6896839"/>
                <a:gd name="connsiteY2" fmla="*/ 0 h 3636498"/>
                <a:gd name="connsiteX0" fmla="*/ 0 w 6896839"/>
                <a:gd name="connsiteY0" fmla="*/ 3636498 h 3636498"/>
                <a:gd name="connsiteX1" fmla="*/ 3083883 w 6896839"/>
                <a:gd name="connsiteY1" fmla="*/ 2213827 h 3636498"/>
                <a:gd name="connsiteX2" fmla="*/ 6896839 w 6896839"/>
                <a:gd name="connsiteY2" fmla="*/ 0 h 3636498"/>
                <a:gd name="connsiteX0" fmla="*/ 0 w 6896839"/>
                <a:gd name="connsiteY0" fmla="*/ 3636498 h 3636498"/>
                <a:gd name="connsiteX1" fmla="*/ 3083883 w 6896839"/>
                <a:gd name="connsiteY1" fmla="*/ 2213827 h 3636498"/>
                <a:gd name="connsiteX2" fmla="*/ 6896839 w 6896839"/>
                <a:gd name="connsiteY2" fmla="*/ 0 h 3636498"/>
                <a:gd name="connsiteX0" fmla="*/ 0 w 6578999"/>
                <a:gd name="connsiteY0" fmla="*/ 3436015 h 3436015"/>
                <a:gd name="connsiteX1" fmla="*/ 3083883 w 6578999"/>
                <a:gd name="connsiteY1" fmla="*/ 2013344 h 3436015"/>
                <a:gd name="connsiteX2" fmla="*/ 6578999 w 6578999"/>
                <a:gd name="connsiteY2" fmla="*/ 0 h 3436015"/>
                <a:gd name="connsiteX0" fmla="*/ 0 w 6578999"/>
                <a:gd name="connsiteY0" fmla="*/ 3436015 h 3436015"/>
                <a:gd name="connsiteX1" fmla="*/ 3083883 w 6578999"/>
                <a:gd name="connsiteY1" fmla="*/ 2013344 h 3436015"/>
                <a:gd name="connsiteX2" fmla="*/ 6578999 w 6578999"/>
                <a:gd name="connsiteY2" fmla="*/ 0 h 3436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78999" h="3436015">
                  <a:moveTo>
                    <a:pt x="0" y="3436015"/>
                  </a:moveTo>
                  <a:cubicBezTo>
                    <a:pt x="1083263" y="3011308"/>
                    <a:pt x="647216" y="3205581"/>
                    <a:pt x="3083883" y="2013344"/>
                  </a:cubicBezTo>
                  <a:cubicBezTo>
                    <a:pt x="4521744" y="1215003"/>
                    <a:pt x="5576209" y="583674"/>
                    <a:pt x="6578999" y="0"/>
                  </a:cubicBezTo>
                </a:path>
              </a:pathLst>
            </a:custGeom>
            <a:noFill/>
            <a:ln w="508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+mn-ea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7024484" y="4471228"/>
            <a:ext cx="3403193" cy="81035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 defTabSz="182883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33" ker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트랜지스터</a:t>
            </a:r>
            <a:br>
              <a:rPr lang="en-US" sz="2333" ker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33" ker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(수천 개)</a:t>
            </a:r>
          </a:p>
        </p:txBody>
      </p:sp>
      <p:sp>
        <p:nvSpPr>
          <p:cNvPr id="149" name="Freeform 19"/>
          <p:cNvSpPr/>
          <p:nvPr/>
        </p:nvSpPr>
        <p:spPr>
          <a:xfrm rot="21221860">
            <a:off x="12608788" y="2361416"/>
            <a:ext cx="3047267" cy="1189818"/>
          </a:xfrm>
          <a:custGeom>
            <a:avLst/>
            <a:gdLst>
              <a:gd name="connsiteX0" fmla="*/ 0 w 3401568"/>
              <a:gd name="connsiteY0" fmla="*/ 1377696 h 1377696"/>
              <a:gd name="connsiteX1" fmla="*/ 3401568 w 3401568"/>
              <a:gd name="connsiteY1" fmla="*/ 0 h 1377696"/>
              <a:gd name="connsiteX0" fmla="*/ 0 w 3279648"/>
              <a:gd name="connsiteY0" fmla="*/ 1328928 h 1328928"/>
              <a:gd name="connsiteX1" fmla="*/ 3279648 w 3279648"/>
              <a:gd name="connsiteY1" fmla="*/ 0 h 1328928"/>
              <a:gd name="connsiteX0" fmla="*/ 0 w 3379660"/>
              <a:gd name="connsiteY0" fmla="*/ 1371791 h 1371791"/>
              <a:gd name="connsiteX1" fmla="*/ 3379660 w 3379660"/>
              <a:gd name="connsiteY1" fmla="*/ 0 h 1371791"/>
              <a:gd name="connsiteX0" fmla="*/ 0 w 3565398"/>
              <a:gd name="connsiteY0" fmla="*/ 1428941 h 1428941"/>
              <a:gd name="connsiteX1" fmla="*/ 3565398 w 3565398"/>
              <a:gd name="connsiteY1" fmla="*/ 0 h 1428941"/>
              <a:gd name="connsiteX0" fmla="*/ 0 w 3408235"/>
              <a:gd name="connsiteY0" fmla="*/ 1357503 h 1357503"/>
              <a:gd name="connsiteX1" fmla="*/ 3408235 w 3408235"/>
              <a:gd name="connsiteY1" fmla="*/ 0 h 1357503"/>
              <a:gd name="connsiteX0" fmla="*/ 0 w 3451097"/>
              <a:gd name="connsiteY0" fmla="*/ 1386078 h 1386078"/>
              <a:gd name="connsiteX1" fmla="*/ 3451097 w 3451097"/>
              <a:gd name="connsiteY1" fmla="*/ 0 h 1386078"/>
              <a:gd name="connsiteX0" fmla="*/ 0 w 3293935"/>
              <a:gd name="connsiteY0" fmla="*/ 1300353 h 1300353"/>
              <a:gd name="connsiteX1" fmla="*/ 3293935 w 3293935"/>
              <a:gd name="connsiteY1" fmla="*/ 0 h 1300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93935" h="1300353">
                <a:moveTo>
                  <a:pt x="0" y="1300353"/>
                </a:moveTo>
                <a:lnTo>
                  <a:pt x="3293935" y="0"/>
                </a:lnTo>
              </a:path>
            </a:pathLst>
          </a:custGeom>
          <a:noFill/>
          <a:ln w="50800" cap="flat" cmpd="sng" algn="ctr">
            <a:solidFill>
              <a:schemeClr val="bg2"/>
            </a:solidFill>
            <a:prstDash val="dash"/>
          </a:ln>
          <a:effectLst/>
        </p:spPr>
        <p:txBody>
          <a:bodyPr rtlCol="0" anchor="ctr"/>
          <a:lstStyle/>
          <a:p>
            <a:pPr algn="ctr" defTabSz="182883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000" kern="0">
              <a:solidFill>
                <a:srgbClr val="FFFFFF"/>
              </a:solidFill>
              <a:latin typeface="Trebuchet MS"/>
              <a:ea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AC06900-C49E-449A-954C-2F1AC4E5E38A}"/>
              </a:ext>
            </a:extLst>
          </p:cNvPr>
          <p:cNvSpPr txBox="1"/>
          <p:nvPr/>
        </p:nvSpPr>
        <p:spPr>
          <a:xfrm>
            <a:off x="9158400" y="3062637"/>
            <a:ext cx="3403193" cy="81035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 defTabSz="182883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33" kern="0">
                <a:solidFill>
                  <a:srgbClr val="76B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컴퓨팅 성능</a:t>
            </a:r>
          </a:p>
          <a:p>
            <a:pPr algn="ctr" defTabSz="182883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33" kern="0">
                <a:solidFill>
                  <a:srgbClr val="76B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연간 1.5배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814BBFA-61DD-43AC-87DD-4A83CCAE8D52}"/>
              </a:ext>
            </a:extLst>
          </p:cNvPr>
          <p:cNvGrpSpPr/>
          <p:nvPr/>
        </p:nvGrpSpPr>
        <p:grpSpPr>
          <a:xfrm>
            <a:off x="10758301" y="2361416"/>
            <a:ext cx="4897755" cy="2478288"/>
            <a:chOff x="6454980" y="1416849"/>
            <a:chExt cx="2938653" cy="1486973"/>
          </a:xfrm>
        </p:grpSpPr>
        <p:sp>
          <p:nvSpPr>
            <p:cNvPr id="152" name="Freeform 19">
              <a:extLst>
                <a:ext uri="{FF2B5EF4-FFF2-40B4-BE49-F238E27FC236}">
                  <a16:creationId xmlns:a16="http://schemas.microsoft.com/office/drawing/2014/main" id="{6FE63448-672A-412C-820D-8A254E9F9D8B}"/>
                </a:ext>
              </a:extLst>
            </p:cNvPr>
            <p:cNvSpPr/>
            <p:nvPr/>
          </p:nvSpPr>
          <p:spPr>
            <a:xfrm rot="21221860">
              <a:off x="7565273" y="1416849"/>
              <a:ext cx="1828360" cy="713891"/>
            </a:xfrm>
            <a:custGeom>
              <a:avLst/>
              <a:gdLst>
                <a:gd name="connsiteX0" fmla="*/ 0 w 3401568"/>
                <a:gd name="connsiteY0" fmla="*/ 1377696 h 1377696"/>
                <a:gd name="connsiteX1" fmla="*/ 3401568 w 3401568"/>
                <a:gd name="connsiteY1" fmla="*/ 0 h 1377696"/>
                <a:gd name="connsiteX0" fmla="*/ 0 w 3279648"/>
                <a:gd name="connsiteY0" fmla="*/ 1328928 h 1328928"/>
                <a:gd name="connsiteX1" fmla="*/ 3279648 w 3279648"/>
                <a:gd name="connsiteY1" fmla="*/ 0 h 1328928"/>
                <a:gd name="connsiteX0" fmla="*/ 0 w 3379660"/>
                <a:gd name="connsiteY0" fmla="*/ 1371791 h 1371791"/>
                <a:gd name="connsiteX1" fmla="*/ 3379660 w 3379660"/>
                <a:gd name="connsiteY1" fmla="*/ 0 h 1371791"/>
                <a:gd name="connsiteX0" fmla="*/ 0 w 3565398"/>
                <a:gd name="connsiteY0" fmla="*/ 1428941 h 1428941"/>
                <a:gd name="connsiteX1" fmla="*/ 3565398 w 3565398"/>
                <a:gd name="connsiteY1" fmla="*/ 0 h 1428941"/>
                <a:gd name="connsiteX0" fmla="*/ 0 w 3408235"/>
                <a:gd name="connsiteY0" fmla="*/ 1357503 h 1357503"/>
                <a:gd name="connsiteX1" fmla="*/ 3408235 w 3408235"/>
                <a:gd name="connsiteY1" fmla="*/ 0 h 1357503"/>
                <a:gd name="connsiteX0" fmla="*/ 0 w 3451097"/>
                <a:gd name="connsiteY0" fmla="*/ 1386078 h 1386078"/>
                <a:gd name="connsiteX1" fmla="*/ 3451097 w 3451097"/>
                <a:gd name="connsiteY1" fmla="*/ 0 h 1386078"/>
                <a:gd name="connsiteX0" fmla="*/ 0 w 3293935"/>
                <a:gd name="connsiteY0" fmla="*/ 1300353 h 1300353"/>
                <a:gd name="connsiteX1" fmla="*/ 3293935 w 3293935"/>
                <a:gd name="connsiteY1" fmla="*/ 0 h 130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3935" h="1300353">
                  <a:moveTo>
                    <a:pt x="0" y="1300353"/>
                  </a:moveTo>
                  <a:lnTo>
                    <a:pt x="3293935" y="0"/>
                  </a:lnTo>
                </a:path>
              </a:pathLst>
            </a:custGeom>
            <a:noFill/>
            <a:ln w="50800" cap="flat" cmpd="sng" algn="ctr">
              <a:solidFill>
                <a:srgbClr val="76B900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</a:endParaRPr>
            </a:p>
          </p:txBody>
        </p:sp>
        <p:sp>
          <p:nvSpPr>
            <p:cNvPr id="153" name="Freeform 19">
              <a:extLst>
                <a:ext uri="{FF2B5EF4-FFF2-40B4-BE49-F238E27FC236}">
                  <a16:creationId xmlns:a16="http://schemas.microsoft.com/office/drawing/2014/main" id="{D9D2B254-1AFF-4733-8752-E29DB630B8A1}"/>
                </a:ext>
              </a:extLst>
            </p:cNvPr>
            <p:cNvSpPr/>
            <p:nvPr/>
          </p:nvSpPr>
          <p:spPr>
            <a:xfrm rot="21060000">
              <a:off x="6465263" y="2317173"/>
              <a:ext cx="1191963" cy="443607"/>
            </a:xfrm>
            <a:custGeom>
              <a:avLst/>
              <a:gdLst>
                <a:gd name="connsiteX0" fmla="*/ 0 w 3401568"/>
                <a:gd name="connsiteY0" fmla="*/ 1377696 h 1377696"/>
                <a:gd name="connsiteX1" fmla="*/ 3401568 w 3401568"/>
                <a:gd name="connsiteY1" fmla="*/ 0 h 1377696"/>
                <a:gd name="connsiteX0" fmla="*/ 0 w 3279648"/>
                <a:gd name="connsiteY0" fmla="*/ 1328928 h 1328928"/>
                <a:gd name="connsiteX1" fmla="*/ 3279648 w 3279648"/>
                <a:gd name="connsiteY1" fmla="*/ 0 h 1328928"/>
                <a:gd name="connsiteX0" fmla="*/ 0 w 3379660"/>
                <a:gd name="connsiteY0" fmla="*/ 1371791 h 1371791"/>
                <a:gd name="connsiteX1" fmla="*/ 3379660 w 3379660"/>
                <a:gd name="connsiteY1" fmla="*/ 0 h 1371791"/>
                <a:gd name="connsiteX0" fmla="*/ 0 w 3565398"/>
                <a:gd name="connsiteY0" fmla="*/ 1428941 h 1428941"/>
                <a:gd name="connsiteX1" fmla="*/ 3565398 w 3565398"/>
                <a:gd name="connsiteY1" fmla="*/ 0 h 1428941"/>
                <a:gd name="connsiteX0" fmla="*/ 0 w 3408235"/>
                <a:gd name="connsiteY0" fmla="*/ 1357503 h 1357503"/>
                <a:gd name="connsiteX1" fmla="*/ 3408235 w 3408235"/>
                <a:gd name="connsiteY1" fmla="*/ 0 h 1357503"/>
                <a:gd name="connsiteX0" fmla="*/ 0 w 3451097"/>
                <a:gd name="connsiteY0" fmla="*/ 1386078 h 1386078"/>
                <a:gd name="connsiteX1" fmla="*/ 3451097 w 3451097"/>
                <a:gd name="connsiteY1" fmla="*/ 0 h 1386078"/>
                <a:gd name="connsiteX0" fmla="*/ 0 w 3293935"/>
                <a:gd name="connsiteY0" fmla="*/ 1300353 h 1300353"/>
                <a:gd name="connsiteX1" fmla="*/ 3293935 w 3293935"/>
                <a:gd name="connsiteY1" fmla="*/ 0 h 130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3935" h="1300353">
                  <a:moveTo>
                    <a:pt x="0" y="1300353"/>
                  </a:moveTo>
                  <a:lnTo>
                    <a:pt x="3293935" y="0"/>
                  </a:lnTo>
                </a:path>
              </a:pathLst>
            </a:custGeom>
            <a:noFill/>
            <a:ln w="50800" cap="flat" cmpd="sng" algn="ctr">
              <a:solidFill>
                <a:srgbClr val="76B9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82883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EBED292D-05EC-4718-8EC8-DC8DD54C626F}"/>
                </a:ext>
              </a:extLst>
            </p:cNvPr>
            <p:cNvSpPr/>
            <p:nvPr/>
          </p:nvSpPr>
          <p:spPr>
            <a:xfrm>
              <a:off x="6454980" y="2802222"/>
              <a:ext cx="101600" cy="101600"/>
            </a:xfrm>
            <a:prstGeom prst="ellipse">
              <a:avLst/>
            </a:prstGeom>
            <a:solidFill>
              <a:srgbClr val="76B9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52403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  <a:cs typeface="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57CD225-2DFA-48AF-B144-A6456881960B}"/>
                </a:ext>
              </a:extLst>
            </p:cNvPr>
            <p:cNvSpPr/>
            <p:nvPr/>
          </p:nvSpPr>
          <p:spPr>
            <a:xfrm>
              <a:off x="7723412" y="2085794"/>
              <a:ext cx="101600" cy="101600"/>
            </a:xfrm>
            <a:prstGeom prst="ellipse">
              <a:avLst/>
            </a:prstGeom>
            <a:solidFill>
              <a:srgbClr val="76B9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52403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  <a:cs typeface="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F08E80F9-25E6-4557-8374-3F14F8651B4A}"/>
                </a:ext>
              </a:extLst>
            </p:cNvPr>
            <p:cNvSpPr/>
            <p:nvPr/>
          </p:nvSpPr>
          <p:spPr>
            <a:xfrm>
              <a:off x="7406304" y="2259897"/>
              <a:ext cx="101600" cy="101600"/>
            </a:xfrm>
            <a:prstGeom prst="ellipse">
              <a:avLst/>
            </a:prstGeom>
            <a:solidFill>
              <a:srgbClr val="76B9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52403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  <a:cs typeface="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F75CE87-BB17-47A6-AF62-4F782565B816}"/>
                </a:ext>
              </a:extLst>
            </p:cNvPr>
            <p:cNvSpPr/>
            <p:nvPr/>
          </p:nvSpPr>
          <p:spPr>
            <a:xfrm>
              <a:off x="6772088" y="2623987"/>
              <a:ext cx="101600" cy="101600"/>
            </a:xfrm>
            <a:prstGeom prst="ellipse">
              <a:avLst/>
            </a:prstGeom>
            <a:solidFill>
              <a:srgbClr val="76B9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52403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  <a:cs typeface="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AB6E5EC-6145-42AE-8E6F-486EA575A52B}"/>
                </a:ext>
              </a:extLst>
            </p:cNvPr>
            <p:cNvSpPr/>
            <p:nvPr/>
          </p:nvSpPr>
          <p:spPr>
            <a:xfrm>
              <a:off x="7089196" y="2440672"/>
              <a:ext cx="101600" cy="101600"/>
            </a:xfrm>
            <a:prstGeom prst="ellipse">
              <a:avLst/>
            </a:prstGeom>
            <a:solidFill>
              <a:srgbClr val="76B9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52403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Trebuchet MS"/>
                <a:ea typeface=""/>
                <a:cs typeface=""/>
              </a:endParaRPr>
            </a:p>
          </p:txBody>
        </p: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2E101340-870A-4CA9-A68E-6DE6F26671C5}"/>
              </a:ext>
            </a:extLst>
          </p:cNvPr>
          <p:cNvCxnSpPr>
            <a:cxnSpLocks/>
          </p:cNvCxnSpPr>
          <p:nvPr/>
        </p:nvCxnSpPr>
        <p:spPr>
          <a:xfrm>
            <a:off x="15592938" y="2410282"/>
            <a:ext cx="0" cy="2716513"/>
          </a:xfrm>
          <a:prstGeom prst="line">
            <a:avLst/>
          </a:prstGeom>
          <a:noFill/>
          <a:ln w="50800" cap="flat" cmpd="sng" algn="ctr">
            <a:solidFill>
              <a:srgbClr val="76B9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2F90FDCF-AA3E-4164-9B28-4C0627D6EFA2}"/>
              </a:ext>
            </a:extLst>
          </p:cNvPr>
          <p:cNvSpPr txBox="1"/>
          <p:nvPr/>
        </p:nvSpPr>
        <p:spPr>
          <a:xfrm>
            <a:off x="15716341" y="3363365"/>
            <a:ext cx="1696159" cy="810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1828837">
              <a:defRPr/>
            </a:pPr>
            <a:r>
              <a:rPr lang="en-US" sz="2333" b="1" dirty="0">
                <a:solidFill>
                  <a:srgbClr val="333333"/>
                </a:solidFill>
                <a:latin typeface="Trebuchet MS" panose="020B0603020202020204" pitchFamily="34" charset="0"/>
              </a:rPr>
              <a:t>1,000배</a:t>
            </a:r>
          </a:p>
          <a:p>
            <a:pPr defTabSz="1828837">
              <a:defRPr/>
            </a:pPr>
            <a:r>
              <a:rPr lang="en-US" sz="2333" b="1" dirty="0">
                <a:solidFill>
                  <a:srgbClr val="333333"/>
                </a:solidFill>
                <a:latin typeface="Trebuchet MS" panose="020B0603020202020204" pitchFamily="34" charset="0"/>
              </a:rPr>
              <a:t>-2025년</a:t>
            </a:r>
          </a:p>
        </p:txBody>
      </p:sp>
    </p:spTree>
    <p:extLst>
      <p:ext uri="{BB962C8B-B14F-4D97-AF65-F5344CB8AC3E}">
        <p14:creationId xmlns:p14="http://schemas.microsoft.com/office/powerpoint/2010/main" val="238991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53261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6DE4-3C75-4CAB-A22A-4B363B48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73B40-F5C9-4BEE-B0C8-F61196192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u="sng"/>
              <a:t>2011년</a:t>
            </a:r>
            <a:r>
              <a:rPr lang="en-GB"/>
              <a:t> 6월 8페타플롭스(K 컴퓨터)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D7B388-D241-4738-9851-5A5584828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"/>
          <a:stretch/>
        </p:blipFill>
        <p:spPr bwMode="auto">
          <a:xfrm>
            <a:off x="2490731" y="3019646"/>
            <a:ext cx="13309250" cy="545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28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ADCC-FE49-45E7-998F-C6ACA73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EFEC6-F47A-4A1E-A633-50651A703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5페타플롭스 AI - </a:t>
            </a:r>
            <a:r>
              <a:rPr lang="en-GB" u="sng"/>
              <a:t>현재</a:t>
            </a:r>
            <a:endParaRPr lang="en-US" u="sng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D08CA-E8DA-4C5F-82F1-1D46952418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1300" y="2689333"/>
            <a:ext cx="10201354" cy="607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7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ADCC-FE49-45E7-998F-C6ACA73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EFEC6-F47A-4A1E-A633-50651A703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~100페타플롭스(FP16) 또는 48페타플롭스(TF32) AI - </a:t>
            </a:r>
            <a:r>
              <a:rPr lang="en-GB" u="sng"/>
              <a:t>현재</a:t>
            </a:r>
            <a:endParaRPr lang="en-US" u="sn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7B587-6D90-457E-8F84-93F83B3E5E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8758" y="2689333"/>
            <a:ext cx="6689512" cy="63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66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대규모 데이터세트 및 더 빠른 연산으로 머신 러닝을 수행하는 방식이 변화함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데이터세트 크기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정확도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8EDF662-31A1-480B-BEDF-A0E784A353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5160867"/>
              </p:ext>
            </p:extLst>
          </p:nvPr>
        </p:nvGraphicFramePr>
        <p:xfrm>
          <a:off x="4463137" y="3278668"/>
          <a:ext cx="9411613" cy="5615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338F443-EE96-4E76-8C51-CF2E778772F2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2015">
              <a:defRPr/>
            </a:pPr>
            <a:r>
              <a:rPr lang="en-GB" sz="2000">
                <a:solidFill>
                  <a:srgbClr val="000000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3731079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데이터와 모델 크기가 정확도의 핵심임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데이터세트 크기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정확도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D6ED667-4002-4535-978A-10B187783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574377"/>
              </p:ext>
            </p:extLst>
          </p:nvPr>
        </p:nvGraphicFramePr>
        <p:xfrm>
          <a:off x="4463137" y="3278668"/>
          <a:ext cx="9411613" cy="5615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644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729" y="2402755"/>
            <a:ext cx="6619873" cy="862869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429766" y="2667174"/>
            <a:ext cx="5435552" cy="7261658"/>
          </a:xfrm>
          <a:prstGeom prst="rect">
            <a:avLst/>
          </a:prstGeom>
          <a:noFill/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lnSpc>
                <a:spcPct val="90000"/>
              </a:lnSpc>
              <a:defRPr/>
            </a:pPr>
            <a:endParaRPr lang="en-US" sz="2333" b="1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23273" y="2770774"/>
            <a:ext cx="5248530" cy="5952468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defRPr/>
            </a:pPr>
            <a:endParaRPr lang="en-US" sz="175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79274" y="8905096"/>
            <a:ext cx="5318752" cy="1005942"/>
          </a:xfrm>
          <a:prstGeom prst="rect">
            <a:avLst/>
          </a:prstGeom>
          <a:noFill/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lnSpc>
                <a:spcPct val="90000"/>
              </a:lnSpc>
              <a:defRPr/>
            </a:pPr>
            <a:r>
              <a:rPr sz="2000" b="1">
                <a:solidFill>
                  <a:srgbClr val="000000"/>
                </a:solidFill>
                <a:latin typeface="Trebuchet MS"/>
              </a:rPr>
              <a:t>2016 </a:t>
            </a:r>
            <a:r>
              <a:rPr sz="2000" b="1">
                <a:solidFill>
                  <a:srgbClr val="000000"/>
                </a:solidFill>
                <a:latin typeface="Trebuchet MS"/>
                <a:cs typeface="Mangal" panose="02040503050203030202" pitchFamily="18" charset="0"/>
              </a:rPr>
              <a:t>–</a:t>
            </a:r>
            <a:r>
              <a:rPr sz="2000" b="1">
                <a:solidFill>
                  <a:srgbClr val="000000"/>
                </a:solidFill>
                <a:latin typeface="Trebuchet MS"/>
              </a:rPr>
              <a:t> Baidu Deep Speech 2</a:t>
            </a:r>
          </a:p>
          <a:p>
            <a:pPr algn="ctr" defTabSz="762009">
              <a:lnSpc>
                <a:spcPct val="9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Trebuchet MS"/>
              </a:rPr>
              <a:t>슈퍼 휴먼 음성 인식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68127" y="2402755"/>
            <a:ext cx="6619873" cy="8628697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2140166" y="2667174"/>
            <a:ext cx="5435552" cy="7261658"/>
          </a:xfrm>
          <a:prstGeom prst="rect">
            <a:avLst/>
          </a:prstGeom>
          <a:solidFill>
            <a:schemeClr val="tx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defRPr/>
            </a:pPr>
            <a:endParaRPr lang="en-US" sz="175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2206539" y="8862762"/>
            <a:ext cx="5318752" cy="1005942"/>
          </a:xfrm>
          <a:prstGeom prst="rect">
            <a:avLst/>
          </a:prstGeom>
          <a:noFill/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lnSpc>
                <a:spcPct val="90000"/>
              </a:lnSpc>
              <a:defRPr/>
            </a:pPr>
            <a:endParaRPr lang="en-US" sz="2333" b="1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233673" y="2827728"/>
            <a:ext cx="5248530" cy="5952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defRPr/>
            </a:pPr>
            <a:endParaRPr lang="en-US" sz="175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 bwMode="auto">
          <a:xfrm>
            <a:off x="581427" y="256659"/>
            <a:ext cx="17170387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ctr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cap="all" baseline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defTabSz="1371627">
              <a:defRPr/>
            </a:pPr>
            <a:endParaRPr lang="en-US" sz="5333" kern="0">
              <a:solidFill>
                <a:srgbClr val="00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287035" y="2402755"/>
            <a:ext cx="6619873" cy="8628697"/>
            <a:chOff x="172220" y="1233107"/>
            <a:chExt cx="3971924" cy="5177218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2220" y="1233107"/>
              <a:ext cx="3971924" cy="5177218"/>
            </a:xfrm>
            <a:prstGeom prst="rect">
              <a:avLst/>
            </a:prstGeom>
          </p:spPr>
        </p:pic>
        <p:sp>
          <p:nvSpPr>
            <p:cNvPr id="44" name="Rectangle 43"/>
            <p:cNvSpPr/>
            <p:nvPr/>
          </p:nvSpPr>
          <p:spPr>
            <a:xfrm>
              <a:off x="455442" y="1391757"/>
              <a:ext cx="3261331" cy="4356995"/>
            </a:xfrm>
            <a:prstGeom prst="rect">
              <a:avLst/>
            </a:prstGeom>
            <a:noFill/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2009">
                <a:lnSpc>
                  <a:spcPct val="90000"/>
                </a:lnSpc>
                <a:defRPr/>
              </a:pPr>
              <a:endParaRPr lang="en-US" sz="2333" b="1">
                <a:solidFill>
                  <a:srgbClr val="000000"/>
                </a:solidFill>
                <a:latin typeface="Trebuchet M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11548" y="1453917"/>
              <a:ext cx="3149118" cy="3571481"/>
            </a:xfrm>
            <a:prstGeom prst="rect">
              <a:avLst/>
            </a:prstGeom>
            <a:solidFill>
              <a:schemeClr val="bg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2009">
                <a:defRPr/>
              </a:pPr>
              <a:endParaRPr lang="en-US" sz="1750">
                <a:solidFill>
                  <a:srgbClr val="FFFFFF"/>
                </a:solidFill>
                <a:latin typeface="Trebuchet MS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85148" y="5134511"/>
              <a:ext cx="3191251" cy="603565"/>
            </a:xfrm>
            <a:prstGeom prst="rect">
              <a:avLst/>
            </a:prstGeom>
            <a:noFill/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2009">
                <a:lnSpc>
                  <a:spcPct val="90000"/>
                </a:lnSpc>
                <a:defRPr/>
              </a:pPr>
              <a:r>
                <a:rPr sz="2000" b="1">
                  <a:solidFill>
                    <a:srgbClr val="000000"/>
                  </a:solidFill>
                  <a:latin typeface="Trebuchet MS"/>
                </a:rPr>
                <a:t>2015 </a:t>
              </a:r>
              <a:r>
                <a:rPr sz="2000" b="1">
                  <a:solidFill>
                    <a:srgbClr val="000000"/>
                  </a:solidFill>
                  <a:latin typeface="Trebuchet MS"/>
                  <a:cs typeface="Mangal" panose="02040503050203030202" pitchFamily="18" charset="0"/>
                </a:rPr>
                <a:t>–</a:t>
              </a:r>
              <a:r>
                <a:rPr sz="2000" b="1">
                  <a:solidFill>
                    <a:srgbClr val="000000"/>
                  </a:solidFill>
                  <a:latin typeface="Trebuchet MS"/>
                </a:rPr>
                <a:t> Microsoft ResNet</a:t>
              </a:r>
              <a:endParaRPr lang="en-US" sz="2000" b="1">
                <a:solidFill>
                  <a:srgbClr val="000000"/>
                </a:solidFill>
                <a:latin typeface="Trebuchet MS"/>
              </a:endParaRPr>
            </a:p>
            <a:p>
              <a:pPr algn="ctr" defTabSz="762009">
                <a:lnSpc>
                  <a:spcPct val="900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Trebuchet MS"/>
                </a:rPr>
                <a:t>슈퍼 휴먼 이미지 인식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11865317" y="8890494"/>
            <a:ext cx="6081462" cy="1005942"/>
          </a:xfrm>
          <a:prstGeom prst="rect">
            <a:avLst/>
          </a:prstGeom>
          <a:noFill/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2009">
              <a:lnSpc>
                <a:spcPct val="90000"/>
              </a:lnSpc>
              <a:defRPr/>
            </a:pPr>
            <a:r>
              <a:rPr sz="2000" b="1">
                <a:solidFill>
                  <a:srgbClr val="000000"/>
                </a:solidFill>
                <a:latin typeface="Trebuchet MS"/>
              </a:rPr>
              <a:t>2017 </a:t>
            </a:r>
            <a:r>
              <a:rPr sz="2000" b="1">
                <a:solidFill>
                  <a:srgbClr val="000000"/>
                </a:solidFill>
                <a:latin typeface="Trebuchet MS"/>
                <a:cs typeface="Mangal" panose="02040503050203030202" pitchFamily="18" charset="0"/>
              </a:rPr>
              <a:t>–</a:t>
            </a:r>
            <a:r>
              <a:rPr sz="2000" b="1">
                <a:solidFill>
                  <a:srgbClr val="000000"/>
                </a:solidFill>
                <a:latin typeface="Trebuchet MS"/>
              </a:rPr>
              <a:t> Google Neural Machine Translation</a:t>
            </a:r>
          </a:p>
          <a:p>
            <a:pPr algn="ctr" defTabSz="762009">
              <a:lnSpc>
                <a:spcPct val="9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Trebuchet MS"/>
              </a:rPr>
              <a:t>니어 휴먼 언어 번역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 cstate="email">
            <a:alphaModFix amt="3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5068" y="4038679"/>
            <a:ext cx="4943755" cy="395500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 flipH="1">
            <a:off x="12228920" y="2816807"/>
            <a:ext cx="5253283" cy="738536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100엑사플롭스</a:t>
            </a:r>
          </a:p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87억 개 매개변수</a:t>
            </a:r>
          </a:p>
        </p:txBody>
      </p:sp>
      <p:grpSp>
        <p:nvGrpSpPr>
          <p:cNvPr id="55" name="Group 54"/>
          <p:cNvGrpSpPr>
            <a:grpSpLocks noChangeAspect="1"/>
          </p:cNvGrpSpPr>
          <p:nvPr/>
        </p:nvGrpSpPr>
        <p:grpSpPr>
          <a:xfrm>
            <a:off x="13693948" y="4559669"/>
            <a:ext cx="2345988" cy="3901373"/>
            <a:chOff x="5638800" y="2869296"/>
            <a:chExt cx="1217250" cy="2024286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8800" y="4314732"/>
              <a:ext cx="477692" cy="578850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023457" y="4317205"/>
              <a:ext cx="475488" cy="576179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8800" y="3832920"/>
              <a:ext cx="477692" cy="578850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023457" y="3835393"/>
              <a:ext cx="475488" cy="576179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1873" y="4314732"/>
              <a:ext cx="477692" cy="578850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6983" y="3833997"/>
              <a:ext cx="477692" cy="578850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40175" y="3351108"/>
              <a:ext cx="477692" cy="578850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024832" y="3353581"/>
              <a:ext cx="475488" cy="576179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40175" y="2869296"/>
              <a:ext cx="477692" cy="578850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024832" y="2871769"/>
              <a:ext cx="475488" cy="576179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3248" y="3351108"/>
              <a:ext cx="477692" cy="578850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8358" y="2870373"/>
              <a:ext cx="477692" cy="578850"/>
            </a:xfrm>
            <a:prstGeom prst="rect">
              <a:avLst/>
            </a:prstGeom>
          </p:spPr>
        </p:pic>
      </p:grpSp>
      <p:sp>
        <p:nvSpPr>
          <p:cNvPr id="70" name="TextBox 69"/>
          <p:cNvSpPr txBox="1"/>
          <p:nvPr/>
        </p:nvSpPr>
        <p:spPr>
          <a:xfrm flipH="1">
            <a:off x="6521329" y="2788257"/>
            <a:ext cx="5253283" cy="738536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20엑사플롭스</a:t>
            </a:r>
          </a:p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3억 개 매개변수</a:t>
            </a:r>
          </a:p>
        </p:txBody>
      </p:sp>
      <p:sp>
        <p:nvSpPr>
          <p:cNvPr id="86" name="TextBox 85"/>
          <p:cNvSpPr txBox="1"/>
          <p:nvPr/>
        </p:nvSpPr>
        <p:spPr>
          <a:xfrm flipH="1">
            <a:off x="841580" y="2766037"/>
            <a:ext cx="5253283" cy="738536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7엑사플롭스</a:t>
            </a:r>
          </a:p>
          <a:p>
            <a:pPr algn="ctr" defTabSz="762009">
              <a:lnSpc>
                <a:spcPct val="90000"/>
              </a:lnSpc>
              <a:defRPr/>
            </a:pPr>
            <a:r>
              <a:rPr lang="en-US" sz="2333">
                <a:solidFill>
                  <a:srgbClr val="000000"/>
                </a:solidFill>
                <a:latin typeface="Trebuchet MS"/>
              </a:rPr>
              <a:t>6천만 개 매개변수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 cstate="email">
            <a:alphaModFix amt="5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1593" y="3544294"/>
            <a:ext cx="5146388" cy="517894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2201" y="7178894"/>
            <a:ext cx="989542" cy="1199092"/>
          </a:xfrm>
          <a:prstGeom prst="rect">
            <a:avLst/>
          </a:prstGeom>
        </p:spPr>
      </p:pic>
      <p:pic>
        <p:nvPicPr>
          <p:cNvPr id="105" name="Picture 104"/>
          <p:cNvPicPr>
            <a:picLocks noChangeAspect="1"/>
          </p:cNvPicPr>
          <p:nvPr/>
        </p:nvPicPr>
        <p:blipFill rotWithShape="1">
          <a:blip r:embed="rId8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34152" y="3527813"/>
            <a:ext cx="5216647" cy="5195427"/>
          </a:xfrm>
          <a:prstGeom prst="rect">
            <a:avLst/>
          </a:prstGeom>
          <a:ln w="6350">
            <a:noFill/>
          </a:ln>
          <a:effectLst>
            <a:softEdge rad="0"/>
          </a:effectLst>
        </p:spPr>
      </p:pic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8385228" y="6256207"/>
            <a:ext cx="1747297" cy="2154617"/>
            <a:chOff x="4979350" y="3641017"/>
            <a:chExt cx="710756" cy="876447"/>
          </a:xfrm>
        </p:grpSpPr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79350" y="4039148"/>
              <a:ext cx="394727" cy="478316"/>
            </a:xfrm>
            <a:prstGeom prst="rect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297200" y="4041192"/>
              <a:ext cx="392906" cy="476109"/>
            </a:xfrm>
            <a:prstGeom prst="rect">
              <a:avLst/>
            </a:prstGeom>
          </p:spPr>
        </p:pic>
        <p:pic>
          <p:nvPicPr>
            <p:cNvPr id="74" name="Picture 73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79350" y="3641017"/>
              <a:ext cx="394727" cy="478316"/>
            </a:xfrm>
            <a:prstGeom prst="rect">
              <a:avLst/>
            </a:prstGeom>
          </p:spPr>
        </p:pic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297200" y="3643060"/>
              <a:ext cx="392906" cy="476109"/>
            </a:xfrm>
            <a:prstGeom prst="rect">
              <a:avLst/>
            </a:prstGeom>
          </p:spPr>
        </p:pic>
      </p:grpSp>
      <p:sp>
        <p:nvSpPr>
          <p:cNvPr id="106" name="Text Placeholder 9"/>
          <p:cNvSpPr txBox="1">
            <a:spLocks/>
          </p:cNvSpPr>
          <p:nvPr/>
        </p:nvSpPr>
        <p:spPr>
          <a:xfrm>
            <a:off x="1084580" y="2039066"/>
            <a:ext cx="16626840" cy="875772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0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571500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bg1"/>
                </a:solidFill>
                <a:latin typeface="Trebuchet MS" pitchFamily="34" charset="0"/>
              </a:defRPr>
            </a:lvl2pPr>
            <a:lvl3pPr marL="1089025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6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algn="ctr" defTabSz="1371627"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defRPr/>
            </a:pPr>
            <a:r>
              <a:rPr lang="en-US" sz="3333" kern="0">
                <a:solidFill>
                  <a:srgbClr val="76B900"/>
                </a:solidFill>
              </a:rPr>
              <a:t>점점 더 복잡해지는 문제 해결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333">
                <a:solidFill>
                  <a:srgbClr val="000000"/>
                </a:solidFill>
              </a:rPr>
              <a:t>폭발적으로 증가하는 뉴럴 네트워크의 복잡성</a:t>
            </a:r>
            <a:endParaRPr lang="en-US" sz="5333"/>
          </a:p>
        </p:txBody>
      </p:sp>
    </p:spTree>
    <p:extLst>
      <p:ext uri="{BB962C8B-B14F-4D97-AF65-F5344CB8AC3E}">
        <p14:creationId xmlns:p14="http://schemas.microsoft.com/office/powerpoint/2010/main" val="3385837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9D7A-DBAD-43FB-BA2C-0302EE6C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66220" indent="-566220"/>
            <a:r>
              <a:rPr lang="en-US" i="1">
                <a:solidFill>
                  <a:srgbClr val="FFFFFF"/>
                </a:solidFill>
              </a:rPr>
              <a:t>100엑사플롭스</a:t>
            </a:r>
            <a:br>
              <a:rPr lang="en-US" i="1">
                <a:solidFill>
                  <a:srgbClr val="FFFFFF"/>
                </a:solidFill>
              </a:rPr>
            </a:br>
            <a:r>
              <a:rPr lang="en-US" i="1">
                <a:solidFill>
                  <a:srgbClr val="FFFFFF"/>
                </a:solidFill>
              </a:rPr>
              <a:t>~= </a:t>
            </a:r>
            <a:br>
              <a:rPr lang="en-US" i="1">
                <a:solidFill>
                  <a:srgbClr val="FFFFFF"/>
                </a:solidFill>
              </a:rPr>
            </a:br>
            <a:r>
              <a:rPr lang="en-US" i="1" u="sng">
                <a:solidFill>
                  <a:srgbClr val="FFFFFF"/>
                </a:solidFill>
              </a:rPr>
              <a:t>듀얼 CPU 서버에서 </a:t>
            </a:r>
            <a:r>
              <a:rPr lang="en-US" i="1">
                <a:solidFill>
                  <a:srgbClr val="FFFFFF"/>
                </a:solidFill>
              </a:rPr>
              <a:t>2년</a:t>
            </a:r>
          </a:p>
        </p:txBody>
      </p:sp>
    </p:spTree>
    <p:extLst>
      <p:ext uri="{BB962C8B-B14F-4D97-AF65-F5344CB8AC3E}">
        <p14:creationId xmlns:p14="http://schemas.microsoft.com/office/powerpoint/2010/main" val="4201932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뉴럴 네트워크는 새로운 것이 아님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인간</a:t>
            </a:r>
            <a:r>
              <a:rPr lang="ko-KR" altLang="en-US" dirty="0"/>
              <a:t>을 뛰어넘는 성능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28497-59A8-4285-B0B0-BDAB97A1AAF9}"/>
              </a:ext>
            </a:extLst>
          </p:cNvPr>
          <p:cNvSpPr txBox="1"/>
          <p:nvPr/>
        </p:nvSpPr>
        <p:spPr>
          <a:xfrm>
            <a:off x="6873549" y="8311891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데이터세트 크기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40782-3621-4573-BD76-2EE940A507E2}"/>
              </a:ext>
            </a:extLst>
          </p:cNvPr>
          <p:cNvSpPr txBox="1"/>
          <p:nvPr/>
        </p:nvSpPr>
        <p:spPr>
          <a:xfrm rot="16200000">
            <a:off x="2192693" y="5616844"/>
            <a:ext cx="4540898" cy="3461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762015">
              <a:lnSpc>
                <a:spcPct val="90000"/>
              </a:lnSpc>
              <a:defRPr/>
            </a:pPr>
            <a:r>
              <a:rPr lang="en-GB" sz="1833">
                <a:solidFill>
                  <a:srgbClr val="000000"/>
                </a:solidFill>
                <a:latin typeface="Trebuchet MS"/>
              </a:rPr>
              <a:t>정확도</a:t>
            </a:r>
            <a:endParaRPr lang="en-US" sz="1833">
              <a:solidFill>
                <a:srgbClr val="000000"/>
              </a:solidFill>
              <a:latin typeface="Trebuchet M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2AC5F91-C2AB-4D87-8115-5015D7F197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250795"/>
              </p:ext>
            </p:extLst>
          </p:nvPr>
        </p:nvGraphicFramePr>
        <p:xfrm>
          <a:off x="4463137" y="3278666"/>
          <a:ext cx="9472997" cy="561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A44FEB9-858C-422E-89BE-E04D258BAA6B}"/>
              </a:ext>
            </a:extLst>
          </p:cNvPr>
          <p:cNvSpPr/>
          <p:nvPr/>
        </p:nvSpPr>
        <p:spPr>
          <a:xfrm>
            <a:off x="0" y="9825335"/>
            <a:ext cx="12186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2015">
              <a:defRPr/>
            </a:pPr>
            <a:r>
              <a:rPr lang="en-GB" sz="2000">
                <a:solidFill>
                  <a:srgbClr val="000000"/>
                </a:solidFill>
              </a:rPr>
              <a:t>Andrew Ng, “Nuts and Bolts of Applying Deep Learning”, https://www.youtube.com/watch?v=F1ka6a13S9I</a:t>
            </a:r>
          </a:p>
        </p:txBody>
      </p:sp>
    </p:spTree>
    <p:extLst>
      <p:ext uri="{BB962C8B-B14F-4D97-AF65-F5344CB8AC3E}">
        <p14:creationId xmlns:p14="http://schemas.microsoft.com/office/powerpoint/2010/main" val="302211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경험적 증거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69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폭발적으로 증가하는 데이터세트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데이터세트 크기와 정확도 간의 대수 관계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A32CB-B6D6-43EC-8683-4910E9ADDCF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38" y="3989457"/>
            <a:ext cx="6103450" cy="4444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D670E-BF0E-4605-B5AF-10F4ABCC1B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2091" y="4132481"/>
            <a:ext cx="5869795" cy="35679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443145-F732-4395-A879-06EB913DA191}"/>
              </a:ext>
            </a:extLst>
          </p:cNvPr>
          <p:cNvSpPr/>
          <p:nvPr/>
        </p:nvSpPr>
        <p:spPr>
          <a:xfrm>
            <a:off x="0" y="9341690"/>
            <a:ext cx="17457420" cy="122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62015">
              <a:defRPr/>
            </a:pPr>
            <a:r>
              <a:rPr lang="en-US" sz="1833">
                <a:solidFill>
                  <a:srgbClr val="222222"/>
                </a:solidFill>
                <a:latin typeface="Arial" panose="020B0604020202020204" pitchFamily="34" charset="0"/>
              </a:rPr>
              <a:t>Sun, Chen 외. "Revisiting Unreasonable Effectiveness of Data in Deep Learning Era." </a:t>
            </a:r>
            <a:r>
              <a:rPr lang="en-US" sz="1833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arXiv:1707.02968</a:t>
            </a:r>
            <a:r>
              <a:rPr lang="en-US" sz="1833">
                <a:solidFill>
                  <a:srgbClr val="222222"/>
                </a:solidFill>
                <a:latin typeface="Arial" panose="020B0604020202020204" pitchFamily="34" charset="0"/>
              </a:rPr>
              <a:t> (2017).</a:t>
            </a:r>
          </a:p>
          <a:p>
            <a:pPr defTabSz="762015">
              <a:defRPr/>
            </a:pPr>
            <a:r>
              <a:rPr lang="en-US" sz="1833" err="1">
                <a:solidFill>
                  <a:srgbClr val="000000"/>
                </a:solidFill>
                <a:latin typeface="Roboto"/>
              </a:rPr>
              <a:t>Shazeer, Noam 외 "Outrageously large neural networks: The sparsely-gated mixture-of-experts layer." arXiv preprint arXiv:1701.06538 (2017).</a:t>
            </a:r>
          </a:p>
          <a:p>
            <a:pPr defTabSz="762015">
              <a:defRPr/>
            </a:pPr>
            <a:r>
              <a:rPr lang="en-US" sz="1833" err="1">
                <a:solidFill>
                  <a:srgbClr val="000000"/>
                </a:solidFill>
              </a:rPr>
              <a:t>Simonyan, Karen, Andrew Zisserman. "Very deep convolutional networks for large-scale image recognition." arXiv preprint arXiv:1409.1556 (2014).</a:t>
            </a:r>
          </a:p>
          <a:p>
            <a:pPr defTabSz="762015">
              <a:defRPr/>
            </a:pPr>
            <a:endParaRPr lang="en-US" sz="1833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77273E-7690-4FF5-8B66-73F61DDB96A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11886" y="3900084"/>
            <a:ext cx="5476115" cy="403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2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06FDC6-8F0C-4D80-BF57-DDBDAB573A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9792" y="6009308"/>
            <a:ext cx="5328417" cy="3964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F8C3AD-5BEB-4BBF-B9E3-C8BEAF9619A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59" y="6159392"/>
            <a:ext cx="5200428" cy="3865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0D4CA3-B36E-4B79-9732-421F991F687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11936" y="6201315"/>
            <a:ext cx="5200428" cy="4000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폭발적으로 증가하는 데이터세트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43145-F732-4395-A879-06EB913DA191}"/>
              </a:ext>
            </a:extLst>
          </p:cNvPr>
          <p:cNvSpPr/>
          <p:nvPr/>
        </p:nvSpPr>
        <p:spPr>
          <a:xfrm>
            <a:off x="0" y="9823752"/>
            <a:ext cx="17457420" cy="34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62015">
              <a:defRPr/>
            </a:pPr>
            <a:r>
              <a:rPr lang="en-US" sz="1667" err="1">
                <a:solidFill>
                  <a:srgbClr val="222222"/>
                </a:solidFill>
                <a:latin typeface="Arial" panose="020B0604020202020204" pitchFamily="34" charset="0"/>
              </a:rPr>
              <a:t>Hestness, J., Narang, S., Ardalani, N., Diamos, G., Jun, H., Kianinejad, H., ... 및 Zhou, Y. (2017). Deep Learning Scaling is Predictable, Empirically. arXiv preprint arXiv:1712.00409.</a:t>
            </a:r>
            <a:endParaRPr lang="en-US" sz="1667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500AFC-E22D-49E5-BB8B-F026340A2E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60" y="2325629"/>
            <a:ext cx="5328417" cy="3919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B5443D-D51D-4DFA-B0A1-C09516C9A3A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36303" y="2579581"/>
            <a:ext cx="4951698" cy="3763668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데이터세트 크기와 정확도 간의 대수 관계</a:t>
            </a:r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922F05C-5F38-4328-BEFF-969BC8FB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782" y="2846974"/>
            <a:ext cx="7924213" cy="3312418"/>
          </a:xfrm>
        </p:spPr>
        <p:txBody>
          <a:bodyPr/>
          <a:lstStyle/>
          <a:p>
            <a:pPr marL="571511" indent="-57151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/>
              <a:t>번역</a:t>
            </a:r>
          </a:p>
          <a:p>
            <a:pPr marL="571511" indent="-57151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/>
              <a:t>언어 모델</a:t>
            </a:r>
            <a:endParaRPr lang="en-US" sz="2667"/>
          </a:p>
          <a:p>
            <a:pPr marL="571511" indent="-57151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/>
              <a:t>문자 언어 모델</a:t>
            </a:r>
          </a:p>
          <a:p>
            <a:pPr marL="571511" indent="-57151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/>
              <a:t>이미지 분류</a:t>
            </a:r>
          </a:p>
          <a:p>
            <a:pPr marL="571511" indent="-57151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/>
              <a:t>어텐션 음성 모델</a:t>
            </a:r>
          </a:p>
        </p:txBody>
      </p:sp>
    </p:spTree>
    <p:extLst>
      <p:ext uri="{BB962C8B-B14F-4D97-AF65-F5344CB8AC3E}">
        <p14:creationId xmlns:p14="http://schemas.microsoft.com/office/powerpoint/2010/main" val="3861203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폭발적으로 증가하는 데이터세트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43145-F732-4395-A879-06EB913DA191}"/>
              </a:ext>
            </a:extLst>
          </p:cNvPr>
          <p:cNvSpPr/>
          <p:nvPr/>
        </p:nvSpPr>
        <p:spPr>
          <a:xfrm>
            <a:off x="0" y="9823752"/>
            <a:ext cx="17457420" cy="34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62015">
              <a:defRPr/>
            </a:pPr>
            <a:r>
              <a:rPr lang="en-US" sz="1667" err="1">
                <a:solidFill>
                  <a:srgbClr val="222222"/>
                </a:solidFill>
                <a:latin typeface="Arial" panose="020B0604020202020204" pitchFamily="34" charset="0"/>
              </a:rPr>
              <a:t>Hestness, J., Narang, S., Ardalani, N., Diamos, G., Jun, H., Kianinejad, H., ... 및 Zhou, Y. (2017). Deep Learning Scaling is Predictable, Empirically. arXiv preprint arXiv:1712.00409.</a:t>
            </a:r>
            <a:endParaRPr lang="en-US" sz="1667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1F2F2-495C-48BE-96F9-CCD42A8760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9403" y="3370867"/>
            <a:ext cx="7620480" cy="541900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데이터세트 크기와 정확도 간의 대수 관계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98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비용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92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레이블 지정 비용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43145-F732-4395-A879-06EB913DA191}"/>
              </a:ext>
            </a:extLst>
          </p:cNvPr>
          <p:cNvSpPr/>
          <p:nvPr/>
        </p:nvSpPr>
        <p:spPr>
          <a:xfrm>
            <a:off x="0" y="9823752"/>
            <a:ext cx="17457420" cy="34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7" err="1">
                <a:solidFill>
                  <a:srgbClr val="222222"/>
                </a:solidFill>
                <a:latin typeface="Arial" panose="020B0604020202020204" pitchFamily="34" charset="0"/>
              </a:rPr>
              <a:t>Hestness, J., Narang, S., Ardalani, N., Diamos, G., Jun, H., Kianinejad, H., ... 및 Zhou, Y. (2017). Deep Learning Scaling is Predictable, Empirically. arXiv preprint arXiv:1712.00409.</a:t>
            </a:r>
            <a:endParaRPr lang="en-US" sz="1667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1F2F2-495C-48BE-96F9-CCD42A8760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9403" y="3370867"/>
            <a:ext cx="7620480" cy="541900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딥러닝 모델의 유틸리티 제한</a:t>
            </a:r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79985E88-A31C-4F0E-8146-E77FD27B61FF}"/>
              </a:ext>
            </a:extLst>
          </p:cNvPr>
          <p:cNvSpPr/>
          <p:nvPr/>
        </p:nvSpPr>
        <p:spPr>
          <a:xfrm>
            <a:off x="8442479" y="5866191"/>
            <a:ext cx="2733523" cy="1886858"/>
          </a:xfrm>
          <a:prstGeom prst="rtTriangle">
            <a:avLst/>
          </a:prstGeom>
          <a:gradFill flip="none" rotWithShape="1">
            <a:gsLst>
              <a:gs pos="0">
                <a:srgbClr val="FF0000"/>
              </a:gs>
              <a:gs pos="31000">
                <a:srgbClr val="FF0000">
                  <a:alpha val="70000"/>
                </a:srgbClr>
              </a:gs>
              <a:gs pos="60000">
                <a:srgbClr val="FF0000">
                  <a:alpha val="40000"/>
                </a:srgbClr>
              </a:gs>
              <a:gs pos="100000">
                <a:srgbClr val="FF0000">
                  <a:alpha val="1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78C687-6A7B-4596-8CE9-F07F6FF6FD49}"/>
              </a:ext>
            </a:extLst>
          </p:cNvPr>
          <p:cNvSpPr/>
          <p:nvPr/>
        </p:nvSpPr>
        <p:spPr>
          <a:xfrm>
            <a:off x="8442478" y="6790087"/>
            <a:ext cx="2566217" cy="575913"/>
          </a:xfrm>
          <a:prstGeom prst="rightArrow">
            <a:avLst/>
          </a:prstGeom>
          <a:gradFill flip="none" rotWithShape="1">
            <a:gsLst>
              <a:gs pos="0">
                <a:srgbClr val="FF0000"/>
              </a:gs>
              <a:gs pos="31000">
                <a:srgbClr val="FF0000">
                  <a:alpha val="70000"/>
                </a:srgbClr>
              </a:gs>
              <a:gs pos="60000">
                <a:srgbClr val="FF0000">
                  <a:alpha val="40000"/>
                </a:srgbClr>
              </a:gs>
              <a:gs pos="100000">
                <a:srgbClr val="FF0000">
                  <a:alpha val="10000"/>
                </a:srgbClr>
              </a:gs>
            </a:gsLst>
            <a:lin ang="10800000" scaled="1"/>
            <a:tileRect/>
          </a:gradFill>
          <a:ln w="6350">
            <a:solidFill>
              <a:srgbClr val="FC36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A6AFD-713E-410D-A32E-3A4A36503213}"/>
              </a:ext>
            </a:extLst>
          </p:cNvPr>
          <p:cNvSpPr/>
          <p:nvPr/>
        </p:nvSpPr>
        <p:spPr>
          <a:xfrm>
            <a:off x="8446378" y="7214439"/>
            <a:ext cx="23377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5">
                    <a:lumMod val="50000"/>
                  </a:schemeClr>
                </a:solidFill>
              </a:rPr>
              <a:t>기하급수적인 증가</a:t>
            </a:r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195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1649190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80633"/>
            <a:ext cx="16626840" cy="984885"/>
          </a:xfrm>
        </p:spPr>
        <p:txBody>
          <a:bodyPr/>
          <a:lstStyle/>
          <a:p>
            <a:r>
              <a:rPr lang="en-GB"/>
              <a:t>자기지도 학습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888D1-4E29-417D-A5B8-6E4BCBB27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822517"/>
            <a:ext cx="16581120" cy="7588577"/>
          </a:xfrm>
        </p:spPr>
        <p:txBody>
          <a:bodyPr/>
          <a:lstStyle/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 sz="2667"/>
              <a:t>자연어 처리: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r>
              <a:rPr lang="en-GB"/>
              <a:t>마스킹 처리된 언어 모델: 일정 비율(15%라고 가정)의 입력 토큰을 무작위로 마스킹하고 뉴럴 네트워크에 전체 문장을 예측하라고 요청합니다.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r>
              <a:rPr lang="en-GB"/>
              <a:t>다음 문장 예측: 텍스트에서 2개의 연속된 문장을 선택하거나, 텍스트에서 2개의 문장을 무작위로 선택합니다. 뉴럴 네트워크에 두 문장이 차례로 발생하는지 여부를 밝혀 달라고 요청합니다.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r>
              <a:rPr lang="en-GB"/>
              <a:t>더 단순한 다른 뉴럴 네트워크를 사용하여 시퀀스의 임의 단어를 교체하고 기본 뉴럴 네트워크에 교체된 단어를 검출하라고 요청합니다(GAN과 같은 구성 사용).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 sz="2667"/>
              <a:t>컴퓨터 비전: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r>
              <a:rPr lang="en-GB"/>
              <a:t>대조 학습: 무작위로 수정(잘라내기 및 크기 조정, 반전, 색 왜곡, 회전, 오려내기, 노이즈, 블러 등)하고 동일한 이미지 또는 무작위로 선택한 2개의 이미지를 뉴럴 네트워크에 피드하여 동일한 이미지인지 아닌지를 알려 달라고 요청합니다.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r>
              <a:rPr lang="en-GB"/>
              <a:t>노이즈가 있는 레이블/셀프 트레이닝: 약한 알고리즘(잠재적으로 구세대 대상 모델)에서 생성된 레이블을 사용하여 대상-강력한 피처 추출기를 트레이닝합니다.</a:t>
            </a:r>
          </a:p>
          <a:p>
            <a:pPr marL="1428779" lvl="1" indent="-47626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D6DF7-E509-458A-A4AA-AFF652A9BF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6300" y="1250811"/>
            <a:ext cx="16626840" cy="875772"/>
          </a:xfrm>
        </p:spPr>
        <p:txBody>
          <a:bodyPr/>
          <a:lstStyle/>
          <a:p>
            <a:r>
              <a:rPr lang="en-GB"/>
              <a:t>예제 트레이닝 작업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248FC-9374-4211-9968-E60E45898FB5}"/>
              </a:ext>
            </a:extLst>
          </p:cNvPr>
          <p:cNvSpPr/>
          <p:nvPr/>
        </p:nvSpPr>
        <p:spPr>
          <a:xfrm>
            <a:off x="1" y="9444704"/>
            <a:ext cx="16118542" cy="861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7">
                <a:solidFill>
                  <a:schemeClr val="bg1"/>
                </a:solidFill>
              </a:rPr>
              <a:t>Dai, A. M., 및 Le, Q. V. (2015). Semi-supervised sequence learning. In Advances in neural information processing systems (pp. 3079-3087).</a:t>
            </a:r>
          </a:p>
          <a:p>
            <a:r>
              <a:rPr lang="en-US" sz="1667">
                <a:solidFill>
                  <a:schemeClr val="bg1"/>
                </a:solidFill>
              </a:rPr>
              <a:t>Chen, T., Kornblith, S., Norouzi, M., 및 Hinton, G. (2020). A simple framework for contrastive learning of visual representations. arXiv preprint arXiv:2002.05709.</a:t>
            </a:r>
          </a:p>
          <a:p>
            <a:r>
              <a:rPr lang="en-US" sz="1667" err="1">
                <a:solidFill>
                  <a:schemeClr val="bg1"/>
                </a:solidFill>
              </a:rPr>
              <a:t>Xie, Q., Hovy, E., Luong, M. T., 및 Le, Q. V. (2019). Self-training with Noisy Student improves ImageNet classification. arXiv preprint arXiv:1911.04252.</a:t>
            </a:r>
          </a:p>
        </p:txBody>
      </p:sp>
    </p:spTree>
    <p:extLst>
      <p:ext uri="{BB962C8B-B14F-4D97-AF65-F5344CB8AC3E}">
        <p14:creationId xmlns:p14="http://schemas.microsoft.com/office/powerpoint/2010/main" val="1480729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레이블 지정 비용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43145-F732-4395-A879-06EB913DA191}"/>
              </a:ext>
            </a:extLst>
          </p:cNvPr>
          <p:cNvSpPr/>
          <p:nvPr/>
        </p:nvSpPr>
        <p:spPr>
          <a:xfrm>
            <a:off x="0" y="9823752"/>
            <a:ext cx="17457420" cy="34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7" dirty="0" err="1">
                <a:solidFill>
                  <a:srgbClr val="222222"/>
                </a:solidFill>
                <a:latin typeface="Arial" panose="020B0604020202020204" pitchFamily="34" charset="0"/>
              </a:rPr>
              <a:t>Hestness, J., Narang, S., Ardalani, N., Diamos, G., Jun, H., Kianinejad, H., ... 및 Zhou, Y. (2017). Deep Learning Scaling is Predictable, Empirically. arXiv preprint arXiv:1712.00409.</a:t>
            </a:r>
            <a:endParaRPr lang="en-US" sz="1667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1F2F2-495C-48BE-96F9-CCD42A8760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9403" y="3370867"/>
            <a:ext cx="7620480" cy="541900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준지도 모델</a:t>
            </a:r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79985E88-A31C-4F0E-8146-E77FD27B61FF}"/>
              </a:ext>
            </a:extLst>
          </p:cNvPr>
          <p:cNvSpPr/>
          <p:nvPr/>
        </p:nvSpPr>
        <p:spPr>
          <a:xfrm>
            <a:off x="8442479" y="5866191"/>
            <a:ext cx="2733523" cy="1886858"/>
          </a:xfrm>
          <a:prstGeom prst="rtTriangle">
            <a:avLst/>
          </a:prstGeom>
          <a:gradFill flip="none" rotWithShape="1">
            <a:gsLst>
              <a:gs pos="0">
                <a:srgbClr val="76B900"/>
              </a:gs>
              <a:gs pos="7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78C687-6A7B-4596-8CE9-F07F6FF6FD49}"/>
              </a:ext>
            </a:extLst>
          </p:cNvPr>
          <p:cNvSpPr/>
          <p:nvPr/>
        </p:nvSpPr>
        <p:spPr>
          <a:xfrm>
            <a:off x="8442478" y="6790087"/>
            <a:ext cx="2566217" cy="575913"/>
          </a:xfrm>
          <a:prstGeom prst="rightArrow">
            <a:avLst/>
          </a:prstGeom>
          <a:gradFill>
            <a:gsLst>
              <a:gs pos="0">
                <a:srgbClr val="76B900"/>
              </a:gs>
              <a:gs pos="7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4E7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E7A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A6AFD-713E-410D-A32E-3A4A36503213}"/>
              </a:ext>
            </a:extLst>
          </p:cNvPr>
          <p:cNvSpPr/>
          <p:nvPr/>
        </p:nvSpPr>
        <p:spPr>
          <a:xfrm>
            <a:off x="8446378" y="7214439"/>
            <a:ext cx="25623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rgbClr val="4E7A00"/>
                </a:solidFill>
              </a:rPr>
              <a:t>관리 가능 비용</a:t>
            </a:r>
            <a:endParaRPr lang="en-US">
              <a:solidFill>
                <a:srgbClr val="4E7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55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ECEADBB-BCC1-5541-A9C3-664D6A0D33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0581" y="2847994"/>
          <a:ext cx="16610755" cy="709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AFEC520-A2B9-4941-A400-D0A22E88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자기지도 학습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8EDFB-8CA0-40A8-BE51-EC6D39073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레이블이 지정되지 않은 데이터가 많음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E1390-DE11-104B-8D7F-B17DAC8FB08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9186" y="4049320"/>
            <a:ext cx="1025122" cy="1177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7F8B5E-5580-3240-9933-C5EFCC99CD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4712" y="4043911"/>
            <a:ext cx="2098860" cy="520448"/>
          </a:xfrm>
          <a:prstGeom prst="rect">
            <a:avLst/>
          </a:prstGeom>
        </p:spPr>
      </p:pic>
      <p:pic>
        <p:nvPicPr>
          <p:cNvPr id="1026" name="Picture 2" descr="Image result for spider common crawl">
            <a:extLst>
              <a:ext uri="{FF2B5EF4-FFF2-40B4-BE49-F238E27FC236}">
                <a16:creationId xmlns:a16="http://schemas.microsoft.com/office/drawing/2014/main" id="{889C5A1D-CF8B-4EA5-9994-796EC6F9F6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033251" y="3925843"/>
            <a:ext cx="1759468" cy="63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833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ECEADBB-BCC1-5541-A9C3-664D6A0D33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0581" y="2847994"/>
          <a:ext cx="16610755" cy="709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AFEC520-A2B9-4941-A400-D0A22E88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자기지도 학습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8EDFB-8CA0-40A8-BE51-EC6D39073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레이블이 지정되지 않은 데이터가 많음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37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OLD IDEAS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26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자기지도 학습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무엇이 빠졌을까요?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128512-3333-4ACA-9462-B15F9CBDEB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9247" y="3053068"/>
            <a:ext cx="9469507" cy="577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26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018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67" dirty="0">
                <a:solidFill>
                  <a:srgbClr val="000000"/>
                </a:solidFill>
              </a:rPr>
              <a:t>GPT(Generative Pretraining)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The scale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Narasimhan, K., Salimans, T., 및 Sutskever, I. (2018). Improving language understanding by generative pre-training. 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URL https://s3-us-west-2. amazonaws. com/openai-assets/researchcovers/languageunsupervised/language understanding paper. pdf</a:t>
            </a:r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54FDDC-C930-4AEF-8D80-8C47092A0F7A}"/>
              </a:ext>
            </a:extLst>
          </p:cNvPr>
          <p:cNvSpPr/>
          <p:nvPr/>
        </p:nvSpPr>
        <p:spPr>
          <a:xfrm>
            <a:off x="1897529" y="3985276"/>
            <a:ext cx="14492942" cy="2965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67" i="1">
                <a:solidFill>
                  <a:srgbClr val="050526"/>
                </a:solidFill>
                <a:latin typeface="Trebuchet MS"/>
              </a:rPr>
              <a:t>"NLP 작업에 대한 기존의 많은 접근 방식은 처음부터 단일 GPU에서 비교적 작은 모델을 트레이닝했습니다. 우리의 접근 방식에서는 8개의 GPU에서 1개월간 광범위한 사전 트레이닝 단계를 수행해야 합니다. 다행히, 이 사전 트레이닝은 한 번만 수행하면 되며 우리는 다른 경우에 사전 트레이닝을 할 필요가 없도록 해당 모델을 출시하고 있습니다. 이 모델도 이전 작업에 비하면 대형 모델에 속하므로 더 많은 연산과 메모리를 사용합니다. 우리는 37레이어(12블록) 트랜스포머 아키텍처를 사용했으며 최대 512개 토큰 시퀀스를 트레이닝합니다. 대부분의 실험이 4GPU 및 8GPU 시스템에서 수행되었습니다. 이 모델은 새로운 작업에 맞춰 매우 빠르게 파인튜닝하므로 추가 리소스 요구 사항을 완화할 수 있습니다."</a:t>
            </a:r>
            <a:endParaRPr lang="en-US" sz="2667" i="1"/>
          </a:p>
        </p:txBody>
      </p:sp>
    </p:spTree>
    <p:extLst>
      <p:ext uri="{BB962C8B-B14F-4D97-AF65-F5344CB8AC3E}">
        <p14:creationId xmlns:p14="http://schemas.microsoft.com/office/powerpoint/2010/main" val="2075629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GPT(Generative Pretraining)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 dirty="0" err="1"/>
              <a:t>설계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38847" y="9954518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Narasimhan, K., Salimans, T., 및 Sutskever, I. (2018). Improving language understanding by generative pre-training. 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URL https://s3-us-west-2. amazonaws. com/openai-assets/researchcovers/languageunsupervised/language understanding paper. pdf</a:t>
            </a:r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413F4-3BA1-459B-86DA-03C91072F1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6344" y="3309407"/>
            <a:ext cx="10095308" cy="4964907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023D8AE5-E0E8-42F1-BA18-B5CBE4FFBE1F}"/>
              </a:ext>
            </a:extLst>
          </p:cNvPr>
          <p:cNvSpPr/>
          <p:nvPr/>
        </p:nvSpPr>
        <p:spPr>
          <a:xfrm>
            <a:off x="3615766" y="4040093"/>
            <a:ext cx="239058" cy="3173507"/>
          </a:xfrm>
          <a:prstGeom prst="lef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A76859-316C-4DFC-B97B-0F357AE17F00}"/>
              </a:ext>
            </a:extLst>
          </p:cNvPr>
          <p:cNvSpPr txBox="1"/>
          <p:nvPr/>
        </p:nvSpPr>
        <p:spPr>
          <a:xfrm>
            <a:off x="1722987" y="5257578"/>
            <a:ext cx="1891030" cy="73853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>
                <a:solidFill>
                  <a:schemeClr val="tx2">
                    <a:lumMod val="75000"/>
                  </a:schemeClr>
                </a:solidFill>
              </a:rPr>
              <a:t>트랜스포머 </a:t>
            </a:r>
          </a:p>
          <a:p>
            <a:pPr algn="ctr">
              <a:lnSpc>
                <a:spcPct val="90000"/>
              </a:lnSpc>
            </a:pPr>
            <a:r>
              <a:rPr lang="en-GB" sz="2333">
                <a:solidFill>
                  <a:schemeClr val="tx2">
                    <a:lumMod val="75000"/>
                  </a:schemeClr>
                </a:solidFill>
              </a:rPr>
              <a:t>디코더</a:t>
            </a:r>
            <a:endParaRPr lang="en-US" sz="2333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92C74DC-D116-4145-9E7C-955E61CA267E}"/>
              </a:ext>
            </a:extLst>
          </p:cNvPr>
          <p:cNvSpPr/>
          <p:nvPr/>
        </p:nvSpPr>
        <p:spPr>
          <a:xfrm flipH="1">
            <a:off x="14072123" y="3893560"/>
            <a:ext cx="239058" cy="3173507"/>
          </a:xfrm>
          <a:prstGeom prst="lef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E9A99-FE03-45A1-90B2-EA84D8B310DF}"/>
              </a:ext>
            </a:extLst>
          </p:cNvPr>
          <p:cNvSpPr txBox="1"/>
          <p:nvPr/>
        </p:nvSpPr>
        <p:spPr>
          <a:xfrm>
            <a:off x="14192440" y="5106405"/>
            <a:ext cx="2239716" cy="73853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>
                <a:solidFill>
                  <a:schemeClr val="tx2">
                    <a:lumMod val="75000"/>
                  </a:schemeClr>
                </a:solidFill>
              </a:rPr>
              <a:t>자기지도</a:t>
            </a:r>
          </a:p>
          <a:p>
            <a:pPr algn="ctr">
              <a:lnSpc>
                <a:spcPct val="90000"/>
              </a:lnSpc>
            </a:pPr>
            <a:r>
              <a:rPr lang="en-GB" sz="2333">
                <a:solidFill>
                  <a:schemeClr val="tx2">
                    <a:lumMod val="75000"/>
                  </a:schemeClr>
                </a:solidFill>
              </a:rPr>
              <a:t>트레이닝</a:t>
            </a:r>
            <a:endParaRPr lang="en-US" sz="2333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311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GPT(Generative Pretraining)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/>
              <a:t>접근 방식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Narasimhan, K., Salimans, T., 및 Sutskever, I. (2018). Improving language understanding by generative pre-training. 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URL https://s3-us-west-2. amazonaws. com/openai-assets/researchcovers/languageunsupervised/language understanding paper. pdf</a:t>
            </a:r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3D248-F07A-485D-AFD9-B4F53E5F8BA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271" y="2382353"/>
            <a:ext cx="8371455" cy="7269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226785-EA26-4BBE-8A56-00F88C5EB122}"/>
              </a:ext>
            </a:extLst>
          </p:cNvPr>
          <p:cNvSpPr txBox="1"/>
          <p:nvPr/>
        </p:nvSpPr>
        <p:spPr>
          <a:xfrm>
            <a:off x="6516687" y="4324648"/>
            <a:ext cx="2690812" cy="9233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6000">
                <a:solidFill>
                  <a:schemeClr val="tx2">
                    <a:lumMod val="75000"/>
                  </a:schemeClr>
                </a:solidFill>
              </a:rPr>
              <a:t>1단계</a:t>
            </a:r>
            <a:endParaRPr lang="en-US" sz="60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CE5FC-17A2-40B2-BF26-85B8608E20E3}"/>
              </a:ext>
            </a:extLst>
          </p:cNvPr>
          <p:cNvSpPr txBox="1"/>
          <p:nvPr/>
        </p:nvSpPr>
        <p:spPr>
          <a:xfrm>
            <a:off x="10064751" y="4324646"/>
            <a:ext cx="2690812" cy="9233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6000">
                <a:solidFill>
                  <a:schemeClr val="tx2">
                    <a:lumMod val="75000"/>
                  </a:schemeClr>
                </a:solidFill>
              </a:rPr>
              <a:t>2단계</a:t>
            </a:r>
            <a:endParaRPr lang="en-US" sz="600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743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GPT(Generative Pretraining)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/>
              <a:t>결과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Narasimhan, K., Salimans, T., 및 Sutskever, I. (2018). Improving language understanding by generative pre-training. 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URL https://s3-us-west-2. amazonaws. com/openai-assets/researchcovers/languageunsupervised/language understanding paper. pdf</a:t>
            </a:r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3D248-F07A-485D-AFD9-B4F53E5F8BA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271" y="2382353"/>
            <a:ext cx="8371455" cy="72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43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GPT(Generative Pretraining)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/>
              <a:t>결과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Narasimhan, K., Salimans, T., 및 Sutskever, I. (2018). Improving language understanding by generative pre-training. 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URL https://s3-us-west-2. amazonaws. com/openai-assets/researchcovers/languageunsupervised/language understanding paper. pdf</a:t>
            </a:r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F4384-E23F-4DBE-A354-C5260CE6E8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9661" y="2487670"/>
            <a:ext cx="7028678" cy="71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80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997445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 u="sng" dirty="0" err="1"/>
              <a:t>양방향</a:t>
            </a:r>
            <a:r>
              <a:rPr lang="en-GB" sz="4667" dirty="0"/>
              <a:t> </a:t>
            </a:r>
            <a:r>
              <a:rPr lang="en-GB" sz="4667" dirty="0" err="1"/>
              <a:t>트랜스포머</a:t>
            </a:r>
            <a:r>
              <a:rPr lang="en-GB" sz="4667" dirty="0"/>
              <a:t>(BERT)</a:t>
            </a:r>
            <a:endParaRPr lang="en-US" sz="4667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675015"/>
            <a:ext cx="16626840" cy="875772"/>
          </a:xfrm>
        </p:spPr>
        <p:txBody>
          <a:bodyPr/>
          <a:lstStyle/>
          <a:p>
            <a:r>
              <a:rPr lang="en-GB" dirty="0" err="1"/>
              <a:t>거인의</a:t>
            </a:r>
            <a:r>
              <a:rPr lang="en-GB" dirty="0"/>
              <a:t> </a:t>
            </a:r>
            <a:r>
              <a:rPr lang="en-GB" dirty="0" err="1"/>
              <a:t>어깨</a:t>
            </a:r>
            <a:r>
              <a:rPr lang="en-GB" dirty="0"/>
              <a:t> </a:t>
            </a:r>
            <a:r>
              <a:rPr lang="en-GB" dirty="0" err="1"/>
              <a:t>위에</a:t>
            </a:r>
            <a:r>
              <a:rPr lang="en-GB" dirty="0"/>
              <a:t> </a:t>
            </a:r>
            <a:r>
              <a:rPr lang="ko-KR" altLang="en-US" dirty="0"/>
              <a:t>서서</a:t>
            </a:r>
            <a:r>
              <a:rPr lang="en-US" altLang="ko-KR" dirty="0"/>
              <a:t>..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Devlin, J., Chang, M. W., Lee, K., 및 Toutanova, K. (2018). Bert: Pre-training of deep bidirectional transformers for language understanding. arXiv preprint arXiv:1810.04805.</a:t>
            </a:r>
            <a:endParaRPr lang="en-US" sz="1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028067-CD4E-4DAD-A91F-7623B85835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65599" y="3309408"/>
            <a:ext cx="9562353" cy="423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744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양방향 트랜스포머(BERT)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/>
              <a:t>OpenAI "이전" 및 "이후" 시대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Devlin, J., Chang, M. W., Lee, K., 및 Toutanova, K. (2018). Bert: Pre-training of deep bidirectional transformers for language understanding. arXiv preprint arXiv:1810.04805.</a:t>
            </a:r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3CBDF-7085-4E6E-8C65-64BE23EE73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457" y="3119703"/>
            <a:ext cx="11449087" cy="47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37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624611B-3B0C-4253-A94C-AB6D890B3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743" y="3026834"/>
            <a:ext cx="16258515" cy="656866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4490BF2-7368-48DF-B4BB-13C5DE5B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SQUAD 2.0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31827F-40EC-4DC4-91FB-188984D75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인간 성능 91.2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623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5561BF-6661-4C95-85B0-D8E0419E85A7}"/>
              </a:ext>
            </a:extLst>
          </p:cNvPr>
          <p:cNvSpPr/>
          <p:nvPr/>
        </p:nvSpPr>
        <p:spPr>
          <a:xfrm>
            <a:off x="216421" y="3363623"/>
            <a:ext cx="17323105" cy="4572000"/>
          </a:xfrm>
          <a:prstGeom prst="rect">
            <a:avLst/>
          </a:prstGeom>
          <a:solidFill>
            <a:srgbClr val="598B00">
              <a:alpha val="5098"/>
            </a:srgb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BERT 사용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특징 추출기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0E1A3-ED34-48DC-8208-491ECBEAFA4A}"/>
              </a:ext>
            </a:extLst>
          </p:cNvPr>
          <p:cNvSpPr/>
          <p:nvPr/>
        </p:nvSpPr>
        <p:spPr>
          <a:xfrm>
            <a:off x="13753652" y="4833502"/>
            <a:ext cx="2308543" cy="18756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머신 러닝 알고리즘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CED2D0-7094-4541-A698-08B4F052945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48443" y="5771355"/>
            <a:ext cx="67394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DA6564-6F42-4982-ADA0-0A4491053730}"/>
              </a:ext>
            </a:extLst>
          </p:cNvPr>
          <p:cNvSpPr txBox="1"/>
          <p:nvPr/>
        </p:nvSpPr>
        <p:spPr>
          <a:xfrm>
            <a:off x="424426" y="5600539"/>
            <a:ext cx="624017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텍스트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A52FF-D777-4030-BACC-0282FA5E9CC6}"/>
              </a:ext>
            </a:extLst>
          </p:cNvPr>
          <p:cNvSpPr/>
          <p:nvPr/>
        </p:nvSpPr>
        <p:spPr>
          <a:xfrm>
            <a:off x="4143499" y="5060784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텍스트 표현</a:t>
            </a:r>
            <a:endParaRPr lang="en-US" sz="1833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CF2A6-6933-4F6D-84FA-4CECD7C258E8}"/>
              </a:ext>
            </a:extLst>
          </p:cNvPr>
          <p:cNvSpPr/>
          <p:nvPr/>
        </p:nvSpPr>
        <p:spPr>
          <a:xfrm>
            <a:off x="1732182" y="5060786"/>
            <a:ext cx="2060473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텍스트 사전 처리</a:t>
            </a:r>
            <a:endParaRPr lang="en-US" sz="1833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C98F4-AA70-46E7-9DBA-A8BB2476A2A2}"/>
              </a:ext>
            </a:extLst>
          </p:cNvPr>
          <p:cNvSpPr txBox="1"/>
          <p:nvPr/>
        </p:nvSpPr>
        <p:spPr>
          <a:xfrm>
            <a:off x="7429177" y="4255761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CD33AB-4164-4885-9C97-CF59C917FF5E}"/>
              </a:ext>
            </a:extLst>
          </p:cNvPr>
          <p:cNvSpPr txBox="1"/>
          <p:nvPr/>
        </p:nvSpPr>
        <p:spPr>
          <a:xfrm>
            <a:off x="5038669" y="4255762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CEE00-7815-432A-AAB5-58A629D6B08D}"/>
              </a:ext>
            </a:extLst>
          </p:cNvPr>
          <p:cNvSpPr txBox="1"/>
          <p:nvPr/>
        </p:nvSpPr>
        <p:spPr>
          <a:xfrm>
            <a:off x="2648161" y="4255764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E7B7C-43E4-42F1-9716-DCCA4D5F22A8}"/>
              </a:ext>
            </a:extLst>
          </p:cNvPr>
          <p:cNvSpPr/>
          <p:nvPr/>
        </p:nvSpPr>
        <p:spPr>
          <a:xfrm>
            <a:off x="6546038" y="5060783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가중치 재부여</a:t>
            </a:r>
            <a:endParaRPr lang="en-US" sz="183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8D89D7-787D-48C3-81BD-2BA0C95C0C8E}"/>
              </a:ext>
            </a:extLst>
          </p:cNvPr>
          <p:cNvSpPr/>
          <p:nvPr/>
        </p:nvSpPr>
        <p:spPr>
          <a:xfrm>
            <a:off x="8948576" y="5060783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차원 축소</a:t>
            </a:r>
            <a:endParaRPr lang="en-US" sz="183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AD401-780A-4120-A23E-B8C00AACDE83}"/>
              </a:ext>
            </a:extLst>
          </p:cNvPr>
          <p:cNvSpPr/>
          <p:nvPr/>
        </p:nvSpPr>
        <p:spPr>
          <a:xfrm>
            <a:off x="11351114" y="5060781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벡터 비교</a:t>
            </a:r>
            <a:endParaRPr lang="en-US" sz="1833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18F68-0484-480B-8E7C-B8A46D5C83C9}"/>
              </a:ext>
            </a:extLst>
          </p:cNvPr>
          <p:cNvSpPr txBox="1"/>
          <p:nvPr/>
        </p:nvSpPr>
        <p:spPr>
          <a:xfrm>
            <a:off x="9772282" y="4263011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49444E-13EC-4720-935E-0368C994D17D}"/>
              </a:ext>
            </a:extLst>
          </p:cNvPr>
          <p:cNvSpPr txBox="1"/>
          <p:nvPr/>
        </p:nvSpPr>
        <p:spPr>
          <a:xfrm>
            <a:off x="12115387" y="4255759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73230C-43E1-474A-B93D-F49446815117}"/>
              </a:ext>
            </a:extLst>
          </p:cNvPr>
          <p:cNvSpPr txBox="1"/>
          <p:nvPr/>
        </p:nvSpPr>
        <p:spPr>
          <a:xfrm>
            <a:off x="14647352" y="4028481"/>
            <a:ext cx="521142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393023-8D60-401A-88C8-32FC3D316C52}"/>
              </a:ext>
            </a:extLst>
          </p:cNvPr>
          <p:cNvSpPr txBox="1"/>
          <p:nvPr/>
        </p:nvSpPr>
        <p:spPr>
          <a:xfrm>
            <a:off x="886793" y="3521094"/>
            <a:ext cx="2312235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문제 공식화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ED35CC-9715-4E9C-8F35-C46C5C051B09}"/>
              </a:ext>
            </a:extLst>
          </p:cNvPr>
          <p:cNvSpPr txBox="1"/>
          <p:nvPr/>
        </p:nvSpPr>
        <p:spPr>
          <a:xfrm>
            <a:off x="8746436" y="2594151"/>
            <a:ext cx="40427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667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en-US" sz="4667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10211C-499C-4709-928A-B4D2C66805F7}"/>
              </a:ext>
            </a:extLst>
          </p:cNvPr>
          <p:cNvCxnSpPr>
            <a:cxnSpLocks/>
          </p:cNvCxnSpPr>
          <p:nvPr/>
        </p:nvCxnSpPr>
        <p:spPr>
          <a:xfrm>
            <a:off x="3736802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059A85-487A-4C7B-AE9E-BBA1C93076BA}"/>
              </a:ext>
            </a:extLst>
          </p:cNvPr>
          <p:cNvCxnSpPr>
            <a:cxnSpLocks/>
          </p:cNvCxnSpPr>
          <p:nvPr/>
        </p:nvCxnSpPr>
        <p:spPr>
          <a:xfrm>
            <a:off x="6080096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4CAA0E-C676-43D0-A28C-295095A81CCD}"/>
              </a:ext>
            </a:extLst>
          </p:cNvPr>
          <p:cNvCxnSpPr>
            <a:cxnSpLocks/>
          </p:cNvCxnSpPr>
          <p:nvPr/>
        </p:nvCxnSpPr>
        <p:spPr>
          <a:xfrm>
            <a:off x="8482634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8123A3-764A-4D01-B3A6-31BC6928971B}"/>
              </a:ext>
            </a:extLst>
          </p:cNvPr>
          <p:cNvCxnSpPr>
            <a:cxnSpLocks/>
          </p:cNvCxnSpPr>
          <p:nvPr/>
        </p:nvCxnSpPr>
        <p:spPr>
          <a:xfrm>
            <a:off x="11000271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7A1914-BE7A-4E00-8D90-14A56C8F5EC2}"/>
              </a:ext>
            </a:extLst>
          </p:cNvPr>
          <p:cNvCxnSpPr>
            <a:cxnSpLocks/>
          </p:cNvCxnSpPr>
          <p:nvPr/>
        </p:nvCxnSpPr>
        <p:spPr>
          <a:xfrm>
            <a:off x="13402809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14BDFD5-0EF7-4174-935B-B4EDD85530AF}"/>
              </a:ext>
            </a:extLst>
          </p:cNvPr>
          <p:cNvSpPr txBox="1"/>
          <p:nvPr/>
        </p:nvSpPr>
        <p:spPr>
          <a:xfrm>
            <a:off x="5923599" y="9174930"/>
            <a:ext cx="778931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err="1">
                <a:solidFill>
                  <a:schemeClr val="tx1">
                    <a:lumMod val="65000"/>
                  </a:schemeClr>
                </a:solidFill>
              </a:rPr>
              <a:t>GloVe</a:t>
            </a:r>
            <a:endParaRPr lang="en-US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ABF2E1-311C-4606-BC12-CA5B5A62F483}"/>
              </a:ext>
            </a:extLst>
          </p:cNvPr>
          <p:cNvSpPr txBox="1"/>
          <p:nvPr/>
        </p:nvSpPr>
        <p:spPr>
          <a:xfrm>
            <a:off x="10218928" y="9174930"/>
            <a:ext cx="1196353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tx1">
                    <a:lumMod val="65000"/>
                  </a:schemeClr>
                </a:solidFill>
              </a:rPr>
              <a:t>Word2Vec</a:t>
            </a:r>
            <a:endParaRPr lang="en-US">
              <a:solidFill>
                <a:schemeClr val="tx1">
                  <a:lumMod val="65000"/>
                </a:schemeClr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B32FB9-5E19-448F-8208-69AB7E81DA51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5169347" y="6481922"/>
            <a:ext cx="1143718" cy="2693008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AB4CBE-CCBE-41C8-898D-A7C9557C7145}"/>
              </a:ext>
            </a:extLst>
          </p:cNvPr>
          <p:cNvCxnSpPr>
            <a:cxnSpLocks/>
            <a:stCxn id="28" idx="0"/>
            <a:endCxn id="15" idx="2"/>
          </p:cNvCxnSpPr>
          <p:nvPr/>
        </p:nvCxnSpPr>
        <p:spPr>
          <a:xfrm flipV="1">
            <a:off x="6313065" y="6481921"/>
            <a:ext cx="1258821" cy="2693009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38A711-3962-48B6-B9CE-9F16C5019BA4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6313065" y="6481921"/>
            <a:ext cx="3661359" cy="2693009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701A741-22F9-4728-8E25-907CBA588CB6}"/>
              </a:ext>
            </a:extLst>
          </p:cNvPr>
          <p:cNvCxnSpPr>
            <a:cxnSpLocks/>
            <a:stCxn id="28" idx="0"/>
            <a:endCxn id="17" idx="2"/>
          </p:cNvCxnSpPr>
          <p:nvPr/>
        </p:nvCxnSpPr>
        <p:spPr>
          <a:xfrm flipV="1">
            <a:off x="6313065" y="6481919"/>
            <a:ext cx="6063897" cy="2693011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8B8CB4A-35F2-4B3C-990E-CB91DFE04EB4}"/>
              </a:ext>
            </a:extLst>
          </p:cNvPr>
          <p:cNvCxnSpPr>
            <a:cxnSpLocks/>
            <a:stCxn id="29" idx="0"/>
            <a:endCxn id="11" idx="2"/>
          </p:cNvCxnSpPr>
          <p:nvPr/>
        </p:nvCxnSpPr>
        <p:spPr>
          <a:xfrm flipH="1" flipV="1">
            <a:off x="2762419" y="6481924"/>
            <a:ext cx="8054686" cy="2693006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2FA44E9-7888-4F33-8A22-3D8245386526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H="1" flipV="1">
            <a:off x="5169347" y="6481922"/>
            <a:ext cx="5647758" cy="2693008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D99E30-4E16-412F-B480-A19CA79866C7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H="1" flipV="1">
            <a:off x="9974424" y="6481921"/>
            <a:ext cx="842681" cy="269300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BD71BC-64A9-41C8-AD19-8798A4FA8A7B}"/>
              </a:ext>
            </a:extLst>
          </p:cNvPr>
          <p:cNvCxnSpPr>
            <a:cxnSpLocks/>
            <a:stCxn id="29" idx="0"/>
            <a:endCxn id="17" idx="2"/>
          </p:cNvCxnSpPr>
          <p:nvPr/>
        </p:nvCxnSpPr>
        <p:spPr>
          <a:xfrm flipV="1">
            <a:off x="10817105" y="6481919"/>
            <a:ext cx="1559857" cy="2693011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179595-4FCD-48C7-9388-44017C026970}"/>
              </a:ext>
            </a:extLst>
          </p:cNvPr>
          <p:cNvSpPr txBox="1"/>
          <p:nvPr/>
        </p:nvSpPr>
        <p:spPr>
          <a:xfrm>
            <a:off x="8118983" y="9383842"/>
            <a:ext cx="697755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BERT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C1EE4E-210A-4E58-8A9F-44A6ABBD09F5}"/>
              </a:ext>
            </a:extLst>
          </p:cNvPr>
          <p:cNvCxnSpPr>
            <a:cxnSpLocks/>
          </p:cNvCxnSpPr>
          <p:nvPr/>
        </p:nvCxnSpPr>
        <p:spPr>
          <a:xfrm flipH="1" flipV="1">
            <a:off x="2736502" y="6467775"/>
            <a:ext cx="3550647" cy="2579130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FBCA006-2557-4976-B19C-C94ABE27F1BC}"/>
              </a:ext>
            </a:extLst>
          </p:cNvPr>
          <p:cNvCxnSpPr>
            <a:cxnSpLocks/>
          </p:cNvCxnSpPr>
          <p:nvPr/>
        </p:nvCxnSpPr>
        <p:spPr>
          <a:xfrm flipH="1" flipV="1">
            <a:off x="7571885" y="6510217"/>
            <a:ext cx="3245220" cy="2579133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23A86EF-B648-40EC-910D-A82266323B68}"/>
              </a:ext>
            </a:extLst>
          </p:cNvPr>
          <p:cNvCxnSpPr>
            <a:cxnSpLocks/>
          </p:cNvCxnSpPr>
          <p:nvPr/>
        </p:nvCxnSpPr>
        <p:spPr>
          <a:xfrm flipH="1" flipV="1">
            <a:off x="9974424" y="6510217"/>
            <a:ext cx="842682" cy="2579133"/>
          </a:xfrm>
          <a:prstGeom prst="straightConnector1">
            <a:avLst/>
          </a:prstGeom>
          <a:ln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A99888-0579-4790-80B8-8DFB5BF0984A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H="1" flipV="1">
            <a:off x="2762419" y="6481924"/>
            <a:ext cx="5705442" cy="2901918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CA64DB-2E5D-41A2-A7AB-7C291E277359}"/>
              </a:ext>
            </a:extLst>
          </p:cNvPr>
          <p:cNvCxnSpPr>
            <a:cxnSpLocks/>
            <a:stCxn id="3" idx="0"/>
            <a:endCxn id="9" idx="2"/>
          </p:cNvCxnSpPr>
          <p:nvPr/>
        </p:nvCxnSpPr>
        <p:spPr>
          <a:xfrm flipH="1" flipV="1">
            <a:off x="5169347" y="6481922"/>
            <a:ext cx="3298514" cy="290192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EA6A7B-9B47-4003-B82F-2F169FBA7B16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7571886" y="6481921"/>
            <a:ext cx="895975" cy="2901921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70218D4-3F7C-4A30-94DE-64398A6A36BD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8467861" y="6510223"/>
            <a:ext cx="1506559" cy="2873619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E80C461-5C4C-4AE5-8CF9-6FCD8306ABF6}"/>
              </a:ext>
            </a:extLst>
          </p:cNvPr>
          <p:cNvCxnSpPr>
            <a:cxnSpLocks/>
            <a:stCxn id="3" idx="0"/>
            <a:endCxn id="17" idx="2"/>
          </p:cNvCxnSpPr>
          <p:nvPr/>
        </p:nvCxnSpPr>
        <p:spPr>
          <a:xfrm flipV="1">
            <a:off x="8467861" y="6481919"/>
            <a:ext cx="3909101" cy="2901923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395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02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5561BF-6661-4C95-85B0-D8E0419E85A7}"/>
              </a:ext>
            </a:extLst>
          </p:cNvPr>
          <p:cNvSpPr/>
          <p:nvPr/>
        </p:nvSpPr>
        <p:spPr>
          <a:xfrm>
            <a:off x="216421" y="3363623"/>
            <a:ext cx="17323105" cy="4572000"/>
          </a:xfrm>
          <a:prstGeom prst="rect">
            <a:avLst/>
          </a:prstGeom>
          <a:solidFill>
            <a:srgbClr val="598B00">
              <a:alpha val="5098"/>
            </a:srgb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랩 개요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노트북 1, 2, 3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0E1A3-ED34-48DC-8208-491ECBEAFA4A}"/>
              </a:ext>
            </a:extLst>
          </p:cNvPr>
          <p:cNvSpPr/>
          <p:nvPr/>
        </p:nvSpPr>
        <p:spPr>
          <a:xfrm>
            <a:off x="13753652" y="4833502"/>
            <a:ext cx="2308543" cy="18756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머신 러닝 알고리즘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CED2D0-7094-4541-A698-08B4F052945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48443" y="5771355"/>
            <a:ext cx="67394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DA6564-6F42-4982-ADA0-0A4491053730}"/>
              </a:ext>
            </a:extLst>
          </p:cNvPr>
          <p:cNvSpPr txBox="1"/>
          <p:nvPr/>
        </p:nvSpPr>
        <p:spPr>
          <a:xfrm>
            <a:off x="424426" y="5600539"/>
            <a:ext cx="624017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텍스트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A52FF-D777-4030-BACC-0282FA5E9CC6}"/>
              </a:ext>
            </a:extLst>
          </p:cNvPr>
          <p:cNvSpPr/>
          <p:nvPr/>
        </p:nvSpPr>
        <p:spPr>
          <a:xfrm>
            <a:off x="4143499" y="5060784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텍스트 표현</a:t>
            </a:r>
            <a:endParaRPr lang="en-US" sz="1833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CF2A6-6933-4F6D-84FA-4CECD7C258E8}"/>
              </a:ext>
            </a:extLst>
          </p:cNvPr>
          <p:cNvSpPr/>
          <p:nvPr/>
        </p:nvSpPr>
        <p:spPr>
          <a:xfrm>
            <a:off x="1732182" y="5060786"/>
            <a:ext cx="2060473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텍스트 사전 처리</a:t>
            </a:r>
            <a:endParaRPr lang="en-US" sz="183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E7B7C-43E4-42F1-9716-DCCA4D5F22A8}"/>
              </a:ext>
            </a:extLst>
          </p:cNvPr>
          <p:cNvSpPr/>
          <p:nvPr/>
        </p:nvSpPr>
        <p:spPr>
          <a:xfrm>
            <a:off x="6546038" y="5060783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가중치 재부여</a:t>
            </a:r>
            <a:endParaRPr lang="en-US" sz="183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8D89D7-787D-48C3-81BD-2BA0C95C0C8E}"/>
              </a:ext>
            </a:extLst>
          </p:cNvPr>
          <p:cNvSpPr/>
          <p:nvPr/>
        </p:nvSpPr>
        <p:spPr>
          <a:xfrm>
            <a:off x="8948576" y="5060783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차원 축소</a:t>
            </a:r>
            <a:endParaRPr lang="en-US" sz="183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AD401-780A-4120-A23E-B8C00AACDE83}"/>
              </a:ext>
            </a:extLst>
          </p:cNvPr>
          <p:cNvSpPr/>
          <p:nvPr/>
        </p:nvSpPr>
        <p:spPr>
          <a:xfrm>
            <a:off x="11351114" y="5060781"/>
            <a:ext cx="2051695" cy="14211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33"/>
              <a:t>벡터 비교</a:t>
            </a:r>
            <a:endParaRPr lang="en-US" sz="1833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393023-8D60-401A-88C8-32FC3D316C52}"/>
              </a:ext>
            </a:extLst>
          </p:cNvPr>
          <p:cNvSpPr txBox="1"/>
          <p:nvPr/>
        </p:nvSpPr>
        <p:spPr>
          <a:xfrm>
            <a:off x="886793" y="3521094"/>
            <a:ext cx="2312235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문제 공식화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10211C-499C-4709-928A-B4D2C66805F7}"/>
              </a:ext>
            </a:extLst>
          </p:cNvPr>
          <p:cNvCxnSpPr>
            <a:cxnSpLocks/>
          </p:cNvCxnSpPr>
          <p:nvPr/>
        </p:nvCxnSpPr>
        <p:spPr>
          <a:xfrm>
            <a:off x="3736802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059A85-487A-4C7B-AE9E-BBA1C93076BA}"/>
              </a:ext>
            </a:extLst>
          </p:cNvPr>
          <p:cNvCxnSpPr>
            <a:cxnSpLocks/>
          </p:cNvCxnSpPr>
          <p:nvPr/>
        </p:nvCxnSpPr>
        <p:spPr>
          <a:xfrm>
            <a:off x="6080096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4CAA0E-C676-43D0-A28C-295095A81CCD}"/>
              </a:ext>
            </a:extLst>
          </p:cNvPr>
          <p:cNvCxnSpPr>
            <a:cxnSpLocks/>
          </p:cNvCxnSpPr>
          <p:nvPr/>
        </p:nvCxnSpPr>
        <p:spPr>
          <a:xfrm>
            <a:off x="8482634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8123A3-764A-4D01-B3A6-31BC6928971B}"/>
              </a:ext>
            </a:extLst>
          </p:cNvPr>
          <p:cNvCxnSpPr>
            <a:cxnSpLocks/>
          </p:cNvCxnSpPr>
          <p:nvPr/>
        </p:nvCxnSpPr>
        <p:spPr>
          <a:xfrm>
            <a:off x="11000271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7A1914-BE7A-4E00-8D90-14A56C8F5EC2}"/>
              </a:ext>
            </a:extLst>
          </p:cNvPr>
          <p:cNvCxnSpPr>
            <a:cxnSpLocks/>
          </p:cNvCxnSpPr>
          <p:nvPr/>
        </p:nvCxnSpPr>
        <p:spPr>
          <a:xfrm>
            <a:off x="13402809" y="5771355"/>
            <a:ext cx="4659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B5CEEE3-A6BF-4A4D-843A-D4BCD17FF868}"/>
              </a:ext>
            </a:extLst>
          </p:cNvPr>
          <p:cNvSpPr txBox="1"/>
          <p:nvPr/>
        </p:nvSpPr>
        <p:spPr>
          <a:xfrm>
            <a:off x="5789783" y="2815154"/>
            <a:ext cx="6862715" cy="55393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3333">
                <a:solidFill>
                  <a:schemeClr val="tx2">
                    <a:lumMod val="75000"/>
                  </a:schemeClr>
                </a:solidFill>
              </a:rPr>
              <a:t>텍스트 분류</a:t>
            </a:r>
            <a:endParaRPr lang="en-US" sz="3333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A01C27-479C-47E7-BB48-2BC96EFF7951}"/>
              </a:ext>
            </a:extLst>
          </p:cNvPr>
          <p:cNvSpPr/>
          <p:nvPr/>
        </p:nvSpPr>
        <p:spPr>
          <a:xfrm>
            <a:off x="1550938" y="4441899"/>
            <a:ext cx="11997795" cy="5003782"/>
          </a:xfrm>
          <a:prstGeom prst="rect">
            <a:avLst/>
          </a:prstGeom>
          <a:solidFill>
            <a:srgbClr val="598B00">
              <a:alpha val="5098"/>
            </a:srgb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5F85E2-89FF-4719-95A2-8A6B8245B2C9}"/>
              </a:ext>
            </a:extLst>
          </p:cNvPr>
          <p:cNvSpPr txBox="1"/>
          <p:nvPr/>
        </p:nvSpPr>
        <p:spPr>
          <a:xfrm>
            <a:off x="5973001" y="8962810"/>
            <a:ext cx="2488309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고정된 사전 트레이닝된 BERT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569672-2B33-442D-998A-CF91EB50686D}"/>
              </a:ext>
            </a:extLst>
          </p:cNvPr>
          <p:cNvSpPr/>
          <p:nvPr/>
        </p:nvSpPr>
        <p:spPr>
          <a:xfrm>
            <a:off x="13651969" y="4441897"/>
            <a:ext cx="2504222" cy="5003782"/>
          </a:xfrm>
          <a:prstGeom prst="rect">
            <a:avLst/>
          </a:prstGeom>
          <a:solidFill>
            <a:srgbClr val="598B00">
              <a:alpha val="5098"/>
            </a:srgb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D8C056-0EB1-4F8A-A183-4676B035A10B}"/>
              </a:ext>
            </a:extLst>
          </p:cNvPr>
          <p:cNvSpPr txBox="1"/>
          <p:nvPr/>
        </p:nvSpPr>
        <p:spPr>
          <a:xfrm>
            <a:off x="13806549" y="8596519"/>
            <a:ext cx="2247858" cy="7387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667">
                <a:solidFill>
                  <a:schemeClr val="bg1"/>
                </a:solidFill>
              </a:rPr>
              <a:t>작업:</a:t>
            </a:r>
          </a:p>
          <a:p>
            <a:pPr algn="ctr">
              <a:lnSpc>
                <a:spcPct val="90000"/>
              </a:lnSpc>
            </a:pPr>
            <a:r>
              <a:rPr lang="en-GB" sz="2000">
                <a:solidFill>
                  <a:schemeClr val="bg1"/>
                </a:solidFill>
              </a:rPr>
              <a:t>텍스트 분류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663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984236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/>
              <a:t>더욱 거대한 모델로의 가능성 및 필요성</a:t>
            </a:r>
            <a:endParaRPr lang="en-GB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449814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78" y="752619"/>
            <a:ext cx="16626840" cy="984885"/>
          </a:xfrm>
        </p:spPr>
        <p:txBody>
          <a:bodyPr/>
          <a:lstStyle/>
          <a:p>
            <a:r>
              <a:rPr lang="en-GB" sz="4667"/>
              <a:t>양방향 트랜스포머(BERT)</a:t>
            </a:r>
            <a:endParaRPr lang="en-US" sz="4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578" y="1593127"/>
            <a:ext cx="16626840" cy="875772"/>
          </a:xfrm>
        </p:spPr>
        <p:txBody>
          <a:bodyPr/>
          <a:lstStyle/>
          <a:p>
            <a:r>
              <a:rPr lang="en-GB" dirty="0"/>
              <a:t>Base vs Large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Devlin, J., Chang, M. W., Lee, K., 및 Toutanova, K. (2018). Bert: Pre-training of deep bidirectional transformers for language understanding. arXiv preprint arXiv:1810.04805.</a:t>
            </a:r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3CBDF-7085-4E6E-8C65-64BE23EE73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457" y="3119703"/>
            <a:ext cx="11449087" cy="47524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4A67DF-C8CD-4A58-B4E0-E979FAD04DE0}"/>
              </a:ext>
            </a:extLst>
          </p:cNvPr>
          <p:cNvCxnSpPr/>
          <p:nvPr/>
        </p:nvCxnSpPr>
        <p:spPr>
          <a:xfrm>
            <a:off x="2477246" y="4677879"/>
            <a:ext cx="1195295" cy="58569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9711E9-4702-4E70-91C8-57D1214A89F4}"/>
              </a:ext>
            </a:extLst>
          </p:cNvPr>
          <p:cNvCxnSpPr>
            <a:cxnSpLocks/>
          </p:cNvCxnSpPr>
          <p:nvPr/>
        </p:nvCxnSpPr>
        <p:spPr>
          <a:xfrm flipV="1">
            <a:off x="2477248" y="5702123"/>
            <a:ext cx="1195295" cy="58569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523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67"/>
              <a:t>GPT-2</a:t>
            </a:r>
            <a:endParaRPr lang="en-US" sz="4667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53FCF-20B7-4C38-BD36-15A8735D82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3333" dirty="0" err="1"/>
              <a:t>대체로</a:t>
            </a:r>
            <a:r>
              <a:rPr lang="en-GB" sz="3333" dirty="0"/>
              <a:t> </a:t>
            </a:r>
            <a:r>
              <a:rPr lang="ko-KR" altLang="en-US" sz="3333" dirty="0"/>
              <a:t>유사하지만 차별점</a:t>
            </a:r>
            <a:r>
              <a:rPr lang="en-GB" sz="3333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 err="1"/>
              <a:t>모든</a:t>
            </a:r>
            <a:r>
              <a:rPr lang="en-GB" sz="3000" dirty="0"/>
              <a:t> </a:t>
            </a:r>
            <a:r>
              <a:rPr lang="en-GB" sz="3000" dirty="0" err="1"/>
              <a:t>면에서</a:t>
            </a:r>
            <a:r>
              <a:rPr lang="en-GB" sz="3000" dirty="0"/>
              <a:t> 더 큼: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667" dirty="0"/>
              <a:t>더 </a:t>
            </a:r>
            <a:r>
              <a:rPr lang="en-GB" sz="2667" dirty="0" err="1"/>
              <a:t>많은</a:t>
            </a:r>
            <a:r>
              <a:rPr lang="en-GB" sz="2667" dirty="0"/>
              <a:t> </a:t>
            </a:r>
            <a:r>
              <a:rPr lang="en-GB" sz="2667" dirty="0" err="1"/>
              <a:t>디코더</a:t>
            </a:r>
            <a:r>
              <a:rPr lang="en-GB" sz="2667" dirty="0"/>
              <a:t> </a:t>
            </a:r>
            <a:r>
              <a:rPr lang="en-GB" sz="2667" dirty="0" err="1"/>
              <a:t>레이어</a:t>
            </a:r>
            <a:r>
              <a:rPr lang="en-GB" sz="2667" dirty="0"/>
              <a:t>: 12-&gt;48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667" dirty="0"/>
              <a:t>더 </a:t>
            </a:r>
            <a:r>
              <a:rPr lang="en-GB" sz="2667" dirty="0" err="1"/>
              <a:t>많은</a:t>
            </a:r>
            <a:r>
              <a:rPr lang="en-GB" sz="2667" dirty="0"/>
              <a:t> </a:t>
            </a:r>
            <a:r>
              <a:rPr lang="en-GB" sz="2667" dirty="0" err="1"/>
              <a:t>어휘</a:t>
            </a:r>
            <a:r>
              <a:rPr lang="en-GB" sz="2667" dirty="0"/>
              <a:t>: 50,257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667" dirty="0"/>
              <a:t>더 </a:t>
            </a:r>
            <a:r>
              <a:rPr lang="en-GB" sz="2667" dirty="0" err="1"/>
              <a:t>많은</a:t>
            </a:r>
            <a:r>
              <a:rPr lang="en-GB" sz="2667" dirty="0"/>
              <a:t> </a:t>
            </a:r>
            <a:r>
              <a:rPr lang="en-GB" sz="2667" dirty="0" err="1"/>
              <a:t>맥락</a:t>
            </a:r>
            <a:r>
              <a:rPr lang="en-GB" sz="2667" dirty="0"/>
              <a:t>: 512 -&gt; 1024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667" dirty="0"/>
              <a:t>더 큰 </a:t>
            </a:r>
            <a:r>
              <a:rPr lang="en-GB" sz="2667" dirty="0" err="1"/>
              <a:t>배치</a:t>
            </a:r>
            <a:endParaRPr lang="en-GB" sz="2667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 err="1"/>
              <a:t>레이어</a:t>
            </a:r>
            <a:r>
              <a:rPr lang="en-GB" sz="3000" dirty="0"/>
              <a:t> </a:t>
            </a:r>
            <a:r>
              <a:rPr lang="en-GB" sz="3000" dirty="0" err="1"/>
              <a:t>정규화</a:t>
            </a:r>
            <a:r>
              <a:rPr lang="en-GB" sz="3000" dirty="0"/>
              <a:t> </a:t>
            </a:r>
            <a:r>
              <a:rPr lang="en-GB" sz="3000" dirty="0" err="1"/>
              <a:t>변경</a:t>
            </a:r>
            <a:endParaRPr lang="en-GB" sz="3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 err="1"/>
              <a:t>다른</a:t>
            </a:r>
            <a:r>
              <a:rPr lang="en-GB" sz="3000" dirty="0"/>
              <a:t> </a:t>
            </a:r>
            <a:r>
              <a:rPr lang="en-GB" sz="3000" dirty="0" err="1"/>
              <a:t>초기화</a:t>
            </a:r>
            <a:r>
              <a:rPr lang="en-GB" sz="3000" dirty="0"/>
              <a:t> </a:t>
            </a:r>
            <a:r>
              <a:rPr lang="en-GB" sz="3000" dirty="0" err="1"/>
              <a:t>방식</a:t>
            </a:r>
            <a:endParaRPr lang="en-GB" sz="3000" dirty="0"/>
          </a:p>
          <a:p>
            <a:endParaRPr lang="en-US" sz="3333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F9177B-5F1B-413B-BF5B-5EE829EBE2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28754" y="4442234"/>
            <a:ext cx="7324185" cy="324126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GPT </a:t>
            </a:r>
            <a:r>
              <a:rPr lang="en-US" dirty="0"/>
              <a:t>vs</a:t>
            </a:r>
            <a:r>
              <a:rPr lang="en-GB" dirty="0"/>
              <a:t> GPT-2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Wu, J., Child, R., Luan, D., Amodei, D., 및 Sutskever, I. (2019). Language models are unsupervised multitask learners. OpenAI Blog, 1(8), 9.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27368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67"/>
              <a:t>GPT-2</a:t>
            </a:r>
            <a:endParaRPr lang="en-US" sz="4667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8FBA6A-6B12-4926-AE21-0FC7E131CD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792" y="4137511"/>
            <a:ext cx="8241772" cy="491975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Impact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Radford, A., Wu, J., Child, R., Luan, D., Amodei, D., 및 Sutskever, I. (2019). Language models are unsupervised multitask learners. OpenAI Blog, 1(8), 9.</a:t>
            </a:r>
            <a:endParaRPr lang="en-US" sz="100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F978488-1BCD-49F5-AFE6-5A921578A6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2450" y="4128806"/>
            <a:ext cx="8167747" cy="493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148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dirty="0"/>
              <a:t>클수록 더 좋습니다</a:t>
            </a:r>
            <a:r>
              <a:rPr lang="en-US" altLang="ko-KR" sz="5400" dirty="0"/>
              <a:t>.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543362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Roberta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Robust</a:t>
            </a:r>
            <a:r>
              <a:rPr lang="ko-KR" altLang="en-US" dirty="0"/>
              <a:t>하게 </a:t>
            </a:r>
            <a:r>
              <a:rPr lang="en-US" dirty="0" err="1"/>
              <a:t>최적화된</a:t>
            </a:r>
            <a:r>
              <a:rPr lang="en-US" dirty="0"/>
              <a:t> BERT </a:t>
            </a:r>
            <a:r>
              <a:rPr lang="en-US" dirty="0" err="1"/>
              <a:t>사전</a:t>
            </a:r>
            <a:r>
              <a:rPr lang="en-US" dirty="0"/>
              <a:t> </a:t>
            </a:r>
            <a:r>
              <a:rPr lang="en-US" dirty="0" err="1"/>
              <a:t>트레이닝</a:t>
            </a:r>
            <a:r>
              <a:rPr lang="en-US" dirty="0"/>
              <a:t> </a:t>
            </a:r>
            <a:r>
              <a:rPr lang="en-US" dirty="0" err="1"/>
              <a:t>접근</a:t>
            </a:r>
            <a:r>
              <a:rPr lang="en-US" dirty="0"/>
              <a:t> </a:t>
            </a:r>
            <a:r>
              <a:rPr lang="en-US" dirty="0" err="1"/>
              <a:t>방식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59432-DD90-499F-B7D9-1AE0B4BBE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아이디어</a:t>
            </a:r>
            <a:r>
              <a:rPr lang="en-US" dirty="0"/>
              <a:t> </a:t>
            </a:r>
            <a:r>
              <a:rPr lang="en-US" dirty="0" err="1"/>
              <a:t>단순화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더 큰 </a:t>
            </a:r>
            <a:r>
              <a:rPr lang="en-US" dirty="0" err="1"/>
              <a:t>배치로</a:t>
            </a:r>
            <a:r>
              <a:rPr lang="en-US" dirty="0"/>
              <a:t> 더 </a:t>
            </a:r>
            <a:r>
              <a:rPr lang="en-US" dirty="0" err="1"/>
              <a:t>많은</a:t>
            </a:r>
            <a:r>
              <a:rPr lang="en-US" dirty="0"/>
              <a:t> </a:t>
            </a:r>
            <a:r>
              <a:rPr lang="en-US" dirty="0" err="1"/>
              <a:t>데이터에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더 </a:t>
            </a:r>
            <a:r>
              <a:rPr lang="en-US" dirty="0" err="1"/>
              <a:t>오래</a:t>
            </a:r>
            <a:r>
              <a:rPr lang="en-US" dirty="0"/>
              <a:t> </a:t>
            </a:r>
            <a:r>
              <a:rPr lang="en-US" dirty="0" err="1"/>
              <a:t>트레이닝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다음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예측</a:t>
            </a:r>
            <a:r>
              <a:rPr lang="en-US" dirty="0"/>
              <a:t>’ </a:t>
            </a:r>
            <a:r>
              <a:rPr lang="en-US" dirty="0" err="1"/>
              <a:t>제거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더 긴 </a:t>
            </a:r>
            <a:r>
              <a:rPr lang="en-US" dirty="0" err="1"/>
              <a:t>문장에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트레이닝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트레이닝</a:t>
            </a:r>
            <a:r>
              <a:rPr lang="en-US" dirty="0"/>
              <a:t> </a:t>
            </a:r>
            <a:r>
              <a:rPr lang="en-US" dirty="0" err="1"/>
              <a:t>데이터에</a:t>
            </a:r>
            <a:r>
              <a:rPr lang="en-US" dirty="0"/>
              <a:t> </a:t>
            </a:r>
            <a:r>
              <a:rPr lang="en-US" dirty="0" err="1"/>
              <a:t>적용된</a:t>
            </a:r>
            <a:r>
              <a:rPr lang="en-US" dirty="0"/>
              <a:t> </a:t>
            </a:r>
            <a:r>
              <a:rPr lang="en-US" dirty="0" err="1"/>
              <a:t>마스킹</a:t>
            </a:r>
            <a:r>
              <a:rPr lang="en-US" dirty="0"/>
              <a:t> </a:t>
            </a:r>
            <a:r>
              <a:rPr lang="en-US" dirty="0" err="1"/>
              <a:t>패턴을</a:t>
            </a:r>
            <a:r>
              <a:rPr lang="en-US" dirty="0"/>
              <a:t> </a:t>
            </a:r>
            <a:r>
              <a:rPr lang="en-US" dirty="0" err="1"/>
              <a:t>동적으로</a:t>
            </a:r>
            <a:r>
              <a:rPr lang="en-US" dirty="0"/>
              <a:t> </a:t>
            </a:r>
            <a:r>
              <a:rPr lang="en-US" dirty="0" err="1"/>
              <a:t>변경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9B9E6-289D-45DD-8FAF-F496BC2438E1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Liu, Y., Ott, M., Goyal, N., Du, J., Joshi, M., Chen, D., ... 및 Stoyanov, V. (2019). Roberta: A robustly optimized bert pretraining approach. arXiv preprint arXiv:1907.11692.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285209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Roberta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데이터세트 크기 증가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D5170-2A62-4483-B955-F6B15F031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75" y="4909998"/>
            <a:ext cx="16581120" cy="1440005"/>
          </a:xfrm>
        </p:spPr>
        <p:txBody>
          <a:bodyPr/>
          <a:lstStyle/>
          <a:p>
            <a:pPr marL="0" indent="0" algn="ctr">
              <a:buNone/>
            </a:pPr>
            <a:r>
              <a:rPr lang="en-GB" sz="7333"/>
              <a:t>16GB -&gt; 160GB</a:t>
            </a:r>
            <a:endParaRPr lang="en-US" sz="733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A1F5F5-A2BA-4600-8B58-87428B072723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Liu, Y., Ott, M., Goyal, N., Du, J., Joshi, M., Chen, D., ... 및 Stoyanov, V. (2019). Roberta: A robustly optimized bert pretraining approach. arXiv preprint arXiv:1907.11692.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66425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AB302C-A0B3-4BC0-96AC-C1F14EE5F3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5388" y="3845172"/>
            <a:ext cx="8584820" cy="50109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16B12A-95D6-4551-89B0-A417C292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RoBerta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9DBD69-5E44-4D72-8101-DA6DDCE0E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3845174"/>
            <a:ext cx="9681950" cy="50109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AE35-DCCE-4A76-B6FA-ED6740D832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결과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C94B2-CE77-4260-B0B8-7813EC97A372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Liu, Y., Ott, M., Goyal, N., Du, J., Joshi, M., Chen, D., ... 및 Stoyanov, V. (2019). Roberta: A robustly optimized bert pretraining approach. arXiv preprint arXiv:1907.11692.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817025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B12A-95D6-4551-89B0-A417C292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RoBerta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AE35-DCCE-4A76-B6FA-ED6740D832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결과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015B76-659F-44A0-AAAE-A9E921597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0807" y="3505731"/>
            <a:ext cx="11562262" cy="61965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840C10-6C88-43E5-963C-DFC080876205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Liu, Y., Ott, M., Goyal, N., Du, J., Joshi, M., Chen, D., ... 및 Stoyanov, V. (2019). Roberta: A robustly optimized bert pretraining approach. arXiv preprint arXiv:1907.11692.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00246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A89F8-2DB2-42B8-BE1A-B03FFAE4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Roberta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C1E4-1A32-4513-AFA5-744DC670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5984" y="4794250"/>
            <a:ext cx="10916033" cy="2730500"/>
          </a:xfrm>
        </p:spPr>
        <p:txBody>
          <a:bodyPr/>
          <a:lstStyle/>
          <a:p>
            <a:pPr marL="0" indent="0" algn="just">
              <a:buNone/>
            </a:pPr>
            <a:r>
              <a:rPr lang="en-US" i="1"/>
              <a:t>"우리는 가장 오래 트레이닝된 모델조차도 데이터에 과적합해 보이지 않으며 추가 트레이닝의 이점을 얻을 수 있다는 점을 알고 있습니다."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51FB-7152-47CB-90CF-A03B7EC78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추가</a:t>
            </a:r>
            <a:r>
              <a:rPr lang="en-GB" dirty="0"/>
              <a:t> </a:t>
            </a:r>
            <a:r>
              <a:rPr lang="en-GB" dirty="0" err="1"/>
              <a:t>관찰</a:t>
            </a:r>
            <a:r>
              <a:rPr lang="en-GB" dirty="0"/>
              <a:t> </a:t>
            </a:r>
            <a:r>
              <a:rPr lang="ko-KR" altLang="en-US" dirty="0"/>
              <a:t>내용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8EA58-DCF1-48AD-A435-81DABC3B004F}"/>
              </a:ext>
            </a:extLst>
          </p:cNvPr>
          <p:cNvSpPr/>
          <p:nvPr/>
        </p:nvSpPr>
        <p:spPr>
          <a:xfrm>
            <a:off x="0" y="997922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Liu, Y., Ott, M., Goyal, N., Du, J., Joshi, M., Chen, D., ... 및 Stoyanov, V. (2019). Roberta: A robustly optimized bert pretraining approach. arXiv preprint arXiv:1907.11692.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7932662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 err="1"/>
              <a:t>훨씬</a:t>
            </a:r>
            <a:r>
              <a:rPr lang="en-GB" sz="4800" dirty="0"/>
              <a:t> 더 큰 </a:t>
            </a:r>
            <a:r>
              <a:rPr lang="en-GB" sz="4800" dirty="0" err="1"/>
              <a:t>모델이</a:t>
            </a:r>
            <a:r>
              <a:rPr lang="en-GB" sz="4800" dirty="0"/>
              <a:t> </a:t>
            </a:r>
            <a:r>
              <a:rPr lang="en-GB" sz="4800" dirty="0" err="1"/>
              <a:t>필요합니다</a:t>
            </a:r>
            <a:r>
              <a:rPr lang="en-GB" sz="4800" dirty="0"/>
              <a:t>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642681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667"/>
            </a:br>
            <a:r>
              <a:rPr lang="en-GB" sz="4667"/>
              <a:t>Transformer XL(Extra Long)</a:t>
            </a:r>
            <a:endParaRPr lang="en-US" sz="4667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53FCF-20B7-4C38-BD36-15A8735D8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511" y="2949414"/>
            <a:ext cx="7352982" cy="6155868"/>
          </a:xfrm>
        </p:spPr>
        <p:txBody>
          <a:bodyPr/>
          <a:lstStyle/>
          <a:p>
            <a:pPr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3333" dirty="0" err="1"/>
              <a:t>문제</a:t>
            </a:r>
            <a:r>
              <a:rPr lang="en-GB" sz="3333" dirty="0"/>
              <a:t>:</a:t>
            </a:r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 dirty="0" err="1"/>
              <a:t>고정</a:t>
            </a:r>
            <a:r>
              <a:rPr lang="en-GB" sz="2667" dirty="0"/>
              <a:t> </a:t>
            </a:r>
            <a:r>
              <a:rPr lang="en-GB" sz="2667" dirty="0" err="1"/>
              <a:t>길이</a:t>
            </a:r>
            <a:r>
              <a:rPr lang="en-GB" sz="2667" dirty="0"/>
              <a:t> </a:t>
            </a:r>
            <a:r>
              <a:rPr lang="en-GB" sz="2667" dirty="0" err="1"/>
              <a:t>맥락이</a:t>
            </a:r>
            <a:r>
              <a:rPr lang="en-GB" sz="2667" dirty="0"/>
              <a:t> </a:t>
            </a:r>
            <a:r>
              <a:rPr lang="en-GB" sz="2667" dirty="0" err="1"/>
              <a:t>의미론적</a:t>
            </a:r>
            <a:r>
              <a:rPr lang="en-GB" sz="2667" dirty="0"/>
              <a:t> </a:t>
            </a:r>
            <a:r>
              <a:rPr lang="en-GB" sz="2667" dirty="0" err="1"/>
              <a:t>경계</a:t>
            </a:r>
            <a:r>
              <a:rPr lang="en-GB" sz="2667" dirty="0"/>
              <a:t>(semantic boundary)를 </a:t>
            </a:r>
            <a:r>
              <a:rPr lang="en-GB" sz="2667" dirty="0" err="1"/>
              <a:t>지키지</a:t>
            </a:r>
            <a:r>
              <a:rPr lang="en-GB" sz="2667" dirty="0"/>
              <a:t> </a:t>
            </a:r>
            <a:r>
              <a:rPr lang="en-GB" sz="2667" dirty="0" err="1"/>
              <a:t>않음</a:t>
            </a:r>
            <a:endParaRPr lang="en-GB" sz="2667" dirty="0"/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 dirty="0"/>
              <a:t>더 긴 </a:t>
            </a:r>
            <a:r>
              <a:rPr lang="en-GB" sz="2667" dirty="0" err="1"/>
              <a:t>종속성을</a:t>
            </a:r>
            <a:r>
              <a:rPr lang="en-GB" sz="2667" dirty="0"/>
              <a:t> </a:t>
            </a:r>
            <a:r>
              <a:rPr lang="en-GB" sz="2667" dirty="0" err="1"/>
              <a:t>학습할</a:t>
            </a:r>
            <a:r>
              <a:rPr lang="en-GB" sz="2667" dirty="0"/>
              <a:t> 수 </a:t>
            </a:r>
            <a:r>
              <a:rPr lang="en-GB" sz="2667" dirty="0" err="1"/>
              <a:t>없음</a:t>
            </a:r>
            <a:endParaRPr lang="en-GB" sz="2667" dirty="0"/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667" dirty="0" err="1"/>
              <a:t>실행</a:t>
            </a:r>
            <a:r>
              <a:rPr lang="en-GB" sz="2667" dirty="0"/>
              <a:t> </a:t>
            </a:r>
            <a:r>
              <a:rPr lang="en-GB" sz="2667" dirty="0" err="1"/>
              <a:t>속도가</a:t>
            </a:r>
            <a:r>
              <a:rPr lang="en-GB" sz="2667" dirty="0"/>
              <a:t> </a:t>
            </a:r>
            <a:r>
              <a:rPr lang="en-GB" sz="2667" dirty="0" err="1"/>
              <a:t>비교적</a:t>
            </a:r>
            <a:r>
              <a:rPr lang="en-GB" sz="2667" dirty="0"/>
              <a:t> </a:t>
            </a:r>
            <a:r>
              <a:rPr lang="en-GB" sz="2667" dirty="0" err="1"/>
              <a:t>느림</a:t>
            </a:r>
            <a:endParaRPr lang="en-GB" sz="2667" dirty="0"/>
          </a:p>
          <a:p>
            <a:pPr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3333" dirty="0" err="1"/>
              <a:t>솔루션</a:t>
            </a:r>
            <a:r>
              <a:rPr lang="en-GB" sz="3333" dirty="0"/>
              <a:t>(Transformer XL):</a:t>
            </a:r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333" dirty="0" err="1"/>
              <a:t>세그먼트</a:t>
            </a:r>
            <a:r>
              <a:rPr lang="en-GB" sz="2333" dirty="0"/>
              <a:t> </a:t>
            </a:r>
            <a:r>
              <a:rPr lang="en-GB" sz="2333" dirty="0" err="1"/>
              <a:t>수준</a:t>
            </a:r>
            <a:r>
              <a:rPr lang="en-GB" sz="2333" dirty="0"/>
              <a:t> </a:t>
            </a:r>
            <a:r>
              <a:rPr lang="en-GB" sz="2333" dirty="0" err="1"/>
              <a:t>순환</a:t>
            </a:r>
            <a:r>
              <a:rPr lang="en-GB" sz="2333" dirty="0"/>
              <a:t> </a:t>
            </a:r>
            <a:r>
              <a:rPr lang="en-GB" sz="2333" dirty="0" err="1"/>
              <a:t>메커니즘</a:t>
            </a:r>
            <a:endParaRPr lang="en-GB" sz="2333" dirty="0"/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333" dirty="0" err="1"/>
              <a:t>포지셔널</a:t>
            </a:r>
            <a:r>
              <a:rPr lang="en-GB" sz="2333" dirty="0"/>
              <a:t> </a:t>
            </a:r>
            <a:r>
              <a:rPr lang="en-GB" sz="2333" dirty="0" err="1"/>
              <a:t>인코딩</a:t>
            </a:r>
            <a:r>
              <a:rPr lang="en-GB" sz="2333" dirty="0"/>
              <a:t> </a:t>
            </a:r>
            <a:r>
              <a:rPr lang="en-GB" sz="2333" dirty="0" err="1"/>
              <a:t>방식</a:t>
            </a:r>
            <a:endParaRPr lang="en-GB" sz="2333" dirty="0"/>
          </a:p>
          <a:p>
            <a:pPr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3333" dirty="0" err="1"/>
              <a:t>결과</a:t>
            </a:r>
            <a:r>
              <a:rPr lang="en-GB" sz="3333" dirty="0"/>
              <a:t>:</a:t>
            </a:r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333" dirty="0" err="1"/>
              <a:t>RNN보다</a:t>
            </a:r>
            <a:r>
              <a:rPr lang="en-GB" sz="2333" dirty="0"/>
              <a:t> 80% 더 긴 </a:t>
            </a:r>
            <a:r>
              <a:rPr lang="en-GB" sz="2333" dirty="0" err="1"/>
              <a:t>종속성과</a:t>
            </a:r>
            <a:r>
              <a:rPr lang="en-GB" sz="2333" dirty="0"/>
              <a:t> </a:t>
            </a:r>
            <a:r>
              <a:rPr lang="en-GB" sz="2333" dirty="0" err="1"/>
              <a:t>트랜스포머보다</a:t>
            </a:r>
            <a:r>
              <a:rPr lang="en-GB" sz="2333" dirty="0"/>
              <a:t> 450% 더 긴 </a:t>
            </a:r>
            <a:r>
              <a:rPr lang="en-GB" sz="2333" dirty="0" err="1"/>
              <a:t>종속성</a:t>
            </a:r>
            <a:r>
              <a:rPr lang="en-GB" sz="2333" dirty="0"/>
              <a:t> </a:t>
            </a:r>
            <a:r>
              <a:rPr lang="en-GB" sz="2333" dirty="0" err="1"/>
              <a:t>학습</a:t>
            </a:r>
            <a:endParaRPr lang="en-GB" sz="2333" dirty="0"/>
          </a:p>
          <a:p>
            <a:pPr lvl="1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333" dirty="0" err="1"/>
              <a:t>바닐라</a:t>
            </a:r>
            <a:r>
              <a:rPr lang="en-GB" sz="2333" dirty="0"/>
              <a:t> </a:t>
            </a:r>
            <a:r>
              <a:rPr lang="en-GB" sz="2333" dirty="0" err="1"/>
              <a:t>트랜스포머보다</a:t>
            </a:r>
            <a:r>
              <a:rPr lang="en-GB" sz="2333" dirty="0"/>
              <a:t> </a:t>
            </a:r>
            <a:r>
              <a:rPr lang="en-GB" sz="2333" dirty="0" err="1"/>
              <a:t>최대</a:t>
            </a:r>
            <a:r>
              <a:rPr lang="en-GB" sz="2333" dirty="0"/>
              <a:t> 1,800배 </a:t>
            </a:r>
            <a:r>
              <a:rPr lang="en-GB" sz="2333" dirty="0" err="1"/>
              <a:t>빠름</a:t>
            </a:r>
            <a:endParaRPr lang="en-GB" sz="2333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트랜스포머 아키텍처의 문제점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Dai, Z., Yang, Z., Yang, Y., Carbonell, J., Le, Q. V., 및 Salakhutdinov, R. (2019). Transformer-xl: Attentive language models beyond a fixed-length context. arXiv preprint arXiv:1901.02860.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4859B0-9507-4D16-B0E1-4C2C4C0B74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6827" y="6134973"/>
            <a:ext cx="10267663" cy="286377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D6C03D0-E5F8-46B3-A831-64C5CA249A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588" y="2949413"/>
            <a:ext cx="10302885" cy="29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11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667"/>
            </a:br>
            <a:r>
              <a:rPr lang="en-GB" sz="4667"/>
              <a:t>BERT의 문제점</a:t>
            </a:r>
            <a:endParaRPr lang="en-US" sz="4667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53FCF-20B7-4C38-BD36-15A8735D8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50" y="3505060"/>
            <a:ext cx="16581120" cy="4682720"/>
          </a:xfrm>
        </p:spPr>
        <p:txBody>
          <a:bodyPr/>
          <a:lstStyle/>
          <a:p>
            <a:pPr marL="476260" indent="-47626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/>
              <a:t> 사전 트레이닝 중에 사용된 [MASK] 토큰이 파인튜닝 중에는 사용되지 않음</a:t>
            </a:r>
          </a:p>
          <a:p>
            <a:pPr marL="476260" indent="-47626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/>
              <a:t> BERT는 모델이 종속성을 학습하도록 강제하지 않고 개별 [MASK] 토큰에 대한 예측을 독립적으로 생성함</a:t>
            </a:r>
          </a:p>
          <a:p>
            <a:pPr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333"/>
          </a:p>
          <a:p>
            <a:pPr>
              <a:spcBef>
                <a:spcPts val="1000"/>
              </a:spcBef>
              <a:spcAft>
                <a:spcPts val="0"/>
              </a:spcAft>
            </a:pPr>
            <a:endParaRPr lang="en-US" sz="2667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마스킹 및 독립적 예측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40232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9DC7EA0-2AA9-4CE2-84E0-B2B884C763FF}"/>
              </a:ext>
            </a:extLst>
          </p:cNvPr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72352" y="4437063"/>
            <a:ext cx="8940092" cy="340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67" err="1"/>
              <a:t>XLNet</a:t>
            </a:r>
            <a:endParaRPr lang="en-US" sz="4667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53FCF-20B7-4C38-BD36-15A8735D8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580" y="3519436"/>
            <a:ext cx="8662670" cy="6155868"/>
          </a:xfrm>
        </p:spPr>
        <p:txBody>
          <a:bodyPr/>
          <a:lstStyle/>
          <a:p>
            <a:pPr marL="762015" indent="-762015">
              <a:buFont typeface="+mj-lt"/>
              <a:buAutoNum type="arabicPeriod"/>
            </a:pPr>
            <a:r>
              <a:rPr lang="en-GB" sz="3333" dirty="0" err="1"/>
              <a:t>트랜스포머 -&gt; TransformerXL</a:t>
            </a:r>
            <a:endParaRPr lang="en-GB" sz="3333" dirty="0"/>
          </a:p>
          <a:p>
            <a:pPr marL="762015" indent="-762015">
              <a:buFont typeface="+mj-lt"/>
              <a:buAutoNum type="arabicPeriod"/>
            </a:pPr>
            <a:r>
              <a:rPr lang="en-GB" sz="3000" dirty="0"/>
              <a:t>TransformerXL은 기본적으로 적용되지 않으며 채택해야 함</a:t>
            </a:r>
          </a:p>
          <a:p>
            <a:pPr marL="762015" indent="-762015">
              <a:buFont typeface="+mj-lt"/>
              <a:buAutoNum type="arabicPeriod"/>
            </a:pPr>
            <a:r>
              <a:rPr lang="en-US" sz="3333" dirty="0"/>
              <a:t>"</a:t>
            </a:r>
            <a:r>
              <a:rPr lang="en-US" sz="3333" dirty="0" err="1"/>
              <a:t>분해</a:t>
            </a:r>
            <a:r>
              <a:rPr lang="en-US" sz="3333" dirty="0"/>
              <a:t> (Factorization) </a:t>
            </a:r>
            <a:r>
              <a:rPr lang="en-US" sz="3333" dirty="0" err="1"/>
              <a:t>순서의</a:t>
            </a:r>
            <a:r>
              <a:rPr lang="en-US" sz="3333" dirty="0"/>
              <a:t> 가능한 </a:t>
            </a:r>
            <a:r>
              <a:rPr lang="en-US" sz="3333" dirty="0" err="1"/>
              <a:t>모든</a:t>
            </a:r>
            <a:r>
              <a:rPr lang="en-US" sz="3333" dirty="0"/>
              <a:t> 순</a:t>
            </a:r>
            <a:r>
              <a:rPr lang="ko-KR" altLang="en-US" sz="3333" dirty="0"/>
              <a:t>열 </a:t>
            </a:r>
            <a:r>
              <a:rPr lang="en-US" altLang="ko-KR" sz="3333" dirty="0"/>
              <a:t>(Permutations) </a:t>
            </a:r>
            <a:r>
              <a:rPr lang="en-US" sz="3333" dirty="0"/>
              <a:t>에 관한 시퀀스의 예상되는 </a:t>
            </a:r>
            <a:r>
              <a:rPr lang="en-US" sz="3333" dirty="0" err="1"/>
              <a:t>로그</a:t>
            </a:r>
            <a:r>
              <a:rPr lang="en-US" sz="3333" dirty="0"/>
              <a:t> </a:t>
            </a:r>
            <a:r>
              <a:rPr lang="en-US" sz="3333" dirty="0" err="1"/>
              <a:t>우도</a:t>
            </a:r>
            <a:r>
              <a:rPr lang="en-US" sz="3333" dirty="0"/>
              <a:t> (log likelihood) 를 극대화합니다."</a:t>
            </a:r>
          </a:p>
          <a:p>
            <a:pPr marL="762015" indent="-762015">
              <a:buFont typeface="+mj-lt"/>
              <a:buAutoNum type="arabicPeriod"/>
            </a:pPr>
            <a:r>
              <a:rPr lang="en-US" sz="3000" dirty="0"/>
              <a:t>데이터 손상에 의존하지</a:t>
            </a:r>
            <a:r>
              <a:rPr lang="en-US" sz="3333" dirty="0"/>
              <a:t> 않음([MASK])</a:t>
            </a:r>
            <a:endParaRPr lang="en-US" sz="3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TransformerXL + 순열 언어 모델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825335"/>
            <a:ext cx="168596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</a:p>
          <a:p>
            <a:r>
              <a:rPr lang="en-US" sz="1000">
                <a:solidFill>
                  <a:schemeClr val="bg1"/>
                </a:solidFill>
              </a:rPr>
              <a:t>https://mlexplained.com/2019/06/30/paper-dissected-xlnet-generalized-autoregressive-pretraining-for-language-understanding-explained/</a:t>
            </a:r>
          </a:p>
        </p:txBody>
      </p:sp>
    </p:spTree>
    <p:extLst>
      <p:ext uri="{BB962C8B-B14F-4D97-AF65-F5344CB8AC3E}">
        <p14:creationId xmlns:p14="http://schemas.microsoft.com/office/powerpoint/2010/main" val="21005937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6940-052A-4CCD-B135-A132FCED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67" err="1"/>
              <a:t>XLNet</a:t>
            </a:r>
            <a:endParaRPr lang="en-US" sz="4667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53FCF-20B7-4C38-BD36-15A8735D8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4902059"/>
            <a:ext cx="16581120" cy="1130442"/>
          </a:xfrm>
        </p:spPr>
        <p:txBody>
          <a:bodyPr/>
          <a:lstStyle/>
          <a:p>
            <a:pPr algn="ctr"/>
            <a:r>
              <a:rPr lang="en-GB" sz="5333"/>
              <a:t>13GB* -&gt; 13GB + 19GB + 110GB = 142GB</a:t>
            </a:r>
            <a:endParaRPr lang="en-US" sz="53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E9AAC-DF8D-4F59-ACDB-20E35AE2FB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더 </a:t>
            </a:r>
            <a:r>
              <a:rPr lang="en-GB" dirty="0" err="1"/>
              <a:t>많은</a:t>
            </a:r>
            <a:r>
              <a:rPr lang="en-GB" dirty="0"/>
              <a:t> </a:t>
            </a:r>
            <a:r>
              <a:rPr lang="en-GB" dirty="0" err="1"/>
              <a:t>데이터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C99D1-B1D0-4F9D-937C-6DE052927F04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D2E041BC-BBAE-41AE-A8CA-7F5FD3B34923}"/>
              </a:ext>
            </a:extLst>
          </p:cNvPr>
          <p:cNvSpPr txBox="1">
            <a:spLocks/>
          </p:cNvSpPr>
          <p:nvPr/>
        </p:nvSpPr>
        <p:spPr bwMode="auto">
          <a:xfrm>
            <a:off x="139252" y="9588501"/>
            <a:ext cx="16581120" cy="456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0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571500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bg1"/>
                </a:solidFill>
                <a:latin typeface="Trebuchet MS" pitchFamily="34" charset="0"/>
              </a:defRPr>
            </a:lvl2pPr>
            <a:lvl3pPr marL="1089025" indent="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6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/>
            <a:r>
              <a:rPr lang="en-GB" kern="0"/>
              <a:t>* ROBERTA에 따르면 16GB가 아니므로 다른 사전 처리 루틴이 사용됨 </a:t>
            </a:r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0413693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XLNET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BERT와의</a:t>
            </a:r>
            <a:r>
              <a:rPr lang="en-GB" dirty="0"/>
              <a:t> “Fair" </a:t>
            </a:r>
            <a:r>
              <a:rPr lang="en-GB" dirty="0" err="1"/>
              <a:t>비교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78629E-06DC-487A-B6BA-75F329AC0F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0500" y="3845172"/>
            <a:ext cx="11707000" cy="30043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A91974-A2E5-41A2-910F-A18D48B9BBA3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387321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XLNET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추가 실험</a:t>
            </a:r>
            <a:r>
              <a:rPr lang="en-US" altLang="ko-KR" dirty="0"/>
              <a:t>(Ablation study)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4508B-24DA-4D82-B0A8-F1D1A7D8379D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FD8EE-F74F-4F06-A9A8-9FF8C712A8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7475" y="4019797"/>
            <a:ext cx="9914983" cy="37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778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XLNET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1C062-DD88-4858-A46D-87CCA9F93B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2442" y="3948898"/>
            <a:ext cx="11404877" cy="35599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F4508B-24DA-4D82-B0A8-F1D1A7D8379D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111275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Scale-up?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729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XLNET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72D84E-66E7-4FBC-A70F-9C8CBA4E8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3114" y="2699233"/>
            <a:ext cx="8241772" cy="6155868"/>
          </a:xfrm>
        </p:spPr>
        <p:txBody>
          <a:bodyPr anchor="ctr"/>
          <a:lstStyle/>
          <a:p>
            <a:pPr marL="0" indent="0" algn="ctr">
              <a:buNone/>
            </a:pPr>
            <a:r>
              <a:rPr sz="2667" i="1"/>
              <a:t>"... 우리는 위에 설명된 모든 데이터세트를 사용해 XLNet-Large 트레이닝을 확장합니다. 구체적으로 말해서, Adam 가중치 감쇠 옵티마이저, 선형 학습률 감쇠, 8,192의 배치 크기를 사용해 500,000개의 단계로 </a:t>
            </a:r>
            <a:r>
              <a:rPr sz="2667" i="1" u="sng"/>
              <a:t>512개의 TPU v3 </a:t>
            </a:r>
            <a:r>
              <a:rPr sz="2667" i="1"/>
              <a:t>칩을 트레이닝하며, 이 과정은 </a:t>
            </a:r>
            <a:r>
              <a:rPr sz="2667" i="1" u="sng"/>
              <a:t>약 5.5일이 소요됩니다.</a:t>
            </a:r>
            <a:r>
              <a:rPr sz="2667" i="1"/>
              <a:t>"</a:t>
            </a:r>
            <a:endParaRPr lang="en-US" sz="2667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4508B-24DA-4D82-B0A8-F1D1A7D8379D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194828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XLNET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72D84E-66E7-4FBC-A70F-9C8CBA4E8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3114" y="2699233"/>
            <a:ext cx="8241772" cy="6155868"/>
          </a:xfrm>
        </p:spPr>
        <p:txBody>
          <a:bodyPr anchor="ctr"/>
          <a:lstStyle/>
          <a:p>
            <a:pPr marL="0" indent="0" algn="ctr">
              <a:buNone/>
            </a:pPr>
            <a:r>
              <a:rPr sz="2667" i="1" dirty="0"/>
              <a:t>"</a:t>
            </a:r>
            <a:r>
              <a:rPr sz="2667" i="1" dirty="0" err="1"/>
              <a:t>트레이닝이</a:t>
            </a:r>
            <a:r>
              <a:rPr sz="2667" i="1" dirty="0"/>
              <a:t> </a:t>
            </a:r>
            <a:r>
              <a:rPr sz="2667" i="1" dirty="0" err="1"/>
              <a:t>끝날</a:t>
            </a:r>
            <a:r>
              <a:rPr sz="2667" i="1" dirty="0"/>
              <a:t> </a:t>
            </a:r>
            <a:r>
              <a:rPr sz="2667" i="1" dirty="0" err="1"/>
              <a:t>때에도</a:t>
            </a:r>
            <a:r>
              <a:rPr sz="2667" i="1" dirty="0"/>
              <a:t> </a:t>
            </a:r>
            <a:r>
              <a:rPr sz="2667" i="1" dirty="0" err="1"/>
              <a:t>모델이</a:t>
            </a:r>
            <a:r>
              <a:rPr sz="2667" i="1" dirty="0"/>
              <a:t> </a:t>
            </a:r>
            <a:r>
              <a:rPr sz="2667" i="1" dirty="0" err="1"/>
              <a:t>여전히</a:t>
            </a:r>
            <a:r>
              <a:rPr sz="2667" i="1" dirty="0"/>
              <a:t> </a:t>
            </a:r>
            <a:r>
              <a:rPr sz="2667" i="1" dirty="0" err="1"/>
              <a:t>데이터에</a:t>
            </a:r>
            <a:r>
              <a:rPr sz="2667" i="1" dirty="0"/>
              <a:t> </a:t>
            </a:r>
            <a:r>
              <a:rPr lang="en-US" sz="2667" i="1" u="sng" dirty="0" err="1"/>
              <a:t>underfit</a:t>
            </a:r>
            <a:r>
              <a:rPr sz="2667" i="1" dirty="0" err="1"/>
              <a:t>하다는</a:t>
            </a:r>
            <a:r>
              <a:rPr sz="2667" i="1" dirty="0"/>
              <a:t> </a:t>
            </a:r>
            <a:r>
              <a:rPr sz="2667" i="1" dirty="0" err="1"/>
              <a:t>사실이</a:t>
            </a:r>
            <a:r>
              <a:rPr sz="2667" i="1" dirty="0"/>
              <a:t> </a:t>
            </a:r>
            <a:r>
              <a:rPr sz="2667" i="1" dirty="0" err="1"/>
              <a:t>관찰되었습니다</a:t>
            </a:r>
            <a:r>
              <a:rPr sz="2667" i="1" dirty="0"/>
              <a:t>."</a:t>
            </a:r>
            <a:endParaRPr lang="en-US" sz="2667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4508B-24DA-4D82-B0A8-F1D1A7D8379D}"/>
              </a:ext>
            </a:extLst>
          </p:cNvPr>
          <p:cNvSpPr/>
          <p:nvPr/>
        </p:nvSpPr>
        <p:spPr>
          <a:xfrm>
            <a:off x="0" y="997922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222222"/>
                </a:solidFill>
                <a:latin typeface="Arial" panose="020B0604020202020204" pitchFamily="34" charset="0"/>
              </a:rPr>
              <a:t>Yang, Z., Dai, Z., Yang, Y., Carbonell, J., Salakhutdinov, R. R., 및 Le, Q. V. (2019). Xlnet: Generalized autoregressive pretraining for language understanding. In Advances in neural information processing systems (pp. 5754-5764).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888578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확장</a:t>
            </a:r>
            <a:r>
              <a:rPr lang="en-US" altLang="ko-KR" dirty="0"/>
              <a:t>(Scale-up)</a:t>
            </a:r>
            <a:r>
              <a:rPr lang="en-GB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412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CB65B-E897-4647-A0E8-27E67C14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NVIDIA LARS(Layer-wise Adaptive Rate Scaling)에서 영감을 얻어 LAMB를 개발함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이로써 성능 저하 없이 배치 크기를 32k로 확장할 수 있음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그 이후로 많은 개선 사항이 도입됨. NVLAMB를 사용하세요.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5.5일 -&gt; 76분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https://devblogs.nvidia.com/pretraining-bert-with-layer-wise-adaptive-learning-rates/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1000">
                <a:solidFill>
                  <a:schemeClr val="bg1"/>
                </a:solidFill>
              </a:rPr>
              <a:t>You, Y., Li, J., Reddi, S., Hseu, J., Kumar, S., Bhojanapalli, S., ... 및 Hsieh, C. J. (2019년, 9월). Large batch optimization for deep learning: Training bert in 76 minutes. 학습 표현에 대한 국제 회의.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8E5B8-1106-4DB0-803E-F751686F1A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682" y="3349625"/>
            <a:ext cx="10199762" cy="508001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A46739C-F7A5-443F-BCEF-1D5E4DCCF22C}"/>
              </a:ext>
            </a:extLst>
          </p:cNvPr>
          <p:cNvSpPr/>
          <p:nvPr/>
        </p:nvSpPr>
        <p:spPr>
          <a:xfrm>
            <a:off x="15041497" y="7627939"/>
            <a:ext cx="1691627" cy="738203"/>
          </a:xfrm>
          <a:prstGeom prst="ellipse">
            <a:avLst/>
          </a:prstGeom>
          <a:solidFill>
            <a:srgbClr val="76B9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658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CB65B-E897-4647-A0E8-27E67C14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11" indent="-571511">
              <a:buFont typeface="Arial" panose="020B0604020202020204" pitchFamily="34" charset="0"/>
              <a:buChar char="•"/>
            </a:pPr>
            <a:r>
              <a:rPr lang="en-GB"/>
              <a:t>NVIDIA LARS(Layer-wise Adaptive Rate Scaling)에서 영감을 얻어 LAMB를 개발함</a:t>
            </a:r>
          </a:p>
          <a:p>
            <a:pPr marL="571511" indent="-571511">
              <a:buFont typeface="Arial" panose="020B0604020202020204" pitchFamily="34" charset="0"/>
              <a:buChar char="•"/>
            </a:pPr>
            <a:r>
              <a:rPr lang="en-GB"/>
              <a:t>이로써 성능 저하 없이 배치 크기를 32k로 확장할 수 있음</a:t>
            </a:r>
          </a:p>
          <a:p>
            <a:pPr marL="571511" indent="-571511">
              <a:buFont typeface="Arial" panose="020B0604020202020204" pitchFamily="34" charset="0"/>
              <a:buChar char="•"/>
            </a:pPr>
            <a:r>
              <a:rPr lang="en-GB"/>
              <a:t>그 이후로 많은 개선 사항이 도입됨. NVLAMB를 사용하세요.</a:t>
            </a:r>
          </a:p>
          <a:p>
            <a:pPr marL="571511" indent="-57151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5.5일 -&gt; 76분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BCD1B-87AD-4ED1-9FB3-6EEC9E52E1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3265" y="387943"/>
            <a:ext cx="7120293" cy="96719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https://devblogs.nvidia.com/pretraining-bert-with-layer-wise-adaptive-learning-rates/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1000">
                <a:solidFill>
                  <a:schemeClr val="bg1"/>
                </a:solidFill>
              </a:rPr>
              <a:t>You, Y., Li, J., Reddi, S., Hseu, J., Kumar, S., Bhojanapalli, S., ... 및 Hsieh, C. J. (2019년, 9월). Large batch optimization for deep learning: Training bert in 76 minutes. 학습 표현에 대한 국제 회의.</a:t>
            </a:r>
          </a:p>
        </p:txBody>
      </p:sp>
    </p:spTree>
    <p:extLst>
      <p:ext uri="{BB962C8B-B14F-4D97-AF65-F5344CB8AC3E}">
        <p14:creationId xmlns:p14="http://schemas.microsoft.com/office/powerpoint/2010/main" val="1385754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BERT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4BB6B50-69FF-4E46-A598-CC37ECAF4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604" y="4189146"/>
            <a:ext cx="16578792" cy="292143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가장 빠른 트레이닝 시간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https://devblogs.nvidia.com/training-bert-with-gpus/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453029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2DD8-9BF1-44E1-BEE2-AAEC904F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매개변수를 더 효율적으로 사용할 수 있을까요?</a:t>
            </a:r>
          </a:p>
        </p:txBody>
      </p:sp>
    </p:spTree>
    <p:extLst>
      <p:ext uri="{BB962C8B-B14F-4D97-AF65-F5344CB8AC3E}">
        <p14:creationId xmlns:p14="http://schemas.microsoft.com/office/powerpoint/2010/main" val="3984684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ALBERT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E27301-B819-4FAC-B4C2-A748530DA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582" y="3519436"/>
            <a:ext cx="5320983" cy="615586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3000" dirty="0" err="1"/>
              <a:t>모델의</a:t>
            </a:r>
            <a:r>
              <a:rPr lang="en-GB" sz="3000" dirty="0"/>
              <a:t> </a:t>
            </a:r>
            <a:r>
              <a:rPr lang="en-GB" sz="3000" dirty="0" err="1"/>
              <a:t>크기가</a:t>
            </a:r>
            <a:r>
              <a:rPr lang="en-GB" sz="3000" dirty="0"/>
              <a:t> </a:t>
            </a:r>
            <a:r>
              <a:rPr lang="en-GB" sz="3000" dirty="0" err="1"/>
              <a:t>문제가</a:t>
            </a:r>
            <a:r>
              <a:rPr lang="en-GB" sz="3000" dirty="0"/>
              <a:t> </a:t>
            </a:r>
            <a:r>
              <a:rPr lang="en-GB" sz="3000" dirty="0" err="1"/>
              <a:t>되고</a:t>
            </a:r>
            <a:r>
              <a:rPr lang="en-GB" sz="3000" dirty="0"/>
              <a:t> 있</a:t>
            </a:r>
            <a:r>
              <a:rPr lang="ko-KR" altLang="en-US" sz="3000" dirty="0"/>
              <a:t>음</a:t>
            </a:r>
            <a:r>
              <a:rPr lang="en-US" altLang="ko-KR" sz="3000" dirty="0"/>
              <a:t>.</a:t>
            </a:r>
            <a:endParaRPr lang="en-GB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000" dirty="0"/>
              <a:t>FP16은 </a:t>
            </a:r>
            <a:r>
              <a:rPr lang="en-GB" sz="3000" dirty="0" err="1"/>
              <a:t>문제를</a:t>
            </a:r>
            <a:r>
              <a:rPr lang="en-GB" sz="3000" dirty="0"/>
              <a:t> </a:t>
            </a:r>
            <a:r>
              <a:rPr lang="en-GB" sz="3000" dirty="0" err="1"/>
              <a:t>어느</a:t>
            </a:r>
            <a:r>
              <a:rPr lang="en-GB" sz="3000" dirty="0"/>
              <a:t> </a:t>
            </a:r>
            <a:r>
              <a:rPr lang="en-GB" sz="3000" dirty="0" err="1"/>
              <a:t>정도까지는</a:t>
            </a:r>
            <a:r>
              <a:rPr lang="en-GB" sz="3000" dirty="0"/>
              <a:t> </a:t>
            </a:r>
            <a:r>
              <a:rPr lang="en-GB" sz="3000" dirty="0" err="1"/>
              <a:t>해결하지만</a:t>
            </a:r>
            <a:r>
              <a:rPr lang="en-GB" sz="3000" dirty="0"/>
              <a:t> </a:t>
            </a:r>
            <a:r>
              <a:rPr lang="en-GB" sz="3000" dirty="0" err="1"/>
              <a:t>여전히</a:t>
            </a:r>
            <a:r>
              <a:rPr lang="en-GB" sz="3000" dirty="0"/>
              <a:t> </a:t>
            </a:r>
            <a:r>
              <a:rPr lang="en-GB" sz="3000" dirty="0" err="1"/>
              <a:t>메모리</a:t>
            </a:r>
            <a:r>
              <a:rPr lang="en-GB" sz="3000" dirty="0"/>
              <a:t> </a:t>
            </a:r>
            <a:r>
              <a:rPr lang="en-GB" sz="3000" dirty="0" err="1"/>
              <a:t>사용량이</a:t>
            </a:r>
            <a:r>
              <a:rPr lang="en-GB" sz="3000" dirty="0"/>
              <a:t> </a:t>
            </a:r>
            <a:r>
              <a:rPr lang="en-GB" sz="3000" dirty="0" err="1"/>
              <a:t>상당</a:t>
            </a:r>
            <a:r>
              <a:rPr lang="ko-KR" altLang="en-US" sz="3000" dirty="0"/>
              <a:t>함</a:t>
            </a:r>
            <a:r>
              <a:rPr lang="en-US" altLang="ko-KR" sz="3000" dirty="0"/>
              <a:t>.</a:t>
            </a:r>
            <a:endParaRPr lang="en-GB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000" dirty="0" err="1"/>
              <a:t>메모리</a:t>
            </a:r>
            <a:r>
              <a:rPr lang="en-GB" sz="3000" dirty="0"/>
              <a:t> </a:t>
            </a:r>
            <a:r>
              <a:rPr lang="en-GB" sz="3000" dirty="0" err="1"/>
              <a:t>사용량을</a:t>
            </a:r>
            <a:r>
              <a:rPr lang="en-GB" sz="3000" dirty="0"/>
              <a:t> </a:t>
            </a:r>
            <a:r>
              <a:rPr lang="en-GB" sz="3000" dirty="0" err="1"/>
              <a:t>줄이고</a:t>
            </a:r>
            <a:r>
              <a:rPr lang="en-GB" sz="3000" dirty="0"/>
              <a:t> </a:t>
            </a:r>
            <a:r>
              <a:rPr lang="en-GB" sz="3000" dirty="0" err="1"/>
              <a:t>매개변수</a:t>
            </a:r>
            <a:r>
              <a:rPr lang="en-GB" sz="3000" dirty="0"/>
              <a:t> </a:t>
            </a:r>
            <a:r>
              <a:rPr lang="en-GB" sz="3000" dirty="0" err="1"/>
              <a:t>효율성을</a:t>
            </a:r>
            <a:r>
              <a:rPr lang="en-GB" sz="3000" dirty="0"/>
              <a:t> </a:t>
            </a:r>
            <a:r>
              <a:rPr lang="en-GB" sz="3000" dirty="0" err="1"/>
              <a:t>높이기</a:t>
            </a:r>
            <a:r>
              <a:rPr lang="en-GB" sz="3000" dirty="0"/>
              <a:t> </a:t>
            </a:r>
            <a:r>
              <a:rPr lang="en-GB" sz="3000" dirty="0" err="1"/>
              <a:t>위한</a:t>
            </a:r>
            <a:r>
              <a:rPr lang="en-GB" sz="3000" dirty="0"/>
              <a:t> 몇 </a:t>
            </a:r>
            <a:r>
              <a:rPr lang="en-GB" sz="3000" dirty="0" err="1"/>
              <a:t>가지</a:t>
            </a:r>
            <a:r>
              <a:rPr lang="en-GB" sz="3000" dirty="0"/>
              <a:t> </a:t>
            </a:r>
            <a:r>
              <a:rPr lang="en-GB" sz="3000" dirty="0" err="1"/>
              <a:t>방법을</a:t>
            </a:r>
            <a:r>
              <a:rPr lang="en-GB" sz="3000" dirty="0"/>
              <a:t> </a:t>
            </a:r>
            <a:r>
              <a:rPr lang="en-GB" sz="3000" dirty="0" err="1"/>
              <a:t>설명</a:t>
            </a:r>
            <a:r>
              <a:rPr lang="ko-KR" altLang="en-US" sz="3000" dirty="0"/>
              <a:t>함</a:t>
            </a:r>
            <a:r>
              <a:rPr lang="en-US" altLang="ko-KR" sz="3000" dirty="0"/>
              <a:t>.</a:t>
            </a:r>
            <a:endParaRPr lang="en-US" sz="3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언어 표현 자기지도 학습을 위한 Lite BERT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Lan, Z., Chen, M., Goodman, S., Gimpel, K., Sharma, P., 및 Soricut, R. (2019). Albert: A lite bert for self-supervised learning of language representations. arXiv preprint arXiv:1909.11942.</a:t>
            </a:r>
            <a:endParaRPr lang="en-US" sz="100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068F2AF-B20F-47BB-B6FB-AF920C3909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2" y="3342584"/>
            <a:ext cx="5738813" cy="60050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CBDB2D-5183-49AF-94E3-02562579F7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2066" y="3342584"/>
            <a:ext cx="5320982" cy="60452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90C488-5BFF-4CE8-B03E-1891BFDA751B}"/>
              </a:ext>
            </a:extLst>
          </p:cNvPr>
          <p:cNvSpPr txBox="1"/>
          <p:nvPr/>
        </p:nvSpPr>
        <p:spPr>
          <a:xfrm>
            <a:off x="8461464" y="3016409"/>
            <a:ext cx="282545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tx2"/>
                </a:solidFill>
              </a:rPr>
              <a:t>FP32 TF 1.13.1 16GB GPU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2F59CA-BC24-4370-9CDD-2AE111BDA876}"/>
              </a:ext>
            </a:extLst>
          </p:cNvPr>
          <p:cNvSpPr txBox="1"/>
          <p:nvPr/>
        </p:nvSpPr>
        <p:spPr>
          <a:xfrm>
            <a:off x="13939831" y="2997412"/>
            <a:ext cx="282545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>
                <a:solidFill>
                  <a:schemeClr val="tx2"/>
                </a:solidFill>
              </a:rPr>
              <a:t>FP32 TF 1.11.0 12GB GPU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572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ALBERT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60A322-031F-483E-8856-80EBAA546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7572" y="3718172"/>
            <a:ext cx="5992857" cy="463553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모델 크기는 성공의 핵심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Lan, Z., Chen, M., Goodman, S., Gimpel, K., Sharma, P., 및 Soricut, R. (2019). Albert: A lite bert for self-supervised learning of language representations. arXiv preprint arXiv:1909.11942.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473120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ALBERT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9A8F-FA75-4365-AAAB-2442BDDF8E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667" dirty="0"/>
              <a:t>"… </a:t>
            </a:r>
            <a:r>
              <a:rPr lang="en-GB" sz="2667" dirty="0" err="1"/>
              <a:t>WordPiece</a:t>
            </a:r>
            <a:r>
              <a:rPr lang="en-GB" sz="2667" dirty="0"/>
              <a:t> </a:t>
            </a:r>
            <a:r>
              <a:rPr lang="en-GB" sz="2667" dirty="0" err="1"/>
              <a:t>임베딩</a:t>
            </a:r>
            <a:r>
              <a:rPr lang="en-GB" sz="2667" dirty="0"/>
              <a:t> </a:t>
            </a:r>
            <a:r>
              <a:rPr lang="en-GB" sz="2667" dirty="0" err="1"/>
              <a:t>크기</a:t>
            </a:r>
            <a:r>
              <a:rPr lang="en-GB" sz="2667" dirty="0"/>
              <a:t> </a:t>
            </a:r>
            <a:r>
              <a:rPr lang="en-GB" sz="2667" dirty="0" err="1"/>
              <a:t>E는</a:t>
            </a:r>
            <a:r>
              <a:rPr lang="en-GB" sz="2667" dirty="0"/>
              <a:t> </a:t>
            </a:r>
            <a:r>
              <a:rPr lang="en-GB" sz="2667" dirty="0" err="1"/>
              <a:t>숨겨진</a:t>
            </a:r>
            <a:r>
              <a:rPr lang="en-GB" sz="2667" dirty="0"/>
              <a:t> </a:t>
            </a:r>
            <a:r>
              <a:rPr lang="en-GB" sz="2667" dirty="0" err="1"/>
              <a:t>레이어</a:t>
            </a:r>
            <a:r>
              <a:rPr lang="en-GB" sz="2667" dirty="0"/>
              <a:t> </a:t>
            </a:r>
            <a:r>
              <a:rPr lang="en-GB" sz="2667" dirty="0" err="1"/>
              <a:t>크기</a:t>
            </a:r>
            <a:r>
              <a:rPr lang="en-GB" sz="2667" dirty="0"/>
              <a:t> </a:t>
            </a:r>
            <a:r>
              <a:rPr lang="en-GB" sz="2667" dirty="0" err="1"/>
              <a:t>H와</a:t>
            </a:r>
            <a:r>
              <a:rPr lang="en-GB" sz="2667" dirty="0"/>
              <a:t> </a:t>
            </a:r>
            <a:r>
              <a:rPr lang="en-GB" sz="2667" dirty="0" err="1"/>
              <a:t>관련이</a:t>
            </a:r>
            <a:r>
              <a:rPr lang="en-GB" sz="2667" dirty="0"/>
              <a:t> </a:t>
            </a:r>
            <a:r>
              <a:rPr lang="en-GB" sz="2667" dirty="0" err="1"/>
              <a:t>있습니다</a:t>
            </a:r>
            <a:r>
              <a:rPr lang="en-GB" sz="2667" dirty="0"/>
              <a:t>(즉, E ≡ H)."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67" dirty="0"/>
              <a:t>"… </a:t>
            </a:r>
            <a:r>
              <a:rPr lang="en-US" sz="2667" dirty="0" err="1"/>
              <a:t>숨겨진</a:t>
            </a:r>
            <a:r>
              <a:rPr lang="en-US" sz="2667" dirty="0"/>
              <a:t> </a:t>
            </a:r>
            <a:r>
              <a:rPr lang="en-US" sz="2667" dirty="0" err="1"/>
              <a:t>레이어</a:t>
            </a:r>
            <a:r>
              <a:rPr lang="en-US" sz="2667" dirty="0"/>
              <a:t> </a:t>
            </a:r>
            <a:r>
              <a:rPr lang="en-US" sz="2667" dirty="0" err="1"/>
              <a:t>임베딩은</a:t>
            </a:r>
            <a:r>
              <a:rPr lang="en-US" sz="2667" dirty="0"/>
              <a:t> </a:t>
            </a:r>
            <a:r>
              <a:rPr lang="en-US" sz="2667" dirty="0" err="1"/>
              <a:t>맥락</a:t>
            </a:r>
            <a:r>
              <a:rPr lang="en-US" sz="2667" dirty="0"/>
              <a:t> </a:t>
            </a:r>
            <a:r>
              <a:rPr lang="en-US" sz="2667" dirty="0" err="1"/>
              <a:t>종속적인</a:t>
            </a:r>
            <a:r>
              <a:rPr lang="en-US" sz="2667" dirty="0"/>
              <a:t> </a:t>
            </a:r>
            <a:r>
              <a:rPr lang="en-US" sz="2667" dirty="0" err="1"/>
              <a:t>표현을</a:t>
            </a:r>
            <a:r>
              <a:rPr lang="en-US" sz="2667" dirty="0"/>
              <a:t> </a:t>
            </a:r>
            <a:r>
              <a:rPr lang="en-US" sz="2667" dirty="0" err="1"/>
              <a:t>학습할</a:t>
            </a:r>
            <a:r>
              <a:rPr lang="en-US" sz="2667" dirty="0"/>
              <a:t> 수 </a:t>
            </a:r>
            <a:r>
              <a:rPr lang="en-US" sz="2667" dirty="0" err="1"/>
              <a:t>있도록</a:t>
            </a:r>
            <a:r>
              <a:rPr lang="en-US" sz="2667" dirty="0"/>
              <a:t> </a:t>
            </a:r>
            <a:r>
              <a:rPr lang="en-US" sz="2667" dirty="0" err="1"/>
              <a:t>고안되었습니다</a:t>
            </a:r>
            <a:r>
              <a:rPr lang="en-US" sz="2667" dirty="0"/>
              <a:t>." </a:t>
            </a:r>
            <a:r>
              <a:rPr lang="en-US" sz="2667" dirty="0" err="1"/>
              <a:t>따라서</a:t>
            </a:r>
            <a:r>
              <a:rPr lang="en-US" sz="2667" dirty="0"/>
              <a:t> </a:t>
            </a:r>
            <a:r>
              <a:rPr lang="en-US" sz="2667" dirty="0" err="1"/>
              <a:t>우리는</a:t>
            </a:r>
            <a:r>
              <a:rPr lang="en-US" sz="2667" dirty="0"/>
              <a:t> H &gt;&gt; </a:t>
            </a:r>
            <a:r>
              <a:rPr lang="en-US" sz="2667" dirty="0" err="1"/>
              <a:t>E를</a:t>
            </a:r>
            <a:r>
              <a:rPr lang="en-US" sz="2667" dirty="0"/>
              <a:t> </a:t>
            </a:r>
            <a:r>
              <a:rPr lang="en-US" sz="2667" dirty="0" err="1"/>
              <a:t>원합니다</a:t>
            </a:r>
            <a:r>
              <a:rPr lang="en-US" sz="2667" dirty="0"/>
              <a:t>.</a:t>
            </a:r>
            <a:endParaRPr lang="en-GB" sz="2667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667" dirty="0" err="1"/>
              <a:t>임베딩</a:t>
            </a:r>
            <a:r>
              <a:rPr lang="en-GB" sz="2667" dirty="0"/>
              <a:t> </a:t>
            </a:r>
            <a:r>
              <a:rPr lang="en-GB" sz="2667" dirty="0" err="1"/>
              <a:t>행렬</a:t>
            </a:r>
            <a:r>
              <a:rPr lang="en-GB" sz="2667" dirty="0"/>
              <a:t> </a:t>
            </a:r>
            <a:r>
              <a:rPr lang="en-GB" sz="2667" dirty="0" err="1"/>
              <a:t>크기는</a:t>
            </a:r>
            <a:r>
              <a:rPr lang="en-GB" sz="2667" dirty="0"/>
              <a:t> V x </a:t>
            </a:r>
            <a:r>
              <a:rPr lang="en-GB" sz="2667" dirty="0" err="1"/>
              <a:t>E입니다</a:t>
            </a:r>
            <a:r>
              <a:rPr lang="en-GB" sz="2667" dirty="0"/>
              <a:t>(</a:t>
            </a:r>
            <a:r>
              <a:rPr lang="en-GB" sz="2667" dirty="0" err="1"/>
              <a:t>어휘</a:t>
            </a:r>
            <a:r>
              <a:rPr lang="en-GB" sz="2667" dirty="0"/>
              <a:t> </a:t>
            </a:r>
            <a:r>
              <a:rPr lang="en-GB" sz="2667" dirty="0" err="1"/>
              <a:t>크기</a:t>
            </a:r>
            <a:r>
              <a:rPr lang="en-GB" sz="2667" dirty="0"/>
              <a:t> </a:t>
            </a:r>
            <a:r>
              <a:rPr lang="en-GB" sz="2667" dirty="0" err="1"/>
              <a:t>곱하기</a:t>
            </a:r>
            <a:r>
              <a:rPr lang="en-GB" sz="2667" dirty="0"/>
              <a:t> </a:t>
            </a:r>
            <a:r>
              <a:rPr lang="en-GB" sz="2667" dirty="0" err="1"/>
              <a:t>임베딩</a:t>
            </a:r>
            <a:r>
              <a:rPr lang="en-GB" sz="2667" dirty="0"/>
              <a:t> </a:t>
            </a:r>
            <a:r>
              <a:rPr lang="en-GB" sz="2667" dirty="0" err="1"/>
              <a:t>크기</a:t>
            </a:r>
            <a:r>
              <a:rPr lang="en-GB" sz="2667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67" dirty="0"/>
              <a:t>"… </a:t>
            </a:r>
            <a:r>
              <a:rPr lang="en-US" sz="2667" dirty="0" err="1"/>
              <a:t>자연어</a:t>
            </a:r>
            <a:r>
              <a:rPr lang="en-US" sz="2667" dirty="0"/>
              <a:t> </a:t>
            </a:r>
            <a:r>
              <a:rPr lang="en-US" sz="2667" dirty="0" err="1"/>
              <a:t>처리에서는</a:t>
            </a:r>
            <a:r>
              <a:rPr lang="en-US" sz="2667" dirty="0"/>
              <a:t> </a:t>
            </a:r>
            <a:r>
              <a:rPr lang="en-US" sz="2667" dirty="0" err="1"/>
              <a:t>일반적으로</a:t>
            </a:r>
            <a:r>
              <a:rPr lang="en-US" sz="2667" dirty="0"/>
              <a:t> </a:t>
            </a:r>
            <a:r>
              <a:rPr lang="en-US" sz="2667" dirty="0" err="1"/>
              <a:t>어휘</a:t>
            </a:r>
            <a:r>
              <a:rPr lang="en-US" sz="2667" dirty="0"/>
              <a:t> </a:t>
            </a:r>
            <a:r>
              <a:rPr lang="en-US" sz="2667" dirty="0" err="1"/>
              <a:t>크기</a:t>
            </a:r>
            <a:r>
              <a:rPr lang="en-US" sz="2667" dirty="0"/>
              <a:t> </a:t>
            </a:r>
            <a:r>
              <a:rPr lang="en-US" sz="2667" dirty="0" err="1"/>
              <a:t>V가</a:t>
            </a:r>
            <a:r>
              <a:rPr lang="en-US" sz="2667" dirty="0"/>
              <a:t> </a:t>
            </a:r>
            <a:r>
              <a:rPr lang="en-US" sz="2667" dirty="0" err="1"/>
              <a:t>커야</a:t>
            </a:r>
            <a:r>
              <a:rPr lang="en-US" sz="2667" dirty="0"/>
              <a:t> </a:t>
            </a:r>
            <a:r>
              <a:rPr lang="en-US" sz="2667" dirty="0" err="1"/>
              <a:t>합니다</a:t>
            </a:r>
            <a:r>
              <a:rPr lang="en-US" sz="2667" dirty="0"/>
              <a:t>."(BERT V=30000)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67" dirty="0" err="1"/>
              <a:t>따라서</a:t>
            </a:r>
            <a:r>
              <a:rPr lang="en-US" sz="2667" dirty="0"/>
              <a:t> </a:t>
            </a:r>
            <a:r>
              <a:rPr lang="en-US" sz="2667" dirty="0" err="1"/>
              <a:t>LargeNumber</a:t>
            </a:r>
            <a:r>
              <a:rPr lang="en-US" sz="2667" dirty="0"/>
              <a:t> x </a:t>
            </a:r>
            <a:r>
              <a:rPr lang="en-US" sz="2667" dirty="0" err="1"/>
              <a:t>LargeNumber를</a:t>
            </a:r>
            <a:r>
              <a:rPr lang="en-US" sz="2667" dirty="0"/>
              <a:t> </a:t>
            </a:r>
            <a:r>
              <a:rPr lang="en-US" sz="2667" dirty="0" err="1"/>
              <a:t>사용</a:t>
            </a:r>
            <a:r>
              <a:rPr lang="ko-KR" altLang="en-US" sz="2667" dirty="0"/>
              <a:t>함</a:t>
            </a:r>
            <a:r>
              <a:rPr lang="en-US" altLang="ko-KR" sz="2667" dirty="0"/>
              <a:t>.</a:t>
            </a:r>
            <a:endParaRPr lang="en-US" sz="2667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Factorized</a:t>
            </a:r>
            <a:r>
              <a:rPr lang="ko-KR" altLang="en-US" dirty="0"/>
              <a:t> </a:t>
            </a:r>
            <a:r>
              <a:rPr lang="en-US" altLang="ko-KR" dirty="0"/>
              <a:t>Embedding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Lan, Z., Chen, M., Goodman, S., Gimpel, K., Sharma, P., 및 Soricut, R. (2019). Albert: A lite bert for self-supervised learning of language representations. arXiv preprint arXiv:1909.11942.</a:t>
            </a:r>
            <a:endParaRPr lang="en-US" sz="1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C1CEA64-0287-4A4E-8F47-268A1BB186A5}"/>
              </a:ext>
            </a:extLst>
          </p:cNvPr>
          <p:cNvSpPr txBox="1">
            <a:spLocks/>
          </p:cNvSpPr>
          <p:nvPr/>
        </p:nvSpPr>
        <p:spPr bwMode="auto">
          <a:xfrm>
            <a:off x="9072351" y="3500709"/>
            <a:ext cx="8241772" cy="1420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1775" indent="-231775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3275" indent="-231775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  <a:latin typeface="Trebuchet MS" pitchFamily="34" charset="0"/>
              </a:defRPr>
            </a:lvl2pPr>
            <a:lvl3pPr marL="1255713" indent="-1666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>
              <a:buFont typeface="Arial" panose="020B0604020202020204" pitchFamily="34" charset="0"/>
              <a:buChar char="•"/>
            </a:pPr>
            <a:r>
              <a:rPr lang="en-GB" sz="2667" kern="0"/>
              <a:t>임베딩 행렬 분해:</a:t>
            </a:r>
          </a:p>
          <a:p>
            <a:pPr marL="0" indent="0" algn="ctr" defTabSz="1524030">
              <a:buNone/>
            </a:pPr>
            <a:r>
              <a:rPr lang="en-GB" sz="2667" kern="0"/>
              <a:t>O(V x H)가 O(V x E + E x H)로 변환됨</a:t>
            </a:r>
            <a:endParaRPr lang="en-US" sz="2667" kern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B4FFC2-B2CE-43B5-87EC-DFCDDE3E126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4411" y="5964774"/>
            <a:ext cx="9366028" cy="266700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45649A-E4AB-4727-84AE-36F220AE5B32}"/>
              </a:ext>
            </a:extLst>
          </p:cNvPr>
          <p:cNvCxnSpPr/>
          <p:nvPr/>
        </p:nvCxnSpPr>
        <p:spPr>
          <a:xfrm>
            <a:off x="14478001" y="7540625"/>
            <a:ext cx="484188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800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ALBERT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9A8F-FA75-4365-AAAB-2442BDDF8E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667"/>
              <a:t>여러 가지 레이어 전반 매개변수 공유 방식 제안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67"/>
              <a:t>기본 Albert 구성이 모든 레이어 전반에서 모든 매개변수를 공유함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67"/>
              <a:t>NSP(다음 문장 예측) 손실보다 SOP(문장 순서 예측) 손실</a:t>
            </a:r>
            <a:endParaRPr lang="en-US" sz="2667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레이어 전반 매개변수 공유 및 문장 간 응집성 손실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Lan, Z., Chen, M., Goodman, S., Gimpel, K., Sharma, P., 및 Soricut, R. (2019). Albert: A lite bert for self-supervised learning of language representations. arXiv preprint arXiv:1909.11942.</a:t>
            </a: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DB087-C3E8-44F0-97F0-CC1B07B274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8464" y="4429112"/>
            <a:ext cx="9039535" cy="33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118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ALBERT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BB7006-3780-4585-BFCE-A6996AE58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373" y="2627303"/>
            <a:ext cx="9247255" cy="279402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결과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Lan, Z., Chen, M., Goodman, S., Gimpel, K., Sharma, P., 및 Soricut, R. (2019). Albert: A lite bert for self-supervised learning of language representations. arXiv preprint arXiv:1909.11942.</a:t>
            </a:r>
            <a:endParaRPr lang="en-US" sz="1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C6CABB-44B9-4B2E-8EC4-151AB0D040A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5432" y="5995965"/>
            <a:ext cx="9517132" cy="30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404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2DD8-9BF1-44E1-BEE2-AAEC904F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목적 함수를 더 개선할 수 있을까요?</a:t>
            </a:r>
          </a:p>
        </p:txBody>
      </p:sp>
    </p:spTree>
    <p:extLst>
      <p:ext uri="{BB962C8B-B14F-4D97-AF65-F5344CB8AC3E}">
        <p14:creationId xmlns:p14="http://schemas.microsoft.com/office/powerpoint/2010/main" val="1654055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생성기가</a:t>
            </a:r>
            <a:r>
              <a:rPr lang="en-US" dirty="0"/>
              <a:t> </a:t>
            </a:r>
            <a:r>
              <a:rPr lang="en-US" dirty="0" err="1"/>
              <a:t>아닌</a:t>
            </a:r>
            <a:r>
              <a:rPr lang="en-US" dirty="0"/>
              <a:t> </a:t>
            </a:r>
            <a:r>
              <a:rPr lang="en-US" dirty="0" err="1"/>
              <a:t>판별기로</a:t>
            </a:r>
            <a:r>
              <a:rPr lang="en-US" dirty="0"/>
              <a:t> </a:t>
            </a:r>
            <a:r>
              <a:rPr lang="en-US" dirty="0" err="1"/>
              <a:t>텍스트</a:t>
            </a:r>
            <a:r>
              <a:rPr lang="en-US" dirty="0"/>
              <a:t> </a:t>
            </a:r>
            <a:r>
              <a:rPr lang="en-US" dirty="0" err="1"/>
              <a:t>인코더</a:t>
            </a:r>
            <a:r>
              <a:rPr lang="en-US" dirty="0"/>
              <a:t> </a:t>
            </a:r>
            <a:r>
              <a:rPr lang="en-US" dirty="0" err="1"/>
              <a:t>사전</a:t>
            </a:r>
            <a:r>
              <a:rPr lang="en-US" dirty="0"/>
              <a:t> </a:t>
            </a:r>
            <a:r>
              <a:rPr lang="en-US" dirty="0" err="1"/>
              <a:t>트레이닝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ADDC7-F35E-483C-A32F-907A81B88373}"/>
              </a:ext>
            </a:extLst>
          </p:cNvPr>
          <p:cNvSpPr/>
          <p:nvPr/>
        </p:nvSpPr>
        <p:spPr>
          <a:xfrm>
            <a:off x="0" y="984686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Clark, K., Luong, M. T., Le, Q. V., 및 Manning, C. D. (2020). Electra: Pre-training text encoders as discriminators rather than generators. arXiv preprint arXiv:2003.10555.</a:t>
            </a:r>
            <a:endParaRPr lang="en-US" sz="100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4C8F724-AC66-4E2F-86DA-B09AD90C11CE}"/>
              </a:ext>
            </a:extLst>
          </p:cNvPr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3738" y="4541138"/>
            <a:ext cx="6350000" cy="398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2553C0FC-EAD1-4E0D-96E7-6CF316E09E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7853" y="5244075"/>
            <a:ext cx="8241770" cy="220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2265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ELECTRA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1914B001-42C3-48F3-AB43-10F1E52034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207067" y="3505731"/>
            <a:ext cx="9889742" cy="619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생성기가 아닌 판별기로 텍스트 인코더 사전 트레이닝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ADBEC-4C2A-4496-B761-3F73BF9BBF47}"/>
              </a:ext>
            </a:extLst>
          </p:cNvPr>
          <p:cNvSpPr txBox="1">
            <a:spLocks/>
          </p:cNvSpPr>
          <p:nvPr/>
        </p:nvSpPr>
        <p:spPr bwMode="auto">
          <a:xfrm>
            <a:off x="2625928" y="7393354"/>
            <a:ext cx="11023375" cy="241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</a:bodyPr>
          <a:lstStyle>
            <a:lvl1pPr marL="230188" indent="-230188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800" b="0">
                <a:solidFill>
                  <a:schemeClr val="bg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800100" indent="-228600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600" b="0">
                <a:solidFill>
                  <a:schemeClr val="bg1"/>
                </a:solidFill>
                <a:latin typeface="Trebuchet MS" pitchFamily="34" charset="0"/>
              </a:defRPr>
            </a:lvl2pPr>
            <a:lvl3pPr marL="1258888" indent="-169863" algn="l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defRPr sz="1400" b="0">
                <a:solidFill>
                  <a:schemeClr val="bg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571511" indent="-571511" defTabSz="152403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B3B3B3"/>
              </a:buClr>
              <a:buFont typeface="+mj-lt"/>
              <a:buAutoNum type="arabicPeriod"/>
              <a:defRPr/>
            </a:pPr>
            <a:endParaRPr lang="en-US" sz="3000" kern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F0B29A-F706-4A0D-8D39-7088C0845050}"/>
              </a:ext>
            </a:extLst>
          </p:cNvPr>
          <p:cNvSpPr/>
          <p:nvPr/>
        </p:nvSpPr>
        <p:spPr>
          <a:xfrm>
            <a:off x="0" y="9846864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Clark, K., Luong, M. T., Le, Q. V., 및 Manning, C. D. (2020). Electra: Pre-training text encoders as discriminators rather than generators. arXiv preprint arXiv:2003.10555.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179542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2DD8-9BF1-44E1-BEE2-AAEC904F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멀티태스크 학습</a:t>
            </a:r>
          </a:p>
        </p:txBody>
      </p:sp>
    </p:spTree>
    <p:extLst>
      <p:ext uri="{BB962C8B-B14F-4D97-AF65-F5344CB8AC3E}">
        <p14:creationId xmlns:p14="http://schemas.microsoft.com/office/powerpoint/2010/main" val="6711456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ERNIE 2.0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031A0-8D1C-4CCD-A4CA-DA438BFDAB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705" y="4619626"/>
            <a:ext cx="11450567" cy="342899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제한된 수의 단순한 사전 트레이닝 작업만 사용하는 이유는 무엇일까요?</a:t>
            </a:r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84E7D8-462D-4683-A1A6-B49DC019C7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5231" y="4665492"/>
            <a:ext cx="5024475" cy="354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03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ERNIE 2.0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14E381-9ECA-4B32-845C-E2ECA2E8CA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2457" y="2952499"/>
            <a:ext cx="9943082" cy="324725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제한된 수의 단순한 사전 트레이닝 작업만 사용하는 이유는 무엇일까요?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66D0F9-B241-4856-B493-2BA9A8A69F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1198" y="5974802"/>
            <a:ext cx="11825598" cy="420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252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0D6-ABED-4E4E-99D1-D9028F7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ERNIE 2.0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EDC1-0C2D-41AA-ABD3-7C7324954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성능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C8F959-AC76-4107-A4E5-2B12AE60D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534" y="3505731"/>
            <a:ext cx="14282808" cy="61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097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C785EA"/>
                </a:solidFill>
              </a:rPr>
              <a:t>더욱 거대한 모델로의 가능성 및 필요성</a:t>
            </a:r>
            <a:endParaRPr lang="en-GB" sz="3200" dirty="0">
              <a:solidFill>
                <a:srgbClr val="C785EA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28658022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대형화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A88D2D-B652-4604-91B0-F635778BD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매개변수, 기울기, 옵티마이저 상태만 고려하고 활성화를 무시할 경우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FP16 데이터 표현을 사용할 경우(따라서 2바이트)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Adam을 옵티마이저로 사용할 경우(매개변수당 12바이트를 혼합 정밀도 모드로 저장)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 u="sng"/>
              <a:t>10억 개</a:t>
            </a:r>
            <a:r>
              <a:rPr lang="en-GB"/>
              <a:t> 매개변수를 사용하는 모델을 고려하는 경우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algn="ctr"/>
            <a:r>
              <a:rPr lang="en-US" sz="3333"/>
              <a:t>10^9 * (2B + 2B + 12B) = 10^9*16B = 14.90GB 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문제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D5A8E-B156-49A8-B8FA-68BDF1DA2CEC}"/>
              </a:ext>
            </a:extLst>
          </p:cNvPr>
          <p:cNvCxnSpPr/>
          <p:nvPr/>
        </p:nvCxnSpPr>
        <p:spPr>
          <a:xfrm flipV="1">
            <a:off x="4230688" y="7597671"/>
            <a:ext cx="706437" cy="54620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6A7A52-9DBC-42D4-8EE1-94D8D1A446AD}"/>
              </a:ext>
            </a:extLst>
          </p:cNvPr>
          <p:cNvSpPr txBox="1"/>
          <p:nvPr/>
        </p:nvSpPr>
        <p:spPr>
          <a:xfrm>
            <a:off x="2786223" y="8174685"/>
            <a:ext cx="2888931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10억 개 매개변수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A58B58-D848-4377-B55C-0AA2A73D6EC8}"/>
              </a:ext>
            </a:extLst>
          </p:cNvPr>
          <p:cNvCxnSpPr>
            <a:cxnSpLocks/>
          </p:cNvCxnSpPr>
          <p:nvPr/>
        </p:nvCxnSpPr>
        <p:spPr>
          <a:xfrm flipV="1">
            <a:off x="6008689" y="7691438"/>
            <a:ext cx="531812" cy="109537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70D089-C130-430B-B3A4-2D6E73D65D36}"/>
              </a:ext>
            </a:extLst>
          </p:cNvPr>
          <p:cNvSpPr txBox="1"/>
          <p:nvPr/>
        </p:nvSpPr>
        <p:spPr>
          <a:xfrm>
            <a:off x="4415953" y="8817622"/>
            <a:ext cx="3185487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매개변수당 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F4FB8F-1484-4692-BD1A-BC26983787A6}"/>
              </a:ext>
            </a:extLst>
          </p:cNvPr>
          <p:cNvCxnSpPr>
            <a:cxnSpLocks/>
          </p:cNvCxnSpPr>
          <p:nvPr/>
        </p:nvCxnSpPr>
        <p:spPr>
          <a:xfrm flipH="1" flipV="1">
            <a:off x="7747001" y="7597671"/>
            <a:ext cx="134978" cy="71209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E2670AD-973F-42BD-A1FD-C5F7E5B2D142}"/>
              </a:ext>
            </a:extLst>
          </p:cNvPr>
          <p:cNvSpPr txBox="1"/>
          <p:nvPr/>
        </p:nvSpPr>
        <p:spPr>
          <a:xfrm>
            <a:off x="6229291" y="8340568"/>
            <a:ext cx="3305392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그래디언트당 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23774D-FE8E-4BE7-AD7B-64A4FD3EC76A}"/>
              </a:ext>
            </a:extLst>
          </p:cNvPr>
          <p:cNvCxnSpPr>
            <a:cxnSpLocks/>
          </p:cNvCxnSpPr>
          <p:nvPr/>
        </p:nvCxnSpPr>
        <p:spPr>
          <a:xfrm flipH="1" flipV="1">
            <a:off x="8867892" y="7561018"/>
            <a:ext cx="1759037" cy="121866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DF7CEE-9EFE-4736-B9BF-9A4422850A7A}"/>
              </a:ext>
            </a:extLst>
          </p:cNvPr>
          <p:cNvSpPr txBox="1"/>
          <p:nvPr/>
        </p:nvSpPr>
        <p:spPr>
          <a:xfrm>
            <a:off x="8974237" y="8648937"/>
            <a:ext cx="3305392" cy="73853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옵티마이저 상태당 12바이트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5255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대형화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A88D2D-B652-4604-91B0-F635778BD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활성화는 어떨까요?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r>
              <a:rPr lang="en-GB"/>
              <a:t>20억 또는 30억 개 매개변수 모델은 어떨까요?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algn="ctr"/>
            <a:r>
              <a:rPr lang="en-US" sz="3333"/>
              <a:t>10^9 * (2B + 2B + 12B) = 10^9*16B = 14.90GB </a:t>
            </a:r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pPr marL="476260" indent="-47626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문제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D5A8E-B156-49A8-B8FA-68BDF1DA2CEC}"/>
              </a:ext>
            </a:extLst>
          </p:cNvPr>
          <p:cNvCxnSpPr/>
          <p:nvPr/>
        </p:nvCxnSpPr>
        <p:spPr>
          <a:xfrm flipV="1">
            <a:off x="4230688" y="7597671"/>
            <a:ext cx="706437" cy="54620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6A7A52-9DBC-42D4-8EE1-94D8D1A446AD}"/>
              </a:ext>
            </a:extLst>
          </p:cNvPr>
          <p:cNvSpPr txBox="1"/>
          <p:nvPr/>
        </p:nvSpPr>
        <p:spPr>
          <a:xfrm>
            <a:off x="2786223" y="8174685"/>
            <a:ext cx="2888931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10억 개 매개변수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A58B58-D848-4377-B55C-0AA2A73D6EC8}"/>
              </a:ext>
            </a:extLst>
          </p:cNvPr>
          <p:cNvCxnSpPr>
            <a:cxnSpLocks/>
          </p:cNvCxnSpPr>
          <p:nvPr/>
        </p:nvCxnSpPr>
        <p:spPr>
          <a:xfrm flipV="1">
            <a:off x="6008689" y="7691438"/>
            <a:ext cx="531812" cy="109537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70D089-C130-430B-B3A4-2D6E73D65D36}"/>
              </a:ext>
            </a:extLst>
          </p:cNvPr>
          <p:cNvSpPr txBox="1"/>
          <p:nvPr/>
        </p:nvSpPr>
        <p:spPr>
          <a:xfrm>
            <a:off x="4415953" y="8817622"/>
            <a:ext cx="3185487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매개변수당 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F4FB8F-1484-4692-BD1A-BC26983787A6}"/>
              </a:ext>
            </a:extLst>
          </p:cNvPr>
          <p:cNvCxnSpPr>
            <a:cxnSpLocks/>
          </p:cNvCxnSpPr>
          <p:nvPr/>
        </p:nvCxnSpPr>
        <p:spPr>
          <a:xfrm flipH="1" flipV="1">
            <a:off x="7747001" y="7597671"/>
            <a:ext cx="134978" cy="71209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E2670AD-973F-42BD-A1FD-C5F7E5B2D142}"/>
              </a:ext>
            </a:extLst>
          </p:cNvPr>
          <p:cNvSpPr txBox="1"/>
          <p:nvPr/>
        </p:nvSpPr>
        <p:spPr>
          <a:xfrm>
            <a:off x="6229291" y="8340568"/>
            <a:ext cx="3305392" cy="4154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그래디언트당 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23774D-FE8E-4BE7-AD7B-64A4FD3EC76A}"/>
              </a:ext>
            </a:extLst>
          </p:cNvPr>
          <p:cNvCxnSpPr>
            <a:cxnSpLocks/>
          </p:cNvCxnSpPr>
          <p:nvPr/>
        </p:nvCxnSpPr>
        <p:spPr>
          <a:xfrm flipH="1" flipV="1">
            <a:off x="8867892" y="7561018"/>
            <a:ext cx="1759037" cy="121866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DF7CEE-9EFE-4736-B9BF-9A4422850A7A}"/>
              </a:ext>
            </a:extLst>
          </p:cNvPr>
          <p:cNvSpPr txBox="1"/>
          <p:nvPr/>
        </p:nvSpPr>
        <p:spPr>
          <a:xfrm>
            <a:off x="8974237" y="8648937"/>
            <a:ext cx="3305392" cy="73853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333" kern="0">
                <a:solidFill>
                  <a:srgbClr val="5E5E5E"/>
                </a:solidFill>
                <a:latin typeface="Trebuchet MS" pitchFamily="34" charset="0"/>
              </a:rPr>
              <a:t>옵티마이저 상태당 12바이트</a:t>
            </a:r>
            <a:endParaRPr lang="en-US" sz="2333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3940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Megatron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029EEDB-38F5-4980-BA7A-A3D06F666B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392" y="3145532"/>
            <a:ext cx="5738733" cy="653028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 dirty="0"/>
              <a:t>Model parallel </a:t>
            </a:r>
            <a:r>
              <a:rPr lang="en-US" dirty="0" err="1"/>
              <a:t>트랜스포머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arXiv:1909.08053.</a:t>
            </a:r>
            <a:endParaRPr lang="en-US" sz="10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340166-A990-466C-B655-A5DAED9BF9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7001" y="3291634"/>
            <a:ext cx="8222302" cy="554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447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Megatron</a:t>
            </a:r>
            <a:endParaRPr lang="en-US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72B2553-6A7C-4AAF-98CF-11977B338A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3999" y="3362649"/>
            <a:ext cx="6315625" cy="587397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3EE5BF-C02D-4C02-8F9A-78C5B29554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1145" y="3453626"/>
            <a:ext cx="5992857" cy="597698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512GPU 사용 시 76% 확장 효율성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7058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Megatron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결과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arXiv:1909.08053.</a:t>
            </a:r>
            <a:endParaRPr lang="en-US" sz="1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4A55A1-1E62-4E2F-921D-EE1A92AAC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6490" y="3711015"/>
            <a:ext cx="13975020" cy="460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81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Megatron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더 중요한 점!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846863"/>
            <a:ext cx="168596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arXiv:1909.08053.</a:t>
            </a:r>
            <a:endParaRPr lang="en-US" sz="10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EDD9D4-BBF2-481F-ACAC-B40CF5C82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2941" y="3505731"/>
            <a:ext cx="8917995" cy="61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529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확장</a:t>
            </a:r>
            <a:r>
              <a:rPr lang="en-GB" dirty="0"/>
              <a:t> </a:t>
            </a:r>
            <a:r>
              <a:rPr lang="en-GB" dirty="0" err="1"/>
              <a:t>법칙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902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확장 법칙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49285-94FE-43A5-9193-B8D81988C9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500" y="2977420"/>
            <a:ext cx="13052997" cy="5873847"/>
          </a:xfrm>
          <a:prstGeom prst="rect">
            <a:avLst/>
          </a:prstGeom>
          <a:noFill/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데이터세트 크기를 늘리면 모델 크기도 늘려야 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-2" y="9539012"/>
            <a:ext cx="9144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Kaplan, J., McCandlish, S., Henighan, T., Brown, T. B., Chess, B., Child, R., ... 및 Amodei, D. (2020). Scaling Laws for Neural Language Models. </a:t>
            </a:r>
            <a:r>
              <a:rPr lang="en-US" sz="1750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arXiv:2001.08361</a:t>
            </a:r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23830423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67C6A88-08FC-41D0-B362-AC12621524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" y="4198939"/>
            <a:ext cx="9214898" cy="4338712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9547B72-9AB7-4B5E-A27D-6DF3887D72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3999" y="4418165"/>
            <a:ext cx="8834402" cy="39002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-2" y="9539012"/>
            <a:ext cx="9144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Kaplan, J., McCandlish, S., Henighan, T., Brown, T. B., Chess, B., Child, R., ... 및 Amodei, D. (2020). Scaling Laws for Neural Language Models. </a:t>
            </a:r>
            <a:r>
              <a:rPr lang="en-US" sz="1750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arXiv:2001.08361</a:t>
            </a:r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7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CC9B896-0498-440E-84CD-5A97F810310F}"/>
              </a:ext>
            </a:extLst>
          </p:cNvPr>
          <p:cNvSpPr txBox="1">
            <a:spLocks/>
          </p:cNvSpPr>
          <p:nvPr/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b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0" cap="all" baseline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defTabSz="1524030">
              <a:defRPr/>
            </a:pPr>
            <a:r>
              <a:rPr lang="en-US" sz="4667" kern="0">
                <a:solidFill>
                  <a:srgbClr val="000000"/>
                </a:solidFill>
              </a:rPr>
              <a:t>확장 법칙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4ADEE2-E439-418B-9FB9-D4E3D5D56479}"/>
              </a:ext>
            </a:extLst>
          </p:cNvPr>
          <p:cNvSpPr txBox="1">
            <a:spLocks/>
          </p:cNvSpPr>
          <p:nvPr/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7150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>
              <a:spcBef>
                <a:spcPts val="1500"/>
              </a:spcBef>
              <a:spcAft>
                <a:spcPts val="1500"/>
              </a:spcAft>
              <a:buClr>
                <a:srgbClr val="CDCDCD"/>
              </a:buClr>
              <a:defRPr/>
            </a:pPr>
            <a:r>
              <a:rPr lang="en-US" sz="3000" kern="0">
                <a:solidFill>
                  <a:srgbClr val="76B900"/>
                </a:solidFill>
              </a:rPr>
              <a:t>모델이 커지면 샘플 효율이 높아짐</a:t>
            </a:r>
          </a:p>
        </p:txBody>
      </p:sp>
    </p:spTree>
    <p:extLst>
      <p:ext uri="{BB962C8B-B14F-4D97-AF65-F5344CB8AC3E}">
        <p14:creationId xmlns:p14="http://schemas.microsoft.com/office/powerpoint/2010/main" val="29257606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-2" y="9539012"/>
            <a:ext cx="9144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Kaplan, J., McCandlish, S., Henighan, T., Brown, T. B., Chess, B., Child, R., ... 및 Amodei, D. (2020). Scaling Laws for Neural Language Models. </a:t>
            </a:r>
            <a:r>
              <a:rPr lang="en-US" sz="1750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arXiv:2001.08361</a:t>
            </a:r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7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CC9B896-0498-440E-84CD-5A97F810310F}"/>
              </a:ext>
            </a:extLst>
          </p:cNvPr>
          <p:cNvSpPr txBox="1">
            <a:spLocks/>
          </p:cNvSpPr>
          <p:nvPr/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b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0" cap="all" baseline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defTabSz="1524030">
              <a:defRPr/>
            </a:pPr>
            <a:r>
              <a:rPr lang="en-US" sz="4667" kern="0">
                <a:solidFill>
                  <a:srgbClr val="000000"/>
                </a:solidFill>
              </a:rPr>
              <a:t>확장 법칙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4ADEE2-E439-418B-9FB9-D4E3D5D56479}"/>
              </a:ext>
            </a:extLst>
          </p:cNvPr>
          <p:cNvSpPr txBox="1">
            <a:spLocks/>
          </p:cNvSpPr>
          <p:nvPr/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7150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>
              <a:spcBef>
                <a:spcPts val="1500"/>
              </a:spcBef>
              <a:spcAft>
                <a:spcPts val="1500"/>
              </a:spcAft>
              <a:buClr>
                <a:srgbClr val="CDCDCD"/>
              </a:buClr>
              <a:defRPr/>
            </a:pPr>
            <a:r>
              <a:rPr lang="en-US" sz="3000" kern="0">
                <a:solidFill>
                  <a:srgbClr val="76B900"/>
                </a:solidFill>
              </a:rPr>
              <a:t>모델이 클수록 일반화 성능이 향상됨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BD713B-5DE3-46B0-9A0F-9837DB6EB4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1626" y="3734578"/>
            <a:ext cx="10664745" cy="48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132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-2" y="9539012"/>
            <a:ext cx="9144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Kaplan, J., McCandlish, S., Henighan, T., Brown, T. B., Chess, B., Child, R., ... 및 Amodei, D. (2020). Scaling Laws for Neural Language Models. </a:t>
            </a:r>
            <a:r>
              <a:rPr lang="en-US" sz="1750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arXiv:2001.08361</a:t>
            </a:r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7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CC9B896-0498-440E-84CD-5A97F810310F}"/>
              </a:ext>
            </a:extLst>
          </p:cNvPr>
          <p:cNvSpPr txBox="1">
            <a:spLocks/>
          </p:cNvSpPr>
          <p:nvPr/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b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0" cap="all" baseline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defTabSz="1524030">
              <a:defRPr/>
            </a:pPr>
            <a:r>
              <a:rPr lang="en-US" sz="4667" kern="0">
                <a:solidFill>
                  <a:srgbClr val="000000"/>
                </a:solidFill>
              </a:rPr>
              <a:t>확장 법칙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4ADEE2-E439-418B-9FB9-D4E3D5D56479}"/>
              </a:ext>
            </a:extLst>
          </p:cNvPr>
          <p:cNvSpPr txBox="1">
            <a:spLocks/>
          </p:cNvSpPr>
          <p:nvPr/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7150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>
              <a:spcBef>
                <a:spcPts val="1500"/>
              </a:spcBef>
              <a:spcAft>
                <a:spcPts val="1500"/>
              </a:spcAft>
              <a:buClr>
                <a:srgbClr val="CDCDCD"/>
              </a:buClr>
              <a:defRPr/>
            </a:pPr>
            <a:r>
              <a:rPr lang="en-US" sz="3000" kern="0">
                <a:solidFill>
                  <a:srgbClr val="76B900"/>
                </a:solidFill>
              </a:rPr>
              <a:t>더 큰 모델을 사용하는 것이 더 경제적임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8A6BC2-566E-40C1-9255-D5E45509F4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0437" y="2952734"/>
            <a:ext cx="10907122" cy="520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662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0" y="9766476"/>
            <a:ext cx="9144000" cy="3616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https://bair.berkeley.edu/blog/2020/03/05/compress/</a:t>
            </a:r>
            <a:endParaRPr lang="en-US" sz="17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CC9B896-0498-440E-84CD-5A97F810310F}"/>
              </a:ext>
            </a:extLst>
          </p:cNvPr>
          <p:cNvSpPr txBox="1">
            <a:spLocks/>
          </p:cNvSpPr>
          <p:nvPr/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b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0" cap="all" baseline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defTabSz="1524030">
              <a:defRPr/>
            </a:pPr>
            <a:r>
              <a:rPr lang="en-US" sz="4667" kern="0">
                <a:solidFill>
                  <a:srgbClr val="000000"/>
                </a:solidFill>
              </a:rPr>
              <a:t>확장 법칙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4ADEE2-E439-418B-9FB9-D4E3D5D56479}"/>
              </a:ext>
            </a:extLst>
          </p:cNvPr>
          <p:cNvSpPr txBox="1">
            <a:spLocks/>
          </p:cNvSpPr>
          <p:nvPr/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52400" tIns="76200" rIns="152400" bIns="7620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71500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 rtl="0" fontAlgn="base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bg2"/>
              </a:buClr>
              <a:buSzPct val="100000"/>
              <a:buFontTx/>
              <a:buNone/>
              <a:defRPr sz="2800" b="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defTabSz="1524030">
              <a:spcBef>
                <a:spcPts val="1500"/>
              </a:spcBef>
              <a:spcAft>
                <a:spcPts val="1500"/>
              </a:spcAft>
              <a:buClr>
                <a:srgbClr val="CDCDCD"/>
              </a:buClr>
              <a:defRPr/>
            </a:pPr>
            <a:r>
              <a:rPr lang="en-US" sz="3000" kern="0">
                <a:solidFill>
                  <a:srgbClr val="76B900"/>
                </a:solidFill>
              </a:rPr>
              <a:t>더 큰 모델이 트레이닝 속도가 더 빠름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AA558-BABF-4169-B101-D850C3AF0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1" y="4227853"/>
            <a:ext cx="13096875" cy="293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260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0580" y="868681"/>
            <a:ext cx="1662684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확장 법칙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xfrm>
            <a:off x="830580" y="1813561"/>
            <a:ext cx="16626840" cy="87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가장 중요한 점!!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F1ABF-007D-4A70-9A2A-0A2FE449517A}"/>
              </a:ext>
            </a:extLst>
          </p:cNvPr>
          <p:cNvSpPr/>
          <p:nvPr/>
        </p:nvSpPr>
        <p:spPr>
          <a:xfrm>
            <a:off x="-2" y="9539012"/>
            <a:ext cx="9144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Kaplan, J., McCandlish, S., Henighan, T., Brown, T. B., Chess, B., Child, R., ... 및 Amodei, D. (2020). Scaling Laws for Neural Language Models. </a:t>
            </a:r>
            <a:r>
              <a:rPr lang="en-US" sz="1750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arXiv:2001.08361</a:t>
            </a:r>
            <a:r>
              <a:rPr lang="en-US" sz="175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7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29EA1D-64FF-4563-98B0-9C7AE87DFB5A}"/>
              </a:ext>
            </a:extLst>
          </p:cNvPr>
          <p:cNvSpPr/>
          <p:nvPr/>
        </p:nvSpPr>
        <p:spPr>
          <a:xfrm>
            <a:off x="3251613" y="4143227"/>
            <a:ext cx="11414575" cy="16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33" i="1">
                <a:solidFill>
                  <a:schemeClr val="bg1"/>
                </a:solidFill>
              </a:rPr>
              <a:t>"… 더 중요한 점은 정밀한 아키텍처 하이퍼매개변수가 언어 모델의 전체적인 규모보다 덜 중요하다는 것을 알게 되었다는 것입니다."</a:t>
            </a:r>
          </a:p>
        </p:txBody>
      </p:sp>
    </p:spTree>
    <p:extLst>
      <p:ext uri="{BB962C8B-B14F-4D97-AF65-F5344CB8AC3E}">
        <p14:creationId xmlns:p14="http://schemas.microsoft.com/office/powerpoint/2010/main" val="23920797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확장 법칙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앞으로 2년간 훨씬 더 큰 모델을 도입할 예정임</a:t>
            </a:r>
          </a:p>
        </p:txBody>
      </p:sp>
      <p:pic>
        <p:nvPicPr>
          <p:cNvPr id="1026" name="Picture 2" descr="chart ">
            <a:extLst>
              <a:ext uri="{FF2B5EF4-FFF2-40B4-BE49-F238E27FC236}">
                <a16:creationId xmlns:a16="http://schemas.microsoft.com/office/drawing/2014/main" id="{4CF8BCAA-6DB4-439C-BF28-19751E31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23794" y="3084107"/>
            <a:ext cx="12470325" cy="701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9854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조단위</a:t>
            </a:r>
            <a:r>
              <a:rPr lang="en-GB" dirty="0"/>
              <a:t> </a:t>
            </a:r>
            <a:r>
              <a:rPr lang="en-GB" dirty="0" err="1"/>
              <a:t>매개변수</a:t>
            </a:r>
            <a:r>
              <a:rPr lang="en-GB" dirty="0"/>
              <a:t> </a:t>
            </a:r>
            <a:r>
              <a:rPr lang="en-GB" dirty="0" err="1"/>
              <a:t>모델을</a:t>
            </a:r>
            <a:br>
              <a:rPr lang="en-GB" dirty="0"/>
            </a:br>
            <a:r>
              <a:rPr lang="en-GB" dirty="0"/>
              <a:t> </a:t>
            </a:r>
            <a:r>
              <a:rPr lang="en-GB" dirty="0" err="1"/>
              <a:t>향해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5338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TuringNLG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170억 개 매개변수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4F821-F677-42CB-93E8-D3F14C048C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9938" y="2798446"/>
            <a:ext cx="8628125" cy="649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9385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미래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조단위 매개변수 모델을 향해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6B78C-AD32-4801-AACE-0CA7F6B7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225" y="2952827"/>
            <a:ext cx="11069550" cy="574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559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GPT-3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05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268BA-C34E-4B0F-9395-9D1454D5E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3" y="2054087"/>
            <a:ext cx="13432717" cy="77199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훨씬 더 중요한 점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대규모 뉴럴 네트워크가 데이터를 보다 효율적으로 사용함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774039"/>
            <a:ext cx="16859623" cy="451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</a:t>
            </a:r>
          </a:p>
          <a:p>
            <a:r>
              <a:rPr lang="en-US" sz="1333">
                <a:solidFill>
                  <a:srgbClr val="222222"/>
                </a:solidFill>
                <a:latin typeface="Arial" panose="020B0604020202020204" pitchFamily="34" charset="0"/>
              </a:rPr>
              <a:t>Brown, T. B., Mann, B., Ryder, N., Subbiah, M., Kaplan, J., Dhariwal, P., ... 및 Agarwal, S. (2020). Language models are few-shot learners. </a:t>
            </a:r>
            <a:r>
              <a:rPr lang="en-US" sz="1333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arXiv:2005.14165</a:t>
            </a:r>
            <a:r>
              <a:rPr lang="en-US" sz="1333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21202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268BA-C34E-4B0F-9395-9D1454D5E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3" y="2054087"/>
            <a:ext cx="13432717" cy="77199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GB"/>
              <a:t>훨씬 더 중요한 점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US"/>
              <a:t>대규모 뉴럴 네트워크가 데이터를 보다 효율적으로 사용함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639474-56C6-4F86-A7A7-949EDF43C05A}"/>
              </a:ext>
            </a:extLst>
          </p:cNvPr>
          <p:cNvSpPr/>
          <p:nvPr/>
        </p:nvSpPr>
        <p:spPr>
          <a:xfrm>
            <a:off x="0" y="9774039"/>
            <a:ext cx="16859623" cy="451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</a:rPr>
              <a:t>Shoeybi, M., Patwary, M., Puri, R., LeGresley, P., Casper, J., 및 Catanzaro, B. (2019). Megatron-lm: Training multi-billion parameter language models using gpu model parallelism. arXiv preprint arXiv:1909.08053</a:t>
            </a:r>
          </a:p>
          <a:p>
            <a:r>
              <a:rPr lang="en-US" sz="1333">
                <a:solidFill>
                  <a:srgbClr val="222222"/>
                </a:solidFill>
                <a:latin typeface="Arial" panose="020B0604020202020204" pitchFamily="34" charset="0"/>
              </a:rPr>
              <a:t>Brown, T. B., Mann, B., Ryder, N., Subbiah, M., Kaplan, J., Dhariwal, P., ... 및 Agarwal, S. (2020). Language models are few-shot learners. </a:t>
            </a:r>
            <a:r>
              <a:rPr lang="en-US" sz="1333" i="1">
                <a:solidFill>
                  <a:srgbClr val="222222"/>
                </a:solidFill>
                <a:latin typeface="Arial" panose="020B0604020202020204" pitchFamily="34" charset="0"/>
              </a:rPr>
              <a:t>arXiv preprint arXiv:2005.14165</a:t>
            </a:r>
            <a:r>
              <a:rPr lang="en-US" sz="1333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endParaRPr lang="en-US" sz="100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9B0AD12-6396-4B09-A124-925D04CD2496}"/>
              </a:ext>
            </a:extLst>
          </p:cNvPr>
          <p:cNvSpPr/>
          <p:nvPr/>
        </p:nvSpPr>
        <p:spPr>
          <a:xfrm rot="18579421">
            <a:off x="5696777" y="7614923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9316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GPT-3 크기 비교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D87FD-AD06-4702-9D37-6D6C71808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03" y="2908085"/>
            <a:ext cx="11603795" cy="69595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49128F-276E-B043-A604-EE83A57D4925}"/>
              </a:ext>
            </a:extLst>
          </p:cNvPr>
          <p:cNvSpPr/>
          <p:nvPr/>
        </p:nvSpPr>
        <p:spPr>
          <a:xfrm>
            <a:off x="5958236" y="6815667"/>
            <a:ext cx="497598" cy="10109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BDE926-E882-4640-A98E-2C9DC33D5C26}"/>
              </a:ext>
            </a:extLst>
          </p:cNvPr>
          <p:cNvSpPr/>
          <p:nvPr/>
        </p:nvSpPr>
        <p:spPr>
          <a:xfrm>
            <a:off x="13483168" y="4212167"/>
            <a:ext cx="491498" cy="3584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3">
            <a:extLst>
              <a:ext uri="{FF2B5EF4-FFF2-40B4-BE49-F238E27FC236}">
                <a16:creationId xmlns:a16="http://schemas.microsoft.com/office/drawing/2014/main" id="{D30A5F57-CFF2-2D48-A333-876B2641F295}"/>
              </a:ext>
            </a:extLst>
          </p:cNvPr>
          <p:cNvSpPr/>
          <p:nvPr/>
        </p:nvSpPr>
        <p:spPr>
          <a:xfrm rot="2281530">
            <a:off x="3661622" y="3951644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071F1-CE83-964B-85D9-2939C67EDF29}"/>
              </a:ext>
            </a:extLst>
          </p:cNvPr>
          <p:cNvSpPr txBox="1"/>
          <p:nvPr/>
        </p:nvSpPr>
        <p:spPr>
          <a:xfrm>
            <a:off x="3053650" y="3147450"/>
            <a:ext cx="2060179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b="1">
                <a:solidFill>
                  <a:schemeClr val="bg1"/>
                </a:solidFill>
                <a:latin typeface="Trebuchet MS" panose="020B0603020202020204" pitchFamily="34" charset="0"/>
              </a:rPr>
              <a:t>선형 확장 아님</a:t>
            </a:r>
            <a:endParaRPr lang="en-US" b="1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092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관점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711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관점</a:t>
            </a:r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744E96F-7D98-419C-9D72-616C2D69AFAD}"/>
              </a:ext>
            </a:extLst>
          </p:cNvPr>
          <p:cNvGraphicFramePr>
            <a:graphicFrameLocks/>
          </p:cNvGraphicFramePr>
          <p:nvPr/>
        </p:nvGraphicFramePr>
        <p:xfrm>
          <a:off x="3062654" y="2798446"/>
          <a:ext cx="12162692" cy="6730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67206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14DD98-5D01-43A3-8AAF-04B90D09B64D}"/>
              </a:ext>
            </a:extLst>
          </p:cNvPr>
          <p:cNvGraphicFramePr>
            <a:graphicFrameLocks/>
          </p:cNvGraphicFramePr>
          <p:nvPr/>
        </p:nvGraphicFramePr>
        <p:xfrm>
          <a:off x="3062654" y="2825924"/>
          <a:ext cx="12243608" cy="6703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관점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036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14DD98-5D01-43A3-8AAF-04B90D09B64D}"/>
              </a:ext>
            </a:extLst>
          </p:cNvPr>
          <p:cNvGraphicFramePr>
            <a:graphicFrameLocks/>
          </p:cNvGraphicFramePr>
          <p:nvPr/>
        </p:nvGraphicFramePr>
        <p:xfrm>
          <a:off x="3062654" y="2825924"/>
          <a:ext cx="12243608" cy="6703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관점</a:t>
            </a:r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50AF593-FC32-41EE-8C90-14B0CF694C9A}"/>
              </a:ext>
            </a:extLst>
          </p:cNvPr>
          <p:cNvSpPr/>
          <p:nvPr/>
        </p:nvSpPr>
        <p:spPr>
          <a:xfrm rot="2281530">
            <a:off x="3614293" y="7652788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5060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14DD98-5D01-43A3-8AAF-04B90D09B64D}"/>
              </a:ext>
            </a:extLst>
          </p:cNvPr>
          <p:cNvGraphicFramePr>
            <a:graphicFrameLocks/>
          </p:cNvGraphicFramePr>
          <p:nvPr/>
        </p:nvGraphicFramePr>
        <p:xfrm>
          <a:off x="3062654" y="2825924"/>
          <a:ext cx="12243608" cy="6703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관점</a:t>
            </a:r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50AF593-FC32-41EE-8C90-14B0CF694C9A}"/>
              </a:ext>
            </a:extLst>
          </p:cNvPr>
          <p:cNvSpPr/>
          <p:nvPr/>
        </p:nvSpPr>
        <p:spPr>
          <a:xfrm rot="2281530">
            <a:off x="3614293" y="7652788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2C05D56-1F50-4CA7-B852-64BEA451ABBE}"/>
              </a:ext>
            </a:extLst>
          </p:cNvPr>
          <p:cNvSpPr/>
          <p:nvPr/>
        </p:nvSpPr>
        <p:spPr>
          <a:xfrm rot="2281530">
            <a:off x="7124540" y="6098811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32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b">
            <a:normAutofit/>
          </a:bodyPr>
          <a:lstStyle/>
          <a:p>
            <a:r>
              <a:rPr lang="en-US"/>
              <a:t>크다는 것은 무슨 의미일까요?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normAutofit/>
          </a:bodyPr>
          <a:lstStyle/>
          <a:p>
            <a:r>
              <a:rPr lang="en-GB"/>
              <a:t>GPT-3 크기 비교: BERT-Large보다 538배 더 큼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D87FD-AD06-4702-9D37-6D6C7180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03" y="2908085"/>
            <a:ext cx="11603795" cy="695953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78EF34F-A3FB-4785-A485-834DD25F98E4}"/>
              </a:ext>
            </a:extLst>
          </p:cNvPr>
          <p:cNvSpPr/>
          <p:nvPr/>
        </p:nvSpPr>
        <p:spPr>
          <a:xfrm rot="8292732">
            <a:off x="13923953" y="3666579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71EE2-6F32-42F2-A75D-B0E003CEDD33}"/>
              </a:ext>
            </a:extLst>
          </p:cNvPr>
          <p:cNvSpPr txBox="1"/>
          <p:nvPr/>
        </p:nvSpPr>
        <p:spPr>
          <a:xfrm>
            <a:off x="13579316" y="2925904"/>
            <a:ext cx="3070071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b="1">
                <a:solidFill>
                  <a:schemeClr val="bg1"/>
                </a:solidFill>
                <a:latin typeface="Trebuchet MS" panose="020B0603020202020204" pitchFamily="34" charset="0"/>
              </a:rPr>
              <a:t>단일 V100에서 355년</a:t>
            </a:r>
            <a:endParaRPr lang="en-US" b="1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7E2AF56-BCC4-4201-B812-9E408B40415A}"/>
              </a:ext>
            </a:extLst>
          </p:cNvPr>
          <p:cNvSpPr/>
          <p:nvPr/>
        </p:nvSpPr>
        <p:spPr>
          <a:xfrm rot="2281530">
            <a:off x="3661622" y="3951644"/>
            <a:ext cx="844230" cy="50434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3A9B7-016B-4412-9355-56999B3A79E5}"/>
              </a:ext>
            </a:extLst>
          </p:cNvPr>
          <p:cNvSpPr txBox="1"/>
          <p:nvPr/>
        </p:nvSpPr>
        <p:spPr>
          <a:xfrm>
            <a:off x="3053650" y="3147450"/>
            <a:ext cx="2060179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b="1">
                <a:solidFill>
                  <a:schemeClr val="bg1"/>
                </a:solidFill>
                <a:latin typeface="Trebuchet MS" panose="020B0603020202020204" pitchFamily="34" charset="0"/>
              </a:rPr>
              <a:t>선형 확장 아님</a:t>
            </a:r>
            <a:endParaRPr lang="en-US" b="1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2791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550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E21E008C-3B41-42B1-A004-9DE6B9C791B5}"/>
              </a:ext>
            </a:extLst>
          </p:cNvPr>
          <p:cNvSpPr/>
          <p:nvPr/>
        </p:nvSpPr>
        <p:spPr>
          <a:xfrm>
            <a:off x="6880123" y="1289605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6D21-699D-4C63-811D-4E003E3559AB}"/>
              </a:ext>
            </a:extLst>
          </p:cNvPr>
          <p:cNvSpPr txBox="1"/>
          <p:nvPr/>
        </p:nvSpPr>
        <p:spPr>
          <a:xfrm>
            <a:off x="7650439" y="1486708"/>
            <a:ext cx="9889067" cy="698652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914400"/>
            <a:r>
              <a:rPr lang="en-US" sz="3200" dirty="0"/>
              <a:t>2부: 자기지도, BERT 및 </a:t>
            </a:r>
            <a:r>
              <a:rPr lang="ko-KR" altLang="en-US" sz="3200" dirty="0"/>
              <a:t>기타 학습 방식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강의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DNN이 제대로 작동하는 이유는 무엇인가?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자기지도 학습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데이터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NeMo 살펴보기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텍스트 분류기 프로젝트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tx2"/>
                </a:solidFill>
              </a:rPr>
              <a:t>강의</a:t>
            </a:r>
            <a:endParaRPr lang="en-US" sz="3200" dirty="0">
              <a:solidFill>
                <a:schemeClr val="tx2"/>
              </a:solidFill>
            </a:endParaRP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클수록 더 좋다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/>
                </a:solidFill>
              </a:rPr>
              <a:t>더욱 거대한 모델로의 가능성 및 필요성</a:t>
            </a:r>
            <a:endParaRPr lang="en-GB" sz="3200" dirty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랩</a:t>
            </a:r>
          </a:p>
          <a:p>
            <a:pPr marL="1333470" lvl="1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785EA"/>
                </a:solidFill>
              </a:rPr>
              <a:t>명명된 엔터티 인식기</a:t>
            </a:r>
          </a:p>
        </p:txBody>
      </p:sp>
    </p:spTree>
    <p:extLst>
      <p:ext uri="{BB962C8B-B14F-4D97-AF65-F5344CB8AC3E}">
        <p14:creationId xmlns:p14="http://schemas.microsoft.com/office/powerpoint/2010/main" val="16266011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948A3-67B3-444E-B76F-BF9B71D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다음 수업에서 다룰 내용…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575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다음 수업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11" indent="-571511">
              <a:buFont typeface="+mj-lt"/>
              <a:buAutoNum type="arabicPeriod"/>
            </a:pPr>
            <a:r>
              <a:rPr lang="en-GB"/>
              <a:t>효율적인 추론을 위해 모델을 설계하는 방법 설명</a:t>
            </a:r>
          </a:p>
          <a:p>
            <a:pPr marL="571511" indent="-571511">
              <a:buFont typeface="+mj-lt"/>
              <a:buAutoNum type="arabicPeriod"/>
            </a:pPr>
            <a:r>
              <a:rPr lang="en-GB"/>
              <a:t>효율적인 실행을 위해 모델을 최적화하는 방법 설명</a:t>
            </a:r>
          </a:p>
          <a:p>
            <a:pPr marL="571511" indent="-571511">
              <a:buFont typeface="+mj-lt"/>
              <a:buAutoNum type="arabicPeriod"/>
            </a:pPr>
            <a:r>
              <a:rPr lang="en-GB"/>
              <a:t>주로 대화형 AI 애플리케이션을 효율적으로 호스팅하는 방법 설명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30829760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61943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600" dirty="0" err="1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rp_PPT_Template_LIGHT_NEW.pptx" id="{17E32700-DCD5-4248-AC7B-20BE646209B8}" vid="{8F3B7850-B8CA-4B46-BDF2-5559B4A46F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2015 WHITE Template">
    <a:dk1>
      <a:srgbClr val="B3B3B3"/>
    </a:dk1>
    <a:lt1>
      <a:srgbClr val="FFFFFF"/>
    </a:lt1>
    <a:dk2>
      <a:srgbClr val="000000"/>
    </a:dk2>
    <a:lt2>
      <a:srgbClr val="76B900"/>
    </a:lt2>
    <a:accent1>
      <a:srgbClr val="0071C5"/>
    </a:accent1>
    <a:accent2>
      <a:srgbClr val="007450"/>
    </a:accent2>
    <a:accent3>
      <a:srgbClr val="9A4216"/>
    </a:accent3>
    <a:accent4>
      <a:srgbClr val="505050"/>
    </a:accent4>
    <a:accent5>
      <a:srgbClr val="9E1212"/>
    </a:accent5>
    <a:accent6>
      <a:srgbClr val="0D3481"/>
    </a:accent6>
    <a:hlink>
      <a:srgbClr val="76B900"/>
    </a:hlink>
    <a:folHlink>
      <a:srgbClr val="004827"/>
    </a:folHlink>
  </a:clrScheme>
  <a:fontScheme name="Opulent">
    <a:majorFont>
      <a:latin typeface="Trebuchet MS"/>
      <a:ea typeface=""/>
      <a:cs typeface=""/>
      <a:font script="Jpan" typeface="HG丸ｺﾞｼｯｸM-PRO"/>
      <a:font script="Hang" typeface="Trebuchet MS"/>
      <a:font script="Hans" typeface="黑体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Trebuchet MS"/>
      <a:ea typeface=""/>
      <a:cs typeface=""/>
      <a:font script="Jpan" typeface="HG丸ｺﾞｼｯｸM-PRO"/>
      <a:font script="Hang" typeface="Trebuchet MS"/>
      <a:font script="Hans" typeface="华文新魏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77D47C6DB374FB8F27678E7FBF113" ma:contentTypeVersion="11" ma:contentTypeDescription="Create a new document." ma:contentTypeScope="" ma:versionID="91ae50eb111870286b23fa1dca7f8ac5">
  <xsd:schema xmlns:xsd="http://www.w3.org/2001/XMLSchema" xmlns:xs="http://www.w3.org/2001/XMLSchema" xmlns:p="http://schemas.microsoft.com/office/2006/metadata/properties" xmlns:ns3="7aa5af7d-d8b7-4545-98cf-efda3bdc9bc8" xmlns:ns4="44487de3-b398-4243-966e-73809730760d" targetNamespace="http://schemas.microsoft.com/office/2006/metadata/properties" ma:root="true" ma:fieldsID="ff219052f6dc37d2fb53288313681f60" ns3:_="" ns4:_="">
    <xsd:import namespace="7aa5af7d-d8b7-4545-98cf-efda3bdc9bc8"/>
    <xsd:import namespace="44487de3-b398-4243-966e-738097307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a5af7d-d8b7-4545-98cf-efda3bdc9b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87de3-b398-4243-966e-738097307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9B7386-0C5E-43DB-8BF1-052EEAD5F5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14C89A-2063-4D53-81C3-633BD9202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a5af7d-d8b7-4545-98cf-efda3bdc9bc8"/>
    <ds:schemaRef ds:uri="44487de3-b398-4243-966e-738097307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3743CD-AB42-4721-894C-1BE4286A537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NVIDIA_DLI_Corp_PPT_Template_LIGHT_2020</Template>
  <TotalTime>1174</TotalTime>
  <Words>5974</Words>
  <Application>Microsoft Office PowerPoint</Application>
  <PresentationFormat>Custom</PresentationFormat>
  <Paragraphs>681</Paragraphs>
  <Slides>117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3" baseType="lpstr">
      <vt:lpstr>Roboto</vt:lpstr>
      <vt:lpstr>Arial</vt:lpstr>
      <vt:lpstr>Wingdings</vt:lpstr>
      <vt:lpstr>Trebuchet MS</vt:lpstr>
      <vt:lpstr>Courier New</vt:lpstr>
      <vt:lpstr>Title &amp; Bullet</vt:lpstr>
      <vt:lpstr>자기지도, BERT 및 최신 모델</vt:lpstr>
      <vt:lpstr>PowerPoint Presentation</vt:lpstr>
      <vt:lpstr>PowerPoint Presentation</vt:lpstr>
      <vt:lpstr>PowerPoint Presentation</vt:lpstr>
      <vt:lpstr>뉴럴 네트워크는 새로운 것이 아님</vt:lpstr>
      <vt:lpstr>뉴럴 네트워크는 새로운 것이 아님</vt:lpstr>
      <vt:lpstr>뉴럴 네트워크는 새로운 것이 아님</vt:lpstr>
      <vt:lpstr>뉴럴 네트워크는 새로운 것이 아님</vt:lpstr>
      <vt:lpstr>뉴럴 네트워크는 새로운 것이 아님</vt:lpstr>
      <vt:lpstr>연산</vt:lpstr>
      <vt:lpstr>CONTEXT</vt:lpstr>
      <vt:lpstr>CONTEXT</vt:lpstr>
      <vt:lpstr>CONTEXT</vt:lpstr>
      <vt:lpstr>CONTEXT</vt:lpstr>
      <vt:lpstr>뉴럴 네트워크는 새로운 것이 아님</vt:lpstr>
      <vt:lpstr>뉴럴 네트워크는 새로운 것이 아님</vt:lpstr>
      <vt:lpstr>폭발적으로 증가하는 뉴럴 네트워크의 복잡성</vt:lpstr>
      <vt:lpstr>100엑사플롭스 ~=  듀얼 CPU 서버에서 2년</vt:lpstr>
      <vt:lpstr>뉴럴 네트워크는 새로운 것이 아님</vt:lpstr>
      <vt:lpstr>경험적 증거</vt:lpstr>
      <vt:lpstr>폭발적으로 증가하는 데이터세트</vt:lpstr>
      <vt:lpstr>폭발적으로 증가하는 데이터세트</vt:lpstr>
      <vt:lpstr>폭발적으로 증가하는 데이터세트</vt:lpstr>
      <vt:lpstr>비용</vt:lpstr>
      <vt:lpstr>레이블 지정 비용</vt:lpstr>
      <vt:lpstr>PowerPoint Presentation</vt:lpstr>
      <vt:lpstr>자기지도 학습</vt:lpstr>
      <vt:lpstr>레이블 지정 비용</vt:lpstr>
      <vt:lpstr>자기지도 학습</vt:lpstr>
      <vt:lpstr>자기지도 학습</vt:lpstr>
      <vt:lpstr>OLD IDEAS</vt:lpstr>
      <vt:lpstr>자기지도 학습</vt:lpstr>
      <vt:lpstr>THE SCALE</vt:lpstr>
      <vt:lpstr>GPT(Generative Pretraining)</vt:lpstr>
      <vt:lpstr>GPT(Generative Pretraining)</vt:lpstr>
      <vt:lpstr>GPT(Generative Pretraining)</vt:lpstr>
      <vt:lpstr>GPT(Generative Pretraining)</vt:lpstr>
      <vt:lpstr>GPT(Generative Pretraining)</vt:lpstr>
      <vt:lpstr>PowerPoint Presentation</vt:lpstr>
      <vt:lpstr>양방향 트랜스포머(BERT)</vt:lpstr>
      <vt:lpstr>양방향 트랜스포머(BERT)</vt:lpstr>
      <vt:lpstr>SQUAD 2.0</vt:lpstr>
      <vt:lpstr>BERT 사용</vt:lpstr>
      <vt:lpstr>랩</vt:lpstr>
      <vt:lpstr>랩 개요</vt:lpstr>
      <vt:lpstr>PowerPoint Presentation</vt:lpstr>
      <vt:lpstr>PowerPoint Presentation</vt:lpstr>
      <vt:lpstr>양방향 트랜스포머(BERT)</vt:lpstr>
      <vt:lpstr>GPT-2</vt:lpstr>
      <vt:lpstr>GPT-2</vt:lpstr>
      <vt:lpstr>클수록 더 좋습니다. </vt:lpstr>
      <vt:lpstr>Roberta</vt:lpstr>
      <vt:lpstr>Roberta</vt:lpstr>
      <vt:lpstr>RoBerta</vt:lpstr>
      <vt:lpstr>RoBerta</vt:lpstr>
      <vt:lpstr>Roberta</vt:lpstr>
      <vt:lpstr>훨씬 더 큰 모델이 필요합니다!</vt:lpstr>
      <vt:lpstr> Transformer XL(Extra Long)</vt:lpstr>
      <vt:lpstr> BERT의 문제점</vt:lpstr>
      <vt:lpstr>XLNet</vt:lpstr>
      <vt:lpstr>XLNet</vt:lpstr>
      <vt:lpstr>XLNET</vt:lpstr>
      <vt:lpstr>XLNET</vt:lpstr>
      <vt:lpstr>XLNET</vt:lpstr>
      <vt:lpstr>Scale-up?</vt:lpstr>
      <vt:lpstr>XLNET</vt:lpstr>
      <vt:lpstr>XLNET</vt:lpstr>
      <vt:lpstr>확장(Scale-up)?</vt:lpstr>
      <vt:lpstr>BERT</vt:lpstr>
      <vt:lpstr>BERT</vt:lpstr>
      <vt:lpstr>BERT</vt:lpstr>
      <vt:lpstr>매개변수를 더 효율적으로 사용할 수 있을까요?</vt:lpstr>
      <vt:lpstr>ALBERT</vt:lpstr>
      <vt:lpstr>ALBERT</vt:lpstr>
      <vt:lpstr>ALBERT</vt:lpstr>
      <vt:lpstr>ALBERT</vt:lpstr>
      <vt:lpstr>ALBERT</vt:lpstr>
      <vt:lpstr>목적 함수를 더 개선할 수 있을까요?</vt:lpstr>
      <vt:lpstr>ELECTRA</vt:lpstr>
      <vt:lpstr>ELECTRA</vt:lpstr>
      <vt:lpstr>멀티태스크 학습</vt:lpstr>
      <vt:lpstr>ERNIE 2.0</vt:lpstr>
      <vt:lpstr>ERNIE 2.0</vt:lpstr>
      <vt:lpstr>ERNIE 2.0</vt:lpstr>
      <vt:lpstr>PowerPoint Presentation</vt:lpstr>
      <vt:lpstr>대형화</vt:lpstr>
      <vt:lpstr>대형화</vt:lpstr>
      <vt:lpstr>Megatron</vt:lpstr>
      <vt:lpstr>Megatron</vt:lpstr>
      <vt:lpstr>Megatron</vt:lpstr>
      <vt:lpstr>Megatron</vt:lpstr>
      <vt:lpstr>확장 법칙</vt:lpstr>
      <vt:lpstr>확장 법칙</vt:lpstr>
      <vt:lpstr>PowerPoint Presentation</vt:lpstr>
      <vt:lpstr>PowerPoint Presentation</vt:lpstr>
      <vt:lpstr>PowerPoint Presentation</vt:lpstr>
      <vt:lpstr>PowerPoint Presentation</vt:lpstr>
      <vt:lpstr>확장 법칙</vt:lpstr>
      <vt:lpstr>확장 법칙</vt:lpstr>
      <vt:lpstr>조단위 매개변수 모델을  향해</vt:lpstr>
      <vt:lpstr>TuringNLG</vt:lpstr>
      <vt:lpstr>미래</vt:lpstr>
      <vt:lpstr>GPT-3</vt:lpstr>
      <vt:lpstr>훨씬 더 중요한 점</vt:lpstr>
      <vt:lpstr>훨씬 더 중요한 점</vt:lpstr>
      <vt:lpstr>크다는 것은 무슨 의미일까요?</vt:lpstr>
      <vt:lpstr>관점</vt:lpstr>
      <vt:lpstr>크다는 것은 무슨 의미일까요?</vt:lpstr>
      <vt:lpstr>크다는 것은 무슨 의미일까요?</vt:lpstr>
      <vt:lpstr>크다는 것은 무슨 의미일까요?</vt:lpstr>
      <vt:lpstr>크다는 것은 무슨 의미일까요?</vt:lpstr>
      <vt:lpstr>크다는 것은 무슨 의미일까요?</vt:lpstr>
      <vt:lpstr>랩</vt:lpstr>
      <vt:lpstr>PowerPoint Presentation</vt:lpstr>
      <vt:lpstr>다음 수업에서 다룰 내용…</vt:lpstr>
      <vt:lpstr>다음 수업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Dana Sheahen</dc:creator>
  <cp:lastModifiedBy>Solee Moon</cp:lastModifiedBy>
  <cp:revision>32</cp:revision>
  <dcterms:created xsi:type="dcterms:W3CDTF">2020-08-13T20:56:17Z</dcterms:created>
  <dcterms:modified xsi:type="dcterms:W3CDTF">2021-06-01T16:17:26Z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0x01010017377D47C6DB374FB8F27678E7FBF113</vt:lpwstr>
  </property>
  <property fmtid="{D5CDD505-2E9C-101B-9397-08002B2CF9AE}" pid="3" name="MSIP_Label_6b558183-044c-4105-8d9c-cea02a2a3d86_Enabled">
    <vt:lpwstr>True</vt:lpwstr>
  </property>
  <property fmtid="{D5CDD505-2E9C-101B-9397-08002B2CF9AE}" pid="4" name="MSIP_Label_6b558183-044c-4105-8d9c-cea02a2a3d86_SiteId">
    <vt:lpwstr>43083d15-7273-40c1-b7db-39efd9ccc17a</vt:lpwstr>
  </property>
  <property fmtid="{D5CDD505-2E9C-101B-9397-08002B2CF9AE}" pid="5" name="MSIP_Label_6b558183-044c-4105-8d9c-cea02a2a3d86_Ref">
    <vt:lpwstr>https://api.informationprotection.azure.com/api/43083d15-7273-40c1-b7db-39efd9ccc17a</vt:lpwstr>
  </property>
  <property fmtid="{D5CDD505-2E9C-101B-9397-08002B2CF9AE}" pid="6" name="MSIP_Label_6b558183-044c-4105-8d9c-cea02a2a3d86_Owner">
    <vt:lpwstr>lspillman@nvidia.com</vt:lpwstr>
  </property>
  <property fmtid="{D5CDD505-2E9C-101B-9397-08002B2CF9AE}" pid="7" name="MSIP_Label_6b558183-044c-4105-8d9c-cea02a2a3d86_SetDate">
    <vt:lpwstr>2018-05-11T15:28:31.9824217-07:00</vt:lpwstr>
  </property>
  <property fmtid="{D5CDD505-2E9C-101B-9397-08002B2CF9AE}" pid="8" name="MSIP_Label_6b558183-044c-4105-8d9c-cea02a2a3d86_Name">
    <vt:lpwstr>Unrestricted</vt:lpwstr>
  </property>
  <property fmtid="{D5CDD505-2E9C-101B-9397-08002B2CF9AE}" pid="9" name="MSIP_Label_6b558183-044c-4105-8d9c-cea02a2a3d86_Application">
    <vt:lpwstr>Microsoft Azure Information Protection</vt:lpwstr>
  </property>
  <property fmtid="{D5CDD505-2E9C-101B-9397-08002B2CF9AE}" pid="10" name="MSIP_Label_6b558183-044c-4105-8d9c-cea02a2a3d86_Extended_MSFT_Method">
    <vt:lpwstr>Automatic</vt:lpwstr>
  </property>
  <property fmtid="{D5CDD505-2E9C-101B-9397-08002B2CF9AE}" pid="11" name="Sensitivity">
    <vt:lpwstr>Unrestricted</vt:lpwstr>
  </property>
</Properties>
</file>